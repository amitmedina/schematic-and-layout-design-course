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slides/slide10.xml" ContentType="application/vnd.openxmlformats-officedocument.presentationml.slide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webextensions/webextension1.xml" ContentType="application/vnd.ms-office.webextension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webextensions/taskpanes.xml" ContentType="application/vnd.ms-office.webextensiontaskpan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docProps/core.xml" ContentType="application/vnd.openxmlformats-package.core-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3"/>
  </p:sldMasterIdLst>
  <p:notesMasterIdLst>
    <p:notesMasterId r:id="rId28"/>
  </p:notesMasterIdLst>
  <p:sldIdLst>
    <p:sldId id="256" r:id="rId4"/>
    <p:sldId id="279" r:id="rId5"/>
    <p:sldId id="257" r:id="rId6"/>
    <p:sldId id="258" r:id="rId7"/>
    <p:sldId id="277" r:id="rId8"/>
    <p:sldId id="261" r:id="rId9"/>
    <p:sldId id="259" r:id="rId10"/>
    <p:sldId id="260" r:id="rId11"/>
    <p:sldId id="263" r:id="rId12"/>
    <p:sldId id="262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5" r:id="rId24"/>
    <p:sldId id="274" r:id="rId25"/>
    <p:sldId id="276" r:id="rId26"/>
    <p:sldId id="278" r:id="rId27"/>
  </p:sldIdLst>
  <p:sldSz cx="12192000" cy="6858000"/>
  <p:notesSz cx="6858000" cy="9144000"/>
  <p:custDataLst>
    <p:tags r:id="rId29"/>
  </p:custDataLst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F2F4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07"/>
  </p:normalViewPr>
  <p:slideViewPr>
    <p:cSldViewPr snapToGrid="0">
      <p:cViewPr varScale="1">
        <p:scale>
          <a:sx n="79" d="100"/>
          <a:sy n="79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1.xml"/><Relationship Id="rId21" Type="http://schemas.openxmlformats.org/officeDocument/2006/relationships/slide" Target="slides/slide18.xml"/><Relationship Id="rId34" Type="http://schemas.openxmlformats.org/officeDocument/2006/relationships/customXml" Target="../customXml/item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ags" Target="tags/tag1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presProps" Target="presProps.xml"/><Relationship Id="rId8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452B3B-DE7E-AA45-8F12-61DBE76FFBA9}" type="datetimeFigureOut">
              <a:rPr lang="en-IL" smtClean="0"/>
              <a:t>05/22/2025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7520AC-CA0E-224F-8D82-D2B67D1F33B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97303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573DF1C-F4AA-9E9C-1253-609974D17009}"/>
              </a:ext>
            </a:extLst>
          </p:cNvPr>
          <p:cNvSpPr/>
          <p:nvPr userDrawn="1"/>
        </p:nvSpPr>
        <p:spPr>
          <a:xfrm>
            <a:off x="1" y="0"/>
            <a:ext cx="7920000" cy="6858000"/>
          </a:xfrm>
          <a:prstGeom prst="rect">
            <a:avLst/>
          </a:prstGeom>
          <a:gradFill>
            <a:gsLst>
              <a:gs pos="15000">
                <a:schemeClr val="tx2">
                  <a:alpha val="80000"/>
                </a:schemeClr>
              </a:gs>
              <a:gs pos="100000">
                <a:schemeClr val="tx2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IL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8D0E3BD-378B-80F3-2D20-131BC3DE9F9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605761" y="740098"/>
            <a:ext cx="2520000" cy="509371"/>
            <a:chOff x="10307382" y="4588869"/>
            <a:chExt cx="1008089" cy="203766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D47D4FB8-58A8-DFCE-D26E-22DFD7BFC978}"/>
                </a:ext>
              </a:extLst>
            </p:cNvPr>
            <p:cNvSpPr/>
            <p:nvPr/>
          </p:nvSpPr>
          <p:spPr>
            <a:xfrm>
              <a:off x="10804619" y="4588869"/>
              <a:ext cx="510852" cy="203766"/>
            </a:xfrm>
            <a:custGeom>
              <a:avLst/>
              <a:gdLst>
                <a:gd name="connsiteX0" fmla="*/ 457660 w 510852"/>
                <a:gd name="connsiteY0" fmla="*/ 123534 h 203766"/>
                <a:gd name="connsiteX1" fmla="*/ 472483 w 510852"/>
                <a:gd name="connsiteY1" fmla="*/ 123534 h 203766"/>
                <a:gd name="connsiteX2" fmla="*/ 477818 w 510852"/>
                <a:gd name="connsiteY2" fmla="*/ 108320 h 203766"/>
                <a:gd name="connsiteX3" fmla="*/ 407749 w 510852"/>
                <a:gd name="connsiteY3" fmla="*/ 108320 h 203766"/>
                <a:gd name="connsiteX4" fmla="*/ 432442 w 510852"/>
                <a:gd name="connsiteY4" fmla="*/ 139866 h 203766"/>
                <a:gd name="connsiteX5" fmla="*/ 457669 w 510852"/>
                <a:gd name="connsiteY5" fmla="*/ 123534 h 203766"/>
                <a:gd name="connsiteX6" fmla="*/ 407758 w 510852"/>
                <a:gd name="connsiteY6" fmla="*/ 91615 h 203766"/>
                <a:gd name="connsiteX7" fmla="*/ 457669 w 510852"/>
                <a:gd name="connsiteY7" fmla="*/ 91615 h 203766"/>
                <a:gd name="connsiteX8" fmla="*/ 432442 w 510852"/>
                <a:gd name="connsiteY8" fmla="*/ 67032 h 203766"/>
                <a:gd name="connsiteX9" fmla="*/ 407749 w 510852"/>
                <a:gd name="connsiteY9" fmla="*/ 91615 h 203766"/>
                <a:gd name="connsiteX10" fmla="*/ 499941 w 510852"/>
                <a:gd name="connsiteY10" fmla="*/ 0 h 203766"/>
                <a:gd name="connsiteX11" fmla="*/ 248459 w 510852"/>
                <a:gd name="connsiteY11" fmla="*/ 0 h 203766"/>
                <a:gd name="connsiteX12" fmla="*/ 248459 w 510852"/>
                <a:gd name="connsiteY12" fmla="*/ 158913 h 203766"/>
                <a:gd name="connsiteX13" fmla="*/ 221792 w 510852"/>
                <a:gd name="connsiteY13" fmla="*/ 158913 h 203766"/>
                <a:gd name="connsiteX14" fmla="*/ 222859 w 510852"/>
                <a:gd name="connsiteY14" fmla="*/ 142208 h 203766"/>
                <a:gd name="connsiteX15" fmla="*/ 222005 w 510852"/>
                <a:gd name="connsiteY15" fmla="*/ 142208 h 203766"/>
                <a:gd name="connsiteX16" fmla="*/ 187185 w 510852"/>
                <a:gd name="connsiteY16" fmla="*/ 160191 h 203766"/>
                <a:gd name="connsiteX17" fmla="*/ 144521 w 510852"/>
                <a:gd name="connsiteY17" fmla="*/ 100016 h 203766"/>
                <a:gd name="connsiteX18" fmla="*/ 187185 w 510852"/>
                <a:gd name="connsiteY18" fmla="*/ 46389 h 203766"/>
                <a:gd name="connsiteX19" fmla="*/ 220725 w 510852"/>
                <a:gd name="connsiteY19" fmla="*/ 62348 h 203766"/>
                <a:gd name="connsiteX20" fmla="*/ 221792 w 510852"/>
                <a:gd name="connsiteY20" fmla="*/ 62348 h 203766"/>
                <a:gd name="connsiteX21" fmla="*/ 221792 w 510852"/>
                <a:gd name="connsiteY21" fmla="*/ 0 h 203766"/>
                <a:gd name="connsiteX22" fmla="*/ 81922 w 510852"/>
                <a:gd name="connsiteY22" fmla="*/ 0 h 203766"/>
                <a:gd name="connsiteX23" fmla="*/ 61443 w 510852"/>
                <a:gd name="connsiteY23" fmla="*/ 14576 h 203766"/>
                <a:gd name="connsiteX24" fmla="*/ 49075 w 510852"/>
                <a:gd name="connsiteY24" fmla="*/ 50540 h 203766"/>
                <a:gd name="connsiteX25" fmla="*/ 78134 w 510852"/>
                <a:gd name="connsiteY25" fmla="*/ 46389 h 203766"/>
                <a:gd name="connsiteX26" fmla="*/ 130178 w 510852"/>
                <a:gd name="connsiteY26" fmla="*/ 108320 h 203766"/>
                <a:gd name="connsiteX27" fmla="*/ 53494 w 510852"/>
                <a:gd name="connsiteY27" fmla="*/ 108320 h 203766"/>
                <a:gd name="connsiteX28" fmla="*/ 78134 w 510852"/>
                <a:gd name="connsiteY28" fmla="*/ 139866 h 203766"/>
                <a:gd name="connsiteX29" fmla="*/ 103414 w 510852"/>
                <a:gd name="connsiteY29" fmla="*/ 123534 h 203766"/>
                <a:gd name="connsiteX30" fmla="*/ 130080 w 510852"/>
                <a:gd name="connsiteY30" fmla="*/ 123534 h 203766"/>
                <a:gd name="connsiteX31" fmla="*/ 78036 w 510852"/>
                <a:gd name="connsiteY31" fmla="*/ 160191 h 203766"/>
                <a:gd name="connsiteX32" fmla="*/ 26845 w 510852"/>
                <a:gd name="connsiteY32" fmla="*/ 114228 h 203766"/>
                <a:gd name="connsiteX33" fmla="*/ 872 w 510852"/>
                <a:gd name="connsiteY33" fmla="*/ 189245 h 203766"/>
                <a:gd name="connsiteX34" fmla="*/ 11266 w 510852"/>
                <a:gd name="connsiteY34" fmla="*/ 203767 h 203766"/>
                <a:gd name="connsiteX35" fmla="*/ 283226 w 510852"/>
                <a:gd name="connsiteY35" fmla="*/ 203767 h 203766"/>
                <a:gd name="connsiteX36" fmla="*/ 267230 w 510852"/>
                <a:gd name="connsiteY36" fmla="*/ 170411 h 203766"/>
                <a:gd name="connsiteX37" fmla="*/ 292296 w 510852"/>
                <a:gd name="connsiteY37" fmla="*/ 170411 h 203766"/>
                <a:gd name="connsiteX38" fmla="*/ 313095 w 510852"/>
                <a:gd name="connsiteY38" fmla="*/ 187967 h 203766"/>
                <a:gd name="connsiteX39" fmla="*/ 340713 w 510852"/>
                <a:gd name="connsiteY39" fmla="*/ 164236 h 203766"/>
                <a:gd name="connsiteX40" fmla="*/ 340713 w 510852"/>
                <a:gd name="connsiteY40" fmla="*/ 142954 h 203766"/>
                <a:gd name="connsiteX41" fmla="*/ 340073 w 510852"/>
                <a:gd name="connsiteY41" fmla="*/ 142954 h 203766"/>
                <a:gd name="connsiteX42" fmla="*/ 305252 w 510852"/>
                <a:gd name="connsiteY42" fmla="*/ 160084 h 203766"/>
                <a:gd name="connsiteX43" fmla="*/ 262588 w 510852"/>
                <a:gd name="connsiteY43" fmla="*/ 106510 h 203766"/>
                <a:gd name="connsiteX44" fmla="*/ 305252 w 510852"/>
                <a:gd name="connsiteY44" fmla="*/ 46282 h 203766"/>
                <a:gd name="connsiteX45" fmla="*/ 340073 w 510852"/>
                <a:gd name="connsiteY45" fmla="*/ 64318 h 203766"/>
                <a:gd name="connsiteX46" fmla="*/ 340926 w 510852"/>
                <a:gd name="connsiteY46" fmla="*/ 64318 h 203766"/>
                <a:gd name="connsiteX47" fmla="*/ 339966 w 510852"/>
                <a:gd name="connsiteY47" fmla="*/ 47879 h 203766"/>
                <a:gd name="connsiteX48" fmla="*/ 366633 w 510852"/>
                <a:gd name="connsiteY48" fmla="*/ 47879 h 203766"/>
                <a:gd name="connsiteX49" fmla="*/ 366633 w 510852"/>
                <a:gd name="connsiteY49" fmla="*/ 158700 h 203766"/>
                <a:gd name="connsiteX50" fmla="*/ 346422 w 510852"/>
                <a:gd name="connsiteY50" fmla="*/ 203758 h 203766"/>
                <a:gd name="connsiteX51" fmla="*/ 429072 w 510852"/>
                <a:gd name="connsiteY51" fmla="*/ 203758 h 203766"/>
                <a:gd name="connsiteX52" fmla="*/ 449550 w 510852"/>
                <a:gd name="connsiteY52" fmla="*/ 189236 h 203766"/>
                <a:gd name="connsiteX53" fmla="*/ 460212 w 510852"/>
                <a:gd name="connsiteY53" fmla="*/ 158328 h 203766"/>
                <a:gd name="connsiteX54" fmla="*/ 432220 w 510852"/>
                <a:gd name="connsiteY54" fmla="*/ 160191 h 203766"/>
                <a:gd name="connsiteX55" fmla="*/ 380816 w 510852"/>
                <a:gd name="connsiteY55" fmla="*/ 103636 h 203766"/>
                <a:gd name="connsiteX56" fmla="*/ 432220 w 510852"/>
                <a:gd name="connsiteY56" fmla="*/ 46389 h 203766"/>
                <a:gd name="connsiteX57" fmla="*/ 483784 w 510852"/>
                <a:gd name="connsiteY57" fmla="*/ 90391 h 203766"/>
                <a:gd name="connsiteX58" fmla="*/ 509971 w 510852"/>
                <a:gd name="connsiteY58" fmla="*/ 14789 h 203766"/>
                <a:gd name="connsiteX59" fmla="*/ 499950 w 510852"/>
                <a:gd name="connsiteY59" fmla="*/ 0 h 203766"/>
                <a:gd name="connsiteX60" fmla="*/ 221276 w 510852"/>
                <a:gd name="connsiteY60" fmla="*/ 100016 h 203766"/>
                <a:gd name="connsiteX61" fmla="*/ 194929 w 510852"/>
                <a:gd name="connsiteY61" fmla="*/ 66766 h 203766"/>
                <a:gd name="connsiteX62" fmla="*/ 171143 w 510852"/>
                <a:gd name="connsiteY62" fmla="*/ 100016 h 203766"/>
                <a:gd name="connsiteX63" fmla="*/ 194929 w 510852"/>
                <a:gd name="connsiteY63" fmla="*/ 139866 h 203766"/>
                <a:gd name="connsiteX64" fmla="*/ 221276 w 510852"/>
                <a:gd name="connsiteY64" fmla="*/ 100016 h 203766"/>
                <a:gd name="connsiteX65" fmla="*/ 78152 w 510852"/>
                <a:gd name="connsiteY65" fmla="*/ 66766 h 203766"/>
                <a:gd name="connsiteX66" fmla="*/ 53512 w 510852"/>
                <a:gd name="connsiteY66" fmla="*/ 91349 h 203766"/>
                <a:gd name="connsiteX67" fmla="*/ 103422 w 510852"/>
                <a:gd name="connsiteY67" fmla="*/ 91349 h 203766"/>
                <a:gd name="connsiteX68" fmla="*/ 78143 w 510852"/>
                <a:gd name="connsiteY68" fmla="*/ 66766 h 203766"/>
                <a:gd name="connsiteX69" fmla="*/ 339966 w 510852"/>
                <a:gd name="connsiteY69" fmla="*/ 100016 h 203766"/>
                <a:gd name="connsiteX70" fmla="*/ 313299 w 510852"/>
                <a:gd name="connsiteY70" fmla="*/ 66766 h 203766"/>
                <a:gd name="connsiteX71" fmla="*/ 289513 w 510852"/>
                <a:gd name="connsiteY71" fmla="*/ 100016 h 203766"/>
                <a:gd name="connsiteX72" fmla="*/ 313299 w 510852"/>
                <a:gd name="connsiteY72" fmla="*/ 139866 h 203766"/>
                <a:gd name="connsiteX73" fmla="*/ 339966 w 510852"/>
                <a:gd name="connsiteY73" fmla="*/ 100016 h 203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510852" h="203766">
                  <a:moveTo>
                    <a:pt x="457660" y="123534"/>
                  </a:moveTo>
                  <a:lnTo>
                    <a:pt x="472483" y="123534"/>
                  </a:lnTo>
                  <a:lnTo>
                    <a:pt x="477818" y="108320"/>
                  </a:lnTo>
                  <a:lnTo>
                    <a:pt x="407749" y="108320"/>
                  </a:lnTo>
                  <a:cubicBezTo>
                    <a:pt x="407749" y="132264"/>
                    <a:pt x="408390" y="139866"/>
                    <a:pt x="432442" y="139866"/>
                  </a:cubicBezTo>
                  <a:cubicBezTo>
                    <a:pt x="447265" y="139866"/>
                    <a:pt x="457669" y="139866"/>
                    <a:pt x="457669" y="123534"/>
                  </a:cubicBezTo>
                  <a:moveTo>
                    <a:pt x="407758" y="91615"/>
                  </a:moveTo>
                  <a:lnTo>
                    <a:pt x="457669" y="91615"/>
                  </a:lnTo>
                  <a:cubicBezTo>
                    <a:pt x="457669" y="68736"/>
                    <a:pt x="454308" y="67032"/>
                    <a:pt x="432442" y="67032"/>
                  </a:cubicBezTo>
                  <a:cubicBezTo>
                    <a:pt x="409243" y="67032"/>
                    <a:pt x="407749" y="71876"/>
                    <a:pt x="407749" y="91615"/>
                  </a:cubicBezTo>
                  <a:moveTo>
                    <a:pt x="499941" y="0"/>
                  </a:moveTo>
                  <a:lnTo>
                    <a:pt x="248459" y="0"/>
                  </a:lnTo>
                  <a:lnTo>
                    <a:pt x="248459" y="158913"/>
                  </a:lnTo>
                  <a:lnTo>
                    <a:pt x="221792" y="158913"/>
                  </a:lnTo>
                  <a:lnTo>
                    <a:pt x="222859" y="142208"/>
                  </a:lnTo>
                  <a:lnTo>
                    <a:pt x="222005" y="142208"/>
                  </a:lnTo>
                  <a:cubicBezTo>
                    <a:pt x="215230" y="156837"/>
                    <a:pt x="202914" y="160191"/>
                    <a:pt x="187185" y="160191"/>
                  </a:cubicBezTo>
                  <a:cubicBezTo>
                    <a:pt x="145748" y="160191"/>
                    <a:pt x="144521" y="134118"/>
                    <a:pt x="144521" y="100016"/>
                  </a:cubicBezTo>
                  <a:cubicBezTo>
                    <a:pt x="144521" y="65914"/>
                    <a:pt x="149003" y="46389"/>
                    <a:pt x="187185" y="46389"/>
                  </a:cubicBezTo>
                  <a:cubicBezTo>
                    <a:pt x="200780" y="46389"/>
                    <a:pt x="215016" y="48943"/>
                    <a:pt x="220725" y="62348"/>
                  </a:cubicBezTo>
                  <a:lnTo>
                    <a:pt x="221792" y="62348"/>
                  </a:lnTo>
                  <a:lnTo>
                    <a:pt x="221792" y="0"/>
                  </a:lnTo>
                  <a:lnTo>
                    <a:pt x="81922" y="0"/>
                  </a:lnTo>
                  <a:cubicBezTo>
                    <a:pt x="72745" y="213"/>
                    <a:pt x="64636" y="5988"/>
                    <a:pt x="61443" y="14576"/>
                  </a:cubicBezTo>
                  <a:lnTo>
                    <a:pt x="49075" y="50540"/>
                  </a:lnTo>
                  <a:cubicBezTo>
                    <a:pt x="58429" y="47418"/>
                    <a:pt x="68281" y="46016"/>
                    <a:pt x="78134" y="46389"/>
                  </a:cubicBezTo>
                  <a:cubicBezTo>
                    <a:pt x="123989" y="46389"/>
                    <a:pt x="130178" y="59740"/>
                    <a:pt x="130178" y="108320"/>
                  </a:cubicBezTo>
                  <a:lnTo>
                    <a:pt x="53494" y="108320"/>
                  </a:lnTo>
                  <a:cubicBezTo>
                    <a:pt x="53494" y="132264"/>
                    <a:pt x="54134" y="139866"/>
                    <a:pt x="78134" y="139866"/>
                  </a:cubicBezTo>
                  <a:cubicBezTo>
                    <a:pt x="93010" y="139866"/>
                    <a:pt x="103414" y="139866"/>
                    <a:pt x="103414" y="123534"/>
                  </a:cubicBezTo>
                  <a:lnTo>
                    <a:pt x="130080" y="123534"/>
                  </a:lnTo>
                  <a:cubicBezTo>
                    <a:pt x="130080" y="158541"/>
                    <a:pt x="109869" y="160191"/>
                    <a:pt x="78036" y="160191"/>
                  </a:cubicBezTo>
                  <a:cubicBezTo>
                    <a:pt x="39107" y="160191"/>
                    <a:pt x="28445" y="148862"/>
                    <a:pt x="26845" y="114228"/>
                  </a:cubicBezTo>
                  <a:lnTo>
                    <a:pt x="872" y="189245"/>
                  </a:lnTo>
                  <a:cubicBezTo>
                    <a:pt x="872" y="189245"/>
                    <a:pt x="-4464" y="203767"/>
                    <a:pt x="11266" y="203767"/>
                  </a:cubicBezTo>
                  <a:lnTo>
                    <a:pt x="283226" y="203767"/>
                  </a:lnTo>
                  <a:cubicBezTo>
                    <a:pt x="272565" y="198923"/>
                    <a:pt x="266483" y="189298"/>
                    <a:pt x="267230" y="170411"/>
                  </a:cubicBezTo>
                  <a:lnTo>
                    <a:pt x="292296" y="170411"/>
                  </a:lnTo>
                  <a:cubicBezTo>
                    <a:pt x="292296" y="185625"/>
                    <a:pt x="298005" y="187967"/>
                    <a:pt x="313095" y="187967"/>
                  </a:cubicBezTo>
                  <a:cubicBezTo>
                    <a:pt x="335813" y="187967"/>
                    <a:pt x="340713" y="183283"/>
                    <a:pt x="340713" y="164236"/>
                  </a:cubicBezTo>
                  <a:lnTo>
                    <a:pt x="340713" y="142954"/>
                  </a:lnTo>
                  <a:lnTo>
                    <a:pt x="340073" y="142954"/>
                  </a:lnTo>
                  <a:cubicBezTo>
                    <a:pt x="333030" y="157529"/>
                    <a:pt x="318741" y="160084"/>
                    <a:pt x="305252" y="160084"/>
                  </a:cubicBezTo>
                  <a:cubicBezTo>
                    <a:pt x="267016" y="160084"/>
                    <a:pt x="262588" y="139121"/>
                    <a:pt x="262588" y="106510"/>
                  </a:cubicBezTo>
                  <a:cubicBezTo>
                    <a:pt x="262588" y="73899"/>
                    <a:pt x="263869" y="46282"/>
                    <a:pt x="305252" y="46282"/>
                  </a:cubicBezTo>
                  <a:cubicBezTo>
                    <a:pt x="320928" y="46282"/>
                    <a:pt x="333244" y="49689"/>
                    <a:pt x="340073" y="64318"/>
                  </a:cubicBezTo>
                  <a:lnTo>
                    <a:pt x="340926" y="64318"/>
                  </a:lnTo>
                  <a:lnTo>
                    <a:pt x="339966" y="47879"/>
                  </a:lnTo>
                  <a:lnTo>
                    <a:pt x="366633" y="47879"/>
                  </a:lnTo>
                  <a:lnTo>
                    <a:pt x="366633" y="158700"/>
                  </a:lnTo>
                  <a:cubicBezTo>
                    <a:pt x="366633" y="184614"/>
                    <a:pt x="361298" y="197752"/>
                    <a:pt x="346422" y="203758"/>
                  </a:cubicBezTo>
                  <a:lnTo>
                    <a:pt x="429072" y="203758"/>
                  </a:lnTo>
                  <a:cubicBezTo>
                    <a:pt x="438231" y="203554"/>
                    <a:pt x="446340" y="197797"/>
                    <a:pt x="449550" y="189236"/>
                  </a:cubicBezTo>
                  <a:lnTo>
                    <a:pt x="460212" y="158328"/>
                  </a:lnTo>
                  <a:cubicBezTo>
                    <a:pt x="450964" y="159871"/>
                    <a:pt x="441583" y="160492"/>
                    <a:pt x="432220" y="160191"/>
                  </a:cubicBezTo>
                  <a:cubicBezTo>
                    <a:pt x="389556" y="160191"/>
                    <a:pt x="380816" y="146626"/>
                    <a:pt x="380816" y="103636"/>
                  </a:cubicBezTo>
                  <a:cubicBezTo>
                    <a:pt x="380816" y="63785"/>
                    <a:pt x="387164" y="46389"/>
                    <a:pt x="432220" y="46389"/>
                  </a:cubicBezTo>
                  <a:cubicBezTo>
                    <a:pt x="471789" y="46389"/>
                    <a:pt x="481810" y="56387"/>
                    <a:pt x="483784" y="90391"/>
                  </a:cubicBezTo>
                  <a:lnTo>
                    <a:pt x="509971" y="14789"/>
                  </a:lnTo>
                  <a:cubicBezTo>
                    <a:pt x="509971" y="14789"/>
                    <a:pt x="515253" y="0"/>
                    <a:pt x="499950" y="0"/>
                  </a:cubicBezTo>
                  <a:moveTo>
                    <a:pt x="221276" y="100016"/>
                  </a:moveTo>
                  <a:cubicBezTo>
                    <a:pt x="221276" y="76285"/>
                    <a:pt x="218129" y="66766"/>
                    <a:pt x="194929" y="66766"/>
                  </a:cubicBezTo>
                  <a:cubicBezTo>
                    <a:pt x="176479" y="66766"/>
                    <a:pt x="171143" y="72089"/>
                    <a:pt x="171143" y="100016"/>
                  </a:cubicBezTo>
                  <a:cubicBezTo>
                    <a:pt x="171143" y="125237"/>
                    <a:pt x="170503" y="139866"/>
                    <a:pt x="194929" y="139866"/>
                  </a:cubicBezTo>
                  <a:cubicBezTo>
                    <a:pt x="222334" y="139866"/>
                    <a:pt x="221276" y="126515"/>
                    <a:pt x="221276" y="100016"/>
                  </a:cubicBezTo>
                  <a:moveTo>
                    <a:pt x="78152" y="66766"/>
                  </a:moveTo>
                  <a:cubicBezTo>
                    <a:pt x="54952" y="66766"/>
                    <a:pt x="53512" y="71610"/>
                    <a:pt x="53512" y="91349"/>
                  </a:cubicBezTo>
                  <a:lnTo>
                    <a:pt x="103422" y="91349"/>
                  </a:lnTo>
                  <a:cubicBezTo>
                    <a:pt x="103422" y="68469"/>
                    <a:pt x="100008" y="66766"/>
                    <a:pt x="78143" y="66766"/>
                  </a:cubicBezTo>
                  <a:moveTo>
                    <a:pt x="339966" y="100016"/>
                  </a:moveTo>
                  <a:cubicBezTo>
                    <a:pt x="339966" y="76285"/>
                    <a:pt x="336338" y="66766"/>
                    <a:pt x="313299" y="66766"/>
                  </a:cubicBezTo>
                  <a:cubicBezTo>
                    <a:pt x="294848" y="66766"/>
                    <a:pt x="289513" y="72089"/>
                    <a:pt x="289513" y="100016"/>
                  </a:cubicBezTo>
                  <a:cubicBezTo>
                    <a:pt x="289513" y="125237"/>
                    <a:pt x="289513" y="139866"/>
                    <a:pt x="313299" y="139866"/>
                  </a:cubicBezTo>
                  <a:cubicBezTo>
                    <a:pt x="339966" y="139866"/>
                    <a:pt x="339966" y="126515"/>
                    <a:pt x="339966" y="100016"/>
                  </a:cubicBezTo>
                </a:path>
              </a:pathLst>
            </a:custGeom>
            <a:solidFill>
              <a:srgbClr val="FF3232"/>
            </a:solidFill>
            <a:ln w="88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algn="r" defTabSz="914400" rtl="1" eaLnBrk="1" latinLnBrk="0" hangingPunct="1"/>
              <a:endParaRPr lang="en-IL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D74E73EA-E9FC-1AF9-A150-E1F5ACE986CA}"/>
                </a:ext>
              </a:extLst>
            </p:cNvPr>
            <p:cNvSpPr/>
            <p:nvPr/>
          </p:nvSpPr>
          <p:spPr>
            <a:xfrm>
              <a:off x="10307382" y="4588869"/>
              <a:ext cx="508352" cy="160456"/>
            </a:xfrm>
            <a:custGeom>
              <a:avLst/>
              <a:gdLst>
                <a:gd name="connsiteX0" fmla="*/ 422866 w 508352"/>
                <a:gd name="connsiteY0" fmla="*/ 47879 h 160456"/>
                <a:gd name="connsiteX1" fmla="*/ 422866 w 508352"/>
                <a:gd name="connsiteY1" fmla="*/ 158913 h 160456"/>
                <a:gd name="connsiteX2" fmla="*/ 449532 w 508352"/>
                <a:gd name="connsiteY2" fmla="*/ 158913 h 160456"/>
                <a:gd name="connsiteX3" fmla="*/ 449532 w 508352"/>
                <a:gd name="connsiteY3" fmla="*/ 90444 h 160456"/>
                <a:gd name="connsiteX4" fmla="*/ 469691 w 508352"/>
                <a:gd name="connsiteY4" fmla="*/ 66926 h 160456"/>
                <a:gd name="connsiteX5" fmla="*/ 483286 w 508352"/>
                <a:gd name="connsiteY5" fmla="*/ 84695 h 160456"/>
                <a:gd name="connsiteX6" fmla="*/ 483286 w 508352"/>
                <a:gd name="connsiteY6" fmla="*/ 90444 h 160456"/>
                <a:gd name="connsiteX7" fmla="*/ 508353 w 508352"/>
                <a:gd name="connsiteY7" fmla="*/ 90444 h 160456"/>
                <a:gd name="connsiteX8" fmla="*/ 508353 w 508352"/>
                <a:gd name="connsiteY8" fmla="*/ 81404 h 160456"/>
                <a:gd name="connsiteX9" fmla="*/ 479080 w 508352"/>
                <a:gd name="connsiteY9" fmla="*/ 46397 h 160456"/>
                <a:gd name="connsiteX10" fmla="*/ 449328 w 508352"/>
                <a:gd name="connsiteY10" fmla="*/ 62357 h 160456"/>
                <a:gd name="connsiteX11" fmla="*/ 448261 w 508352"/>
                <a:gd name="connsiteY11" fmla="*/ 62357 h 160456"/>
                <a:gd name="connsiteX12" fmla="*/ 449008 w 508352"/>
                <a:gd name="connsiteY12" fmla="*/ 47888 h 160456"/>
                <a:gd name="connsiteX13" fmla="*/ 422874 w 508352"/>
                <a:gd name="connsiteY13" fmla="*/ 47888 h 160456"/>
                <a:gd name="connsiteX14" fmla="*/ 371461 w 508352"/>
                <a:gd name="connsiteY14" fmla="*/ 158913 h 160456"/>
                <a:gd name="connsiteX15" fmla="*/ 398128 w 508352"/>
                <a:gd name="connsiteY15" fmla="*/ 158913 h 160456"/>
                <a:gd name="connsiteX16" fmla="*/ 398128 w 508352"/>
                <a:gd name="connsiteY16" fmla="*/ 89220 h 160456"/>
                <a:gd name="connsiteX17" fmla="*/ 347577 w 508352"/>
                <a:gd name="connsiteY17" fmla="*/ 46655 h 160456"/>
                <a:gd name="connsiteX18" fmla="*/ 299588 w 508352"/>
                <a:gd name="connsiteY18" fmla="*/ 80384 h 160456"/>
                <a:gd name="connsiteX19" fmla="*/ 326255 w 508352"/>
                <a:gd name="connsiteY19" fmla="*/ 80384 h 160456"/>
                <a:gd name="connsiteX20" fmla="*/ 347266 w 508352"/>
                <a:gd name="connsiteY20" fmla="*/ 64903 h 160456"/>
                <a:gd name="connsiteX21" fmla="*/ 371052 w 508352"/>
                <a:gd name="connsiteY21" fmla="*/ 89273 h 160456"/>
                <a:gd name="connsiteX22" fmla="*/ 371052 w 508352"/>
                <a:gd name="connsiteY22" fmla="*/ 103689 h 160456"/>
                <a:gd name="connsiteX23" fmla="*/ 370625 w 508352"/>
                <a:gd name="connsiteY23" fmla="*/ 103689 h 160456"/>
                <a:gd name="connsiteX24" fmla="*/ 337298 w 508352"/>
                <a:gd name="connsiteY24" fmla="*/ 90976 h 160456"/>
                <a:gd name="connsiteX25" fmla="*/ 295648 w 508352"/>
                <a:gd name="connsiteY25" fmla="*/ 125078 h 160456"/>
                <a:gd name="connsiteX26" fmla="*/ 337298 w 508352"/>
                <a:gd name="connsiteY26" fmla="*/ 160457 h 160456"/>
                <a:gd name="connsiteX27" fmla="*/ 371906 w 508352"/>
                <a:gd name="connsiteY27" fmla="*/ 145242 h 160456"/>
                <a:gd name="connsiteX28" fmla="*/ 372546 w 508352"/>
                <a:gd name="connsiteY28" fmla="*/ 145242 h 160456"/>
                <a:gd name="connsiteX29" fmla="*/ 371479 w 508352"/>
                <a:gd name="connsiteY29" fmla="*/ 158913 h 160456"/>
                <a:gd name="connsiteX30" fmla="*/ 346608 w 508352"/>
                <a:gd name="connsiteY30" fmla="*/ 108905 h 160456"/>
                <a:gd name="connsiteX31" fmla="*/ 371248 w 508352"/>
                <a:gd name="connsiteY31" fmla="*/ 124865 h 160456"/>
                <a:gd name="connsiteX32" fmla="*/ 346608 w 508352"/>
                <a:gd name="connsiteY32" fmla="*/ 142049 h 160456"/>
                <a:gd name="connsiteX33" fmla="*/ 322182 w 508352"/>
                <a:gd name="connsiteY33" fmla="*/ 124865 h 160456"/>
                <a:gd name="connsiteX34" fmla="*/ 346608 w 508352"/>
                <a:gd name="connsiteY34" fmla="*/ 108905 h 160456"/>
                <a:gd name="connsiteX35" fmla="*/ 273134 w 508352"/>
                <a:gd name="connsiteY35" fmla="*/ 0 h 160456"/>
                <a:gd name="connsiteX36" fmla="*/ 246467 w 508352"/>
                <a:gd name="connsiteY36" fmla="*/ 0 h 160456"/>
                <a:gd name="connsiteX37" fmla="*/ 246467 w 508352"/>
                <a:gd name="connsiteY37" fmla="*/ 158913 h 160456"/>
                <a:gd name="connsiteX38" fmla="*/ 273134 w 508352"/>
                <a:gd name="connsiteY38" fmla="*/ 158913 h 160456"/>
                <a:gd name="connsiteX39" fmla="*/ 273134 w 508352"/>
                <a:gd name="connsiteY39" fmla="*/ 0 h 160456"/>
                <a:gd name="connsiteX40" fmla="*/ 171179 w 508352"/>
                <a:gd name="connsiteY40" fmla="*/ 66766 h 160456"/>
                <a:gd name="connsiteX41" fmla="*/ 196886 w 508352"/>
                <a:gd name="connsiteY41" fmla="*/ 103636 h 160456"/>
                <a:gd name="connsiteX42" fmla="*/ 171179 w 508352"/>
                <a:gd name="connsiteY42" fmla="*/ 139866 h 160456"/>
                <a:gd name="connsiteX43" fmla="*/ 145472 w 508352"/>
                <a:gd name="connsiteY43" fmla="*/ 103636 h 160456"/>
                <a:gd name="connsiteX44" fmla="*/ 171179 w 508352"/>
                <a:gd name="connsiteY44" fmla="*/ 66766 h 160456"/>
                <a:gd name="connsiteX45" fmla="*/ 171179 w 508352"/>
                <a:gd name="connsiteY45" fmla="*/ 46389 h 160456"/>
                <a:gd name="connsiteX46" fmla="*/ 118708 w 508352"/>
                <a:gd name="connsiteY46" fmla="*/ 103423 h 160456"/>
                <a:gd name="connsiteX47" fmla="*/ 171179 w 508352"/>
                <a:gd name="connsiteY47" fmla="*/ 160191 h 160456"/>
                <a:gd name="connsiteX48" fmla="*/ 223650 w 508352"/>
                <a:gd name="connsiteY48" fmla="*/ 103423 h 160456"/>
                <a:gd name="connsiteX49" fmla="*/ 171179 w 508352"/>
                <a:gd name="connsiteY49" fmla="*/ 46389 h 160456"/>
                <a:gd name="connsiteX50" fmla="*/ 98763 w 508352"/>
                <a:gd name="connsiteY50" fmla="*/ 77988 h 160456"/>
                <a:gd name="connsiteX51" fmla="*/ 50773 w 508352"/>
                <a:gd name="connsiteY51" fmla="*/ 46389 h 160456"/>
                <a:gd name="connsiteX52" fmla="*/ 9 w 508352"/>
                <a:gd name="connsiteY52" fmla="*/ 77563 h 160456"/>
                <a:gd name="connsiteX53" fmla="*/ 48426 w 508352"/>
                <a:gd name="connsiteY53" fmla="*/ 112090 h 160456"/>
                <a:gd name="connsiteX54" fmla="*/ 76044 w 508352"/>
                <a:gd name="connsiteY54" fmla="*/ 127145 h 160456"/>
                <a:gd name="connsiteX55" fmla="*/ 50764 w 508352"/>
                <a:gd name="connsiteY55" fmla="*/ 141987 h 160456"/>
                <a:gd name="connsiteX56" fmla="*/ 26765 w 508352"/>
                <a:gd name="connsiteY56" fmla="*/ 123951 h 160456"/>
                <a:gd name="connsiteX57" fmla="*/ 0 w 508352"/>
                <a:gd name="connsiteY57" fmla="*/ 123951 h 160456"/>
                <a:gd name="connsiteX58" fmla="*/ 50764 w 508352"/>
                <a:gd name="connsiteY58" fmla="*/ 160182 h 160456"/>
                <a:gd name="connsiteX59" fmla="*/ 102809 w 508352"/>
                <a:gd name="connsiteY59" fmla="*/ 127145 h 160456"/>
                <a:gd name="connsiteX60" fmla="*/ 53112 w 508352"/>
                <a:gd name="connsiteY60" fmla="*/ 91766 h 160456"/>
                <a:gd name="connsiteX61" fmla="*/ 26658 w 508352"/>
                <a:gd name="connsiteY61" fmla="*/ 79266 h 160456"/>
                <a:gd name="connsiteX62" fmla="*/ 50657 w 508352"/>
                <a:gd name="connsiteY62" fmla="*/ 64637 h 160456"/>
                <a:gd name="connsiteX63" fmla="*/ 71989 w 508352"/>
                <a:gd name="connsiteY63" fmla="*/ 77988 h 160456"/>
                <a:gd name="connsiteX64" fmla="*/ 98763 w 508352"/>
                <a:gd name="connsiteY64" fmla="*/ 77988 h 160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08352" h="160456">
                  <a:moveTo>
                    <a:pt x="422866" y="47879"/>
                  </a:moveTo>
                  <a:lnTo>
                    <a:pt x="422866" y="158913"/>
                  </a:lnTo>
                  <a:lnTo>
                    <a:pt x="449532" y="158913"/>
                  </a:lnTo>
                  <a:lnTo>
                    <a:pt x="449532" y="90444"/>
                  </a:lnTo>
                  <a:cubicBezTo>
                    <a:pt x="449106" y="76028"/>
                    <a:pt x="453801" y="66926"/>
                    <a:pt x="469691" y="66926"/>
                  </a:cubicBezTo>
                  <a:cubicBezTo>
                    <a:pt x="482219" y="66926"/>
                    <a:pt x="483286" y="73473"/>
                    <a:pt x="483286" y="84695"/>
                  </a:cubicBezTo>
                  <a:lnTo>
                    <a:pt x="483286" y="90444"/>
                  </a:lnTo>
                  <a:lnTo>
                    <a:pt x="508353" y="90444"/>
                  </a:lnTo>
                  <a:lnTo>
                    <a:pt x="508353" y="81404"/>
                  </a:lnTo>
                  <a:cubicBezTo>
                    <a:pt x="508353" y="60121"/>
                    <a:pt x="502644" y="46397"/>
                    <a:pt x="479080" y="46397"/>
                  </a:cubicBezTo>
                  <a:cubicBezTo>
                    <a:pt x="466125" y="46397"/>
                    <a:pt x="454654" y="50017"/>
                    <a:pt x="449328" y="62357"/>
                  </a:cubicBezTo>
                  <a:lnTo>
                    <a:pt x="448261" y="62357"/>
                  </a:lnTo>
                  <a:lnTo>
                    <a:pt x="449008" y="47888"/>
                  </a:lnTo>
                  <a:lnTo>
                    <a:pt x="422874" y="47888"/>
                  </a:lnTo>
                  <a:close/>
                  <a:moveTo>
                    <a:pt x="371461" y="158913"/>
                  </a:moveTo>
                  <a:lnTo>
                    <a:pt x="398128" y="158913"/>
                  </a:lnTo>
                  <a:lnTo>
                    <a:pt x="398128" y="89220"/>
                  </a:lnTo>
                  <a:cubicBezTo>
                    <a:pt x="398128" y="51977"/>
                    <a:pt x="383252" y="46655"/>
                    <a:pt x="347577" y="46655"/>
                  </a:cubicBezTo>
                  <a:cubicBezTo>
                    <a:pt x="322084" y="46655"/>
                    <a:pt x="299588" y="47932"/>
                    <a:pt x="299588" y="80384"/>
                  </a:cubicBezTo>
                  <a:lnTo>
                    <a:pt x="326255" y="80384"/>
                  </a:lnTo>
                  <a:cubicBezTo>
                    <a:pt x="326255" y="65968"/>
                    <a:pt x="335582" y="64903"/>
                    <a:pt x="347266" y="64903"/>
                  </a:cubicBezTo>
                  <a:cubicBezTo>
                    <a:pt x="369558" y="64903"/>
                    <a:pt x="371052" y="71237"/>
                    <a:pt x="371052" y="89273"/>
                  </a:cubicBezTo>
                  <a:lnTo>
                    <a:pt x="371052" y="103689"/>
                  </a:lnTo>
                  <a:lnTo>
                    <a:pt x="370625" y="103689"/>
                  </a:lnTo>
                  <a:cubicBezTo>
                    <a:pt x="364276" y="91189"/>
                    <a:pt x="350894" y="90976"/>
                    <a:pt x="337298" y="90976"/>
                  </a:cubicBezTo>
                  <a:cubicBezTo>
                    <a:pt x="309680" y="90976"/>
                    <a:pt x="295648" y="98375"/>
                    <a:pt x="295648" y="125078"/>
                  </a:cubicBezTo>
                  <a:cubicBezTo>
                    <a:pt x="295648" y="155187"/>
                    <a:pt x="312018" y="160457"/>
                    <a:pt x="337298" y="160457"/>
                  </a:cubicBezTo>
                  <a:cubicBezTo>
                    <a:pt x="350254" y="160457"/>
                    <a:pt x="366624" y="160031"/>
                    <a:pt x="371906" y="145242"/>
                  </a:cubicBezTo>
                  <a:lnTo>
                    <a:pt x="372546" y="145242"/>
                  </a:lnTo>
                  <a:lnTo>
                    <a:pt x="371479" y="158913"/>
                  </a:lnTo>
                  <a:close/>
                  <a:moveTo>
                    <a:pt x="346608" y="108905"/>
                  </a:moveTo>
                  <a:cubicBezTo>
                    <a:pt x="359777" y="108905"/>
                    <a:pt x="371248" y="109331"/>
                    <a:pt x="371248" y="124865"/>
                  </a:cubicBezTo>
                  <a:cubicBezTo>
                    <a:pt x="371248" y="140399"/>
                    <a:pt x="360586" y="142049"/>
                    <a:pt x="346608" y="142049"/>
                  </a:cubicBezTo>
                  <a:cubicBezTo>
                    <a:pt x="328584" y="142049"/>
                    <a:pt x="322182" y="140558"/>
                    <a:pt x="322182" y="124865"/>
                  </a:cubicBezTo>
                  <a:cubicBezTo>
                    <a:pt x="322182" y="109171"/>
                    <a:pt x="332843" y="108905"/>
                    <a:pt x="346608" y="108905"/>
                  </a:cubicBezTo>
                  <a:moveTo>
                    <a:pt x="273134" y="0"/>
                  </a:moveTo>
                  <a:lnTo>
                    <a:pt x="246467" y="0"/>
                  </a:lnTo>
                  <a:lnTo>
                    <a:pt x="246467" y="158913"/>
                  </a:lnTo>
                  <a:lnTo>
                    <a:pt x="273134" y="158913"/>
                  </a:lnTo>
                  <a:lnTo>
                    <a:pt x="273134" y="0"/>
                  </a:lnTo>
                  <a:close/>
                  <a:moveTo>
                    <a:pt x="171179" y="66766"/>
                  </a:moveTo>
                  <a:cubicBezTo>
                    <a:pt x="194965" y="66766"/>
                    <a:pt x="196886" y="73526"/>
                    <a:pt x="196886" y="103636"/>
                  </a:cubicBezTo>
                  <a:cubicBezTo>
                    <a:pt x="196886" y="133745"/>
                    <a:pt x="194965" y="139866"/>
                    <a:pt x="171179" y="139866"/>
                  </a:cubicBezTo>
                  <a:cubicBezTo>
                    <a:pt x="147393" y="139866"/>
                    <a:pt x="145472" y="133266"/>
                    <a:pt x="145472" y="103636"/>
                  </a:cubicBezTo>
                  <a:cubicBezTo>
                    <a:pt x="145472" y="74005"/>
                    <a:pt x="147393" y="66766"/>
                    <a:pt x="171179" y="66766"/>
                  </a:cubicBezTo>
                  <a:moveTo>
                    <a:pt x="171179" y="46389"/>
                  </a:moveTo>
                  <a:cubicBezTo>
                    <a:pt x="124683" y="46389"/>
                    <a:pt x="118708" y="60166"/>
                    <a:pt x="118708" y="103423"/>
                  </a:cubicBezTo>
                  <a:cubicBezTo>
                    <a:pt x="118708" y="146680"/>
                    <a:pt x="124683" y="160191"/>
                    <a:pt x="171179" y="160191"/>
                  </a:cubicBezTo>
                  <a:cubicBezTo>
                    <a:pt x="217675" y="160191"/>
                    <a:pt x="223650" y="146413"/>
                    <a:pt x="223650" y="103423"/>
                  </a:cubicBezTo>
                  <a:cubicBezTo>
                    <a:pt x="223650" y="60432"/>
                    <a:pt x="217728" y="46389"/>
                    <a:pt x="171179" y="46389"/>
                  </a:cubicBezTo>
                  <a:moveTo>
                    <a:pt x="98763" y="77988"/>
                  </a:moveTo>
                  <a:cubicBezTo>
                    <a:pt x="98763" y="46814"/>
                    <a:pt x="72629" y="46389"/>
                    <a:pt x="50773" y="46389"/>
                  </a:cubicBezTo>
                  <a:cubicBezTo>
                    <a:pt x="22088" y="46389"/>
                    <a:pt x="9" y="47027"/>
                    <a:pt x="9" y="77563"/>
                  </a:cubicBezTo>
                  <a:cubicBezTo>
                    <a:pt x="9" y="105969"/>
                    <a:pt x="7425" y="111717"/>
                    <a:pt x="48426" y="112090"/>
                  </a:cubicBezTo>
                  <a:cubicBezTo>
                    <a:pt x="75404" y="112516"/>
                    <a:pt x="76044" y="117413"/>
                    <a:pt x="76044" y="127145"/>
                  </a:cubicBezTo>
                  <a:cubicBezTo>
                    <a:pt x="76044" y="142412"/>
                    <a:pt x="66716" y="141987"/>
                    <a:pt x="50764" y="141987"/>
                  </a:cubicBezTo>
                  <a:cubicBezTo>
                    <a:pt x="30980" y="141987"/>
                    <a:pt x="27192" y="140070"/>
                    <a:pt x="26765" y="123951"/>
                  </a:cubicBezTo>
                  <a:lnTo>
                    <a:pt x="0" y="123951"/>
                  </a:lnTo>
                  <a:cubicBezTo>
                    <a:pt x="0" y="160182"/>
                    <a:pt x="20371" y="160182"/>
                    <a:pt x="50764" y="160182"/>
                  </a:cubicBezTo>
                  <a:cubicBezTo>
                    <a:pt x="78969" y="160182"/>
                    <a:pt x="102809" y="157254"/>
                    <a:pt x="102809" y="127145"/>
                  </a:cubicBezTo>
                  <a:cubicBezTo>
                    <a:pt x="102809" y="91127"/>
                    <a:pt x="79450" y="93043"/>
                    <a:pt x="53112" y="91766"/>
                  </a:cubicBezTo>
                  <a:cubicBezTo>
                    <a:pt x="29752" y="90701"/>
                    <a:pt x="26658" y="90435"/>
                    <a:pt x="26658" y="79266"/>
                  </a:cubicBezTo>
                  <a:cubicBezTo>
                    <a:pt x="26658" y="64637"/>
                    <a:pt x="36413" y="64637"/>
                    <a:pt x="50657" y="64637"/>
                  </a:cubicBezTo>
                  <a:cubicBezTo>
                    <a:pt x="64902" y="64637"/>
                    <a:pt x="71989" y="64637"/>
                    <a:pt x="71989" y="77988"/>
                  </a:cubicBezTo>
                  <a:lnTo>
                    <a:pt x="98763" y="77988"/>
                  </a:lnTo>
                  <a:close/>
                </a:path>
              </a:pathLst>
            </a:custGeom>
            <a:solidFill>
              <a:schemeClr val="bg1"/>
            </a:solidFill>
            <a:ln w="88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algn="l" defTabSz="914400" rtl="0" eaLnBrk="1" latinLnBrk="0" hangingPunct="1"/>
              <a:endParaRPr lang="en-IL">
                <a:solidFill>
                  <a:schemeClr val="bg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98D9D95-C44E-5026-FA56-4A39531CF3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6000" y="3262180"/>
            <a:ext cx="5898291" cy="1762901"/>
          </a:xfrm>
        </p:spPr>
        <p:txBody>
          <a:bodyPr anchor="t">
            <a:noAutofit/>
          </a:bodyPr>
          <a:lstStyle>
            <a:lvl1pPr algn="l">
              <a:defRPr sz="5400" b="0" i="0">
                <a:solidFill>
                  <a:schemeClr val="bg1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881CA6-45A0-DD5E-16A3-5AA980CA8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6000" y="5123934"/>
            <a:ext cx="5939480" cy="477795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accent2"/>
                </a:solidFill>
                <a:latin typeface="+mj-lt"/>
                <a:cs typeface="Segoe UI Semibold" panose="020B05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0B96E0-0EED-EC45-A3A6-335AE9ACB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4">
                    <a:alpha val="50000"/>
                  </a:schemeClr>
                </a:solidFill>
              </a:defRPr>
            </a:lvl1pPr>
          </a:lstStyle>
          <a:p>
            <a:fld id="{4055E60B-063F-7341-AAD1-65F55D97E323}" type="slidenum">
              <a:rPr lang="en-IL" smtClean="0"/>
              <a:pPr/>
              <a:t>‹#›</a:t>
            </a:fld>
            <a:endParaRPr lang="en-IL"/>
          </a:p>
        </p:txBody>
      </p: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8EE9470B-C5AD-0F15-8B9B-AD6021CF7E18}"/>
              </a:ext>
            </a:extLst>
          </p:cNvPr>
          <p:cNvSpPr/>
          <p:nvPr userDrawn="1"/>
        </p:nvSpPr>
        <p:spPr>
          <a:xfrm>
            <a:off x="592865" y="3173033"/>
            <a:ext cx="540000" cy="36000"/>
          </a:xfrm>
          <a:prstGeom prst="parallelogram">
            <a:avLst>
              <a:gd name="adj" fmla="val 33599"/>
            </a:avLst>
          </a:prstGeom>
          <a:solidFill>
            <a:srgbClr val="FF32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>
              <a:solidFill>
                <a:srgbClr val="FF3232"/>
              </a:solidFill>
            </a:endParaRPr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2671121A-1F24-9B5F-8B72-9C20570FD3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95124" y="6356350"/>
            <a:ext cx="504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>
                    <a:tint val="82000"/>
                    <a:alpha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0" algn="r" defTabSz="914400" rtl="1" eaLnBrk="1" latinLnBrk="0" hangingPunct="1"/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524184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49C20-CAD9-FFD2-CE2D-5525543FB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03630-E937-E68D-BE93-B4C7018B16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F7D31-CDDE-39A3-0DD6-ED3E256F9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E7FC2-5991-B5B8-9AD3-AE6D68AE9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49114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49C20-CAD9-FFD2-CE2D-5525543FB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000" y="463296"/>
            <a:ext cx="11160000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03630-E937-E68D-BE93-B4C7018B16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000" y="2305877"/>
            <a:ext cx="11160000" cy="38482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F7D31-CDDE-39A3-0DD6-ED3E256F9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E7FC2-5991-B5B8-9AD3-AE6D68AE9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‹#›</a:t>
            </a:fld>
            <a:endParaRPr lang="en-IL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CB354CA-FCBA-7A93-D38D-4AA6421A029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6000" y="1431235"/>
            <a:ext cx="11160000" cy="675378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200">
                <a:solidFill>
                  <a:schemeClr val="accent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98670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526357D-2506-AD94-EDB3-970E916B89B7}"/>
              </a:ext>
            </a:extLst>
          </p:cNvPr>
          <p:cNvSpPr/>
          <p:nvPr userDrawn="1"/>
        </p:nvSpPr>
        <p:spPr>
          <a:xfrm>
            <a:off x="1" y="0"/>
            <a:ext cx="7920000" cy="6858000"/>
          </a:xfrm>
          <a:prstGeom prst="rect">
            <a:avLst/>
          </a:prstGeom>
          <a:gradFill>
            <a:gsLst>
              <a:gs pos="15000">
                <a:schemeClr val="tx2">
                  <a:alpha val="80000"/>
                </a:schemeClr>
              </a:gs>
              <a:gs pos="100000">
                <a:schemeClr val="tx2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691269-59A4-07DF-00FC-8E4BF80006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6000" y="5123934"/>
            <a:ext cx="5884800" cy="735772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lang="en-US" sz="2400" b="0" i="0" kern="1200" dirty="0">
                <a:solidFill>
                  <a:schemeClr val="accent2"/>
                </a:solidFill>
                <a:latin typeface="+mj-lt"/>
                <a:ea typeface="+mn-ea"/>
                <a:cs typeface="Segoe UI Semibold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E585DB-4BC9-8A25-5B3F-10065DAC1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9482A8-7645-2E7C-72E7-CC9D22CDE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‹#›</a:t>
            </a:fld>
            <a:endParaRPr lang="en-IL"/>
          </a:p>
        </p:txBody>
      </p:sp>
      <p:sp>
        <p:nvSpPr>
          <p:cNvPr id="10" name="Parallelogram 9">
            <a:extLst>
              <a:ext uri="{FF2B5EF4-FFF2-40B4-BE49-F238E27FC236}">
                <a16:creationId xmlns:a16="http://schemas.microsoft.com/office/drawing/2014/main" id="{D12D4400-085C-5AD2-D671-9183993FEFF6}"/>
              </a:ext>
            </a:extLst>
          </p:cNvPr>
          <p:cNvSpPr/>
          <p:nvPr userDrawn="1"/>
        </p:nvSpPr>
        <p:spPr>
          <a:xfrm>
            <a:off x="592865" y="3173033"/>
            <a:ext cx="540000" cy="36000"/>
          </a:xfrm>
          <a:prstGeom prst="parallelogram">
            <a:avLst>
              <a:gd name="adj" fmla="val 33599"/>
            </a:avLst>
          </a:prstGeom>
          <a:solidFill>
            <a:srgbClr val="FF32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>
              <a:solidFill>
                <a:srgbClr val="FF323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531D58-9868-8123-6A61-454D6EC24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000" y="3260035"/>
            <a:ext cx="5898052" cy="1762539"/>
          </a:xfrm>
        </p:spPr>
        <p:txBody>
          <a:bodyPr anchor="t">
            <a:no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L" sz="5400" b="0" i="0" kern="1200" dirty="0">
                <a:solidFill>
                  <a:schemeClr val="bg1"/>
                </a:solidFill>
                <a:latin typeface="+mn-lt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L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E769BEC-8FF0-8DE9-DE3C-392ACF114B74}"/>
              </a:ext>
            </a:extLst>
          </p:cNvPr>
          <p:cNvGrpSpPr/>
          <p:nvPr userDrawn="1"/>
        </p:nvGrpSpPr>
        <p:grpSpPr>
          <a:xfrm>
            <a:off x="10654248" y="6448149"/>
            <a:ext cx="1008089" cy="203766"/>
            <a:chOff x="10654248" y="6448149"/>
            <a:chExt cx="1008089" cy="203766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0A2CEBBD-0AD7-3EE5-8BC0-2B1E35483E40}"/>
                </a:ext>
              </a:extLst>
            </p:cNvPr>
            <p:cNvSpPr/>
            <p:nvPr/>
          </p:nvSpPr>
          <p:spPr>
            <a:xfrm>
              <a:off x="11151485" y="6448149"/>
              <a:ext cx="510852" cy="203766"/>
            </a:xfrm>
            <a:custGeom>
              <a:avLst/>
              <a:gdLst>
                <a:gd name="connsiteX0" fmla="*/ 457660 w 510852"/>
                <a:gd name="connsiteY0" fmla="*/ 123534 h 203766"/>
                <a:gd name="connsiteX1" fmla="*/ 472483 w 510852"/>
                <a:gd name="connsiteY1" fmla="*/ 123534 h 203766"/>
                <a:gd name="connsiteX2" fmla="*/ 477818 w 510852"/>
                <a:gd name="connsiteY2" fmla="*/ 108320 h 203766"/>
                <a:gd name="connsiteX3" fmla="*/ 407749 w 510852"/>
                <a:gd name="connsiteY3" fmla="*/ 108320 h 203766"/>
                <a:gd name="connsiteX4" fmla="*/ 432442 w 510852"/>
                <a:gd name="connsiteY4" fmla="*/ 139866 h 203766"/>
                <a:gd name="connsiteX5" fmla="*/ 457669 w 510852"/>
                <a:gd name="connsiteY5" fmla="*/ 123534 h 203766"/>
                <a:gd name="connsiteX6" fmla="*/ 407758 w 510852"/>
                <a:gd name="connsiteY6" fmla="*/ 91615 h 203766"/>
                <a:gd name="connsiteX7" fmla="*/ 457669 w 510852"/>
                <a:gd name="connsiteY7" fmla="*/ 91615 h 203766"/>
                <a:gd name="connsiteX8" fmla="*/ 432442 w 510852"/>
                <a:gd name="connsiteY8" fmla="*/ 67032 h 203766"/>
                <a:gd name="connsiteX9" fmla="*/ 407749 w 510852"/>
                <a:gd name="connsiteY9" fmla="*/ 91615 h 203766"/>
                <a:gd name="connsiteX10" fmla="*/ 499941 w 510852"/>
                <a:gd name="connsiteY10" fmla="*/ 0 h 203766"/>
                <a:gd name="connsiteX11" fmla="*/ 248459 w 510852"/>
                <a:gd name="connsiteY11" fmla="*/ 0 h 203766"/>
                <a:gd name="connsiteX12" fmla="*/ 248459 w 510852"/>
                <a:gd name="connsiteY12" fmla="*/ 158913 h 203766"/>
                <a:gd name="connsiteX13" fmla="*/ 221792 w 510852"/>
                <a:gd name="connsiteY13" fmla="*/ 158913 h 203766"/>
                <a:gd name="connsiteX14" fmla="*/ 222859 w 510852"/>
                <a:gd name="connsiteY14" fmla="*/ 142208 h 203766"/>
                <a:gd name="connsiteX15" fmla="*/ 222005 w 510852"/>
                <a:gd name="connsiteY15" fmla="*/ 142208 h 203766"/>
                <a:gd name="connsiteX16" fmla="*/ 187185 w 510852"/>
                <a:gd name="connsiteY16" fmla="*/ 160191 h 203766"/>
                <a:gd name="connsiteX17" fmla="*/ 144521 w 510852"/>
                <a:gd name="connsiteY17" fmla="*/ 100016 h 203766"/>
                <a:gd name="connsiteX18" fmla="*/ 187185 w 510852"/>
                <a:gd name="connsiteY18" fmla="*/ 46389 h 203766"/>
                <a:gd name="connsiteX19" fmla="*/ 220725 w 510852"/>
                <a:gd name="connsiteY19" fmla="*/ 62348 h 203766"/>
                <a:gd name="connsiteX20" fmla="*/ 221792 w 510852"/>
                <a:gd name="connsiteY20" fmla="*/ 62348 h 203766"/>
                <a:gd name="connsiteX21" fmla="*/ 221792 w 510852"/>
                <a:gd name="connsiteY21" fmla="*/ 0 h 203766"/>
                <a:gd name="connsiteX22" fmla="*/ 81922 w 510852"/>
                <a:gd name="connsiteY22" fmla="*/ 0 h 203766"/>
                <a:gd name="connsiteX23" fmla="*/ 61443 w 510852"/>
                <a:gd name="connsiteY23" fmla="*/ 14576 h 203766"/>
                <a:gd name="connsiteX24" fmla="*/ 49075 w 510852"/>
                <a:gd name="connsiteY24" fmla="*/ 50540 h 203766"/>
                <a:gd name="connsiteX25" fmla="*/ 78134 w 510852"/>
                <a:gd name="connsiteY25" fmla="*/ 46389 h 203766"/>
                <a:gd name="connsiteX26" fmla="*/ 130178 w 510852"/>
                <a:gd name="connsiteY26" fmla="*/ 108320 h 203766"/>
                <a:gd name="connsiteX27" fmla="*/ 53494 w 510852"/>
                <a:gd name="connsiteY27" fmla="*/ 108320 h 203766"/>
                <a:gd name="connsiteX28" fmla="*/ 78134 w 510852"/>
                <a:gd name="connsiteY28" fmla="*/ 139866 h 203766"/>
                <a:gd name="connsiteX29" fmla="*/ 103414 w 510852"/>
                <a:gd name="connsiteY29" fmla="*/ 123534 h 203766"/>
                <a:gd name="connsiteX30" fmla="*/ 130080 w 510852"/>
                <a:gd name="connsiteY30" fmla="*/ 123534 h 203766"/>
                <a:gd name="connsiteX31" fmla="*/ 78036 w 510852"/>
                <a:gd name="connsiteY31" fmla="*/ 160191 h 203766"/>
                <a:gd name="connsiteX32" fmla="*/ 26845 w 510852"/>
                <a:gd name="connsiteY32" fmla="*/ 114228 h 203766"/>
                <a:gd name="connsiteX33" fmla="*/ 872 w 510852"/>
                <a:gd name="connsiteY33" fmla="*/ 189245 h 203766"/>
                <a:gd name="connsiteX34" fmla="*/ 11266 w 510852"/>
                <a:gd name="connsiteY34" fmla="*/ 203767 h 203766"/>
                <a:gd name="connsiteX35" fmla="*/ 283226 w 510852"/>
                <a:gd name="connsiteY35" fmla="*/ 203767 h 203766"/>
                <a:gd name="connsiteX36" fmla="*/ 267230 w 510852"/>
                <a:gd name="connsiteY36" fmla="*/ 170411 h 203766"/>
                <a:gd name="connsiteX37" fmla="*/ 292296 w 510852"/>
                <a:gd name="connsiteY37" fmla="*/ 170411 h 203766"/>
                <a:gd name="connsiteX38" fmla="*/ 313095 w 510852"/>
                <a:gd name="connsiteY38" fmla="*/ 187967 h 203766"/>
                <a:gd name="connsiteX39" fmla="*/ 340713 w 510852"/>
                <a:gd name="connsiteY39" fmla="*/ 164236 h 203766"/>
                <a:gd name="connsiteX40" fmla="*/ 340713 w 510852"/>
                <a:gd name="connsiteY40" fmla="*/ 142954 h 203766"/>
                <a:gd name="connsiteX41" fmla="*/ 340073 w 510852"/>
                <a:gd name="connsiteY41" fmla="*/ 142954 h 203766"/>
                <a:gd name="connsiteX42" fmla="*/ 305252 w 510852"/>
                <a:gd name="connsiteY42" fmla="*/ 160084 h 203766"/>
                <a:gd name="connsiteX43" fmla="*/ 262588 w 510852"/>
                <a:gd name="connsiteY43" fmla="*/ 106510 h 203766"/>
                <a:gd name="connsiteX44" fmla="*/ 305252 w 510852"/>
                <a:gd name="connsiteY44" fmla="*/ 46282 h 203766"/>
                <a:gd name="connsiteX45" fmla="*/ 340073 w 510852"/>
                <a:gd name="connsiteY45" fmla="*/ 64318 h 203766"/>
                <a:gd name="connsiteX46" fmla="*/ 340926 w 510852"/>
                <a:gd name="connsiteY46" fmla="*/ 64318 h 203766"/>
                <a:gd name="connsiteX47" fmla="*/ 339966 w 510852"/>
                <a:gd name="connsiteY47" fmla="*/ 47879 h 203766"/>
                <a:gd name="connsiteX48" fmla="*/ 366633 w 510852"/>
                <a:gd name="connsiteY48" fmla="*/ 47879 h 203766"/>
                <a:gd name="connsiteX49" fmla="*/ 366633 w 510852"/>
                <a:gd name="connsiteY49" fmla="*/ 158700 h 203766"/>
                <a:gd name="connsiteX50" fmla="*/ 346422 w 510852"/>
                <a:gd name="connsiteY50" fmla="*/ 203758 h 203766"/>
                <a:gd name="connsiteX51" fmla="*/ 429072 w 510852"/>
                <a:gd name="connsiteY51" fmla="*/ 203758 h 203766"/>
                <a:gd name="connsiteX52" fmla="*/ 449550 w 510852"/>
                <a:gd name="connsiteY52" fmla="*/ 189236 h 203766"/>
                <a:gd name="connsiteX53" fmla="*/ 460212 w 510852"/>
                <a:gd name="connsiteY53" fmla="*/ 158328 h 203766"/>
                <a:gd name="connsiteX54" fmla="*/ 432220 w 510852"/>
                <a:gd name="connsiteY54" fmla="*/ 160191 h 203766"/>
                <a:gd name="connsiteX55" fmla="*/ 380816 w 510852"/>
                <a:gd name="connsiteY55" fmla="*/ 103636 h 203766"/>
                <a:gd name="connsiteX56" fmla="*/ 432220 w 510852"/>
                <a:gd name="connsiteY56" fmla="*/ 46389 h 203766"/>
                <a:gd name="connsiteX57" fmla="*/ 483784 w 510852"/>
                <a:gd name="connsiteY57" fmla="*/ 90391 h 203766"/>
                <a:gd name="connsiteX58" fmla="*/ 509971 w 510852"/>
                <a:gd name="connsiteY58" fmla="*/ 14789 h 203766"/>
                <a:gd name="connsiteX59" fmla="*/ 499950 w 510852"/>
                <a:gd name="connsiteY59" fmla="*/ 0 h 203766"/>
                <a:gd name="connsiteX60" fmla="*/ 221276 w 510852"/>
                <a:gd name="connsiteY60" fmla="*/ 100016 h 203766"/>
                <a:gd name="connsiteX61" fmla="*/ 194929 w 510852"/>
                <a:gd name="connsiteY61" fmla="*/ 66766 h 203766"/>
                <a:gd name="connsiteX62" fmla="*/ 171143 w 510852"/>
                <a:gd name="connsiteY62" fmla="*/ 100016 h 203766"/>
                <a:gd name="connsiteX63" fmla="*/ 194929 w 510852"/>
                <a:gd name="connsiteY63" fmla="*/ 139866 h 203766"/>
                <a:gd name="connsiteX64" fmla="*/ 221276 w 510852"/>
                <a:gd name="connsiteY64" fmla="*/ 100016 h 203766"/>
                <a:gd name="connsiteX65" fmla="*/ 78152 w 510852"/>
                <a:gd name="connsiteY65" fmla="*/ 66766 h 203766"/>
                <a:gd name="connsiteX66" fmla="*/ 53512 w 510852"/>
                <a:gd name="connsiteY66" fmla="*/ 91349 h 203766"/>
                <a:gd name="connsiteX67" fmla="*/ 103422 w 510852"/>
                <a:gd name="connsiteY67" fmla="*/ 91349 h 203766"/>
                <a:gd name="connsiteX68" fmla="*/ 78143 w 510852"/>
                <a:gd name="connsiteY68" fmla="*/ 66766 h 203766"/>
                <a:gd name="connsiteX69" fmla="*/ 339966 w 510852"/>
                <a:gd name="connsiteY69" fmla="*/ 100016 h 203766"/>
                <a:gd name="connsiteX70" fmla="*/ 313299 w 510852"/>
                <a:gd name="connsiteY70" fmla="*/ 66766 h 203766"/>
                <a:gd name="connsiteX71" fmla="*/ 289513 w 510852"/>
                <a:gd name="connsiteY71" fmla="*/ 100016 h 203766"/>
                <a:gd name="connsiteX72" fmla="*/ 313299 w 510852"/>
                <a:gd name="connsiteY72" fmla="*/ 139866 h 203766"/>
                <a:gd name="connsiteX73" fmla="*/ 339966 w 510852"/>
                <a:gd name="connsiteY73" fmla="*/ 100016 h 203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510852" h="203766">
                  <a:moveTo>
                    <a:pt x="457660" y="123534"/>
                  </a:moveTo>
                  <a:lnTo>
                    <a:pt x="472483" y="123534"/>
                  </a:lnTo>
                  <a:lnTo>
                    <a:pt x="477818" y="108320"/>
                  </a:lnTo>
                  <a:lnTo>
                    <a:pt x="407749" y="108320"/>
                  </a:lnTo>
                  <a:cubicBezTo>
                    <a:pt x="407749" y="132264"/>
                    <a:pt x="408390" y="139866"/>
                    <a:pt x="432442" y="139866"/>
                  </a:cubicBezTo>
                  <a:cubicBezTo>
                    <a:pt x="447265" y="139866"/>
                    <a:pt x="457669" y="139866"/>
                    <a:pt x="457669" y="123534"/>
                  </a:cubicBezTo>
                  <a:moveTo>
                    <a:pt x="407758" y="91615"/>
                  </a:moveTo>
                  <a:lnTo>
                    <a:pt x="457669" y="91615"/>
                  </a:lnTo>
                  <a:cubicBezTo>
                    <a:pt x="457669" y="68736"/>
                    <a:pt x="454308" y="67032"/>
                    <a:pt x="432442" y="67032"/>
                  </a:cubicBezTo>
                  <a:cubicBezTo>
                    <a:pt x="409243" y="67032"/>
                    <a:pt x="407749" y="71876"/>
                    <a:pt x="407749" y="91615"/>
                  </a:cubicBezTo>
                  <a:moveTo>
                    <a:pt x="499941" y="0"/>
                  </a:moveTo>
                  <a:lnTo>
                    <a:pt x="248459" y="0"/>
                  </a:lnTo>
                  <a:lnTo>
                    <a:pt x="248459" y="158913"/>
                  </a:lnTo>
                  <a:lnTo>
                    <a:pt x="221792" y="158913"/>
                  </a:lnTo>
                  <a:lnTo>
                    <a:pt x="222859" y="142208"/>
                  </a:lnTo>
                  <a:lnTo>
                    <a:pt x="222005" y="142208"/>
                  </a:lnTo>
                  <a:cubicBezTo>
                    <a:pt x="215230" y="156837"/>
                    <a:pt x="202914" y="160191"/>
                    <a:pt x="187185" y="160191"/>
                  </a:cubicBezTo>
                  <a:cubicBezTo>
                    <a:pt x="145748" y="160191"/>
                    <a:pt x="144521" y="134118"/>
                    <a:pt x="144521" y="100016"/>
                  </a:cubicBezTo>
                  <a:cubicBezTo>
                    <a:pt x="144521" y="65914"/>
                    <a:pt x="149003" y="46389"/>
                    <a:pt x="187185" y="46389"/>
                  </a:cubicBezTo>
                  <a:cubicBezTo>
                    <a:pt x="200780" y="46389"/>
                    <a:pt x="215016" y="48943"/>
                    <a:pt x="220725" y="62348"/>
                  </a:cubicBezTo>
                  <a:lnTo>
                    <a:pt x="221792" y="62348"/>
                  </a:lnTo>
                  <a:lnTo>
                    <a:pt x="221792" y="0"/>
                  </a:lnTo>
                  <a:lnTo>
                    <a:pt x="81922" y="0"/>
                  </a:lnTo>
                  <a:cubicBezTo>
                    <a:pt x="72745" y="213"/>
                    <a:pt x="64636" y="5988"/>
                    <a:pt x="61443" y="14576"/>
                  </a:cubicBezTo>
                  <a:lnTo>
                    <a:pt x="49075" y="50540"/>
                  </a:lnTo>
                  <a:cubicBezTo>
                    <a:pt x="58429" y="47418"/>
                    <a:pt x="68281" y="46016"/>
                    <a:pt x="78134" y="46389"/>
                  </a:cubicBezTo>
                  <a:cubicBezTo>
                    <a:pt x="123989" y="46389"/>
                    <a:pt x="130178" y="59740"/>
                    <a:pt x="130178" y="108320"/>
                  </a:cubicBezTo>
                  <a:lnTo>
                    <a:pt x="53494" y="108320"/>
                  </a:lnTo>
                  <a:cubicBezTo>
                    <a:pt x="53494" y="132264"/>
                    <a:pt x="54134" y="139866"/>
                    <a:pt x="78134" y="139866"/>
                  </a:cubicBezTo>
                  <a:cubicBezTo>
                    <a:pt x="93010" y="139866"/>
                    <a:pt x="103414" y="139866"/>
                    <a:pt x="103414" y="123534"/>
                  </a:cubicBezTo>
                  <a:lnTo>
                    <a:pt x="130080" y="123534"/>
                  </a:lnTo>
                  <a:cubicBezTo>
                    <a:pt x="130080" y="158541"/>
                    <a:pt x="109869" y="160191"/>
                    <a:pt x="78036" y="160191"/>
                  </a:cubicBezTo>
                  <a:cubicBezTo>
                    <a:pt x="39107" y="160191"/>
                    <a:pt x="28445" y="148862"/>
                    <a:pt x="26845" y="114228"/>
                  </a:cubicBezTo>
                  <a:lnTo>
                    <a:pt x="872" y="189245"/>
                  </a:lnTo>
                  <a:cubicBezTo>
                    <a:pt x="872" y="189245"/>
                    <a:pt x="-4464" y="203767"/>
                    <a:pt x="11266" y="203767"/>
                  </a:cubicBezTo>
                  <a:lnTo>
                    <a:pt x="283226" y="203767"/>
                  </a:lnTo>
                  <a:cubicBezTo>
                    <a:pt x="272565" y="198923"/>
                    <a:pt x="266483" y="189298"/>
                    <a:pt x="267230" y="170411"/>
                  </a:cubicBezTo>
                  <a:lnTo>
                    <a:pt x="292296" y="170411"/>
                  </a:lnTo>
                  <a:cubicBezTo>
                    <a:pt x="292296" y="185625"/>
                    <a:pt x="298005" y="187967"/>
                    <a:pt x="313095" y="187967"/>
                  </a:cubicBezTo>
                  <a:cubicBezTo>
                    <a:pt x="335813" y="187967"/>
                    <a:pt x="340713" y="183283"/>
                    <a:pt x="340713" y="164236"/>
                  </a:cubicBezTo>
                  <a:lnTo>
                    <a:pt x="340713" y="142954"/>
                  </a:lnTo>
                  <a:lnTo>
                    <a:pt x="340073" y="142954"/>
                  </a:lnTo>
                  <a:cubicBezTo>
                    <a:pt x="333030" y="157529"/>
                    <a:pt x="318741" y="160084"/>
                    <a:pt x="305252" y="160084"/>
                  </a:cubicBezTo>
                  <a:cubicBezTo>
                    <a:pt x="267016" y="160084"/>
                    <a:pt x="262588" y="139121"/>
                    <a:pt x="262588" y="106510"/>
                  </a:cubicBezTo>
                  <a:cubicBezTo>
                    <a:pt x="262588" y="73899"/>
                    <a:pt x="263869" y="46282"/>
                    <a:pt x="305252" y="46282"/>
                  </a:cubicBezTo>
                  <a:cubicBezTo>
                    <a:pt x="320928" y="46282"/>
                    <a:pt x="333244" y="49689"/>
                    <a:pt x="340073" y="64318"/>
                  </a:cubicBezTo>
                  <a:lnTo>
                    <a:pt x="340926" y="64318"/>
                  </a:lnTo>
                  <a:lnTo>
                    <a:pt x="339966" y="47879"/>
                  </a:lnTo>
                  <a:lnTo>
                    <a:pt x="366633" y="47879"/>
                  </a:lnTo>
                  <a:lnTo>
                    <a:pt x="366633" y="158700"/>
                  </a:lnTo>
                  <a:cubicBezTo>
                    <a:pt x="366633" y="184614"/>
                    <a:pt x="361298" y="197752"/>
                    <a:pt x="346422" y="203758"/>
                  </a:cubicBezTo>
                  <a:lnTo>
                    <a:pt x="429072" y="203758"/>
                  </a:lnTo>
                  <a:cubicBezTo>
                    <a:pt x="438231" y="203554"/>
                    <a:pt x="446340" y="197797"/>
                    <a:pt x="449550" y="189236"/>
                  </a:cubicBezTo>
                  <a:lnTo>
                    <a:pt x="460212" y="158328"/>
                  </a:lnTo>
                  <a:cubicBezTo>
                    <a:pt x="450964" y="159871"/>
                    <a:pt x="441583" y="160492"/>
                    <a:pt x="432220" y="160191"/>
                  </a:cubicBezTo>
                  <a:cubicBezTo>
                    <a:pt x="389556" y="160191"/>
                    <a:pt x="380816" y="146626"/>
                    <a:pt x="380816" y="103636"/>
                  </a:cubicBezTo>
                  <a:cubicBezTo>
                    <a:pt x="380816" y="63785"/>
                    <a:pt x="387164" y="46389"/>
                    <a:pt x="432220" y="46389"/>
                  </a:cubicBezTo>
                  <a:cubicBezTo>
                    <a:pt x="471789" y="46389"/>
                    <a:pt x="481810" y="56387"/>
                    <a:pt x="483784" y="90391"/>
                  </a:cubicBezTo>
                  <a:lnTo>
                    <a:pt x="509971" y="14789"/>
                  </a:lnTo>
                  <a:cubicBezTo>
                    <a:pt x="509971" y="14789"/>
                    <a:pt x="515253" y="0"/>
                    <a:pt x="499950" y="0"/>
                  </a:cubicBezTo>
                  <a:moveTo>
                    <a:pt x="221276" y="100016"/>
                  </a:moveTo>
                  <a:cubicBezTo>
                    <a:pt x="221276" y="76285"/>
                    <a:pt x="218129" y="66766"/>
                    <a:pt x="194929" y="66766"/>
                  </a:cubicBezTo>
                  <a:cubicBezTo>
                    <a:pt x="176479" y="66766"/>
                    <a:pt x="171143" y="72089"/>
                    <a:pt x="171143" y="100016"/>
                  </a:cubicBezTo>
                  <a:cubicBezTo>
                    <a:pt x="171143" y="125237"/>
                    <a:pt x="170503" y="139866"/>
                    <a:pt x="194929" y="139866"/>
                  </a:cubicBezTo>
                  <a:cubicBezTo>
                    <a:pt x="222334" y="139866"/>
                    <a:pt x="221276" y="126515"/>
                    <a:pt x="221276" y="100016"/>
                  </a:cubicBezTo>
                  <a:moveTo>
                    <a:pt x="78152" y="66766"/>
                  </a:moveTo>
                  <a:cubicBezTo>
                    <a:pt x="54952" y="66766"/>
                    <a:pt x="53512" y="71610"/>
                    <a:pt x="53512" y="91349"/>
                  </a:cubicBezTo>
                  <a:lnTo>
                    <a:pt x="103422" y="91349"/>
                  </a:lnTo>
                  <a:cubicBezTo>
                    <a:pt x="103422" y="68469"/>
                    <a:pt x="100008" y="66766"/>
                    <a:pt x="78143" y="66766"/>
                  </a:cubicBezTo>
                  <a:moveTo>
                    <a:pt x="339966" y="100016"/>
                  </a:moveTo>
                  <a:cubicBezTo>
                    <a:pt x="339966" y="76285"/>
                    <a:pt x="336338" y="66766"/>
                    <a:pt x="313299" y="66766"/>
                  </a:cubicBezTo>
                  <a:cubicBezTo>
                    <a:pt x="294848" y="66766"/>
                    <a:pt x="289513" y="72089"/>
                    <a:pt x="289513" y="100016"/>
                  </a:cubicBezTo>
                  <a:cubicBezTo>
                    <a:pt x="289513" y="125237"/>
                    <a:pt x="289513" y="139866"/>
                    <a:pt x="313299" y="139866"/>
                  </a:cubicBezTo>
                  <a:cubicBezTo>
                    <a:pt x="339966" y="139866"/>
                    <a:pt x="339966" y="126515"/>
                    <a:pt x="339966" y="100016"/>
                  </a:cubicBezTo>
                </a:path>
              </a:pathLst>
            </a:custGeom>
            <a:solidFill>
              <a:schemeClr val="bg1"/>
            </a:solidFill>
            <a:ln w="88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algn="l" defTabSz="914400" rtl="0" eaLnBrk="1" latinLnBrk="0" hangingPunct="1"/>
              <a:endParaRPr lang="en-IL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109D1F7F-823A-B1A4-0B2B-DC556F233687}"/>
                </a:ext>
              </a:extLst>
            </p:cNvPr>
            <p:cNvSpPr/>
            <p:nvPr/>
          </p:nvSpPr>
          <p:spPr>
            <a:xfrm>
              <a:off x="10654248" y="6448149"/>
              <a:ext cx="508352" cy="160456"/>
            </a:xfrm>
            <a:custGeom>
              <a:avLst/>
              <a:gdLst>
                <a:gd name="connsiteX0" fmla="*/ 422866 w 508352"/>
                <a:gd name="connsiteY0" fmla="*/ 47879 h 160456"/>
                <a:gd name="connsiteX1" fmla="*/ 422866 w 508352"/>
                <a:gd name="connsiteY1" fmla="*/ 158913 h 160456"/>
                <a:gd name="connsiteX2" fmla="*/ 449532 w 508352"/>
                <a:gd name="connsiteY2" fmla="*/ 158913 h 160456"/>
                <a:gd name="connsiteX3" fmla="*/ 449532 w 508352"/>
                <a:gd name="connsiteY3" fmla="*/ 90444 h 160456"/>
                <a:gd name="connsiteX4" fmla="*/ 469691 w 508352"/>
                <a:gd name="connsiteY4" fmla="*/ 66926 h 160456"/>
                <a:gd name="connsiteX5" fmla="*/ 483286 w 508352"/>
                <a:gd name="connsiteY5" fmla="*/ 84695 h 160456"/>
                <a:gd name="connsiteX6" fmla="*/ 483286 w 508352"/>
                <a:gd name="connsiteY6" fmla="*/ 90444 h 160456"/>
                <a:gd name="connsiteX7" fmla="*/ 508353 w 508352"/>
                <a:gd name="connsiteY7" fmla="*/ 90444 h 160456"/>
                <a:gd name="connsiteX8" fmla="*/ 508353 w 508352"/>
                <a:gd name="connsiteY8" fmla="*/ 81404 h 160456"/>
                <a:gd name="connsiteX9" fmla="*/ 479080 w 508352"/>
                <a:gd name="connsiteY9" fmla="*/ 46397 h 160456"/>
                <a:gd name="connsiteX10" fmla="*/ 449328 w 508352"/>
                <a:gd name="connsiteY10" fmla="*/ 62357 h 160456"/>
                <a:gd name="connsiteX11" fmla="*/ 448261 w 508352"/>
                <a:gd name="connsiteY11" fmla="*/ 62357 h 160456"/>
                <a:gd name="connsiteX12" fmla="*/ 449008 w 508352"/>
                <a:gd name="connsiteY12" fmla="*/ 47888 h 160456"/>
                <a:gd name="connsiteX13" fmla="*/ 422874 w 508352"/>
                <a:gd name="connsiteY13" fmla="*/ 47888 h 160456"/>
                <a:gd name="connsiteX14" fmla="*/ 371461 w 508352"/>
                <a:gd name="connsiteY14" fmla="*/ 158913 h 160456"/>
                <a:gd name="connsiteX15" fmla="*/ 398128 w 508352"/>
                <a:gd name="connsiteY15" fmla="*/ 158913 h 160456"/>
                <a:gd name="connsiteX16" fmla="*/ 398128 w 508352"/>
                <a:gd name="connsiteY16" fmla="*/ 89220 h 160456"/>
                <a:gd name="connsiteX17" fmla="*/ 347577 w 508352"/>
                <a:gd name="connsiteY17" fmla="*/ 46655 h 160456"/>
                <a:gd name="connsiteX18" fmla="*/ 299588 w 508352"/>
                <a:gd name="connsiteY18" fmla="*/ 80384 h 160456"/>
                <a:gd name="connsiteX19" fmla="*/ 326255 w 508352"/>
                <a:gd name="connsiteY19" fmla="*/ 80384 h 160456"/>
                <a:gd name="connsiteX20" fmla="*/ 347266 w 508352"/>
                <a:gd name="connsiteY20" fmla="*/ 64903 h 160456"/>
                <a:gd name="connsiteX21" fmla="*/ 371052 w 508352"/>
                <a:gd name="connsiteY21" fmla="*/ 89273 h 160456"/>
                <a:gd name="connsiteX22" fmla="*/ 371052 w 508352"/>
                <a:gd name="connsiteY22" fmla="*/ 103689 h 160456"/>
                <a:gd name="connsiteX23" fmla="*/ 370625 w 508352"/>
                <a:gd name="connsiteY23" fmla="*/ 103689 h 160456"/>
                <a:gd name="connsiteX24" fmla="*/ 337298 w 508352"/>
                <a:gd name="connsiteY24" fmla="*/ 90976 h 160456"/>
                <a:gd name="connsiteX25" fmla="*/ 295648 w 508352"/>
                <a:gd name="connsiteY25" fmla="*/ 125078 h 160456"/>
                <a:gd name="connsiteX26" fmla="*/ 337298 w 508352"/>
                <a:gd name="connsiteY26" fmla="*/ 160457 h 160456"/>
                <a:gd name="connsiteX27" fmla="*/ 371906 w 508352"/>
                <a:gd name="connsiteY27" fmla="*/ 145242 h 160456"/>
                <a:gd name="connsiteX28" fmla="*/ 372546 w 508352"/>
                <a:gd name="connsiteY28" fmla="*/ 145242 h 160456"/>
                <a:gd name="connsiteX29" fmla="*/ 371479 w 508352"/>
                <a:gd name="connsiteY29" fmla="*/ 158913 h 160456"/>
                <a:gd name="connsiteX30" fmla="*/ 346608 w 508352"/>
                <a:gd name="connsiteY30" fmla="*/ 108905 h 160456"/>
                <a:gd name="connsiteX31" fmla="*/ 371248 w 508352"/>
                <a:gd name="connsiteY31" fmla="*/ 124865 h 160456"/>
                <a:gd name="connsiteX32" fmla="*/ 346608 w 508352"/>
                <a:gd name="connsiteY32" fmla="*/ 142049 h 160456"/>
                <a:gd name="connsiteX33" fmla="*/ 322182 w 508352"/>
                <a:gd name="connsiteY33" fmla="*/ 124865 h 160456"/>
                <a:gd name="connsiteX34" fmla="*/ 346608 w 508352"/>
                <a:gd name="connsiteY34" fmla="*/ 108905 h 160456"/>
                <a:gd name="connsiteX35" fmla="*/ 273134 w 508352"/>
                <a:gd name="connsiteY35" fmla="*/ 0 h 160456"/>
                <a:gd name="connsiteX36" fmla="*/ 246467 w 508352"/>
                <a:gd name="connsiteY36" fmla="*/ 0 h 160456"/>
                <a:gd name="connsiteX37" fmla="*/ 246467 w 508352"/>
                <a:gd name="connsiteY37" fmla="*/ 158913 h 160456"/>
                <a:gd name="connsiteX38" fmla="*/ 273134 w 508352"/>
                <a:gd name="connsiteY38" fmla="*/ 158913 h 160456"/>
                <a:gd name="connsiteX39" fmla="*/ 273134 w 508352"/>
                <a:gd name="connsiteY39" fmla="*/ 0 h 160456"/>
                <a:gd name="connsiteX40" fmla="*/ 171179 w 508352"/>
                <a:gd name="connsiteY40" fmla="*/ 66766 h 160456"/>
                <a:gd name="connsiteX41" fmla="*/ 196886 w 508352"/>
                <a:gd name="connsiteY41" fmla="*/ 103636 h 160456"/>
                <a:gd name="connsiteX42" fmla="*/ 171179 w 508352"/>
                <a:gd name="connsiteY42" fmla="*/ 139866 h 160456"/>
                <a:gd name="connsiteX43" fmla="*/ 145472 w 508352"/>
                <a:gd name="connsiteY43" fmla="*/ 103636 h 160456"/>
                <a:gd name="connsiteX44" fmla="*/ 171179 w 508352"/>
                <a:gd name="connsiteY44" fmla="*/ 66766 h 160456"/>
                <a:gd name="connsiteX45" fmla="*/ 171179 w 508352"/>
                <a:gd name="connsiteY45" fmla="*/ 46389 h 160456"/>
                <a:gd name="connsiteX46" fmla="*/ 118708 w 508352"/>
                <a:gd name="connsiteY46" fmla="*/ 103423 h 160456"/>
                <a:gd name="connsiteX47" fmla="*/ 171179 w 508352"/>
                <a:gd name="connsiteY47" fmla="*/ 160191 h 160456"/>
                <a:gd name="connsiteX48" fmla="*/ 223650 w 508352"/>
                <a:gd name="connsiteY48" fmla="*/ 103423 h 160456"/>
                <a:gd name="connsiteX49" fmla="*/ 171179 w 508352"/>
                <a:gd name="connsiteY49" fmla="*/ 46389 h 160456"/>
                <a:gd name="connsiteX50" fmla="*/ 98763 w 508352"/>
                <a:gd name="connsiteY50" fmla="*/ 77988 h 160456"/>
                <a:gd name="connsiteX51" fmla="*/ 50773 w 508352"/>
                <a:gd name="connsiteY51" fmla="*/ 46389 h 160456"/>
                <a:gd name="connsiteX52" fmla="*/ 9 w 508352"/>
                <a:gd name="connsiteY52" fmla="*/ 77563 h 160456"/>
                <a:gd name="connsiteX53" fmla="*/ 48426 w 508352"/>
                <a:gd name="connsiteY53" fmla="*/ 112090 h 160456"/>
                <a:gd name="connsiteX54" fmla="*/ 76044 w 508352"/>
                <a:gd name="connsiteY54" fmla="*/ 127145 h 160456"/>
                <a:gd name="connsiteX55" fmla="*/ 50764 w 508352"/>
                <a:gd name="connsiteY55" fmla="*/ 141987 h 160456"/>
                <a:gd name="connsiteX56" fmla="*/ 26765 w 508352"/>
                <a:gd name="connsiteY56" fmla="*/ 123951 h 160456"/>
                <a:gd name="connsiteX57" fmla="*/ 0 w 508352"/>
                <a:gd name="connsiteY57" fmla="*/ 123951 h 160456"/>
                <a:gd name="connsiteX58" fmla="*/ 50764 w 508352"/>
                <a:gd name="connsiteY58" fmla="*/ 160182 h 160456"/>
                <a:gd name="connsiteX59" fmla="*/ 102809 w 508352"/>
                <a:gd name="connsiteY59" fmla="*/ 127145 h 160456"/>
                <a:gd name="connsiteX60" fmla="*/ 53112 w 508352"/>
                <a:gd name="connsiteY60" fmla="*/ 91766 h 160456"/>
                <a:gd name="connsiteX61" fmla="*/ 26658 w 508352"/>
                <a:gd name="connsiteY61" fmla="*/ 79266 h 160456"/>
                <a:gd name="connsiteX62" fmla="*/ 50657 w 508352"/>
                <a:gd name="connsiteY62" fmla="*/ 64637 h 160456"/>
                <a:gd name="connsiteX63" fmla="*/ 71989 w 508352"/>
                <a:gd name="connsiteY63" fmla="*/ 77988 h 160456"/>
                <a:gd name="connsiteX64" fmla="*/ 98763 w 508352"/>
                <a:gd name="connsiteY64" fmla="*/ 77988 h 160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08352" h="160456">
                  <a:moveTo>
                    <a:pt x="422866" y="47879"/>
                  </a:moveTo>
                  <a:lnTo>
                    <a:pt x="422866" y="158913"/>
                  </a:lnTo>
                  <a:lnTo>
                    <a:pt x="449532" y="158913"/>
                  </a:lnTo>
                  <a:lnTo>
                    <a:pt x="449532" y="90444"/>
                  </a:lnTo>
                  <a:cubicBezTo>
                    <a:pt x="449106" y="76028"/>
                    <a:pt x="453801" y="66926"/>
                    <a:pt x="469691" y="66926"/>
                  </a:cubicBezTo>
                  <a:cubicBezTo>
                    <a:pt x="482219" y="66926"/>
                    <a:pt x="483286" y="73473"/>
                    <a:pt x="483286" y="84695"/>
                  </a:cubicBezTo>
                  <a:lnTo>
                    <a:pt x="483286" y="90444"/>
                  </a:lnTo>
                  <a:lnTo>
                    <a:pt x="508353" y="90444"/>
                  </a:lnTo>
                  <a:lnTo>
                    <a:pt x="508353" y="81404"/>
                  </a:lnTo>
                  <a:cubicBezTo>
                    <a:pt x="508353" y="60121"/>
                    <a:pt x="502644" y="46397"/>
                    <a:pt x="479080" y="46397"/>
                  </a:cubicBezTo>
                  <a:cubicBezTo>
                    <a:pt x="466125" y="46397"/>
                    <a:pt x="454654" y="50017"/>
                    <a:pt x="449328" y="62357"/>
                  </a:cubicBezTo>
                  <a:lnTo>
                    <a:pt x="448261" y="62357"/>
                  </a:lnTo>
                  <a:lnTo>
                    <a:pt x="449008" y="47888"/>
                  </a:lnTo>
                  <a:lnTo>
                    <a:pt x="422874" y="47888"/>
                  </a:lnTo>
                  <a:close/>
                  <a:moveTo>
                    <a:pt x="371461" y="158913"/>
                  </a:moveTo>
                  <a:lnTo>
                    <a:pt x="398128" y="158913"/>
                  </a:lnTo>
                  <a:lnTo>
                    <a:pt x="398128" y="89220"/>
                  </a:lnTo>
                  <a:cubicBezTo>
                    <a:pt x="398128" y="51977"/>
                    <a:pt x="383252" y="46655"/>
                    <a:pt x="347577" y="46655"/>
                  </a:cubicBezTo>
                  <a:cubicBezTo>
                    <a:pt x="322084" y="46655"/>
                    <a:pt x="299588" y="47932"/>
                    <a:pt x="299588" y="80384"/>
                  </a:cubicBezTo>
                  <a:lnTo>
                    <a:pt x="326255" y="80384"/>
                  </a:lnTo>
                  <a:cubicBezTo>
                    <a:pt x="326255" y="65968"/>
                    <a:pt x="335582" y="64903"/>
                    <a:pt x="347266" y="64903"/>
                  </a:cubicBezTo>
                  <a:cubicBezTo>
                    <a:pt x="369558" y="64903"/>
                    <a:pt x="371052" y="71237"/>
                    <a:pt x="371052" y="89273"/>
                  </a:cubicBezTo>
                  <a:lnTo>
                    <a:pt x="371052" y="103689"/>
                  </a:lnTo>
                  <a:lnTo>
                    <a:pt x="370625" y="103689"/>
                  </a:lnTo>
                  <a:cubicBezTo>
                    <a:pt x="364276" y="91189"/>
                    <a:pt x="350894" y="90976"/>
                    <a:pt x="337298" y="90976"/>
                  </a:cubicBezTo>
                  <a:cubicBezTo>
                    <a:pt x="309680" y="90976"/>
                    <a:pt x="295648" y="98375"/>
                    <a:pt x="295648" y="125078"/>
                  </a:cubicBezTo>
                  <a:cubicBezTo>
                    <a:pt x="295648" y="155187"/>
                    <a:pt x="312018" y="160457"/>
                    <a:pt x="337298" y="160457"/>
                  </a:cubicBezTo>
                  <a:cubicBezTo>
                    <a:pt x="350254" y="160457"/>
                    <a:pt x="366624" y="160031"/>
                    <a:pt x="371906" y="145242"/>
                  </a:cubicBezTo>
                  <a:lnTo>
                    <a:pt x="372546" y="145242"/>
                  </a:lnTo>
                  <a:lnTo>
                    <a:pt x="371479" y="158913"/>
                  </a:lnTo>
                  <a:close/>
                  <a:moveTo>
                    <a:pt x="346608" y="108905"/>
                  </a:moveTo>
                  <a:cubicBezTo>
                    <a:pt x="359777" y="108905"/>
                    <a:pt x="371248" y="109331"/>
                    <a:pt x="371248" y="124865"/>
                  </a:cubicBezTo>
                  <a:cubicBezTo>
                    <a:pt x="371248" y="140399"/>
                    <a:pt x="360586" y="142049"/>
                    <a:pt x="346608" y="142049"/>
                  </a:cubicBezTo>
                  <a:cubicBezTo>
                    <a:pt x="328584" y="142049"/>
                    <a:pt x="322182" y="140558"/>
                    <a:pt x="322182" y="124865"/>
                  </a:cubicBezTo>
                  <a:cubicBezTo>
                    <a:pt x="322182" y="109171"/>
                    <a:pt x="332843" y="108905"/>
                    <a:pt x="346608" y="108905"/>
                  </a:cubicBezTo>
                  <a:moveTo>
                    <a:pt x="273134" y="0"/>
                  </a:moveTo>
                  <a:lnTo>
                    <a:pt x="246467" y="0"/>
                  </a:lnTo>
                  <a:lnTo>
                    <a:pt x="246467" y="158913"/>
                  </a:lnTo>
                  <a:lnTo>
                    <a:pt x="273134" y="158913"/>
                  </a:lnTo>
                  <a:lnTo>
                    <a:pt x="273134" y="0"/>
                  </a:lnTo>
                  <a:close/>
                  <a:moveTo>
                    <a:pt x="171179" y="66766"/>
                  </a:moveTo>
                  <a:cubicBezTo>
                    <a:pt x="194965" y="66766"/>
                    <a:pt x="196886" y="73526"/>
                    <a:pt x="196886" y="103636"/>
                  </a:cubicBezTo>
                  <a:cubicBezTo>
                    <a:pt x="196886" y="133745"/>
                    <a:pt x="194965" y="139866"/>
                    <a:pt x="171179" y="139866"/>
                  </a:cubicBezTo>
                  <a:cubicBezTo>
                    <a:pt x="147393" y="139866"/>
                    <a:pt x="145472" y="133266"/>
                    <a:pt x="145472" y="103636"/>
                  </a:cubicBezTo>
                  <a:cubicBezTo>
                    <a:pt x="145472" y="74005"/>
                    <a:pt x="147393" y="66766"/>
                    <a:pt x="171179" y="66766"/>
                  </a:cubicBezTo>
                  <a:moveTo>
                    <a:pt x="171179" y="46389"/>
                  </a:moveTo>
                  <a:cubicBezTo>
                    <a:pt x="124683" y="46389"/>
                    <a:pt x="118708" y="60166"/>
                    <a:pt x="118708" y="103423"/>
                  </a:cubicBezTo>
                  <a:cubicBezTo>
                    <a:pt x="118708" y="146680"/>
                    <a:pt x="124683" y="160191"/>
                    <a:pt x="171179" y="160191"/>
                  </a:cubicBezTo>
                  <a:cubicBezTo>
                    <a:pt x="217675" y="160191"/>
                    <a:pt x="223650" y="146413"/>
                    <a:pt x="223650" y="103423"/>
                  </a:cubicBezTo>
                  <a:cubicBezTo>
                    <a:pt x="223650" y="60432"/>
                    <a:pt x="217728" y="46389"/>
                    <a:pt x="171179" y="46389"/>
                  </a:cubicBezTo>
                  <a:moveTo>
                    <a:pt x="98763" y="77988"/>
                  </a:moveTo>
                  <a:cubicBezTo>
                    <a:pt x="98763" y="46814"/>
                    <a:pt x="72629" y="46389"/>
                    <a:pt x="50773" y="46389"/>
                  </a:cubicBezTo>
                  <a:cubicBezTo>
                    <a:pt x="22088" y="46389"/>
                    <a:pt x="9" y="47027"/>
                    <a:pt x="9" y="77563"/>
                  </a:cubicBezTo>
                  <a:cubicBezTo>
                    <a:pt x="9" y="105969"/>
                    <a:pt x="7425" y="111717"/>
                    <a:pt x="48426" y="112090"/>
                  </a:cubicBezTo>
                  <a:cubicBezTo>
                    <a:pt x="75404" y="112516"/>
                    <a:pt x="76044" y="117413"/>
                    <a:pt x="76044" y="127145"/>
                  </a:cubicBezTo>
                  <a:cubicBezTo>
                    <a:pt x="76044" y="142412"/>
                    <a:pt x="66716" y="141987"/>
                    <a:pt x="50764" y="141987"/>
                  </a:cubicBezTo>
                  <a:cubicBezTo>
                    <a:pt x="30980" y="141987"/>
                    <a:pt x="27192" y="140070"/>
                    <a:pt x="26765" y="123951"/>
                  </a:cubicBezTo>
                  <a:lnTo>
                    <a:pt x="0" y="123951"/>
                  </a:lnTo>
                  <a:cubicBezTo>
                    <a:pt x="0" y="160182"/>
                    <a:pt x="20371" y="160182"/>
                    <a:pt x="50764" y="160182"/>
                  </a:cubicBezTo>
                  <a:cubicBezTo>
                    <a:pt x="78969" y="160182"/>
                    <a:pt x="102809" y="157254"/>
                    <a:pt x="102809" y="127145"/>
                  </a:cubicBezTo>
                  <a:cubicBezTo>
                    <a:pt x="102809" y="91127"/>
                    <a:pt x="79450" y="93043"/>
                    <a:pt x="53112" y="91766"/>
                  </a:cubicBezTo>
                  <a:cubicBezTo>
                    <a:pt x="29752" y="90701"/>
                    <a:pt x="26658" y="90435"/>
                    <a:pt x="26658" y="79266"/>
                  </a:cubicBezTo>
                  <a:cubicBezTo>
                    <a:pt x="26658" y="64637"/>
                    <a:pt x="36413" y="64637"/>
                    <a:pt x="50657" y="64637"/>
                  </a:cubicBezTo>
                  <a:cubicBezTo>
                    <a:pt x="64902" y="64637"/>
                    <a:pt x="71989" y="64637"/>
                    <a:pt x="71989" y="77988"/>
                  </a:cubicBezTo>
                  <a:lnTo>
                    <a:pt x="98763" y="77988"/>
                  </a:lnTo>
                  <a:close/>
                </a:path>
              </a:pathLst>
            </a:custGeom>
            <a:solidFill>
              <a:schemeClr val="bg1"/>
            </a:solidFill>
            <a:ln w="88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algn="l" defTabSz="914400" rtl="0" eaLnBrk="1" latinLnBrk="0" hangingPunct="1"/>
              <a:endParaRPr lang="en-IL"/>
            </a:p>
          </p:txBody>
        </p:sp>
      </p:grpSp>
    </p:spTree>
    <p:extLst>
      <p:ext uri="{BB962C8B-B14F-4D97-AF65-F5344CB8AC3E}">
        <p14:creationId xmlns:p14="http://schemas.microsoft.com/office/powerpoint/2010/main" val="316442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49C20-CAD9-FFD2-CE2D-5525543FB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000" y="463296"/>
            <a:ext cx="11160000" cy="73152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03630-E937-E68D-BE93-B4C7018B16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000" y="2305877"/>
            <a:ext cx="11160000" cy="384827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F7D31-CDDE-39A3-0DD6-ED3E256F9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4">
                    <a:lumMod val="20000"/>
                    <a:lumOff val="80000"/>
                    <a:alpha val="50000"/>
                  </a:schemeClr>
                </a:solidFill>
              </a:defRPr>
            </a:lvl1pPr>
          </a:lstStyle>
          <a:p>
            <a:endParaRPr lang="en-I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E7FC2-5991-B5B8-9AD3-AE6D68AE9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4">
                    <a:lumMod val="20000"/>
                    <a:lumOff val="80000"/>
                    <a:alpha val="50000"/>
                  </a:schemeClr>
                </a:solidFill>
              </a:defRPr>
            </a:lvl1pPr>
          </a:lstStyle>
          <a:p>
            <a:fld id="{4055E60B-063F-7341-AAD1-65F55D97E323}" type="slidenum">
              <a:rPr lang="en-IL" smtClean="0"/>
              <a:pPr/>
              <a:t>‹#›</a:t>
            </a:fld>
            <a:endParaRPr lang="en-IL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CB354CA-FCBA-7A93-D38D-4AA6421A029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6000" y="1431235"/>
            <a:ext cx="11160000" cy="675378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200">
                <a:solidFill>
                  <a:schemeClr val="accent2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92395E59-618E-4D11-8C81-6FBE6E307EDC}"/>
              </a:ext>
            </a:extLst>
          </p:cNvPr>
          <p:cNvSpPr/>
          <p:nvPr userDrawn="1"/>
        </p:nvSpPr>
        <p:spPr>
          <a:xfrm>
            <a:off x="10654248" y="6448149"/>
            <a:ext cx="508352" cy="160456"/>
          </a:xfrm>
          <a:custGeom>
            <a:avLst/>
            <a:gdLst>
              <a:gd name="connsiteX0" fmla="*/ 422866 w 508352"/>
              <a:gd name="connsiteY0" fmla="*/ 47879 h 160456"/>
              <a:gd name="connsiteX1" fmla="*/ 422866 w 508352"/>
              <a:gd name="connsiteY1" fmla="*/ 158913 h 160456"/>
              <a:gd name="connsiteX2" fmla="*/ 449532 w 508352"/>
              <a:gd name="connsiteY2" fmla="*/ 158913 h 160456"/>
              <a:gd name="connsiteX3" fmla="*/ 449532 w 508352"/>
              <a:gd name="connsiteY3" fmla="*/ 90444 h 160456"/>
              <a:gd name="connsiteX4" fmla="*/ 469691 w 508352"/>
              <a:gd name="connsiteY4" fmla="*/ 66926 h 160456"/>
              <a:gd name="connsiteX5" fmla="*/ 483286 w 508352"/>
              <a:gd name="connsiteY5" fmla="*/ 84695 h 160456"/>
              <a:gd name="connsiteX6" fmla="*/ 483286 w 508352"/>
              <a:gd name="connsiteY6" fmla="*/ 90444 h 160456"/>
              <a:gd name="connsiteX7" fmla="*/ 508353 w 508352"/>
              <a:gd name="connsiteY7" fmla="*/ 90444 h 160456"/>
              <a:gd name="connsiteX8" fmla="*/ 508353 w 508352"/>
              <a:gd name="connsiteY8" fmla="*/ 81404 h 160456"/>
              <a:gd name="connsiteX9" fmla="*/ 479080 w 508352"/>
              <a:gd name="connsiteY9" fmla="*/ 46397 h 160456"/>
              <a:gd name="connsiteX10" fmla="*/ 449328 w 508352"/>
              <a:gd name="connsiteY10" fmla="*/ 62357 h 160456"/>
              <a:gd name="connsiteX11" fmla="*/ 448261 w 508352"/>
              <a:gd name="connsiteY11" fmla="*/ 62357 h 160456"/>
              <a:gd name="connsiteX12" fmla="*/ 449008 w 508352"/>
              <a:gd name="connsiteY12" fmla="*/ 47888 h 160456"/>
              <a:gd name="connsiteX13" fmla="*/ 422874 w 508352"/>
              <a:gd name="connsiteY13" fmla="*/ 47888 h 160456"/>
              <a:gd name="connsiteX14" fmla="*/ 371461 w 508352"/>
              <a:gd name="connsiteY14" fmla="*/ 158913 h 160456"/>
              <a:gd name="connsiteX15" fmla="*/ 398128 w 508352"/>
              <a:gd name="connsiteY15" fmla="*/ 158913 h 160456"/>
              <a:gd name="connsiteX16" fmla="*/ 398128 w 508352"/>
              <a:gd name="connsiteY16" fmla="*/ 89220 h 160456"/>
              <a:gd name="connsiteX17" fmla="*/ 347577 w 508352"/>
              <a:gd name="connsiteY17" fmla="*/ 46655 h 160456"/>
              <a:gd name="connsiteX18" fmla="*/ 299588 w 508352"/>
              <a:gd name="connsiteY18" fmla="*/ 80384 h 160456"/>
              <a:gd name="connsiteX19" fmla="*/ 326255 w 508352"/>
              <a:gd name="connsiteY19" fmla="*/ 80384 h 160456"/>
              <a:gd name="connsiteX20" fmla="*/ 347266 w 508352"/>
              <a:gd name="connsiteY20" fmla="*/ 64903 h 160456"/>
              <a:gd name="connsiteX21" fmla="*/ 371052 w 508352"/>
              <a:gd name="connsiteY21" fmla="*/ 89273 h 160456"/>
              <a:gd name="connsiteX22" fmla="*/ 371052 w 508352"/>
              <a:gd name="connsiteY22" fmla="*/ 103689 h 160456"/>
              <a:gd name="connsiteX23" fmla="*/ 370625 w 508352"/>
              <a:gd name="connsiteY23" fmla="*/ 103689 h 160456"/>
              <a:gd name="connsiteX24" fmla="*/ 337298 w 508352"/>
              <a:gd name="connsiteY24" fmla="*/ 90976 h 160456"/>
              <a:gd name="connsiteX25" fmla="*/ 295648 w 508352"/>
              <a:gd name="connsiteY25" fmla="*/ 125078 h 160456"/>
              <a:gd name="connsiteX26" fmla="*/ 337298 w 508352"/>
              <a:gd name="connsiteY26" fmla="*/ 160457 h 160456"/>
              <a:gd name="connsiteX27" fmla="*/ 371906 w 508352"/>
              <a:gd name="connsiteY27" fmla="*/ 145242 h 160456"/>
              <a:gd name="connsiteX28" fmla="*/ 372546 w 508352"/>
              <a:gd name="connsiteY28" fmla="*/ 145242 h 160456"/>
              <a:gd name="connsiteX29" fmla="*/ 371479 w 508352"/>
              <a:gd name="connsiteY29" fmla="*/ 158913 h 160456"/>
              <a:gd name="connsiteX30" fmla="*/ 346608 w 508352"/>
              <a:gd name="connsiteY30" fmla="*/ 108905 h 160456"/>
              <a:gd name="connsiteX31" fmla="*/ 371248 w 508352"/>
              <a:gd name="connsiteY31" fmla="*/ 124865 h 160456"/>
              <a:gd name="connsiteX32" fmla="*/ 346608 w 508352"/>
              <a:gd name="connsiteY32" fmla="*/ 142049 h 160456"/>
              <a:gd name="connsiteX33" fmla="*/ 322182 w 508352"/>
              <a:gd name="connsiteY33" fmla="*/ 124865 h 160456"/>
              <a:gd name="connsiteX34" fmla="*/ 346608 w 508352"/>
              <a:gd name="connsiteY34" fmla="*/ 108905 h 160456"/>
              <a:gd name="connsiteX35" fmla="*/ 273134 w 508352"/>
              <a:gd name="connsiteY35" fmla="*/ 0 h 160456"/>
              <a:gd name="connsiteX36" fmla="*/ 246467 w 508352"/>
              <a:gd name="connsiteY36" fmla="*/ 0 h 160456"/>
              <a:gd name="connsiteX37" fmla="*/ 246467 w 508352"/>
              <a:gd name="connsiteY37" fmla="*/ 158913 h 160456"/>
              <a:gd name="connsiteX38" fmla="*/ 273134 w 508352"/>
              <a:gd name="connsiteY38" fmla="*/ 158913 h 160456"/>
              <a:gd name="connsiteX39" fmla="*/ 273134 w 508352"/>
              <a:gd name="connsiteY39" fmla="*/ 0 h 160456"/>
              <a:gd name="connsiteX40" fmla="*/ 171179 w 508352"/>
              <a:gd name="connsiteY40" fmla="*/ 66766 h 160456"/>
              <a:gd name="connsiteX41" fmla="*/ 196886 w 508352"/>
              <a:gd name="connsiteY41" fmla="*/ 103636 h 160456"/>
              <a:gd name="connsiteX42" fmla="*/ 171179 w 508352"/>
              <a:gd name="connsiteY42" fmla="*/ 139866 h 160456"/>
              <a:gd name="connsiteX43" fmla="*/ 145472 w 508352"/>
              <a:gd name="connsiteY43" fmla="*/ 103636 h 160456"/>
              <a:gd name="connsiteX44" fmla="*/ 171179 w 508352"/>
              <a:gd name="connsiteY44" fmla="*/ 66766 h 160456"/>
              <a:gd name="connsiteX45" fmla="*/ 171179 w 508352"/>
              <a:gd name="connsiteY45" fmla="*/ 46389 h 160456"/>
              <a:gd name="connsiteX46" fmla="*/ 118708 w 508352"/>
              <a:gd name="connsiteY46" fmla="*/ 103423 h 160456"/>
              <a:gd name="connsiteX47" fmla="*/ 171179 w 508352"/>
              <a:gd name="connsiteY47" fmla="*/ 160191 h 160456"/>
              <a:gd name="connsiteX48" fmla="*/ 223650 w 508352"/>
              <a:gd name="connsiteY48" fmla="*/ 103423 h 160456"/>
              <a:gd name="connsiteX49" fmla="*/ 171179 w 508352"/>
              <a:gd name="connsiteY49" fmla="*/ 46389 h 160456"/>
              <a:gd name="connsiteX50" fmla="*/ 98763 w 508352"/>
              <a:gd name="connsiteY50" fmla="*/ 77988 h 160456"/>
              <a:gd name="connsiteX51" fmla="*/ 50773 w 508352"/>
              <a:gd name="connsiteY51" fmla="*/ 46389 h 160456"/>
              <a:gd name="connsiteX52" fmla="*/ 9 w 508352"/>
              <a:gd name="connsiteY52" fmla="*/ 77563 h 160456"/>
              <a:gd name="connsiteX53" fmla="*/ 48426 w 508352"/>
              <a:gd name="connsiteY53" fmla="*/ 112090 h 160456"/>
              <a:gd name="connsiteX54" fmla="*/ 76044 w 508352"/>
              <a:gd name="connsiteY54" fmla="*/ 127145 h 160456"/>
              <a:gd name="connsiteX55" fmla="*/ 50764 w 508352"/>
              <a:gd name="connsiteY55" fmla="*/ 141987 h 160456"/>
              <a:gd name="connsiteX56" fmla="*/ 26765 w 508352"/>
              <a:gd name="connsiteY56" fmla="*/ 123951 h 160456"/>
              <a:gd name="connsiteX57" fmla="*/ 0 w 508352"/>
              <a:gd name="connsiteY57" fmla="*/ 123951 h 160456"/>
              <a:gd name="connsiteX58" fmla="*/ 50764 w 508352"/>
              <a:gd name="connsiteY58" fmla="*/ 160182 h 160456"/>
              <a:gd name="connsiteX59" fmla="*/ 102809 w 508352"/>
              <a:gd name="connsiteY59" fmla="*/ 127145 h 160456"/>
              <a:gd name="connsiteX60" fmla="*/ 53112 w 508352"/>
              <a:gd name="connsiteY60" fmla="*/ 91766 h 160456"/>
              <a:gd name="connsiteX61" fmla="*/ 26658 w 508352"/>
              <a:gd name="connsiteY61" fmla="*/ 79266 h 160456"/>
              <a:gd name="connsiteX62" fmla="*/ 50657 w 508352"/>
              <a:gd name="connsiteY62" fmla="*/ 64637 h 160456"/>
              <a:gd name="connsiteX63" fmla="*/ 71989 w 508352"/>
              <a:gd name="connsiteY63" fmla="*/ 77988 h 160456"/>
              <a:gd name="connsiteX64" fmla="*/ 98763 w 508352"/>
              <a:gd name="connsiteY64" fmla="*/ 77988 h 160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508352" h="160456">
                <a:moveTo>
                  <a:pt x="422866" y="47879"/>
                </a:moveTo>
                <a:lnTo>
                  <a:pt x="422866" y="158913"/>
                </a:lnTo>
                <a:lnTo>
                  <a:pt x="449532" y="158913"/>
                </a:lnTo>
                <a:lnTo>
                  <a:pt x="449532" y="90444"/>
                </a:lnTo>
                <a:cubicBezTo>
                  <a:pt x="449106" y="76028"/>
                  <a:pt x="453801" y="66926"/>
                  <a:pt x="469691" y="66926"/>
                </a:cubicBezTo>
                <a:cubicBezTo>
                  <a:pt x="482219" y="66926"/>
                  <a:pt x="483286" y="73473"/>
                  <a:pt x="483286" y="84695"/>
                </a:cubicBezTo>
                <a:lnTo>
                  <a:pt x="483286" y="90444"/>
                </a:lnTo>
                <a:lnTo>
                  <a:pt x="508353" y="90444"/>
                </a:lnTo>
                <a:lnTo>
                  <a:pt x="508353" y="81404"/>
                </a:lnTo>
                <a:cubicBezTo>
                  <a:pt x="508353" y="60121"/>
                  <a:pt x="502644" y="46397"/>
                  <a:pt x="479080" y="46397"/>
                </a:cubicBezTo>
                <a:cubicBezTo>
                  <a:pt x="466125" y="46397"/>
                  <a:pt x="454654" y="50017"/>
                  <a:pt x="449328" y="62357"/>
                </a:cubicBezTo>
                <a:lnTo>
                  <a:pt x="448261" y="62357"/>
                </a:lnTo>
                <a:lnTo>
                  <a:pt x="449008" y="47888"/>
                </a:lnTo>
                <a:lnTo>
                  <a:pt x="422874" y="47888"/>
                </a:lnTo>
                <a:close/>
                <a:moveTo>
                  <a:pt x="371461" y="158913"/>
                </a:moveTo>
                <a:lnTo>
                  <a:pt x="398128" y="158913"/>
                </a:lnTo>
                <a:lnTo>
                  <a:pt x="398128" y="89220"/>
                </a:lnTo>
                <a:cubicBezTo>
                  <a:pt x="398128" y="51977"/>
                  <a:pt x="383252" y="46655"/>
                  <a:pt x="347577" y="46655"/>
                </a:cubicBezTo>
                <a:cubicBezTo>
                  <a:pt x="322084" y="46655"/>
                  <a:pt x="299588" y="47932"/>
                  <a:pt x="299588" y="80384"/>
                </a:cubicBezTo>
                <a:lnTo>
                  <a:pt x="326255" y="80384"/>
                </a:lnTo>
                <a:cubicBezTo>
                  <a:pt x="326255" y="65968"/>
                  <a:pt x="335582" y="64903"/>
                  <a:pt x="347266" y="64903"/>
                </a:cubicBezTo>
                <a:cubicBezTo>
                  <a:pt x="369558" y="64903"/>
                  <a:pt x="371052" y="71237"/>
                  <a:pt x="371052" y="89273"/>
                </a:cubicBezTo>
                <a:lnTo>
                  <a:pt x="371052" y="103689"/>
                </a:lnTo>
                <a:lnTo>
                  <a:pt x="370625" y="103689"/>
                </a:lnTo>
                <a:cubicBezTo>
                  <a:pt x="364276" y="91189"/>
                  <a:pt x="350894" y="90976"/>
                  <a:pt x="337298" y="90976"/>
                </a:cubicBezTo>
                <a:cubicBezTo>
                  <a:pt x="309680" y="90976"/>
                  <a:pt x="295648" y="98375"/>
                  <a:pt x="295648" y="125078"/>
                </a:cubicBezTo>
                <a:cubicBezTo>
                  <a:pt x="295648" y="155187"/>
                  <a:pt x="312018" y="160457"/>
                  <a:pt x="337298" y="160457"/>
                </a:cubicBezTo>
                <a:cubicBezTo>
                  <a:pt x="350254" y="160457"/>
                  <a:pt x="366624" y="160031"/>
                  <a:pt x="371906" y="145242"/>
                </a:cubicBezTo>
                <a:lnTo>
                  <a:pt x="372546" y="145242"/>
                </a:lnTo>
                <a:lnTo>
                  <a:pt x="371479" y="158913"/>
                </a:lnTo>
                <a:close/>
                <a:moveTo>
                  <a:pt x="346608" y="108905"/>
                </a:moveTo>
                <a:cubicBezTo>
                  <a:pt x="359777" y="108905"/>
                  <a:pt x="371248" y="109331"/>
                  <a:pt x="371248" y="124865"/>
                </a:cubicBezTo>
                <a:cubicBezTo>
                  <a:pt x="371248" y="140399"/>
                  <a:pt x="360586" y="142049"/>
                  <a:pt x="346608" y="142049"/>
                </a:cubicBezTo>
                <a:cubicBezTo>
                  <a:pt x="328584" y="142049"/>
                  <a:pt x="322182" y="140558"/>
                  <a:pt x="322182" y="124865"/>
                </a:cubicBezTo>
                <a:cubicBezTo>
                  <a:pt x="322182" y="109171"/>
                  <a:pt x="332843" y="108905"/>
                  <a:pt x="346608" y="108905"/>
                </a:cubicBezTo>
                <a:moveTo>
                  <a:pt x="273134" y="0"/>
                </a:moveTo>
                <a:lnTo>
                  <a:pt x="246467" y="0"/>
                </a:lnTo>
                <a:lnTo>
                  <a:pt x="246467" y="158913"/>
                </a:lnTo>
                <a:lnTo>
                  <a:pt x="273134" y="158913"/>
                </a:lnTo>
                <a:lnTo>
                  <a:pt x="273134" y="0"/>
                </a:lnTo>
                <a:close/>
                <a:moveTo>
                  <a:pt x="171179" y="66766"/>
                </a:moveTo>
                <a:cubicBezTo>
                  <a:pt x="194965" y="66766"/>
                  <a:pt x="196886" y="73526"/>
                  <a:pt x="196886" y="103636"/>
                </a:cubicBezTo>
                <a:cubicBezTo>
                  <a:pt x="196886" y="133745"/>
                  <a:pt x="194965" y="139866"/>
                  <a:pt x="171179" y="139866"/>
                </a:cubicBezTo>
                <a:cubicBezTo>
                  <a:pt x="147393" y="139866"/>
                  <a:pt x="145472" y="133266"/>
                  <a:pt x="145472" y="103636"/>
                </a:cubicBezTo>
                <a:cubicBezTo>
                  <a:pt x="145472" y="74005"/>
                  <a:pt x="147393" y="66766"/>
                  <a:pt x="171179" y="66766"/>
                </a:cubicBezTo>
                <a:moveTo>
                  <a:pt x="171179" y="46389"/>
                </a:moveTo>
                <a:cubicBezTo>
                  <a:pt x="124683" y="46389"/>
                  <a:pt x="118708" y="60166"/>
                  <a:pt x="118708" y="103423"/>
                </a:cubicBezTo>
                <a:cubicBezTo>
                  <a:pt x="118708" y="146680"/>
                  <a:pt x="124683" y="160191"/>
                  <a:pt x="171179" y="160191"/>
                </a:cubicBezTo>
                <a:cubicBezTo>
                  <a:pt x="217675" y="160191"/>
                  <a:pt x="223650" y="146413"/>
                  <a:pt x="223650" y="103423"/>
                </a:cubicBezTo>
                <a:cubicBezTo>
                  <a:pt x="223650" y="60432"/>
                  <a:pt x="217728" y="46389"/>
                  <a:pt x="171179" y="46389"/>
                </a:cubicBezTo>
                <a:moveTo>
                  <a:pt x="98763" y="77988"/>
                </a:moveTo>
                <a:cubicBezTo>
                  <a:pt x="98763" y="46814"/>
                  <a:pt x="72629" y="46389"/>
                  <a:pt x="50773" y="46389"/>
                </a:cubicBezTo>
                <a:cubicBezTo>
                  <a:pt x="22088" y="46389"/>
                  <a:pt x="9" y="47027"/>
                  <a:pt x="9" y="77563"/>
                </a:cubicBezTo>
                <a:cubicBezTo>
                  <a:pt x="9" y="105969"/>
                  <a:pt x="7425" y="111717"/>
                  <a:pt x="48426" y="112090"/>
                </a:cubicBezTo>
                <a:cubicBezTo>
                  <a:pt x="75404" y="112516"/>
                  <a:pt x="76044" y="117413"/>
                  <a:pt x="76044" y="127145"/>
                </a:cubicBezTo>
                <a:cubicBezTo>
                  <a:pt x="76044" y="142412"/>
                  <a:pt x="66716" y="141987"/>
                  <a:pt x="50764" y="141987"/>
                </a:cubicBezTo>
                <a:cubicBezTo>
                  <a:pt x="30980" y="141987"/>
                  <a:pt x="27192" y="140070"/>
                  <a:pt x="26765" y="123951"/>
                </a:cubicBezTo>
                <a:lnTo>
                  <a:pt x="0" y="123951"/>
                </a:lnTo>
                <a:cubicBezTo>
                  <a:pt x="0" y="160182"/>
                  <a:pt x="20371" y="160182"/>
                  <a:pt x="50764" y="160182"/>
                </a:cubicBezTo>
                <a:cubicBezTo>
                  <a:pt x="78969" y="160182"/>
                  <a:pt x="102809" y="157254"/>
                  <a:pt x="102809" y="127145"/>
                </a:cubicBezTo>
                <a:cubicBezTo>
                  <a:pt x="102809" y="91127"/>
                  <a:pt x="79450" y="93043"/>
                  <a:pt x="53112" y="91766"/>
                </a:cubicBezTo>
                <a:cubicBezTo>
                  <a:pt x="29752" y="90701"/>
                  <a:pt x="26658" y="90435"/>
                  <a:pt x="26658" y="79266"/>
                </a:cubicBezTo>
                <a:cubicBezTo>
                  <a:pt x="26658" y="64637"/>
                  <a:pt x="36413" y="64637"/>
                  <a:pt x="50657" y="64637"/>
                </a:cubicBezTo>
                <a:cubicBezTo>
                  <a:pt x="64902" y="64637"/>
                  <a:pt x="71989" y="64637"/>
                  <a:pt x="71989" y="77988"/>
                </a:cubicBezTo>
                <a:lnTo>
                  <a:pt x="98763" y="77988"/>
                </a:lnTo>
                <a:close/>
              </a:path>
            </a:pathLst>
          </a:custGeom>
          <a:solidFill>
            <a:schemeClr val="bg1"/>
          </a:solidFill>
          <a:ln w="882" cap="flat">
            <a:noFill/>
            <a:prstDash val="solid"/>
            <a:miter/>
          </a:ln>
        </p:spPr>
        <p:txBody>
          <a:bodyPr rtlCol="0" anchor="ctr"/>
          <a:lstStyle/>
          <a:p>
            <a:pPr marL="0" algn="l" defTabSz="914400" rtl="0" eaLnBrk="1" latinLnBrk="0" hangingPunct="1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82471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F7D31-CDDE-39A3-0DD6-ED3E256F9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E7FC2-5991-B5B8-9AD3-AE6D68AE9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‹#›</a:t>
            </a:fld>
            <a:endParaRPr lang="en-I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A49C20-CAD9-FFD2-CE2D-5525543FB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000" y="3852045"/>
            <a:ext cx="3600000" cy="2330093"/>
          </a:xfrm>
        </p:spPr>
        <p:txBody>
          <a:bodyPr>
            <a:no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03630-E937-E68D-BE93-B4C7018B16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7200" y="3863163"/>
            <a:ext cx="7380000" cy="2279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 dirty="0"/>
          </a:p>
        </p:txBody>
      </p:sp>
      <p:sp>
        <p:nvSpPr>
          <p:cNvPr id="10" name="Parallelogram 9">
            <a:extLst>
              <a:ext uri="{FF2B5EF4-FFF2-40B4-BE49-F238E27FC236}">
                <a16:creationId xmlns:a16="http://schemas.microsoft.com/office/drawing/2014/main" id="{A5E8B33C-41D5-C601-28DC-EB67316E3A4C}"/>
              </a:ext>
            </a:extLst>
          </p:cNvPr>
          <p:cNvSpPr/>
          <p:nvPr userDrawn="1"/>
        </p:nvSpPr>
        <p:spPr>
          <a:xfrm>
            <a:off x="592865" y="3770895"/>
            <a:ext cx="540000" cy="36000"/>
          </a:xfrm>
          <a:prstGeom prst="parallelogram">
            <a:avLst>
              <a:gd name="adj" fmla="val 33599"/>
            </a:avLst>
          </a:prstGeom>
          <a:solidFill>
            <a:srgbClr val="FF32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>
              <a:solidFill>
                <a:srgbClr val="FF3232"/>
              </a:solidFill>
            </a:endParaRP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3038852B-0D31-BB0D-A4CC-B5B8777F3F0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3429000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08561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49C20-CAD9-FFD2-CE2D-5525543FBD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000" y="463296"/>
            <a:ext cx="5427600" cy="731520"/>
          </a:xfrm>
        </p:spPr>
        <p:txBody>
          <a:bodyPr/>
          <a:lstStyle/>
          <a:p>
            <a:r>
              <a:rPr lang="en-US" dirty="0"/>
              <a:t>Click to edit title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03630-E937-E68D-BE93-B4C7018B16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000" y="1474149"/>
            <a:ext cx="5427600" cy="468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E7FC2-5991-B5B8-9AD3-AE6D68AE9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‹#›</a:t>
            </a:fld>
            <a:endParaRPr lang="en-IL"/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E44F1283-EEBE-41D7-8302-9E97D40C0998}"/>
              </a:ext>
            </a:extLst>
          </p:cNvPr>
          <p:cNvSpPr/>
          <p:nvPr userDrawn="1"/>
        </p:nvSpPr>
        <p:spPr>
          <a:xfrm>
            <a:off x="592865" y="388644"/>
            <a:ext cx="540000" cy="36000"/>
          </a:xfrm>
          <a:prstGeom prst="parallelogram">
            <a:avLst>
              <a:gd name="adj" fmla="val 33599"/>
            </a:avLst>
          </a:prstGeom>
          <a:solidFill>
            <a:srgbClr val="FF32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>
              <a:solidFill>
                <a:srgbClr val="FF3232"/>
              </a:solidFill>
            </a:endParaRPr>
          </a:p>
        </p:txBody>
      </p:sp>
      <p:sp>
        <p:nvSpPr>
          <p:cNvPr id="8" name="Picture Placeholder 13">
            <a:extLst>
              <a:ext uri="{FF2B5EF4-FFF2-40B4-BE49-F238E27FC236}">
                <a16:creationId xmlns:a16="http://schemas.microsoft.com/office/drawing/2014/main" id="{7C32B4B0-C302-1C77-FFC3-D812528EF5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9175" y="0"/>
            <a:ext cx="6184900" cy="6858000"/>
          </a:xfrm>
          <a:custGeom>
            <a:avLst/>
            <a:gdLst>
              <a:gd name="connsiteX0" fmla="*/ 4813416 w 6096000"/>
              <a:gd name="connsiteY0" fmla="*/ 6557054 h 6858000"/>
              <a:gd name="connsiteX1" fmla="*/ 4838056 w 6096000"/>
              <a:gd name="connsiteY1" fmla="*/ 6573014 h 6858000"/>
              <a:gd name="connsiteX2" fmla="*/ 4813416 w 6096000"/>
              <a:gd name="connsiteY2" fmla="*/ 6590198 h 6858000"/>
              <a:gd name="connsiteX3" fmla="*/ 4788990 w 6096000"/>
              <a:gd name="connsiteY3" fmla="*/ 6573014 h 6858000"/>
              <a:gd name="connsiteX4" fmla="*/ 4813416 w 6096000"/>
              <a:gd name="connsiteY4" fmla="*/ 6557054 h 6858000"/>
              <a:gd name="connsiteX5" fmla="*/ 5371794 w 6096000"/>
              <a:gd name="connsiteY5" fmla="*/ 6556469 h 6858000"/>
              <a:gd name="connsiteX6" fmla="*/ 5396487 w 6096000"/>
              <a:gd name="connsiteY6" fmla="*/ 6588015 h 6858000"/>
              <a:gd name="connsiteX7" fmla="*/ 5421714 w 6096000"/>
              <a:gd name="connsiteY7" fmla="*/ 6571683 h 6858000"/>
              <a:gd name="connsiteX8" fmla="*/ 5436528 w 6096000"/>
              <a:gd name="connsiteY8" fmla="*/ 6571683 h 6858000"/>
              <a:gd name="connsiteX9" fmla="*/ 5441863 w 6096000"/>
              <a:gd name="connsiteY9" fmla="*/ 6556469 h 6858000"/>
              <a:gd name="connsiteX10" fmla="*/ 5396487 w 6096000"/>
              <a:gd name="connsiteY10" fmla="*/ 6515181 h 6858000"/>
              <a:gd name="connsiteX11" fmla="*/ 5371794 w 6096000"/>
              <a:gd name="connsiteY11" fmla="*/ 6539764 h 6858000"/>
              <a:gd name="connsiteX12" fmla="*/ 5371803 w 6096000"/>
              <a:gd name="connsiteY12" fmla="*/ 6539764 h 6858000"/>
              <a:gd name="connsiteX13" fmla="*/ 5421714 w 6096000"/>
              <a:gd name="connsiteY13" fmla="*/ 6539764 h 6858000"/>
              <a:gd name="connsiteX14" fmla="*/ 5396487 w 6096000"/>
              <a:gd name="connsiteY14" fmla="*/ 6515181 h 6858000"/>
              <a:gd name="connsiteX15" fmla="*/ 5277344 w 6096000"/>
              <a:gd name="connsiteY15" fmla="*/ 6514915 h 6858000"/>
              <a:gd name="connsiteX16" fmla="*/ 5253558 w 6096000"/>
              <a:gd name="connsiteY16" fmla="*/ 6548165 h 6858000"/>
              <a:gd name="connsiteX17" fmla="*/ 5277344 w 6096000"/>
              <a:gd name="connsiteY17" fmla="*/ 6588015 h 6858000"/>
              <a:gd name="connsiteX18" fmla="*/ 5304011 w 6096000"/>
              <a:gd name="connsiteY18" fmla="*/ 6548165 h 6858000"/>
              <a:gd name="connsiteX19" fmla="*/ 5277344 w 6096000"/>
              <a:gd name="connsiteY19" fmla="*/ 6514915 h 6858000"/>
              <a:gd name="connsiteX20" fmla="*/ 5158974 w 6096000"/>
              <a:gd name="connsiteY20" fmla="*/ 6514915 h 6858000"/>
              <a:gd name="connsiteX21" fmla="*/ 5135188 w 6096000"/>
              <a:gd name="connsiteY21" fmla="*/ 6548165 h 6858000"/>
              <a:gd name="connsiteX22" fmla="*/ 5158974 w 6096000"/>
              <a:gd name="connsiteY22" fmla="*/ 6588015 h 6858000"/>
              <a:gd name="connsiteX23" fmla="*/ 5185321 w 6096000"/>
              <a:gd name="connsiteY23" fmla="*/ 6548165 h 6858000"/>
              <a:gd name="connsiteX24" fmla="*/ 5158974 w 6096000"/>
              <a:gd name="connsiteY24" fmla="*/ 6514915 h 6858000"/>
              <a:gd name="connsiteX25" fmla="*/ 5042188 w 6096000"/>
              <a:gd name="connsiteY25" fmla="*/ 6514915 h 6858000"/>
              <a:gd name="connsiteX26" fmla="*/ 5042193 w 6096000"/>
              <a:gd name="connsiteY26" fmla="*/ 6514916 h 6858000"/>
              <a:gd name="connsiteX27" fmla="*/ 5021177 w 6096000"/>
              <a:gd name="connsiteY27" fmla="*/ 6519805 h 6858000"/>
              <a:gd name="connsiteX28" fmla="*/ 5017557 w 6096000"/>
              <a:gd name="connsiteY28" fmla="*/ 6539498 h 6858000"/>
              <a:gd name="connsiteX29" fmla="*/ 5067467 w 6096000"/>
              <a:gd name="connsiteY29" fmla="*/ 6539498 h 6858000"/>
              <a:gd name="connsiteX30" fmla="*/ 5063027 w 6096000"/>
              <a:gd name="connsiteY30" fmla="*/ 6518627 h 6858000"/>
              <a:gd name="connsiteX31" fmla="*/ 5042193 w 6096000"/>
              <a:gd name="connsiteY31" fmla="*/ 6514916 h 6858000"/>
              <a:gd name="connsiteX32" fmla="*/ 5042197 w 6096000"/>
              <a:gd name="connsiteY32" fmla="*/ 6514915 h 6858000"/>
              <a:gd name="connsiteX33" fmla="*/ 4637987 w 6096000"/>
              <a:gd name="connsiteY33" fmla="*/ 6514915 h 6858000"/>
              <a:gd name="connsiteX34" fmla="*/ 4663694 w 6096000"/>
              <a:gd name="connsiteY34" fmla="*/ 6551785 h 6858000"/>
              <a:gd name="connsiteX35" fmla="*/ 4637987 w 6096000"/>
              <a:gd name="connsiteY35" fmla="*/ 6588015 h 6858000"/>
              <a:gd name="connsiteX36" fmla="*/ 4612280 w 6096000"/>
              <a:gd name="connsiteY36" fmla="*/ 6551785 h 6858000"/>
              <a:gd name="connsiteX37" fmla="*/ 4637987 w 6096000"/>
              <a:gd name="connsiteY37" fmla="*/ 6514915 h 6858000"/>
              <a:gd name="connsiteX38" fmla="*/ 4814385 w 6096000"/>
              <a:gd name="connsiteY38" fmla="*/ 6494804 h 6858000"/>
              <a:gd name="connsiteX39" fmla="*/ 4766396 w 6096000"/>
              <a:gd name="connsiteY39" fmla="*/ 6528533 h 6858000"/>
              <a:gd name="connsiteX40" fmla="*/ 4793063 w 6096000"/>
              <a:gd name="connsiteY40" fmla="*/ 6528533 h 6858000"/>
              <a:gd name="connsiteX41" fmla="*/ 4814074 w 6096000"/>
              <a:gd name="connsiteY41" fmla="*/ 6513052 h 6858000"/>
              <a:gd name="connsiteX42" fmla="*/ 4837860 w 6096000"/>
              <a:gd name="connsiteY42" fmla="*/ 6537422 h 6858000"/>
              <a:gd name="connsiteX43" fmla="*/ 4837860 w 6096000"/>
              <a:gd name="connsiteY43" fmla="*/ 6551838 h 6858000"/>
              <a:gd name="connsiteX44" fmla="*/ 4837433 w 6096000"/>
              <a:gd name="connsiteY44" fmla="*/ 6551838 h 6858000"/>
              <a:gd name="connsiteX45" fmla="*/ 4804106 w 6096000"/>
              <a:gd name="connsiteY45" fmla="*/ 6539125 h 6858000"/>
              <a:gd name="connsiteX46" fmla="*/ 4762456 w 6096000"/>
              <a:gd name="connsiteY46" fmla="*/ 6573227 h 6858000"/>
              <a:gd name="connsiteX47" fmla="*/ 4804106 w 6096000"/>
              <a:gd name="connsiteY47" fmla="*/ 6608606 h 6858000"/>
              <a:gd name="connsiteX48" fmla="*/ 4838714 w 6096000"/>
              <a:gd name="connsiteY48" fmla="*/ 6593391 h 6858000"/>
              <a:gd name="connsiteX49" fmla="*/ 4839354 w 6096000"/>
              <a:gd name="connsiteY49" fmla="*/ 6593391 h 6858000"/>
              <a:gd name="connsiteX50" fmla="*/ 4838287 w 6096000"/>
              <a:gd name="connsiteY50" fmla="*/ 6607062 h 6858000"/>
              <a:gd name="connsiteX51" fmla="*/ 4864936 w 6096000"/>
              <a:gd name="connsiteY51" fmla="*/ 6607062 h 6858000"/>
              <a:gd name="connsiteX52" fmla="*/ 4864936 w 6096000"/>
              <a:gd name="connsiteY52" fmla="*/ 6537369 h 6858000"/>
              <a:gd name="connsiteX53" fmla="*/ 4814385 w 6096000"/>
              <a:gd name="connsiteY53" fmla="*/ 6494804 h 6858000"/>
              <a:gd name="connsiteX54" fmla="*/ 4945888 w 6096000"/>
              <a:gd name="connsiteY54" fmla="*/ 6494546 h 6858000"/>
              <a:gd name="connsiteX55" fmla="*/ 4916136 w 6096000"/>
              <a:gd name="connsiteY55" fmla="*/ 6510506 h 6858000"/>
              <a:gd name="connsiteX56" fmla="*/ 4915069 w 6096000"/>
              <a:gd name="connsiteY56" fmla="*/ 6510506 h 6858000"/>
              <a:gd name="connsiteX57" fmla="*/ 4915816 w 6096000"/>
              <a:gd name="connsiteY57" fmla="*/ 6496037 h 6858000"/>
              <a:gd name="connsiteX58" fmla="*/ 4889682 w 6096000"/>
              <a:gd name="connsiteY58" fmla="*/ 6496037 h 6858000"/>
              <a:gd name="connsiteX59" fmla="*/ 4889674 w 6096000"/>
              <a:gd name="connsiteY59" fmla="*/ 6496028 h 6858000"/>
              <a:gd name="connsiteX60" fmla="*/ 4889674 w 6096000"/>
              <a:gd name="connsiteY60" fmla="*/ 6607062 h 6858000"/>
              <a:gd name="connsiteX61" fmla="*/ 4916340 w 6096000"/>
              <a:gd name="connsiteY61" fmla="*/ 6607062 h 6858000"/>
              <a:gd name="connsiteX62" fmla="*/ 4916340 w 6096000"/>
              <a:gd name="connsiteY62" fmla="*/ 6538593 h 6858000"/>
              <a:gd name="connsiteX63" fmla="*/ 4936499 w 6096000"/>
              <a:gd name="connsiteY63" fmla="*/ 6515075 h 6858000"/>
              <a:gd name="connsiteX64" fmla="*/ 4950094 w 6096000"/>
              <a:gd name="connsiteY64" fmla="*/ 6532844 h 6858000"/>
              <a:gd name="connsiteX65" fmla="*/ 4950094 w 6096000"/>
              <a:gd name="connsiteY65" fmla="*/ 6538593 h 6858000"/>
              <a:gd name="connsiteX66" fmla="*/ 4975161 w 6096000"/>
              <a:gd name="connsiteY66" fmla="*/ 6538593 h 6858000"/>
              <a:gd name="connsiteX67" fmla="*/ 4975161 w 6096000"/>
              <a:gd name="connsiteY67" fmla="*/ 6529553 h 6858000"/>
              <a:gd name="connsiteX68" fmla="*/ 4945888 w 6096000"/>
              <a:gd name="connsiteY68" fmla="*/ 6494546 h 6858000"/>
              <a:gd name="connsiteX69" fmla="*/ 4637987 w 6096000"/>
              <a:gd name="connsiteY69" fmla="*/ 6494538 h 6858000"/>
              <a:gd name="connsiteX70" fmla="*/ 4585516 w 6096000"/>
              <a:gd name="connsiteY70" fmla="*/ 6551572 h 6858000"/>
              <a:gd name="connsiteX71" fmla="*/ 4637987 w 6096000"/>
              <a:gd name="connsiteY71" fmla="*/ 6608340 h 6858000"/>
              <a:gd name="connsiteX72" fmla="*/ 4690458 w 6096000"/>
              <a:gd name="connsiteY72" fmla="*/ 6551572 h 6858000"/>
              <a:gd name="connsiteX73" fmla="*/ 4637987 w 6096000"/>
              <a:gd name="connsiteY73" fmla="*/ 6494538 h 6858000"/>
              <a:gd name="connsiteX74" fmla="*/ 4517581 w 6096000"/>
              <a:gd name="connsiteY74" fmla="*/ 6494538 h 6858000"/>
              <a:gd name="connsiteX75" fmla="*/ 4466817 w 6096000"/>
              <a:gd name="connsiteY75" fmla="*/ 6525712 h 6858000"/>
              <a:gd name="connsiteX76" fmla="*/ 4515234 w 6096000"/>
              <a:gd name="connsiteY76" fmla="*/ 6560239 h 6858000"/>
              <a:gd name="connsiteX77" fmla="*/ 4542852 w 6096000"/>
              <a:gd name="connsiteY77" fmla="*/ 6575294 h 6858000"/>
              <a:gd name="connsiteX78" fmla="*/ 4517572 w 6096000"/>
              <a:gd name="connsiteY78" fmla="*/ 6590136 h 6858000"/>
              <a:gd name="connsiteX79" fmla="*/ 4493573 w 6096000"/>
              <a:gd name="connsiteY79" fmla="*/ 6572100 h 6858000"/>
              <a:gd name="connsiteX80" fmla="*/ 4466808 w 6096000"/>
              <a:gd name="connsiteY80" fmla="*/ 6572100 h 6858000"/>
              <a:gd name="connsiteX81" fmla="*/ 4517572 w 6096000"/>
              <a:gd name="connsiteY81" fmla="*/ 6608331 h 6858000"/>
              <a:gd name="connsiteX82" fmla="*/ 4569617 w 6096000"/>
              <a:gd name="connsiteY82" fmla="*/ 6575294 h 6858000"/>
              <a:gd name="connsiteX83" fmla="*/ 4519920 w 6096000"/>
              <a:gd name="connsiteY83" fmla="*/ 6539915 h 6858000"/>
              <a:gd name="connsiteX84" fmla="*/ 4493466 w 6096000"/>
              <a:gd name="connsiteY84" fmla="*/ 6527415 h 6858000"/>
              <a:gd name="connsiteX85" fmla="*/ 4517465 w 6096000"/>
              <a:gd name="connsiteY85" fmla="*/ 6512786 h 6858000"/>
              <a:gd name="connsiteX86" fmla="*/ 4538797 w 6096000"/>
              <a:gd name="connsiteY86" fmla="*/ 6526137 h 6858000"/>
              <a:gd name="connsiteX87" fmla="*/ 4565571 w 6096000"/>
              <a:gd name="connsiteY87" fmla="*/ 6526137 h 6858000"/>
              <a:gd name="connsiteX88" fmla="*/ 4517581 w 6096000"/>
              <a:gd name="connsiteY88" fmla="*/ 6494538 h 6858000"/>
              <a:gd name="connsiteX89" fmla="*/ 5045967 w 6096000"/>
              <a:gd name="connsiteY89" fmla="*/ 6448149 h 6858000"/>
              <a:gd name="connsiteX90" fmla="*/ 5025488 w 6096000"/>
              <a:gd name="connsiteY90" fmla="*/ 6462725 h 6858000"/>
              <a:gd name="connsiteX91" fmla="*/ 5013120 w 6096000"/>
              <a:gd name="connsiteY91" fmla="*/ 6498689 h 6858000"/>
              <a:gd name="connsiteX92" fmla="*/ 5042179 w 6096000"/>
              <a:gd name="connsiteY92" fmla="*/ 6494538 h 6858000"/>
              <a:gd name="connsiteX93" fmla="*/ 5094223 w 6096000"/>
              <a:gd name="connsiteY93" fmla="*/ 6556469 h 6858000"/>
              <a:gd name="connsiteX94" fmla="*/ 5017539 w 6096000"/>
              <a:gd name="connsiteY94" fmla="*/ 6556469 h 6858000"/>
              <a:gd name="connsiteX95" fmla="*/ 5042179 w 6096000"/>
              <a:gd name="connsiteY95" fmla="*/ 6588015 h 6858000"/>
              <a:gd name="connsiteX96" fmla="*/ 5067459 w 6096000"/>
              <a:gd name="connsiteY96" fmla="*/ 6571683 h 6858000"/>
              <a:gd name="connsiteX97" fmla="*/ 5094125 w 6096000"/>
              <a:gd name="connsiteY97" fmla="*/ 6571683 h 6858000"/>
              <a:gd name="connsiteX98" fmla="*/ 5042081 w 6096000"/>
              <a:gd name="connsiteY98" fmla="*/ 6608340 h 6858000"/>
              <a:gd name="connsiteX99" fmla="*/ 4990890 w 6096000"/>
              <a:gd name="connsiteY99" fmla="*/ 6562377 h 6858000"/>
              <a:gd name="connsiteX100" fmla="*/ 4964917 w 6096000"/>
              <a:gd name="connsiteY100" fmla="*/ 6637394 h 6858000"/>
              <a:gd name="connsiteX101" fmla="*/ 4975311 w 6096000"/>
              <a:gd name="connsiteY101" fmla="*/ 6651916 h 6858000"/>
              <a:gd name="connsiteX102" fmla="*/ 5247271 w 6096000"/>
              <a:gd name="connsiteY102" fmla="*/ 6651916 h 6858000"/>
              <a:gd name="connsiteX103" fmla="*/ 5231275 w 6096000"/>
              <a:gd name="connsiteY103" fmla="*/ 6618560 h 6858000"/>
              <a:gd name="connsiteX104" fmla="*/ 5256341 w 6096000"/>
              <a:gd name="connsiteY104" fmla="*/ 6618560 h 6858000"/>
              <a:gd name="connsiteX105" fmla="*/ 5277140 w 6096000"/>
              <a:gd name="connsiteY105" fmla="*/ 6636116 h 6858000"/>
              <a:gd name="connsiteX106" fmla="*/ 5304758 w 6096000"/>
              <a:gd name="connsiteY106" fmla="*/ 6612385 h 6858000"/>
              <a:gd name="connsiteX107" fmla="*/ 5304758 w 6096000"/>
              <a:gd name="connsiteY107" fmla="*/ 6591103 h 6858000"/>
              <a:gd name="connsiteX108" fmla="*/ 5304118 w 6096000"/>
              <a:gd name="connsiteY108" fmla="*/ 6591103 h 6858000"/>
              <a:gd name="connsiteX109" fmla="*/ 5269297 w 6096000"/>
              <a:gd name="connsiteY109" fmla="*/ 6608233 h 6858000"/>
              <a:gd name="connsiteX110" fmla="*/ 5226633 w 6096000"/>
              <a:gd name="connsiteY110" fmla="*/ 6554659 h 6858000"/>
              <a:gd name="connsiteX111" fmla="*/ 5269297 w 6096000"/>
              <a:gd name="connsiteY111" fmla="*/ 6494431 h 6858000"/>
              <a:gd name="connsiteX112" fmla="*/ 5304118 w 6096000"/>
              <a:gd name="connsiteY112" fmla="*/ 6512467 h 6858000"/>
              <a:gd name="connsiteX113" fmla="*/ 5304971 w 6096000"/>
              <a:gd name="connsiteY113" fmla="*/ 6512467 h 6858000"/>
              <a:gd name="connsiteX114" fmla="*/ 5304011 w 6096000"/>
              <a:gd name="connsiteY114" fmla="*/ 6496028 h 6858000"/>
              <a:gd name="connsiteX115" fmla="*/ 5330678 w 6096000"/>
              <a:gd name="connsiteY115" fmla="*/ 6496028 h 6858000"/>
              <a:gd name="connsiteX116" fmla="*/ 5330678 w 6096000"/>
              <a:gd name="connsiteY116" fmla="*/ 6606849 h 6858000"/>
              <a:gd name="connsiteX117" fmla="*/ 5310467 w 6096000"/>
              <a:gd name="connsiteY117" fmla="*/ 6651907 h 6858000"/>
              <a:gd name="connsiteX118" fmla="*/ 5393117 w 6096000"/>
              <a:gd name="connsiteY118" fmla="*/ 6651907 h 6858000"/>
              <a:gd name="connsiteX119" fmla="*/ 5413595 w 6096000"/>
              <a:gd name="connsiteY119" fmla="*/ 6637385 h 6858000"/>
              <a:gd name="connsiteX120" fmla="*/ 5424257 w 6096000"/>
              <a:gd name="connsiteY120" fmla="*/ 6606477 h 6858000"/>
              <a:gd name="connsiteX121" fmla="*/ 5396265 w 6096000"/>
              <a:gd name="connsiteY121" fmla="*/ 6608340 h 6858000"/>
              <a:gd name="connsiteX122" fmla="*/ 5344861 w 6096000"/>
              <a:gd name="connsiteY122" fmla="*/ 6551785 h 6858000"/>
              <a:gd name="connsiteX123" fmla="*/ 5396265 w 6096000"/>
              <a:gd name="connsiteY123" fmla="*/ 6494538 h 6858000"/>
              <a:gd name="connsiteX124" fmla="*/ 5447829 w 6096000"/>
              <a:gd name="connsiteY124" fmla="*/ 6538540 h 6858000"/>
              <a:gd name="connsiteX125" fmla="*/ 5474016 w 6096000"/>
              <a:gd name="connsiteY125" fmla="*/ 6462938 h 6858000"/>
              <a:gd name="connsiteX126" fmla="*/ 5463995 w 6096000"/>
              <a:gd name="connsiteY126" fmla="*/ 6448149 h 6858000"/>
              <a:gd name="connsiteX127" fmla="*/ 5463986 w 6096000"/>
              <a:gd name="connsiteY127" fmla="*/ 6448149 h 6858000"/>
              <a:gd name="connsiteX128" fmla="*/ 5212504 w 6096000"/>
              <a:gd name="connsiteY128" fmla="*/ 6448149 h 6858000"/>
              <a:gd name="connsiteX129" fmla="*/ 5212504 w 6096000"/>
              <a:gd name="connsiteY129" fmla="*/ 6607062 h 6858000"/>
              <a:gd name="connsiteX130" fmla="*/ 5185837 w 6096000"/>
              <a:gd name="connsiteY130" fmla="*/ 6607062 h 6858000"/>
              <a:gd name="connsiteX131" fmla="*/ 5186904 w 6096000"/>
              <a:gd name="connsiteY131" fmla="*/ 6590357 h 6858000"/>
              <a:gd name="connsiteX132" fmla="*/ 5186050 w 6096000"/>
              <a:gd name="connsiteY132" fmla="*/ 6590357 h 6858000"/>
              <a:gd name="connsiteX133" fmla="*/ 5151230 w 6096000"/>
              <a:gd name="connsiteY133" fmla="*/ 6608340 h 6858000"/>
              <a:gd name="connsiteX134" fmla="*/ 5108566 w 6096000"/>
              <a:gd name="connsiteY134" fmla="*/ 6548165 h 6858000"/>
              <a:gd name="connsiteX135" fmla="*/ 5151230 w 6096000"/>
              <a:gd name="connsiteY135" fmla="*/ 6494538 h 6858000"/>
              <a:gd name="connsiteX136" fmla="*/ 5184770 w 6096000"/>
              <a:gd name="connsiteY136" fmla="*/ 6510497 h 6858000"/>
              <a:gd name="connsiteX137" fmla="*/ 5185837 w 6096000"/>
              <a:gd name="connsiteY137" fmla="*/ 6510497 h 6858000"/>
              <a:gd name="connsiteX138" fmla="*/ 5185837 w 6096000"/>
              <a:gd name="connsiteY138" fmla="*/ 6448149 h 6858000"/>
              <a:gd name="connsiteX139" fmla="*/ 4713275 w 6096000"/>
              <a:gd name="connsiteY139" fmla="*/ 6448149 h 6858000"/>
              <a:gd name="connsiteX140" fmla="*/ 4713275 w 6096000"/>
              <a:gd name="connsiteY140" fmla="*/ 6607062 h 6858000"/>
              <a:gd name="connsiteX141" fmla="*/ 4739942 w 6096000"/>
              <a:gd name="connsiteY141" fmla="*/ 6607062 h 6858000"/>
              <a:gd name="connsiteX142" fmla="*/ 4739942 w 6096000"/>
              <a:gd name="connsiteY142" fmla="*/ 6448149 h 6858000"/>
              <a:gd name="connsiteX143" fmla="*/ 0 w 6096000"/>
              <a:gd name="connsiteY143" fmla="*/ 0 h 6858000"/>
              <a:gd name="connsiteX144" fmla="*/ 6096000 w 6096000"/>
              <a:gd name="connsiteY144" fmla="*/ 0 h 6858000"/>
              <a:gd name="connsiteX145" fmla="*/ 6096000 w 6096000"/>
              <a:gd name="connsiteY145" fmla="*/ 6858000 h 6858000"/>
              <a:gd name="connsiteX146" fmla="*/ 0 w 6096000"/>
              <a:gd name="connsiteY146" fmla="*/ 6858000 h 6858000"/>
              <a:gd name="connsiteX0" fmla="*/ 4902316 w 6184900"/>
              <a:gd name="connsiteY0" fmla="*/ 6557054 h 6858000"/>
              <a:gd name="connsiteX1" fmla="*/ 4926956 w 6184900"/>
              <a:gd name="connsiteY1" fmla="*/ 6573014 h 6858000"/>
              <a:gd name="connsiteX2" fmla="*/ 4902316 w 6184900"/>
              <a:gd name="connsiteY2" fmla="*/ 6590198 h 6858000"/>
              <a:gd name="connsiteX3" fmla="*/ 4877890 w 6184900"/>
              <a:gd name="connsiteY3" fmla="*/ 6573014 h 6858000"/>
              <a:gd name="connsiteX4" fmla="*/ 4902316 w 6184900"/>
              <a:gd name="connsiteY4" fmla="*/ 6557054 h 6858000"/>
              <a:gd name="connsiteX5" fmla="*/ 5460694 w 6184900"/>
              <a:gd name="connsiteY5" fmla="*/ 6556469 h 6858000"/>
              <a:gd name="connsiteX6" fmla="*/ 5485387 w 6184900"/>
              <a:gd name="connsiteY6" fmla="*/ 6588015 h 6858000"/>
              <a:gd name="connsiteX7" fmla="*/ 5510614 w 6184900"/>
              <a:gd name="connsiteY7" fmla="*/ 6571683 h 6858000"/>
              <a:gd name="connsiteX8" fmla="*/ 5525428 w 6184900"/>
              <a:gd name="connsiteY8" fmla="*/ 6571683 h 6858000"/>
              <a:gd name="connsiteX9" fmla="*/ 5530763 w 6184900"/>
              <a:gd name="connsiteY9" fmla="*/ 6556469 h 6858000"/>
              <a:gd name="connsiteX10" fmla="*/ 5460694 w 6184900"/>
              <a:gd name="connsiteY10" fmla="*/ 6556469 h 6858000"/>
              <a:gd name="connsiteX11" fmla="*/ 5485387 w 6184900"/>
              <a:gd name="connsiteY11" fmla="*/ 6515181 h 6858000"/>
              <a:gd name="connsiteX12" fmla="*/ 5460694 w 6184900"/>
              <a:gd name="connsiteY12" fmla="*/ 6539764 h 6858000"/>
              <a:gd name="connsiteX13" fmla="*/ 5460703 w 6184900"/>
              <a:gd name="connsiteY13" fmla="*/ 6539764 h 6858000"/>
              <a:gd name="connsiteX14" fmla="*/ 5510614 w 6184900"/>
              <a:gd name="connsiteY14" fmla="*/ 6539764 h 6858000"/>
              <a:gd name="connsiteX15" fmla="*/ 5485387 w 6184900"/>
              <a:gd name="connsiteY15" fmla="*/ 6515181 h 6858000"/>
              <a:gd name="connsiteX16" fmla="*/ 5366244 w 6184900"/>
              <a:gd name="connsiteY16" fmla="*/ 6514915 h 6858000"/>
              <a:gd name="connsiteX17" fmla="*/ 5342458 w 6184900"/>
              <a:gd name="connsiteY17" fmla="*/ 6548165 h 6858000"/>
              <a:gd name="connsiteX18" fmla="*/ 5366244 w 6184900"/>
              <a:gd name="connsiteY18" fmla="*/ 6588015 h 6858000"/>
              <a:gd name="connsiteX19" fmla="*/ 5392911 w 6184900"/>
              <a:gd name="connsiteY19" fmla="*/ 6548165 h 6858000"/>
              <a:gd name="connsiteX20" fmla="*/ 5366244 w 6184900"/>
              <a:gd name="connsiteY20" fmla="*/ 6514915 h 6858000"/>
              <a:gd name="connsiteX21" fmla="*/ 5247874 w 6184900"/>
              <a:gd name="connsiteY21" fmla="*/ 6514915 h 6858000"/>
              <a:gd name="connsiteX22" fmla="*/ 5224088 w 6184900"/>
              <a:gd name="connsiteY22" fmla="*/ 6548165 h 6858000"/>
              <a:gd name="connsiteX23" fmla="*/ 5247874 w 6184900"/>
              <a:gd name="connsiteY23" fmla="*/ 6588015 h 6858000"/>
              <a:gd name="connsiteX24" fmla="*/ 5274221 w 6184900"/>
              <a:gd name="connsiteY24" fmla="*/ 6548165 h 6858000"/>
              <a:gd name="connsiteX25" fmla="*/ 5247874 w 6184900"/>
              <a:gd name="connsiteY25" fmla="*/ 6514915 h 6858000"/>
              <a:gd name="connsiteX26" fmla="*/ 5131088 w 6184900"/>
              <a:gd name="connsiteY26" fmla="*/ 6514915 h 6858000"/>
              <a:gd name="connsiteX27" fmla="*/ 5131093 w 6184900"/>
              <a:gd name="connsiteY27" fmla="*/ 6514916 h 6858000"/>
              <a:gd name="connsiteX28" fmla="*/ 5110077 w 6184900"/>
              <a:gd name="connsiteY28" fmla="*/ 6519805 h 6858000"/>
              <a:gd name="connsiteX29" fmla="*/ 5106457 w 6184900"/>
              <a:gd name="connsiteY29" fmla="*/ 6539498 h 6858000"/>
              <a:gd name="connsiteX30" fmla="*/ 5156367 w 6184900"/>
              <a:gd name="connsiteY30" fmla="*/ 6539498 h 6858000"/>
              <a:gd name="connsiteX31" fmla="*/ 5151927 w 6184900"/>
              <a:gd name="connsiteY31" fmla="*/ 6518627 h 6858000"/>
              <a:gd name="connsiteX32" fmla="*/ 5131093 w 6184900"/>
              <a:gd name="connsiteY32" fmla="*/ 6514916 h 6858000"/>
              <a:gd name="connsiteX33" fmla="*/ 5131097 w 6184900"/>
              <a:gd name="connsiteY33" fmla="*/ 6514915 h 6858000"/>
              <a:gd name="connsiteX34" fmla="*/ 5131088 w 6184900"/>
              <a:gd name="connsiteY34" fmla="*/ 6514915 h 6858000"/>
              <a:gd name="connsiteX35" fmla="*/ 4726887 w 6184900"/>
              <a:gd name="connsiteY35" fmla="*/ 6514915 h 6858000"/>
              <a:gd name="connsiteX36" fmla="*/ 4752594 w 6184900"/>
              <a:gd name="connsiteY36" fmla="*/ 6551785 h 6858000"/>
              <a:gd name="connsiteX37" fmla="*/ 4726887 w 6184900"/>
              <a:gd name="connsiteY37" fmla="*/ 6588015 h 6858000"/>
              <a:gd name="connsiteX38" fmla="*/ 4701180 w 6184900"/>
              <a:gd name="connsiteY38" fmla="*/ 6551785 h 6858000"/>
              <a:gd name="connsiteX39" fmla="*/ 4726887 w 6184900"/>
              <a:gd name="connsiteY39" fmla="*/ 6514915 h 6858000"/>
              <a:gd name="connsiteX40" fmla="*/ 4903285 w 6184900"/>
              <a:gd name="connsiteY40" fmla="*/ 6494804 h 6858000"/>
              <a:gd name="connsiteX41" fmla="*/ 4855296 w 6184900"/>
              <a:gd name="connsiteY41" fmla="*/ 6528533 h 6858000"/>
              <a:gd name="connsiteX42" fmla="*/ 4881963 w 6184900"/>
              <a:gd name="connsiteY42" fmla="*/ 6528533 h 6858000"/>
              <a:gd name="connsiteX43" fmla="*/ 4902974 w 6184900"/>
              <a:gd name="connsiteY43" fmla="*/ 6513052 h 6858000"/>
              <a:gd name="connsiteX44" fmla="*/ 4926760 w 6184900"/>
              <a:gd name="connsiteY44" fmla="*/ 6537422 h 6858000"/>
              <a:gd name="connsiteX45" fmla="*/ 4926760 w 6184900"/>
              <a:gd name="connsiteY45" fmla="*/ 6551838 h 6858000"/>
              <a:gd name="connsiteX46" fmla="*/ 4926333 w 6184900"/>
              <a:gd name="connsiteY46" fmla="*/ 6551838 h 6858000"/>
              <a:gd name="connsiteX47" fmla="*/ 4893006 w 6184900"/>
              <a:gd name="connsiteY47" fmla="*/ 6539125 h 6858000"/>
              <a:gd name="connsiteX48" fmla="*/ 4851356 w 6184900"/>
              <a:gd name="connsiteY48" fmla="*/ 6573227 h 6858000"/>
              <a:gd name="connsiteX49" fmla="*/ 4893006 w 6184900"/>
              <a:gd name="connsiteY49" fmla="*/ 6608606 h 6858000"/>
              <a:gd name="connsiteX50" fmla="*/ 4927614 w 6184900"/>
              <a:gd name="connsiteY50" fmla="*/ 6593391 h 6858000"/>
              <a:gd name="connsiteX51" fmla="*/ 4928254 w 6184900"/>
              <a:gd name="connsiteY51" fmla="*/ 6593391 h 6858000"/>
              <a:gd name="connsiteX52" fmla="*/ 4927187 w 6184900"/>
              <a:gd name="connsiteY52" fmla="*/ 6607062 h 6858000"/>
              <a:gd name="connsiteX53" fmla="*/ 4953836 w 6184900"/>
              <a:gd name="connsiteY53" fmla="*/ 6607062 h 6858000"/>
              <a:gd name="connsiteX54" fmla="*/ 4953836 w 6184900"/>
              <a:gd name="connsiteY54" fmla="*/ 6537369 h 6858000"/>
              <a:gd name="connsiteX55" fmla="*/ 4903285 w 6184900"/>
              <a:gd name="connsiteY55" fmla="*/ 6494804 h 6858000"/>
              <a:gd name="connsiteX56" fmla="*/ 5034788 w 6184900"/>
              <a:gd name="connsiteY56" fmla="*/ 6494546 h 6858000"/>
              <a:gd name="connsiteX57" fmla="*/ 5005036 w 6184900"/>
              <a:gd name="connsiteY57" fmla="*/ 6510506 h 6858000"/>
              <a:gd name="connsiteX58" fmla="*/ 5003969 w 6184900"/>
              <a:gd name="connsiteY58" fmla="*/ 6510506 h 6858000"/>
              <a:gd name="connsiteX59" fmla="*/ 5004716 w 6184900"/>
              <a:gd name="connsiteY59" fmla="*/ 6496037 h 6858000"/>
              <a:gd name="connsiteX60" fmla="*/ 4978582 w 6184900"/>
              <a:gd name="connsiteY60" fmla="*/ 6496037 h 6858000"/>
              <a:gd name="connsiteX61" fmla="*/ 4978574 w 6184900"/>
              <a:gd name="connsiteY61" fmla="*/ 6496028 h 6858000"/>
              <a:gd name="connsiteX62" fmla="*/ 4978574 w 6184900"/>
              <a:gd name="connsiteY62" fmla="*/ 6607062 h 6858000"/>
              <a:gd name="connsiteX63" fmla="*/ 5005240 w 6184900"/>
              <a:gd name="connsiteY63" fmla="*/ 6607062 h 6858000"/>
              <a:gd name="connsiteX64" fmla="*/ 5005240 w 6184900"/>
              <a:gd name="connsiteY64" fmla="*/ 6538593 h 6858000"/>
              <a:gd name="connsiteX65" fmla="*/ 5025399 w 6184900"/>
              <a:gd name="connsiteY65" fmla="*/ 6515075 h 6858000"/>
              <a:gd name="connsiteX66" fmla="*/ 5038994 w 6184900"/>
              <a:gd name="connsiteY66" fmla="*/ 6532844 h 6858000"/>
              <a:gd name="connsiteX67" fmla="*/ 5038994 w 6184900"/>
              <a:gd name="connsiteY67" fmla="*/ 6538593 h 6858000"/>
              <a:gd name="connsiteX68" fmla="*/ 5064061 w 6184900"/>
              <a:gd name="connsiteY68" fmla="*/ 6538593 h 6858000"/>
              <a:gd name="connsiteX69" fmla="*/ 5064061 w 6184900"/>
              <a:gd name="connsiteY69" fmla="*/ 6529553 h 6858000"/>
              <a:gd name="connsiteX70" fmla="*/ 5034788 w 6184900"/>
              <a:gd name="connsiteY70" fmla="*/ 6494546 h 6858000"/>
              <a:gd name="connsiteX71" fmla="*/ 4726887 w 6184900"/>
              <a:gd name="connsiteY71" fmla="*/ 6494538 h 6858000"/>
              <a:gd name="connsiteX72" fmla="*/ 4674416 w 6184900"/>
              <a:gd name="connsiteY72" fmla="*/ 6551572 h 6858000"/>
              <a:gd name="connsiteX73" fmla="*/ 4726887 w 6184900"/>
              <a:gd name="connsiteY73" fmla="*/ 6608340 h 6858000"/>
              <a:gd name="connsiteX74" fmla="*/ 4779358 w 6184900"/>
              <a:gd name="connsiteY74" fmla="*/ 6551572 h 6858000"/>
              <a:gd name="connsiteX75" fmla="*/ 4726887 w 6184900"/>
              <a:gd name="connsiteY75" fmla="*/ 6494538 h 6858000"/>
              <a:gd name="connsiteX76" fmla="*/ 4606481 w 6184900"/>
              <a:gd name="connsiteY76" fmla="*/ 6494538 h 6858000"/>
              <a:gd name="connsiteX77" fmla="*/ 4555717 w 6184900"/>
              <a:gd name="connsiteY77" fmla="*/ 6525712 h 6858000"/>
              <a:gd name="connsiteX78" fmla="*/ 4604134 w 6184900"/>
              <a:gd name="connsiteY78" fmla="*/ 6560239 h 6858000"/>
              <a:gd name="connsiteX79" fmla="*/ 4631752 w 6184900"/>
              <a:gd name="connsiteY79" fmla="*/ 6575294 h 6858000"/>
              <a:gd name="connsiteX80" fmla="*/ 4606472 w 6184900"/>
              <a:gd name="connsiteY80" fmla="*/ 6590136 h 6858000"/>
              <a:gd name="connsiteX81" fmla="*/ 4582473 w 6184900"/>
              <a:gd name="connsiteY81" fmla="*/ 6572100 h 6858000"/>
              <a:gd name="connsiteX82" fmla="*/ 4555708 w 6184900"/>
              <a:gd name="connsiteY82" fmla="*/ 6572100 h 6858000"/>
              <a:gd name="connsiteX83" fmla="*/ 4606472 w 6184900"/>
              <a:gd name="connsiteY83" fmla="*/ 6608331 h 6858000"/>
              <a:gd name="connsiteX84" fmla="*/ 4658517 w 6184900"/>
              <a:gd name="connsiteY84" fmla="*/ 6575294 h 6858000"/>
              <a:gd name="connsiteX85" fmla="*/ 4608820 w 6184900"/>
              <a:gd name="connsiteY85" fmla="*/ 6539915 h 6858000"/>
              <a:gd name="connsiteX86" fmla="*/ 4582366 w 6184900"/>
              <a:gd name="connsiteY86" fmla="*/ 6527415 h 6858000"/>
              <a:gd name="connsiteX87" fmla="*/ 4606365 w 6184900"/>
              <a:gd name="connsiteY87" fmla="*/ 6512786 h 6858000"/>
              <a:gd name="connsiteX88" fmla="*/ 4627697 w 6184900"/>
              <a:gd name="connsiteY88" fmla="*/ 6526137 h 6858000"/>
              <a:gd name="connsiteX89" fmla="*/ 4654471 w 6184900"/>
              <a:gd name="connsiteY89" fmla="*/ 6526137 h 6858000"/>
              <a:gd name="connsiteX90" fmla="*/ 4606481 w 6184900"/>
              <a:gd name="connsiteY90" fmla="*/ 6494538 h 6858000"/>
              <a:gd name="connsiteX91" fmla="*/ 5134867 w 6184900"/>
              <a:gd name="connsiteY91" fmla="*/ 6448149 h 6858000"/>
              <a:gd name="connsiteX92" fmla="*/ 5114388 w 6184900"/>
              <a:gd name="connsiteY92" fmla="*/ 6462725 h 6858000"/>
              <a:gd name="connsiteX93" fmla="*/ 5102020 w 6184900"/>
              <a:gd name="connsiteY93" fmla="*/ 6498689 h 6858000"/>
              <a:gd name="connsiteX94" fmla="*/ 5131079 w 6184900"/>
              <a:gd name="connsiteY94" fmla="*/ 6494538 h 6858000"/>
              <a:gd name="connsiteX95" fmla="*/ 5183123 w 6184900"/>
              <a:gd name="connsiteY95" fmla="*/ 6556469 h 6858000"/>
              <a:gd name="connsiteX96" fmla="*/ 5106439 w 6184900"/>
              <a:gd name="connsiteY96" fmla="*/ 6556469 h 6858000"/>
              <a:gd name="connsiteX97" fmla="*/ 5131079 w 6184900"/>
              <a:gd name="connsiteY97" fmla="*/ 6588015 h 6858000"/>
              <a:gd name="connsiteX98" fmla="*/ 5156359 w 6184900"/>
              <a:gd name="connsiteY98" fmla="*/ 6571683 h 6858000"/>
              <a:gd name="connsiteX99" fmla="*/ 5183025 w 6184900"/>
              <a:gd name="connsiteY99" fmla="*/ 6571683 h 6858000"/>
              <a:gd name="connsiteX100" fmla="*/ 5130981 w 6184900"/>
              <a:gd name="connsiteY100" fmla="*/ 6608340 h 6858000"/>
              <a:gd name="connsiteX101" fmla="*/ 5079790 w 6184900"/>
              <a:gd name="connsiteY101" fmla="*/ 6562377 h 6858000"/>
              <a:gd name="connsiteX102" fmla="*/ 5053817 w 6184900"/>
              <a:gd name="connsiteY102" fmla="*/ 6637394 h 6858000"/>
              <a:gd name="connsiteX103" fmla="*/ 5064211 w 6184900"/>
              <a:gd name="connsiteY103" fmla="*/ 6651916 h 6858000"/>
              <a:gd name="connsiteX104" fmla="*/ 5336171 w 6184900"/>
              <a:gd name="connsiteY104" fmla="*/ 6651916 h 6858000"/>
              <a:gd name="connsiteX105" fmla="*/ 5320175 w 6184900"/>
              <a:gd name="connsiteY105" fmla="*/ 6618560 h 6858000"/>
              <a:gd name="connsiteX106" fmla="*/ 5345241 w 6184900"/>
              <a:gd name="connsiteY106" fmla="*/ 6618560 h 6858000"/>
              <a:gd name="connsiteX107" fmla="*/ 5366040 w 6184900"/>
              <a:gd name="connsiteY107" fmla="*/ 6636116 h 6858000"/>
              <a:gd name="connsiteX108" fmla="*/ 5393658 w 6184900"/>
              <a:gd name="connsiteY108" fmla="*/ 6612385 h 6858000"/>
              <a:gd name="connsiteX109" fmla="*/ 5393658 w 6184900"/>
              <a:gd name="connsiteY109" fmla="*/ 6591103 h 6858000"/>
              <a:gd name="connsiteX110" fmla="*/ 5393018 w 6184900"/>
              <a:gd name="connsiteY110" fmla="*/ 6591103 h 6858000"/>
              <a:gd name="connsiteX111" fmla="*/ 5358197 w 6184900"/>
              <a:gd name="connsiteY111" fmla="*/ 6608233 h 6858000"/>
              <a:gd name="connsiteX112" fmla="*/ 5315533 w 6184900"/>
              <a:gd name="connsiteY112" fmla="*/ 6554659 h 6858000"/>
              <a:gd name="connsiteX113" fmla="*/ 5358197 w 6184900"/>
              <a:gd name="connsiteY113" fmla="*/ 6494431 h 6858000"/>
              <a:gd name="connsiteX114" fmla="*/ 5393018 w 6184900"/>
              <a:gd name="connsiteY114" fmla="*/ 6512467 h 6858000"/>
              <a:gd name="connsiteX115" fmla="*/ 5393871 w 6184900"/>
              <a:gd name="connsiteY115" fmla="*/ 6512467 h 6858000"/>
              <a:gd name="connsiteX116" fmla="*/ 5392911 w 6184900"/>
              <a:gd name="connsiteY116" fmla="*/ 6496028 h 6858000"/>
              <a:gd name="connsiteX117" fmla="*/ 5419578 w 6184900"/>
              <a:gd name="connsiteY117" fmla="*/ 6496028 h 6858000"/>
              <a:gd name="connsiteX118" fmla="*/ 5419578 w 6184900"/>
              <a:gd name="connsiteY118" fmla="*/ 6606849 h 6858000"/>
              <a:gd name="connsiteX119" fmla="*/ 5399367 w 6184900"/>
              <a:gd name="connsiteY119" fmla="*/ 6651907 h 6858000"/>
              <a:gd name="connsiteX120" fmla="*/ 5482017 w 6184900"/>
              <a:gd name="connsiteY120" fmla="*/ 6651907 h 6858000"/>
              <a:gd name="connsiteX121" fmla="*/ 5502495 w 6184900"/>
              <a:gd name="connsiteY121" fmla="*/ 6637385 h 6858000"/>
              <a:gd name="connsiteX122" fmla="*/ 5513157 w 6184900"/>
              <a:gd name="connsiteY122" fmla="*/ 6606477 h 6858000"/>
              <a:gd name="connsiteX123" fmla="*/ 5485165 w 6184900"/>
              <a:gd name="connsiteY123" fmla="*/ 6608340 h 6858000"/>
              <a:gd name="connsiteX124" fmla="*/ 5433761 w 6184900"/>
              <a:gd name="connsiteY124" fmla="*/ 6551785 h 6858000"/>
              <a:gd name="connsiteX125" fmla="*/ 5485165 w 6184900"/>
              <a:gd name="connsiteY125" fmla="*/ 6494538 h 6858000"/>
              <a:gd name="connsiteX126" fmla="*/ 5536729 w 6184900"/>
              <a:gd name="connsiteY126" fmla="*/ 6538540 h 6858000"/>
              <a:gd name="connsiteX127" fmla="*/ 5562916 w 6184900"/>
              <a:gd name="connsiteY127" fmla="*/ 6462938 h 6858000"/>
              <a:gd name="connsiteX128" fmla="*/ 5552895 w 6184900"/>
              <a:gd name="connsiteY128" fmla="*/ 6448149 h 6858000"/>
              <a:gd name="connsiteX129" fmla="*/ 5552886 w 6184900"/>
              <a:gd name="connsiteY129" fmla="*/ 6448149 h 6858000"/>
              <a:gd name="connsiteX130" fmla="*/ 5301404 w 6184900"/>
              <a:gd name="connsiteY130" fmla="*/ 6448149 h 6858000"/>
              <a:gd name="connsiteX131" fmla="*/ 5301404 w 6184900"/>
              <a:gd name="connsiteY131" fmla="*/ 6607062 h 6858000"/>
              <a:gd name="connsiteX132" fmla="*/ 5274737 w 6184900"/>
              <a:gd name="connsiteY132" fmla="*/ 6607062 h 6858000"/>
              <a:gd name="connsiteX133" fmla="*/ 5275804 w 6184900"/>
              <a:gd name="connsiteY133" fmla="*/ 6590357 h 6858000"/>
              <a:gd name="connsiteX134" fmla="*/ 5274950 w 6184900"/>
              <a:gd name="connsiteY134" fmla="*/ 6590357 h 6858000"/>
              <a:gd name="connsiteX135" fmla="*/ 5240130 w 6184900"/>
              <a:gd name="connsiteY135" fmla="*/ 6608340 h 6858000"/>
              <a:gd name="connsiteX136" fmla="*/ 5197466 w 6184900"/>
              <a:gd name="connsiteY136" fmla="*/ 6548165 h 6858000"/>
              <a:gd name="connsiteX137" fmla="*/ 5240130 w 6184900"/>
              <a:gd name="connsiteY137" fmla="*/ 6494538 h 6858000"/>
              <a:gd name="connsiteX138" fmla="*/ 5273670 w 6184900"/>
              <a:gd name="connsiteY138" fmla="*/ 6510497 h 6858000"/>
              <a:gd name="connsiteX139" fmla="*/ 5274737 w 6184900"/>
              <a:gd name="connsiteY139" fmla="*/ 6510497 h 6858000"/>
              <a:gd name="connsiteX140" fmla="*/ 5274737 w 6184900"/>
              <a:gd name="connsiteY140" fmla="*/ 6448149 h 6858000"/>
              <a:gd name="connsiteX141" fmla="*/ 5134867 w 6184900"/>
              <a:gd name="connsiteY141" fmla="*/ 6448149 h 6858000"/>
              <a:gd name="connsiteX142" fmla="*/ 4802175 w 6184900"/>
              <a:gd name="connsiteY142" fmla="*/ 6448149 h 6858000"/>
              <a:gd name="connsiteX143" fmla="*/ 4802175 w 6184900"/>
              <a:gd name="connsiteY143" fmla="*/ 6607062 h 6858000"/>
              <a:gd name="connsiteX144" fmla="*/ 4828842 w 6184900"/>
              <a:gd name="connsiteY144" fmla="*/ 6607062 h 6858000"/>
              <a:gd name="connsiteX145" fmla="*/ 4828842 w 6184900"/>
              <a:gd name="connsiteY145" fmla="*/ 6448149 h 6858000"/>
              <a:gd name="connsiteX146" fmla="*/ 4802175 w 6184900"/>
              <a:gd name="connsiteY146" fmla="*/ 6448149 h 6858000"/>
              <a:gd name="connsiteX147" fmla="*/ 0 w 6184900"/>
              <a:gd name="connsiteY147" fmla="*/ 0 h 6858000"/>
              <a:gd name="connsiteX148" fmla="*/ 6184900 w 6184900"/>
              <a:gd name="connsiteY148" fmla="*/ 0 h 6858000"/>
              <a:gd name="connsiteX149" fmla="*/ 6184900 w 6184900"/>
              <a:gd name="connsiteY149" fmla="*/ 6858000 h 6858000"/>
              <a:gd name="connsiteX150" fmla="*/ 88900 w 6184900"/>
              <a:gd name="connsiteY150" fmla="*/ 6858000 h 6858000"/>
              <a:gd name="connsiteX151" fmla="*/ 0 w 6184900"/>
              <a:gd name="connsiteY151" fmla="*/ 0 h 6858000"/>
              <a:gd name="connsiteX0" fmla="*/ 4902316 w 6184900"/>
              <a:gd name="connsiteY0" fmla="*/ 6557054 h 6858000"/>
              <a:gd name="connsiteX1" fmla="*/ 4926956 w 6184900"/>
              <a:gd name="connsiteY1" fmla="*/ 6573014 h 6858000"/>
              <a:gd name="connsiteX2" fmla="*/ 4902316 w 6184900"/>
              <a:gd name="connsiteY2" fmla="*/ 6590198 h 6858000"/>
              <a:gd name="connsiteX3" fmla="*/ 4877890 w 6184900"/>
              <a:gd name="connsiteY3" fmla="*/ 6573014 h 6858000"/>
              <a:gd name="connsiteX4" fmla="*/ 4902316 w 6184900"/>
              <a:gd name="connsiteY4" fmla="*/ 6557054 h 6858000"/>
              <a:gd name="connsiteX5" fmla="*/ 5460694 w 6184900"/>
              <a:gd name="connsiteY5" fmla="*/ 6556469 h 6858000"/>
              <a:gd name="connsiteX6" fmla="*/ 5485387 w 6184900"/>
              <a:gd name="connsiteY6" fmla="*/ 6588015 h 6858000"/>
              <a:gd name="connsiteX7" fmla="*/ 5510614 w 6184900"/>
              <a:gd name="connsiteY7" fmla="*/ 6571683 h 6858000"/>
              <a:gd name="connsiteX8" fmla="*/ 5525428 w 6184900"/>
              <a:gd name="connsiteY8" fmla="*/ 6571683 h 6858000"/>
              <a:gd name="connsiteX9" fmla="*/ 5530763 w 6184900"/>
              <a:gd name="connsiteY9" fmla="*/ 6556469 h 6858000"/>
              <a:gd name="connsiteX10" fmla="*/ 5460694 w 6184900"/>
              <a:gd name="connsiteY10" fmla="*/ 6556469 h 6858000"/>
              <a:gd name="connsiteX11" fmla="*/ 5485387 w 6184900"/>
              <a:gd name="connsiteY11" fmla="*/ 6515181 h 6858000"/>
              <a:gd name="connsiteX12" fmla="*/ 5460694 w 6184900"/>
              <a:gd name="connsiteY12" fmla="*/ 6539764 h 6858000"/>
              <a:gd name="connsiteX13" fmla="*/ 5460703 w 6184900"/>
              <a:gd name="connsiteY13" fmla="*/ 6539764 h 6858000"/>
              <a:gd name="connsiteX14" fmla="*/ 5510614 w 6184900"/>
              <a:gd name="connsiteY14" fmla="*/ 6539764 h 6858000"/>
              <a:gd name="connsiteX15" fmla="*/ 5485387 w 6184900"/>
              <a:gd name="connsiteY15" fmla="*/ 6515181 h 6858000"/>
              <a:gd name="connsiteX16" fmla="*/ 5366244 w 6184900"/>
              <a:gd name="connsiteY16" fmla="*/ 6514915 h 6858000"/>
              <a:gd name="connsiteX17" fmla="*/ 5342458 w 6184900"/>
              <a:gd name="connsiteY17" fmla="*/ 6548165 h 6858000"/>
              <a:gd name="connsiteX18" fmla="*/ 5366244 w 6184900"/>
              <a:gd name="connsiteY18" fmla="*/ 6588015 h 6858000"/>
              <a:gd name="connsiteX19" fmla="*/ 5392911 w 6184900"/>
              <a:gd name="connsiteY19" fmla="*/ 6548165 h 6858000"/>
              <a:gd name="connsiteX20" fmla="*/ 5366244 w 6184900"/>
              <a:gd name="connsiteY20" fmla="*/ 6514915 h 6858000"/>
              <a:gd name="connsiteX21" fmla="*/ 5247874 w 6184900"/>
              <a:gd name="connsiteY21" fmla="*/ 6514915 h 6858000"/>
              <a:gd name="connsiteX22" fmla="*/ 5224088 w 6184900"/>
              <a:gd name="connsiteY22" fmla="*/ 6548165 h 6858000"/>
              <a:gd name="connsiteX23" fmla="*/ 5247874 w 6184900"/>
              <a:gd name="connsiteY23" fmla="*/ 6588015 h 6858000"/>
              <a:gd name="connsiteX24" fmla="*/ 5274221 w 6184900"/>
              <a:gd name="connsiteY24" fmla="*/ 6548165 h 6858000"/>
              <a:gd name="connsiteX25" fmla="*/ 5247874 w 6184900"/>
              <a:gd name="connsiteY25" fmla="*/ 6514915 h 6858000"/>
              <a:gd name="connsiteX26" fmla="*/ 5131088 w 6184900"/>
              <a:gd name="connsiteY26" fmla="*/ 6514915 h 6858000"/>
              <a:gd name="connsiteX27" fmla="*/ 5131093 w 6184900"/>
              <a:gd name="connsiteY27" fmla="*/ 6514916 h 6858000"/>
              <a:gd name="connsiteX28" fmla="*/ 5110077 w 6184900"/>
              <a:gd name="connsiteY28" fmla="*/ 6519805 h 6858000"/>
              <a:gd name="connsiteX29" fmla="*/ 5106457 w 6184900"/>
              <a:gd name="connsiteY29" fmla="*/ 6539498 h 6858000"/>
              <a:gd name="connsiteX30" fmla="*/ 5156367 w 6184900"/>
              <a:gd name="connsiteY30" fmla="*/ 6539498 h 6858000"/>
              <a:gd name="connsiteX31" fmla="*/ 5151927 w 6184900"/>
              <a:gd name="connsiteY31" fmla="*/ 6518627 h 6858000"/>
              <a:gd name="connsiteX32" fmla="*/ 5131093 w 6184900"/>
              <a:gd name="connsiteY32" fmla="*/ 6514916 h 6858000"/>
              <a:gd name="connsiteX33" fmla="*/ 5131097 w 6184900"/>
              <a:gd name="connsiteY33" fmla="*/ 6514915 h 6858000"/>
              <a:gd name="connsiteX34" fmla="*/ 5131088 w 6184900"/>
              <a:gd name="connsiteY34" fmla="*/ 6514915 h 6858000"/>
              <a:gd name="connsiteX35" fmla="*/ 4726887 w 6184900"/>
              <a:gd name="connsiteY35" fmla="*/ 6514915 h 6858000"/>
              <a:gd name="connsiteX36" fmla="*/ 4752594 w 6184900"/>
              <a:gd name="connsiteY36" fmla="*/ 6551785 h 6858000"/>
              <a:gd name="connsiteX37" fmla="*/ 4726887 w 6184900"/>
              <a:gd name="connsiteY37" fmla="*/ 6588015 h 6858000"/>
              <a:gd name="connsiteX38" fmla="*/ 4701180 w 6184900"/>
              <a:gd name="connsiteY38" fmla="*/ 6551785 h 6858000"/>
              <a:gd name="connsiteX39" fmla="*/ 4726887 w 6184900"/>
              <a:gd name="connsiteY39" fmla="*/ 6514915 h 6858000"/>
              <a:gd name="connsiteX40" fmla="*/ 4903285 w 6184900"/>
              <a:gd name="connsiteY40" fmla="*/ 6494804 h 6858000"/>
              <a:gd name="connsiteX41" fmla="*/ 4855296 w 6184900"/>
              <a:gd name="connsiteY41" fmla="*/ 6528533 h 6858000"/>
              <a:gd name="connsiteX42" fmla="*/ 4881963 w 6184900"/>
              <a:gd name="connsiteY42" fmla="*/ 6528533 h 6858000"/>
              <a:gd name="connsiteX43" fmla="*/ 4902974 w 6184900"/>
              <a:gd name="connsiteY43" fmla="*/ 6513052 h 6858000"/>
              <a:gd name="connsiteX44" fmla="*/ 4926760 w 6184900"/>
              <a:gd name="connsiteY44" fmla="*/ 6537422 h 6858000"/>
              <a:gd name="connsiteX45" fmla="*/ 4926760 w 6184900"/>
              <a:gd name="connsiteY45" fmla="*/ 6551838 h 6858000"/>
              <a:gd name="connsiteX46" fmla="*/ 4926333 w 6184900"/>
              <a:gd name="connsiteY46" fmla="*/ 6551838 h 6858000"/>
              <a:gd name="connsiteX47" fmla="*/ 4893006 w 6184900"/>
              <a:gd name="connsiteY47" fmla="*/ 6539125 h 6858000"/>
              <a:gd name="connsiteX48" fmla="*/ 4851356 w 6184900"/>
              <a:gd name="connsiteY48" fmla="*/ 6573227 h 6858000"/>
              <a:gd name="connsiteX49" fmla="*/ 4893006 w 6184900"/>
              <a:gd name="connsiteY49" fmla="*/ 6608606 h 6858000"/>
              <a:gd name="connsiteX50" fmla="*/ 4927614 w 6184900"/>
              <a:gd name="connsiteY50" fmla="*/ 6593391 h 6858000"/>
              <a:gd name="connsiteX51" fmla="*/ 4928254 w 6184900"/>
              <a:gd name="connsiteY51" fmla="*/ 6593391 h 6858000"/>
              <a:gd name="connsiteX52" fmla="*/ 4927187 w 6184900"/>
              <a:gd name="connsiteY52" fmla="*/ 6607062 h 6858000"/>
              <a:gd name="connsiteX53" fmla="*/ 4953836 w 6184900"/>
              <a:gd name="connsiteY53" fmla="*/ 6607062 h 6858000"/>
              <a:gd name="connsiteX54" fmla="*/ 4953836 w 6184900"/>
              <a:gd name="connsiteY54" fmla="*/ 6537369 h 6858000"/>
              <a:gd name="connsiteX55" fmla="*/ 4903285 w 6184900"/>
              <a:gd name="connsiteY55" fmla="*/ 6494804 h 6858000"/>
              <a:gd name="connsiteX56" fmla="*/ 5034788 w 6184900"/>
              <a:gd name="connsiteY56" fmla="*/ 6494546 h 6858000"/>
              <a:gd name="connsiteX57" fmla="*/ 5005036 w 6184900"/>
              <a:gd name="connsiteY57" fmla="*/ 6510506 h 6858000"/>
              <a:gd name="connsiteX58" fmla="*/ 5003969 w 6184900"/>
              <a:gd name="connsiteY58" fmla="*/ 6510506 h 6858000"/>
              <a:gd name="connsiteX59" fmla="*/ 5004716 w 6184900"/>
              <a:gd name="connsiteY59" fmla="*/ 6496037 h 6858000"/>
              <a:gd name="connsiteX60" fmla="*/ 4978582 w 6184900"/>
              <a:gd name="connsiteY60" fmla="*/ 6496037 h 6858000"/>
              <a:gd name="connsiteX61" fmla="*/ 4978574 w 6184900"/>
              <a:gd name="connsiteY61" fmla="*/ 6496028 h 6858000"/>
              <a:gd name="connsiteX62" fmla="*/ 4978574 w 6184900"/>
              <a:gd name="connsiteY62" fmla="*/ 6607062 h 6858000"/>
              <a:gd name="connsiteX63" fmla="*/ 5005240 w 6184900"/>
              <a:gd name="connsiteY63" fmla="*/ 6607062 h 6858000"/>
              <a:gd name="connsiteX64" fmla="*/ 5005240 w 6184900"/>
              <a:gd name="connsiteY64" fmla="*/ 6538593 h 6858000"/>
              <a:gd name="connsiteX65" fmla="*/ 5025399 w 6184900"/>
              <a:gd name="connsiteY65" fmla="*/ 6515075 h 6858000"/>
              <a:gd name="connsiteX66" fmla="*/ 5038994 w 6184900"/>
              <a:gd name="connsiteY66" fmla="*/ 6532844 h 6858000"/>
              <a:gd name="connsiteX67" fmla="*/ 5038994 w 6184900"/>
              <a:gd name="connsiteY67" fmla="*/ 6538593 h 6858000"/>
              <a:gd name="connsiteX68" fmla="*/ 5064061 w 6184900"/>
              <a:gd name="connsiteY68" fmla="*/ 6538593 h 6858000"/>
              <a:gd name="connsiteX69" fmla="*/ 5064061 w 6184900"/>
              <a:gd name="connsiteY69" fmla="*/ 6529553 h 6858000"/>
              <a:gd name="connsiteX70" fmla="*/ 5034788 w 6184900"/>
              <a:gd name="connsiteY70" fmla="*/ 6494546 h 6858000"/>
              <a:gd name="connsiteX71" fmla="*/ 4726887 w 6184900"/>
              <a:gd name="connsiteY71" fmla="*/ 6494538 h 6858000"/>
              <a:gd name="connsiteX72" fmla="*/ 4674416 w 6184900"/>
              <a:gd name="connsiteY72" fmla="*/ 6551572 h 6858000"/>
              <a:gd name="connsiteX73" fmla="*/ 4726887 w 6184900"/>
              <a:gd name="connsiteY73" fmla="*/ 6608340 h 6858000"/>
              <a:gd name="connsiteX74" fmla="*/ 4779358 w 6184900"/>
              <a:gd name="connsiteY74" fmla="*/ 6551572 h 6858000"/>
              <a:gd name="connsiteX75" fmla="*/ 4726887 w 6184900"/>
              <a:gd name="connsiteY75" fmla="*/ 6494538 h 6858000"/>
              <a:gd name="connsiteX76" fmla="*/ 4606481 w 6184900"/>
              <a:gd name="connsiteY76" fmla="*/ 6494538 h 6858000"/>
              <a:gd name="connsiteX77" fmla="*/ 4555717 w 6184900"/>
              <a:gd name="connsiteY77" fmla="*/ 6525712 h 6858000"/>
              <a:gd name="connsiteX78" fmla="*/ 4604134 w 6184900"/>
              <a:gd name="connsiteY78" fmla="*/ 6560239 h 6858000"/>
              <a:gd name="connsiteX79" fmla="*/ 4631752 w 6184900"/>
              <a:gd name="connsiteY79" fmla="*/ 6575294 h 6858000"/>
              <a:gd name="connsiteX80" fmla="*/ 4606472 w 6184900"/>
              <a:gd name="connsiteY80" fmla="*/ 6590136 h 6858000"/>
              <a:gd name="connsiteX81" fmla="*/ 4582473 w 6184900"/>
              <a:gd name="connsiteY81" fmla="*/ 6572100 h 6858000"/>
              <a:gd name="connsiteX82" fmla="*/ 4555708 w 6184900"/>
              <a:gd name="connsiteY82" fmla="*/ 6572100 h 6858000"/>
              <a:gd name="connsiteX83" fmla="*/ 4606472 w 6184900"/>
              <a:gd name="connsiteY83" fmla="*/ 6608331 h 6858000"/>
              <a:gd name="connsiteX84" fmla="*/ 4658517 w 6184900"/>
              <a:gd name="connsiteY84" fmla="*/ 6575294 h 6858000"/>
              <a:gd name="connsiteX85" fmla="*/ 4608820 w 6184900"/>
              <a:gd name="connsiteY85" fmla="*/ 6539915 h 6858000"/>
              <a:gd name="connsiteX86" fmla="*/ 4582366 w 6184900"/>
              <a:gd name="connsiteY86" fmla="*/ 6527415 h 6858000"/>
              <a:gd name="connsiteX87" fmla="*/ 4606365 w 6184900"/>
              <a:gd name="connsiteY87" fmla="*/ 6512786 h 6858000"/>
              <a:gd name="connsiteX88" fmla="*/ 4627697 w 6184900"/>
              <a:gd name="connsiteY88" fmla="*/ 6526137 h 6858000"/>
              <a:gd name="connsiteX89" fmla="*/ 4654471 w 6184900"/>
              <a:gd name="connsiteY89" fmla="*/ 6526137 h 6858000"/>
              <a:gd name="connsiteX90" fmla="*/ 4606481 w 6184900"/>
              <a:gd name="connsiteY90" fmla="*/ 6494538 h 6858000"/>
              <a:gd name="connsiteX91" fmla="*/ 5134867 w 6184900"/>
              <a:gd name="connsiteY91" fmla="*/ 6448149 h 6858000"/>
              <a:gd name="connsiteX92" fmla="*/ 5114388 w 6184900"/>
              <a:gd name="connsiteY92" fmla="*/ 6462725 h 6858000"/>
              <a:gd name="connsiteX93" fmla="*/ 5102020 w 6184900"/>
              <a:gd name="connsiteY93" fmla="*/ 6498689 h 6858000"/>
              <a:gd name="connsiteX94" fmla="*/ 5131079 w 6184900"/>
              <a:gd name="connsiteY94" fmla="*/ 6494538 h 6858000"/>
              <a:gd name="connsiteX95" fmla="*/ 5183123 w 6184900"/>
              <a:gd name="connsiteY95" fmla="*/ 6556469 h 6858000"/>
              <a:gd name="connsiteX96" fmla="*/ 5106439 w 6184900"/>
              <a:gd name="connsiteY96" fmla="*/ 6556469 h 6858000"/>
              <a:gd name="connsiteX97" fmla="*/ 5131079 w 6184900"/>
              <a:gd name="connsiteY97" fmla="*/ 6588015 h 6858000"/>
              <a:gd name="connsiteX98" fmla="*/ 5156359 w 6184900"/>
              <a:gd name="connsiteY98" fmla="*/ 6571683 h 6858000"/>
              <a:gd name="connsiteX99" fmla="*/ 5183025 w 6184900"/>
              <a:gd name="connsiteY99" fmla="*/ 6571683 h 6858000"/>
              <a:gd name="connsiteX100" fmla="*/ 5130981 w 6184900"/>
              <a:gd name="connsiteY100" fmla="*/ 6608340 h 6858000"/>
              <a:gd name="connsiteX101" fmla="*/ 5079790 w 6184900"/>
              <a:gd name="connsiteY101" fmla="*/ 6562377 h 6858000"/>
              <a:gd name="connsiteX102" fmla="*/ 5053817 w 6184900"/>
              <a:gd name="connsiteY102" fmla="*/ 6637394 h 6858000"/>
              <a:gd name="connsiteX103" fmla="*/ 5064211 w 6184900"/>
              <a:gd name="connsiteY103" fmla="*/ 6651916 h 6858000"/>
              <a:gd name="connsiteX104" fmla="*/ 5336171 w 6184900"/>
              <a:gd name="connsiteY104" fmla="*/ 6651916 h 6858000"/>
              <a:gd name="connsiteX105" fmla="*/ 5320175 w 6184900"/>
              <a:gd name="connsiteY105" fmla="*/ 6618560 h 6858000"/>
              <a:gd name="connsiteX106" fmla="*/ 5345241 w 6184900"/>
              <a:gd name="connsiteY106" fmla="*/ 6618560 h 6858000"/>
              <a:gd name="connsiteX107" fmla="*/ 5366040 w 6184900"/>
              <a:gd name="connsiteY107" fmla="*/ 6636116 h 6858000"/>
              <a:gd name="connsiteX108" fmla="*/ 5393658 w 6184900"/>
              <a:gd name="connsiteY108" fmla="*/ 6612385 h 6858000"/>
              <a:gd name="connsiteX109" fmla="*/ 5393658 w 6184900"/>
              <a:gd name="connsiteY109" fmla="*/ 6591103 h 6858000"/>
              <a:gd name="connsiteX110" fmla="*/ 5393018 w 6184900"/>
              <a:gd name="connsiteY110" fmla="*/ 6591103 h 6858000"/>
              <a:gd name="connsiteX111" fmla="*/ 5358197 w 6184900"/>
              <a:gd name="connsiteY111" fmla="*/ 6608233 h 6858000"/>
              <a:gd name="connsiteX112" fmla="*/ 5315533 w 6184900"/>
              <a:gd name="connsiteY112" fmla="*/ 6554659 h 6858000"/>
              <a:gd name="connsiteX113" fmla="*/ 5358197 w 6184900"/>
              <a:gd name="connsiteY113" fmla="*/ 6494431 h 6858000"/>
              <a:gd name="connsiteX114" fmla="*/ 5393018 w 6184900"/>
              <a:gd name="connsiteY114" fmla="*/ 6512467 h 6858000"/>
              <a:gd name="connsiteX115" fmla="*/ 5393871 w 6184900"/>
              <a:gd name="connsiteY115" fmla="*/ 6512467 h 6858000"/>
              <a:gd name="connsiteX116" fmla="*/ 5392911 w 6184900"/>
              <a:gd name="connsiteY116" fmla="*/ 6496028 h 6858000"/>
              <a:gd name="connsiteX117" fmla="*/ 5419578 w 6184900"/>
              <a:gd name="connsiteY117" fmla="*/ 6496028 h 6858000"/>
              <a:gd name="connsiteX118" fmla="*/ 5419578 w 6184900"/>
              <a:gd name="connsiteY118" fmla="*/ 6606849 h 6858000"/>
              <a:gd name="connsiteX119" fmla="*/ 5399367 w 6184900"/>
              <a:gd name="connsiteY119" fmla="*/ 6651907 h 6858000"/>
              <a:gd name="connsiteX120" fmla="*/ 5482017 w 6184900"/>
              <a:gd name="connsiteY120" fmla="*/ 6651907 h 6858000"/>
              <a:gd name="connsiteX121" fmla="*/ 5502495 w 6184900"/>
              <a:gd name="connsiteY121" fmla="*/ 6637385 h 6858000"/>
              <a:gd name="connsiteX122" fmla="*/ 5513157 w 6184900"/>
              <a:gd name="connsiteY122" fmla="*/ 6606477 h 6858000"/>
              <a:gd name="connsiteX123" fmla="*/ 5485165 w 6184900"/>
              <a:gd name="connsiteY123" fmla="*/ 6608340 h 6858000"/>
              <a:gd name="connsiteX124" fmla="*/ 5433761 w 6184900"/>
              <a:gd name="connsiteY124" fmla="*/ 6551785 h 6858000"/>
              <a:gd name="connsiteX125" fmla="*/ 5485165 w 6184900"/>
              <a:gd name="connsiteY125" fmla="*/ 6494538 h 6858000"/>
              <a:gd name="connsiteX126" fmla="*/ 5536729 w 6184900"/>
              <a:gd name="connsiteY126" fmla="*/ 6538540 h 6858000"/>
              <a:gd name="connsiteX127" fmla="*/ 5562916 w 6184900"/>
              <a:gd name="connsiteY127" fmla="*/ 6462938 h 6858000"/>
              <a:gd name="connsiteX128" fmla="*/ 5552895 w 6184900"/>
              <a:gd name="connsiteY128" fmla="*/ 6448149 h 6858000"/>
              <a:gd name="connsiteX129" fmla="*/ 5552886 w 6184900"/>
              <a:gd name="connsiteY129" fmla="*/ 6448149 h 6858000"/>
              <a:gd name="connsiteX130" fmla="*/ 5301404 w 6184900"/>
              <a:gd name="connsiteY130" fmla="*/ 6448149 h 6858000"/>
              <a:gd name="connsiteX131" fmla="*/ 5301404 w 6184900"/>
              <a:gd name="connsiteY131" fmla="*/ 6607062 h 6858000"/>
              <a:gd name="connsiteX132" fmla="*/ 5274737 w 6184900"/>
              <a:gd name="connsiteY132" fmla="*/ 6607062 h 6858000"/>
              <a:gd name="connsiteX133" fmla="*/ 5275804 w 6184900"/>
              <a:gd name="connsiteY133" fmla="*/ 6590357 h 6858000"/>
              <a:gd name="connsiteX134" fmla="*/ 5274950 w 6184900"/>
              <a:gd name="connsiteY134" fmla="*/ 6590357 h 6858000"/>
              <a:gd name="connsiteX135" fmla="*/ 5240130 w 6184900"/>
              <a:gd name="connsiteY135" fmla="*/ 6608340 h 6858000"/>
              <a:gd name="connsiteX136" fmla="*/ 5197466 w 6184900"/>
              <a:gd name="connsiteY136" fmla="*/ 6548165 h 6858000"/>
              <a:gd name="connsiteX137" fmla="*/ 5240130 w 6184900"/>
              <a:gd name="connsiteY137" fmla="*/ 6494538 h 6858000"/>
              <a:gd name="connsiteX138" fmla="*/ 5273670 w 6184900"/>
              <a:gd name="connsiteY138" fmla="*/ 6510497 h 6858000"/>
              <a:gd name="connsiteX139" fmla="*/ 5274737 w 6184900"/>
              <a:gd name="connsiteY139" fmla="*/ 6510497 h 6858000"/>
              <a:gd name="connsiteX140" fmla="*/ 5274737 w 6184900"/>
              <a:gd name="connsiteY140" fmla="*/ 6448149 h 6858000"/>
              <a:gd name="connsiteX141" fmla="*/ 5134867 w 6184900"/>
              <a:gd name="connsiteY141" fmla="*/ 6448149 h 6858000"/>
              <a:gd name="connsiteX142" fmla="*/ 4802175 w 6184900"/>
              <a:gd name="connsiteY142" fmla="*/ 6448149 h 6858000"/>
              <a:gd name="connsiteX143" fmla="*/ 4802175 w 6184900"/>
              <a:gd name="connsiteY143" fmla="*/ 6607062 h 6858000"/>
              <a:gd name="connsiteX144" fmla="*/ 4828842 w 6184900"/>
              <a:gd name="connsiteY144" fmla="*/ 6607062 h 6858000"/>
              <a:gd name="connsiteX145" fmla="*/ 4828842 w 6184900"/>
              <a:gd name="connsiteY145" fmla="*/ 6448149 h 6858000"/>
              <a:gd name="connsiteX146" fmla="*/ 4802175 w 6184900"/>
              <a:gd name="connsiteY146" fmla="*/ 6448149 h 6858000"/>
              <a:gd name="connsiteX147" fmla="*/ 0 w 6184900"/>
              <a:gd name="connsiteY147" fmla="*/ 0 h 6858000"/>
              <a:gd name="connsiteX148" fmla="*/ 6184900 w 6184900"/>
              <a:gd name="connsiteY148" fmla="*/ 0 h 6858000"/>
              <a:gd name="connsiteX149" fmla="*/ 6184900 w 6184900"/>
              <a:gd name="connsiteY149" fmla="*/ 6858000 h 6858000"/>
              <a:gd name="connsiteX150" fmla="*/ 0 w 6184900"/>
              <a:gd name="connsiteY150" fmla="*/ 6858000 h 6858000"/>
              <a:gd name="connsiteX151" fmla="*/ 0 w 6184900"/>
              <a:gd name="connsiteY15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</a:cxnLst>
            <a:rect l="l" t="t" r="r" b="b"/>
            <a:pathLst>
              <a:path w="6184900" h="6858000">
                <a:moveTo>
                  <a:pt x="4902316" y="6557054"/>
                </a:moveTo>
                <a:lnTo>
                  <a:pt x="4926956" y="6573014"/>
                </a:lnTo>
                <a:cubicBezTo>
                  <a:pt x="4926956" y="6588548"/>
                  <a:pt x="4916294" y="6590198"/>
                  <a:pt x="4902316" y="6590198"/>
                </a:cubicBezTo>
                <a:cubicBezTo>
                  <a:pt x="4884292" y="6590198"/>
                  <a:pt x="4877890" y="6588707"/>
                  <a:pt x="4877890" y="6573014"/>
                </a:cubicBezTo>
                <a:cubicBezTo>
                  <a:pt x="4877890" y="6557320"/>
                  <a:pt x="4888551" y="6557054"/>
                  <a:pt x="4902316" y="6557054"/>
                </a:cubicBezTo>
                <a:close/>
                <a:moveTo>
                  <a:pt x="5460694" y="6556469"/>
                </a:moveTo>
                <a:cubicBezTo>
                  <a:pt x="5460694" y="6580413"/>
                  <a:pt x="5461335" y="6588015"/>
                  <a:pt x="5485387" y="6588015"/>
                </a:cubicBezTo>
                <a:cubicBezTo>
                  <a:pt x="5500210" y="6588015"/>
                  <a:pt x="5510614" y="6588015"/>
                  <a:pt x="5510614" y="6571683"/>
                </a:cubicBezTo>
                <a:lnTo>
                  <a:pt x="5525428" y="6571683"/>
                </a:lnTo>
                <a:lnTo>
                  <a:pt x="5530763" y="6556469"/>
                </a:lnTo>
                <a:lnTo>
                  <a:pt x="5460694" y="6556469"/>
                </a:lnTo>
                <a:close/>
                <a:moveTo>
                  <a:pt x="5485387" y="6515181"/>
                </a:moveTo>
                <a:cubicBezTo>
                  <a:pt x="5462188" y="6515181"/>
                  <a:pt x="5460694" y="6520025"/>
                  <a:pt x="5460694" y="6539764"/>
                </a:cubicBezTo>
                <a:lnTo>
                  <a:pt x="5460703" y="6539764"/>
                </a:lnTo>
                <a:lnTo>
                  <a:pt x="5510614" y="6539764"/>
                </a:lnTo>
                <a:cubicBezTo>
                  <a:pt x="5510614" y="6516885"/>
                  <a:pt x="5507253" y="6515181"/>
                  <a:pt x="5485387" y="6515181"/>
                </a:cubicBezTo>
                <a:close/>
                <a:moveTo>
                  <a:pt x="5366244" y="6514915"/>
                </a:moveTo>
                <a:cubicBezTo>
                  <a:pt x="5347793" y="6514915"/>
                  <a:pt x="5342458" y="6520238"/>
                  <a:pt x="5342458" y="6548165"/>
                </a:cubicBezTo>
                <a:cubicBezTo>
                  <a:pt x="5342458" y="6573386"/>
                  <a:pt x="5342458" y="6588015"/>
                  <a:pt x="5366244" y="6588015"/>
                </a:cubicBezTo>
                <a:cubicBezTo>
                  <a:pt x="5392911" y="6588015"/>
                  <a:pt x="5392911" y="6574664"/>
                  <a:pt x="5392911" y="6548165"/>
                </a:cubicBezTo>
                <a:cubicBezTo>
                  <a:pt x="5392911" y="6524434"/>
                  <a:pt x="5389283" y="6514915"/>
                  <a:pt x="5366244" y="6514915"/>
                </a:cubicBezTo>
                <a:close/>
                <a:moveTo>
                  <a:pt x="5247874" y="6514915"/>
                </a:moveTo>
                <a:cubicBezTo>
                  <a:pt x="5229424" y="6514915"/>
                  <a:pt x="5224088" y="6520238"/>
                  <a:pt x="5224088" y="6548165"/>
                </a:cubicBezTo>
                <a:cubicBezTo>
                  <a:pt x="5224088" y="6573386"/>
                  <a:pt x="5223448" y="6588015"/>
                  <a:pt x="5247874" y="6588015"/>
                </a:cubicBezTo>
                <a:cubicBezTo>
                  <a:pt x="5275279" y="6588015"/>
                  <a:pt x="5274221" y="6574664"/>
                  <a:pt x="5274221" y="6548165"/>
                </a:cubicBezTo>
                <a:cubicBezTo>
                  <a:pt x="5274221" y="6524434"/>
                  <a:pt x="5271074" y="6514915"/>
                  <a:pt x="5247874" y="6514915"/>
                </a:cubicBezTo>
                <a:close/>
                <a:moveTo>
                  <a:pt x="5131088" y="6514915"/>
                </a:moveTo>
                <a:cubicBezTo>
                  <a:pt x="5131090" y="6514915"/>
                  <a:pt x="5131091" y="6514916"/>
                  <a:pt x="5131093" y="6514916"/>
                </a:cubicBezTo>
                <a:lnTo>
                  <a:pt x="5110077" y="6519805"/>
                </a:lnTo>
                <a:cubicBezTo>
                  <a:pt x="5106817" y="6523483"/>
                  <a:pt x="5106457" y="6529629"/>
                  <a:pt x="5106457" y="6539498"/>
                </a:cubicBezTo>
                <a:lnTo>
                  <a:pt x="5156367" y="6539498"/>
                </a:lnTo>
                <a:cubicBezTo>
                  <a:pt x="5156367" y="6528058"/>
                  <a:pt x="5155513" y="6521913"/>
                  <a:pt x="5151927" y="6518627"/>
                </a:cubicBezTo>
                <a:lnTo>
                  <a:pt x="5131093" y="6514916"/>
                </a:lnTo>
                <a:cubicBezTo>
                  <a:pt x="5131094" y="6514916"/>
                  <a:pt x="5131096" y="6514915"/>
                  <a:pt x="5131097" y="6514915"/>
                </a:cubicBezTo>
                <a:lnTo>
                  <a:pt x="5131088" y="6514915"/>
                </a:lnTo>
                <a:close/>
                <a:moveTo>
                  <a:pt x="4726887" y="6514915"/>
                </a:moveTo>
                <a:cubicBezTo>
                  <a:pt x="4750673" y="6514915"/>
                  <a:pt x="4752594" y="6521675"/>
                  <a:pt x="4752594" y="6551785"/>
                </a:cubicBezTo>
                <a:cubicBezTo>
                  <a:pt x="4752594" y="6581894"/>
                  <a:pt x="4750673" y="6588015"/>
                  <a:pt x="4726887" y="6588015"/>
                </a:cubicBezTo>
                <a:cubicBezTo>
                  <a:pt x="4703101" y="6588015"/>
                  <a:pt x="4701180" y="6581415"/>
                  <a:pt x="4701180" y="6551785"/>
                </a:cubicBezTo>
                <a:cubicBezTo>
                  <a:pt x="4701180" y="6522154"/>
                  <a:pt x="4703101" y="6514915"/>
                  <a:pt x="4726887" y="6514915"/>
                </a:cubicBezTo>
                <a:close/>
                <a:moveTo>
                  <a:pt x="4903285" y="6494804"/>
                </a:moveTo>
                <a:cubicBezTo>
                  <a:pt x="4877792" y="6494804"/>
                  <a:pt x="4855296" y="6496081"/>
                  <a:pt x="4855296" y="6528533"/>
                </a:cubicBezTo>
                <a:lnTo>
                  <a:pt x="4881963" y="6528533"/>
                </a:lnTo>
                <a:cubicBezTo>
                  <a:pt x="4881963" y="6514117"/>
                  <a:pt x="4891290" y="6513052"/>
                  <a:pt x="4902974" y="6513052"/>
                </a:cubicBezTo>
                <a:cubicBezTo>
                  <a:pt x="4925266" y="6513052"/>
                  <a:pt x="4926760" y="6519386"/>
                  <a:pt x="4926760" y="6537422"/>
                </a:cubicBezTo>
                <a:lnTo>
                  <a:pt x="4926760" y="6551838"/>
                </a:lnTo>
                <a:lnTo>
                  <a:pt x="4926333" y="6551838"/>
                </a:lnTo>
                <a:cubicBezTo>
                  <a:pt x="4919984" y="6539338"/>
                  <a:pt x="4906602" y="6539125"/>
                  <a:pt x="4893006" y="6539125"/>
                </a:cubicBezTo>
                <a:cubicBezTo>
                  <a:pt x="4865388" y="6539125"/>
                  <a:pt x="4851356" y="6546524"/>
                  <a:pt x="4851356" y="6573227"/>
                </a:cubicBezTo>
                <a:cubicBezTo>
                  <a:pt x="4851356" y="6603336"/>
                  <a:pt x="4867726" y="6608606"/>
                  <a:pt x="4893006" y="6608606"/>
                </a:cubicBezTo>
                <a:cubicBezTo>
                  <a:pt x="4905962" y="6608606"/>
                  <a:pt x="4922332" y="6608180"/>
                  <a:pt x="4927614" y="6593391"/>
                </a:cubicBezTo>
                <a:lnTo>
                  <a:pt x="4928254" y="6593391"/>
                </a:lnTo>
                <a:cubicBezTo>
                  <a:pt x="4927898" y="6597948"/>
                  <a:pt x="4927543" y="6602505"/>
                  <a:pt x="4927187" y="6607062"/>
                </a:cubicBezTo>
                <a:lnTo>
                  <a:pt x="4953836" y="6607062"/>
                </a:lnTo>
                <a:lnTo>
                  <a:pt x="4953836" y="6537369"/>
                </a:lnTo>
                <a:cubicBezTo>
                  <a:pt x="4953836" y="6500126"/>
                  <a:pt x="4938960" y="6494804"/>
                  <a:pt x="4903285" y="6494804"/>
                </a:cubicBezTo>
                <a:close/>
                <a:moveTo>
                  <a:pt x="5034788" y="6494546"/>
                </a:moveTo>
                <a:cubicBezTo>
                  <a:pt x="5021833" y="6494546"/>
                  <a:pt x="5010362" y="6498166"/>
                  <a:pt x="5005036" y="6510506"/>
                </a:cubicBezTo>
                <a:lnTo>
                  <a:pt x="5003969" y="6510506"/>
                </a:lnTo>
                <a:lnTo>
                  <a:pt x="5004716" y="6496037"/>
                </a:lnTo>
                <a:lnTo>
                  <a:pt x="4978582" y="6496037"/>
                </a:lnTo>
                <a:cubicBezTo>
                  <a:pt x="4978579" y="6496034"/>
                  <a:pt x="4978577" y="6496031"/>
                  <a:pt x="4978574" y="6496028"/>
                </a:cubicBezTo>
                <a:lnTo>
                  <a:pt x="4978574" y="6607062"/>
                </a:lnTo>
                <a:lnTo>
                  <a:pt x="5005240" y="6607062"/>
                </a:lnTo>
                <a:lnTo>
                  <a:pt x="5005240" y="6538593"/>
                </a:lnTo>
                <a:cubicBezTo>
                  <a:pt x="5004814" y="6524177"/>
                  <a:pt x="5009509" y="6515075"/>
                  <a:pt x="5025399" y="6515075"/>
                </a:cubicBezTo>
                <a:cubicBezTo>
                  <a:pt x="5037927" y="6515075"/>
                  <a:pt x="5038994" y="6521622"/>
                  <a:pt x="5038994" y="6532844"/>
                </a:cubicBezTo>
                <a:lnTo>
                  <a:pt x="5038994" y="6538593"/>
                </a:lnTo>
                <a:lnTo>
                  <a:pt x="5064061" y="6538593"/>
                </a:lnTo>
                <a:lnTo>
                  <a:pt x="5064061" y="6529553"/>
                </a:lnTo>
                <a:cubicBezTo>
                  <a:pt x="5064061" y="6508270"/>
                  <a:pt x="5058352" y="6494546"/>
                  <a:pt x="5034788" y="6494546"/>
                </a:cubicBezTo>
                <a:close/>
                <a:moveTo>
                  <a:pt x="4726887" y="6494538"/>
                </a:moveTo>
                <a:cubicBezTo>
                  <a:pt x="4680391" y="6494538"/>
                  <a:pt x="4674416" y="6508315"/>
                  <a:pt x="4674416" y="6551572"/>
                </a:cubicBezTo>
                <a:cubicBezTo>
                  <a:pt x="4674416" y="6594829"/>
                  <a:pt x="4680391" y="6608340"/>
                  <a:pt x="4726887" y="6608340"/>
                </a:cubicBezTo>
                <a:cubicBezTo>
                  <a:pt x="4773383" y="6608340"/>
                  <a:pt x="4779358" y="6594562"/>
                  <a:pt x="4779358" y="6551572"/>
                </a:cubicBezTo>
                <a:cubicBezTo>
                  <a:pt x="4779358" y="6508581"/>
                  <a:pt x="4773436" y="6494538"/>
                  <a:pt x="4726887" y="6494538"/>
                </a:cubicBezTo>
                <a:close/>
                <a:moveTo>
                  <a:pt x="4606481" y="6494538"/>
                </a:moveTo>
                <a:cubicBezTo>
                  <a:pt x="4577796" y="6494538"/>
                  <a:pt x="4555717" y="6495176"/>
                  <a:pt x="4555717" y="6525712"/>
                </a:cubicBezTo>
                <a:cubicBezTo>
                  <a:pt x="4555717" y="6554118"/>
                  <a:pt x="4563133" y="6559866"/>
                  <a:pt x="4604134" y="6560239"/>
                </a:cubicBezTo>
                <a:cubicBezTo>
                  <a:pt x="4631112" y="6560665"/>
                  <a:pt x="4631752" y="6565562"/>
                  <a:pt x="4631752" y="6575294"/>
                </a:cubicBezTo>
                <a:cubicBezTo>
                  <a:pt x="4631752" y="6590561"/>
                  <a:pt x="4622424" y="6590136"/>
                  <a:pt x="4606472" y="6590136"/>
                </a:cubicBezTo>
                <a:cubicBezTo>
                  <a:pt x="4586688" y="6590136"/>
                  <a:pt x="4582900" y="6588219"/>
                  <a:pt x="4582473" y="6572100"/>
                </a:cubicBezTo>
                <a:lnTo>
                  <a:pt x="4555708" y="6572100"/>
                </a:lnTo>
                <a:cubicBezTo>
                  <a:pt x="4555708" y="6608331"/>
                  <a:pt x="4576079" y="6608331"/>
                  <a:pt x="4606472" y="6608331"/>
                </a:cubicBezTo>
                <a:cubicBezTo>
                  <a:pt x="4634677" y="6608331"/>
                  <a:pt x="4658517" y="6605403"/>
                  <a:pt x="4658517" y="6575294"/>
                </a:cubicBezTo>
                <a:cubicBezTo>
                  <a:pt x="4658517" y="6539276"/>
                  <a:pt x="4635158" y="6541192"/>
                  <a:pt x="4608820" y="6539915"/>
                </a:cubicBezTo>
                <a:cubicBezTo>
                  <a:pt x="4585460" y="6538850"/>
                  <a:pt x="4582366" y="6538584"/>
                  <a:pt x="4582366" y="6527415"/>
                </a:cubicBezTo>
                <a:cubicBezTo>
                  <a:pt x="4582366" y="6512786"/>
                  <a:pt x="4592121" y="6512786"/>
                  <a:pt x="4606365" y="6512786"/>
                </a:cubicBezTo>
                <a:cubicBezTo>
                  <a:pt x="4620610" y="6512786"/>
                  <a:pt x="4627697" y="6512786"/>
                  <a:pt x="4627697" y="6526137"/>
                </a:cubicBezTo>
                <a:lnTo>
                  <a:pt x="4654471" y="6526137"/>
                </a:lnTo>
                <a:cubicBezTo>
                  <a:pt x="4654471" y="6494963"/>
                  <a:pt x="4628337" y="6494538"/>
                  <a:pt x="4606481" y="6494538"/>
                </a:cubicBezTo>
                <a:close/>
                <a:moveTo>
                  <a:pt x="5134867" y="6448149"/>
                </a:moveTo>
                <a:cubicBezTo>
                  <a:pt x="5125690" y="6448362"/>
                  <a:pt x="5117581" y="6454137"/>
                  <a:pt x="5114388" y="6462725"/>
                </a:cubicBezTo>
                <a:lnTo>
                  <a:pt x="5102020" y="6498689"/>
                </a:lnTo>
                <a:cubicBezTo>
                  <a:pt x="5111374" y="6495567"/>
                  <a:pt x="5121226" y="6494165"/>
                  <a:pt x="5131079" y="6494538"/>
                </a:cubicBezTo>
                <a:cubicBezTo>
                  <a:pt x="5176934" y="6494538"/>
                  <a:pt x="5183123" y="6507889"/>
                  <a:pt x="5183123" y="6556469"/>
                </a:cubicBezTo>
                <a:lnTo>
                  <a:pt x="5106439" y="6556469"/>
                </a:lnTo>
                <a:cubicBezTo>
                  <a:pt x="5106439" y="6580413"/>
                  <a:pt x="5107079" y="6588015"/>
                  <a:pt x="5131079" y="6588015"/>
                </a:cubicBezTo>
                <a:cubicBezTo>
                  <a:pt x="5145955" y="6588015"/>
                  <a:pt x="5156359" y="6588015"/>
                  <a:pt x="5156359" y="6571683"/>
                </a:cubicBezTo>
                <a:lnTo>
                  <a:pt x="5183025" y="6571683"/>
                </a:lnTo>
                <a:cubicBezTo>
                  <a:pt x="5183025" y="6606690"/>
                  <a:pt x="5162814" y="6608340"/>
                  <a:pt x="5130981" y="6608340"/>
                </a:cubicBezTo>
                <a:cubicBezTo>
                  <a:pt x="5092052" y="6608340"/>
                  <a:pt x="5081390" y="6597011"/>
                  <a:pt x="5079790" y="6562377"/>
                </a:cubicBezTo>
                <a:lnTo>
                  <a:pt x="5053817" y="6637394"/>
                </a:lnTo>
                <a:cubicBezTo>
                  <a:pt x="5053817" y="6637394"/>
                  <a:pt x="5048481" y="6651916"/>
                  <a:pt x="5064211" y="6651916"/>
                </a:cubicBezTo>
                <a:lnTo>
                  <a:pt x="5336171" y="6651916"/>
                </a:lnTo>
                <a:cubicBezTo>
                  <a:pt x="5325510" y="6647072"/>
                  <a:pt x="5319428" y="6637447"/>
                  <a:pt x="5320175" y="6618560"/>
                </a:cubicBezTo>
                <a:lnTo>
                  <a:pt x="5345241" y="6618560"/>
                </a:lnTo>
                <a:cubicBezTo>
                  <a:pt x="5345241" y="6633774"/>
                  <a:pt x="5350950" y="6636116"/>
                  <a:pt x="5366040" y="6636116"/>
                </a:cubicBezTo>
                <a:cubicBezTo>
                  <a:pt x="5388758" y="6636116"/>
                  <a:pt x="5393658" y="6631432"/>
                  <a:pt x="5393658" y="6612385"/>
                </a:cubicBezTo>
                <a:lnTo>
                  <a:pt x="5393658" y="6591103"/>
                </a:lnTo>
                <a:lnTo>
                  <a:pt x="5393018" y="6591103"/>
                </a:lnTo>
                <a:cubicBezTo>
                  <a:pt x="5385975" y="6605678"/>
                  <a:pt x="5371686" y="6608233"/>
                  <a:pt x="5358197" y="6608233"/>
                </a:cubicBezTo>
                <a:cubicBezTo>
                  <a:pt x="5319961" y="6608233"/>
                  <a:pt x="5315533" y="6587270"/>
                  <a:pt x="5315533" y="6554659"/>
                </a:cubicBezTo>
                <a:cubicBezTo>
                  <a:pt x="5315533" y="6522048"/>
                  <a:pt x="5316814" y="6494431"/>
                  <a:pt x="5358197" y="6494431"/>
                </a:cubicBezTo>
                <a:cubicBezTo>
                  <a:pt x="5373873" y="6494431"/>
                  <a:pt x="5386189" y="6497838"/>
                  <a:pt x="5393018" y="6512467"/>
                </a:cubicBezTo>
                <a:lnTo>
                  <a:pt x="5393871" y="6512467"/>
                </a:lnTo>
                <a:lnTo>
                  <a:pt x="5392911" y="6496028"/>
                </a:lnTo>
                <a:lnTo>
                  <a:pt x="5419578" y="6496028"/>
                </a:lnTo>
                <a:lnTo>
                  <a:pt x="5419578" y="6606849"/>
                </a:lnTo>
                <a:cubicBezTo>
                  <a:pt x="5419578" y="6632763"/>
                  <a:pt x="5414243" y="6645901"/>
                  <a:pt x="5399367" y="6651907"/>
                </a:cubicBezTo>
                <a:lnTo>
                  <a:pt x="5482017" y="6651907"/>
                </a:lnTo>
                <a:cubicBezTo>
                  <a:pt x="5491176" y="6651703"/>
                  <a:pt x="5499285" y="6645946"/>
                  <a:pt x="5502495" y="6637385"/>
                </a:cubicBezTo>
                <a:lnTo>
                  <a:pt x="5513157" y="6606477"/>
                </a:lnTo>
                <a:cubicBezTo>
                  <a:pt x="5503909" y="6608020"/>
                  <a:pt x="5494528" y="6608641"/>
                  <a:pt x="5485165" y="6608340"/>
                </a:cubicBezTo>
                <a:cubicBezTo>
                  <a:pt x="5442501" y="6608340"/>
                  <a:pt x="5433761" y="6594775"/>
                  <a:pt x="5433761" y="6551785"/>
                </a:cubicBezTo>
                <a:cubicBezTo>
                  <a:pt x="5433761" y="6511934"/>
                  <a:pt x="5440109" y="6494538"/>
                  <a:pt x="5485165" y="6494538"/>
                </a:cubicBezTo>
                <a:cubicBezTo>
                  <a:pt x="5524734" y="6494538"/>
                  <a:pt x="5534755" y="6504536"/>
                  <a:pt x="5536729" y="6538540"/>
                </a:cubicBezTo>
                <a:lnTo>
                  <a:pt x="5562916" y="6462938"/>
                </a:lnTo>
                <a:cubicBezTo>
                  <a:pt x="5562916" y="6462938"/>
                  <a:pt x="5568198" y="6448149"/>
                  <a:pt x="5552895" y="6448149"/>
                </a:cubicBezTo>
                <a:lnTo>
                  <a:pt x="5552886" y="6448149"/>
                </a:lnTo>
                <a:lnTo>
                  <a:pt x="5301404" y="6448149"/>
                </a:lnTo>
                <a:lnTo>
                  <a:pt x="5301404" y="6607062"/>
                </a:lnTo>
                <a:lnTo>
                  <a:pt x="5274737" y="6607062"/>
                </a:lnTo>
                <a:cubicBezTo>
                  <a:pt x="5275093" y="6601494"/>
                  <a:pt x="5275448" y="6595925"/>
                  <a:pt x="5275804" y="6590357"/>
                </a:cubicBezTo>
                <a:lnTo>
                  <a:pt x="5274950" y="6590357"/>
                </a:lnTo>
                <a:cubicBezTo>
                  <a:pt x="5268175" y="6604986"/>
                  <a:pt x="5255859" y="6608340"/>
                  <a:pt x="5240130" y="6608340"/>
                </a:cubicBezTo>
                <a:cubicBezTo>
                  <a:pt x="5198693" y="6608340"/>
                  <a:pt x="5197466" y="6582267"/>
                  <a:pt x="5197466" y="6548165"/>
                </a:cubicBezTo>
                <a:cubicBezTo>
                  <a:pt x="5197466" y="6514063"/>
                  <a:pt x="5201948" y="6494538"/>
                  <a:pt x="5240130" y="6494538"/>
                </a:cubicBezTo>
                <a:cubicBezTo>
                  <a:pt x="5253725" y="6494538"/>
                  <a:pt x="5267961" y="6497092"/>
                  <a:pt x="5273670" y="6510497"/>
                </a:cubicBezTo>
                <a:lnTo>
                  <a:pt x="5274737" y="6510497"/>
                </a:lnTo>
                <a:lnTo>
                  <a:pt x="5274737" y="6448149"/>
                </a:lnTo>
                <a:lnTo>
                  <a:pt x="5134867" y="6448149"/>
                </a:lnTo>
                <a:close/>
                <a:moveTo>
                  <a:pt x="4802175" y="6448149"/>
                </a:moveTo>
                <a:lnTo>
                  <a:pt x="4802175" y="6607062"/>
                </a:lnTo>
                <a:lnTo>
                  <a:pt x="4828842" y="6607062"/>
                </a:lnTo>
                <a:lnTo>
                  <a:pt x="4828842" y="6448149"/>
                </a:lnTo>
                <a:lnTo>
                  <a:pt x="4802175" y="6448149"/>
                </a:lnTo>
                <a:close/>
                <a:moveTo>
                  <a:pt x="0" y="0"/>
                </a:moveTo>
                <a:lnTo>
                  <a:pt x="6184900" y="0"/>
                </a:lnTo>
                <a:lnTo>
                  <a:pt x="61849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F7D31-CDDE-39A3-0DD6-ED3E256F9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00546" y="6356350"/>
            <a:ext cx="5040000" cy="365125"/>
          </a:xfrm>
        </p:spPr>
        <p:txBody>
          <a:bodyPr/>
          <a:lstStyle/>
          <a:p>
            <a:pPr marL="0" algn="r" defTabSz="914400" rtl="1" eaLnBrk="1" latinLnBrk="0" hangingPunct="1"/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48690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D1917E99-AB11-B164-8391-B4BBD8F84C70}"/>
              </a:ext>
            </a:extLst>
          </p:cNvPr>
          <p:cNvGrpSpPr/>
          <p:nvPr userDrawn="1"/>
        </p:nvGrpSpPr>
        <p:grpSpPr>
          <a:xfrm>
            <a:off x="6096000" y="0"/>
            <a:ext cx="6096000" cy="6858000"/>
            <a:chOff x="6096000" y="0"/>
            <a:chExt cx="60960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7665DDE-92C2-A272-A795-9FD903344FF8}"/>
                </a:ext>
              </a:extLst>
            </p:cNvPr>
            <p:cNvSpPr/>
            <p:nvPr/>
          </p:nvSpPr>
          <p:spPr>
            <a:xfrm>
              <a:off x="6096000" y="0"/>
              <a:ext cx="6096000" cy="6858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5DF29C92-28FE-9D8D-0BB2-09F4F241EC2E}"/>
                </a:ext>
              </a:extLst>
            </p:cNvPr>
            <p:cNvSpPr/>
            <p:nvPr/>
          </p:nvSpPr>
          <p:spPr>
            <a:xfrm>
              <a:off x="11151485" y="6448149"/>
              <a:ext cx="510852" cy="203766"/>
            </a:xfrm>
            <a:custGeom>
              <a:avLst/>
              <a:gdLst>
                <a:gd name="connsiteX0" fmla="*/ 457660 w 510852"/>
                <a:gd name="connsiteY0" fmla="*/ 123534 h 203766"/>
                <a:gd name="connsiteX1" fmla="*/ 472483 w 510852"/>
                <a:gd name="connsiteY1" fmla="*/ 123534 h 203766"/>
                <a:gd name="connsiteX2" fmla="*/ 477818 w 510852"/>
                <a:gd name="connsiteY2" fmla="*/ 108320 h 203766"/>
                <a:gd name="connsiteX3" fmla="*/ 407749 w 510852"/>
                <a:gd name="connsiteY3" fmla="*/ 108320 h 203766"/>
                <a:gd name="connsiteX4" fmla="*/ 432442 w 510852"/>
                <a:gd name="connsiteY4" fmla="*/ 139866 h 203766"/>
                <a:gd name="connsiteX5" fmla="*/ 457669 w 510852"/>
                <a:gd name="connsiteY5" fmla="*/ 123534 h 203766"/>
                <a:gd name="connsiteX6" fmla="*/ 407758 w 510852"/>
                <a:gd name="connsiteY6" fmla="*/ 91615 h 203766"/>
                <a:gd name="connsiteX7" fmla="*/ 457669 w 510852"/>
                <a:gd name="connsiteY7" fmla="*/ 91615 h 203766"/>
                <a:gd name="connsiteX8" fmla="*/ 432442 w 510852"/>
                <a:gd name="connsiteY8" fmla="*/ 67032 h 203766"/>
                <a:gd name="connsiteX9" fmla="*/ 407749 w 510852"/>
                <a:gd name="connsiteY9" fmla="*/ 91615 h 203766"/>
                <a:gd name="connsiteX10" fmla="*/ 499941 w 510852"/>
                <a:gd name="connsiteY10" fmla="*/ 0 h 203766"/>
                <a:gd name="connsiteX11" fmla="*/ 248459 w 510852"/>
                <a:gd name="connsiteY11" fmla="*/ 0 h 203766"/>
                <a:gd name="connsiteX12" fmla="*/ 248459 w 510852"/>
                <a:gd name="connsiteY12" fmla="*/ 158913 h 203766"/>
                <a:gd name="connsiteX13" fmla="*/ 221792 w 510852"/>
                <a:gd name="connsiteY13" fmla="*/ 158913 h 203766"/>
                <a:gd name="connsiteX14" fmla="*/ 222859 w 510852"/>
                <a:gd name="connsiteY14" fmla="*/ 142208 h 203766"/>
                <a:gd name="connsiteX15" fmla="*/ 222005 w 510852"/>
                <a:gd name="connsiteY15" fmla="*/ 142208 h 203766"/>
                <a:gd name="connsiteX16" fmla="*/ 187185 w 510852"/>
                <a:gd name="connsiteY16" fmla="*/ 160191 h 203766"/>
                <a:gd name="connsiteX17" fmla="*/ 144521 w 510852"/>
                <a:gd name="connsiteY17" fmla="*/ 100016 h 203766"/>
                <a:gd name="connsiteX18" fmla="*/ 187185 w 510852"/>
                <a:gd name="connsiteY18" fmla="*/ 46389 h 203766"/>
                <a:gd name="connsiteX19" fmla="*/ 220725 w 510852"/>
                <a:gd name="connsiteY19" fmla="*/ 62348 h 203766"/>
                <a:gd name="connsiteX20" fmla="*/ 221792 w 510852"/>
                <a:gd name="connsiteY20" fmla="*/ 62348 h 203766"/>
                <a:gd name="connsiteX21" fmla="*/ 221792 w 510852"/>
                <a:gd name="connsiteY21" fmla="*/ 0 h 203766"/>
                <a:gd name="connsiteX22" fmla="*/ 81922 w 510852"/>
                <a:gd name="connsiteY22" fmla="*/ 0 h 203766"/>
                <a:gd name="connsiteX23" fmla="*/ 61443 w 510852"/>
                <a:gd name="connsiteY23" fmla="*/ 14576 h 203766"/>
                <a:gd name="connsiteX24" fmla="*/ 49075 w 510852"/>
                <a:gd name="connsiteY24" fmla="*/ 50540 h 203766"/>
                <a:gd name="connsiteX25" fmla="*/ 78134 w 510852"/>
                <a:gd name="connsiteY25" fmla="*/ 46389 h 203766"/>
                <a:gd name="connsiteX26" fmla="*/ 130178 w 510852"/>
                <a:gd name="connsiteY26" fmla="*/ 108320 h 203766"/>
                <a:gd name="connsiteX27" fmla="*/ 53494 w 510852"/>
                <a:gd name="connsiteY27" fmla="*/ 108320 h 203766"/>
                <a:gd name="connsiteX28" fmla="*/ 78134 w 510852"/>
                <a:gd name="connsiteY28" fmla="*/ 139866 h 203766"/>
                <a:gd name="connsiteX29" fmla="*/ 103414 w 510852"/>
                <a:gd name="connsiteY29" fmla="*/ 123534 h 203766"/>
                <a:gd name="connsiteX30" fmla="*/ 130080 w 510852"/>
                <a:gd name="connsiteY30" fmla="*/ 123534 h 203766"/>
                <a:gd name="connsiteX31" fmla="*/ 78036 w 510852"/>
                <a:gd name="connsiteY31" fmla="*/ 160191 h 203766"/>
                <a:gd name="connsiteX32" fmla="*/ 26845 w 510852"/>
                <a:gd name="connsiteY32" fmla="*/ 114228 h 203766"/>
                <a:gd name="connsiteX33" fmla="*/ 872 w 510852"/>
                <a:gd name="connsiteY33" fmla="*/ 189245 h 203766"/>
                <a:gd name="connsiteX34" fmla="*/ 11266 w 510852"/>
                <a:gd name="connsiteY34" fmla="*/ 203767 h 203766"/>
                <a:gd name="connsiteX35" fmla="*/ 283226 w 510852"/>
                <a:gd name="connsiteY35" fmla="*/ 203767 h 203766"/>
                <a:gd name="connsiteX36" fmla="*/ 267230 w 510852"/>
                <a:gd name="connsiteY36" fmla="*/ 170411 h 203766"/>
                <a:gd name="connsiteX37" fmla="*/ 292296 w 510852"/>
                <a:gd name="connsiteY37" fmla="*/ 170411 h 203766"/>
                <a:gd name="connsiteX38" fmla="*/ 313095 w 510852"/>
                <a:gd name="connsiteY38" fmla="*/ 187967 h 203766"/>
                <a:gd name="connsiteX39" fmla="*/ 340713 w 510852"/>
                <a:gd name="connsiteY39" fmla="*/ 164236 h 203766"/>
                <a:gd name="connsiteX40" fmla="*/ 340713 w 510852"/>
                <a:gd name="connsiteY40" fmla="*/ 142954 h 203766"/>
                <a:gd name="connsiteX41" fmla="*/ 340073 w 510852"/>
                <a:gd name="connsiteY41" fmla="*/ 142954 h 203766"/>
                <a:gd name="connsiteX42" fmla="*/ 305252 w 510852"/>
                <a:gd name="connsiteY42" fmla="*/ 160084 h 203766"/>
                <a:gd name="connsiteX43" fmla="*/ 262588 w 510852"/>
                <a:gd name="connsiteY43" fmla="*/ 106510 h 203766"/>
                <a:gd name="connsiteX44" fmla="*/ 305252 w 510852"/>
                <a:gd name="connsiteY44" fmla="*/ 46282 h 203766"/>
                <a:gd name="connsiteX45" fmla="*/ 340073 w 510852"/>
                <a:gd name="connsiteY45" fmla="*/ 64318 h 203766"/>
                <a:gd name="connsiteX46" fmla="*/ 340926 w 510852"/>
                <a:gd name="connsiteY46" fmla="*/ 64318 h 203766"/>
                <a:gd name="connsiteX47" fmla="*/ 339966 w 510852"/>
                <a:gd name="connsiteY47" fmla="*/ 47879 h 203766"/>
                <a:gd name="connsiteX48" fmla="*/ 366633 w 510852"/>
                <a:gd name="connsiteY48" fmla="*/ 47879 h 203766"/>
                <a:gd name="connsiteX49" fmla="*/ 366633 w 510852"/>
                <a:gd name="connsiteY49" fmla="*/ 158700 h 203766"/>
                <a:gd name="connsiteX50" fmla="*/ 346422 w 510852"/>
                <a:gd name="connsiteY50" fmla="*/ 203758 h 203766"/>
                <a:gd name="connsiteX51" fmla="*/ 429072 w 510852"/>
                <a:gd name="connsiteY51" fmla="*/ 203758 h 203766"/>
                <a:gd name="connsiteX52" fmla="*/ 449550 w 510852"/>
                <a:gd name="connsiteY52" fmla="*/ 189236 h 203766"/>
                <a:gd name="connsiteX53" fmla="*/ 460212 w 510852"/>
                <a:gd name="connsiteY53" fmla="*/ 158328 h 203766"/>
                <a:gd name="connsiteX54" fmla="*/ 432220 w 510852"/>
                <a:gd name="connsiteY54" fmla="*/ 160191 h 203766"/>
                <a:gd name="connsiteX55" fmla="*/ 380816 w 510852"/>
                <a:gd name="connsiteY55" fmla="*/ 103636 h 203766"/>
                <a:gd name="connsiteX56" fmla="*/ 432220 w 510852"/>
                <a:gd name="connsiteY56" fmla="*/ 46389 h 203766"/>
                <a:gd name="connsiteX57" fmla="*/ 483784 w 510852"/>
                <a:gd name="connsiteY57" fmla="*/ 90391 h 203766"/>
                <a:gd name="connsiteX58" fmla="*/ 509971 w 510852"/>
                <a:gd name="connsiteY58" fmla="*/ 14789 h 203766"/>
                <a:gd name="connsiteX59" fmla="*/ 499950 w 510852"/>
                <a:gd name="connsiteY59" fmla="*/ 0 h 203766"/>
                <a:gd name="connsiteX60" fmla="*/ 221276 w 510852"/>
                <a:gd name="connsiteY60" fmla="*/ 100016 h 203766"/>
                <a:gd name="connsiteX61" fmla="*/ 194929 w 510852"/>
                <a:gd name="connsiteY61" fmla="*/ 66766 h 203766"/>
                <a:gd name="connsiteX62" fmla="*/ 171143 w 510852"/>
                <a:gd name="connsiteY62" fmla="*/ 100016 h 203766"/>
                <a:gd name="connsiteX63" fmla="*/ 194929 w 510852"/>
                <a:gd name="connsiteY63" fmla="*/ 139866 h 203766"/>
                <a:gd name="connsiteX64" fmla="*/ 221276 w 510852"/>
                <a:gd name="connsiteY64" fmla="*/ 100016 h 203766"/>
                <a:gd name="connsiteX65" fmla="*/ 78152 w 510852"/>
                <a:gd name="connsiteY65" fmla="*/ 66766 h 203766"/>
                <a:gd name="connsiteX66" fmla="*/ 53512 w 510852"/>
                <a:gd name="connsiteY66" fmla="*/ 91349 h 203766"/>
                <a:gd name="connsiteX67" fmla="*/ 103422 w 510852"/>
                <a:gd name="connsiteY67" fmla="*/ 91349 h 203766"/>
                <a:gd name="connsiteX68" fmla="*/ 78143 w 510852"/>
                <a:gd name="connsiteY68" fmla="*/ 66766 h 203766"/>
                <a:gd name="connsiteX69" fmla="*/ 339966 w 510852"/>
                <a:gd name="connsiteY69" fmla="*/ 100016 h 203766"/>
                <a:gd name="connsiteX70" fmla="*/ 313299 w 510852"/>
                <a:gd name="connsiteY70" fmla="*/ 66766 h 203766"/>
                <a:gd name="connsiteX71" fmla="*/ 289513 w 510852"/>
                <a:gd name="connsiteY71" fmla="*/ 100016 h 203766"/>
                <a:gd name="connsiteX72" fmla="*/ 313299 w 510852"/>
                <a:gd name="connsiteY72" fmla="*/ 139866 h 203766"/>
                <a:gd name="connsiteX73" fmla="*/ 339966 w 510852"/>
                <a:gd name="connsiteY73" fmla="*/ 100016 h 203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510852" h="203766">
                  <a:moveTo>
                    <a:pt x="457660" y="123534"/>
                  </a:moveTo>
                  <a:lnTo>
                    <a:pt x="472483" y="123534"/>
                  </a:lnTo>
                  <a:lnTo>
                    <a:pt x="477818" y="108320"/>
                  </a:lnTo>
                  <a:lnTo>
                    <a:pt x="407749" y="108320"/>
                  </a:lnTo>
                  <a:cubicBezTo>
                    <a:pt x="407749" y="132264"/>
                    <a:pt x="408390" y="139866"/>
                    <a:pt x="432442" y="139866"/>
                  </a:cubicBezTo>
                  <a:cubicBezTo>
                    <a:pt x="447265" y="139866"/>
                    <a:pt x="457669" y="139866"/>
                    <a:pt x="457669" y="123534"/>
                  </a:cubicBezTo>
                  <a:moveTo>
                    <a:pt x="407758" y="91615"/>
                  </a:moveTo>
                  <a:lnTo>
                    <a:pt x="457669" y="91615"/>
                  </a:lnTo>
                  <a:cubicBezTo>
                    <a:pt x="457669" y="68736"/>
                    <a:pt x="454308" y="67032"/>
                    <a:pt x="432442" y="67032"/>
                  </a:cubicBezTo>
                  <a:cubicBezTo>
                    <a:pt x="409243" y="67032"/>
                    <a:pt x="407749" y="71876"/>
                    <a:pt x="407749" y="91615"/>
                  </a:cubicBezTo>
                  <a:moveTo>
                    <a:pt x="499941" y="0"/>
                  </a:moveTo>
                  <a:lnTo>
                    <a:pt x="248459" y="0"/>
                  </a:lnTo>
                  <a:lnTo>
                    <a:pt x="248459" y="158913"/>
                  </a:lnTo>
                  <a:lnTo>
                    <a:pt x="221792" y="158913"/>
                  </a:lnTo>
                  <a:lnTo>
                    <a:pt x="222859" y="142208"/>
                  </a:lnTo>
                  <a:lnTo>
                    <a:pt x="222005" y="142208"/>
                  </a:lnTo>
                  <a:cubicBezTo>
                    <a:pt x="215230" y="156837"/>
                    <a:pt x="202914" y="160191"/>
                    <a:pt x="187185" y="160191"/>
                  </a:cubicBezTo>
                  <a:cubicBezTo>
                    <a:pt x="145748" y="160191"/>
                    <a:pt x="144521" y="134118"/>
                    <a:pt x="144521" y="100016"/>
                  </a:cubicBezTo>
                  <a:cubicBezTo>
                    <a:pt x="144521" y="65914"/>
                    <a:pt x="149003" y="46389"/>
                    <a:pt x="187185" y="46389"/>
                  </a:cubicBezTo>
                  <a:cubicBezTo>
                    <a:pt x="200780" y="46389"/>
                    <a:pt x="215016" y="48943"/>
                    <a:pt x="220725" y="62348"/>
                  </a:cubicBezTo>
                  <a:lnTo>
                    <a:pt x="221792" y="62348"/>
                  </a:lnTo>
                  <a:lnTo>
                    <a:pt x="221792" y="0"/>
                  </a:lnTo>
                  <a:lnTo>
                    <a:pt x="81922" y="0"/>
                  </a:lnTo>
                  <a:cubicBezTo>
                    <a:pt x="72745" y="213"/>
                    <a:pt x="64636" y="5988"/>
                    <a:pt x="61443" y="14576"/>
                  </a:cubicBezTo>
                  <a:lnTo>
                    <a:pt x="49075" y="50540"/>
                  </a:lnTo>
                  <a:cubicBezTo>
                    <a:pt x="58429" y="47418"/>
                    <a:pt x="68281" y="46016"/>
                    <a:pt x="78134" y="46389"/>
                  </a:cubicBezTo>
                  <a:cubicBezTo>
                    <a:pt x="123989" y="46389"/>
                    <a:pt x="130178" y="59740"/>
                    <a:pt x="130178" y="108320"/>
                  </a:cubicBezTo>
                  <a:lnTo>
                    <a:pt x="53494" y="108320"/>
                  </a:lnTo>
                  <a:cubicBezTo>
                    <a:pt x="53494" y="132264"/>
                    <a:pt x="54134" y="139866"/>
                    <a:pt x="78134" y="139866"/>
                  </a:cubicBezTo>
                  <a:cubicBezTo>
                    <a:pt x="93010" y="139866"/>
                    <a:pt x="103414" y="139866"/>
                    <a:pt x="103414" y="123534"/>
                  </a:cubicBezTo>
                  <a:lnTo>
                    <a:pt x="130080" y="123534"/>
                  </a:lnTo>
                  <a:cubicBezTo>
                    <a:pt x="130080" y="158541"/>
                    <a:pt x="109869" y="160191"/>
                    <a:pt x="78036" y="160191"/>
                  </a:cubicBezTo>
                  <a:cubicBezTo>
                    <a:pt x="39107" y="160191"/>
                    <a:pt x="28445" y="148862"/>
                    <a:pt x="26845" y="114228"/>
                  </a:cubicBezTo>
                  <a:lnTo>
                    <a:pt x="872" y="189245"/>
                  </a:lnTo>
                  <a:cubicBezTo>
                    <a:pt x="872" y="189245"/>
                    <a:pt x="-4464" y="203767"/>
                    <a:pt x="11266" y="203767"/>
                  </a:cubicBezTo>
                  <a:lnTo>
                    <a:pt x="283226" y="203767"/>
                  </a:lnTo>
                  <a:cubicBezTo>
                    <a:pt x="272565" y="198923"/>
                    <a:pt x="266483" y="189298"/>
                    <a:pt x="267230" y="170411"/>
                  </a:cubicBezTo>
                  <a:lnTo>
                    <a:pt x="292296" y="170411"/>
                  </a:lnTo>
                  <a:cubicBezTo>
                    <a:pt x="292296" y="185625"/>
                    <a:pt x="298005" y="187967"/>
                    <a:pt x="313095" y="187967"/>
                  </a:cubicBezTo>
                  <a:cubicBezTo>
                    <a:pt x="335813" y="187967"/>
                    <a:pt x="340713" y="183283"/>
                    <a:pt x="340713" y="164236"/>
                  </a:cubicBezTo>
                  <a:lnTo>
                    <a:pt x="340713" y="142954"/>
                  </a:lnTo>
                  <a:lnTo>
                    <a:pt x="340073" y="142954"/>
                  </a:lnTo>
                  <a:cubicBezTo>
                    <a:pt x="333030" y="157529"/>
                    <a:pt x="318741" y="160084"/>
                    <a:pt x="305252" y="160084"/>
                  </a:cubicBezTo>
                  <a:cubicBezTo>
                    <a:pt x="267016" y="160084"/>
                    <a:pt x="262588" y="139121"/>
                    <a:pt x="262588" y="106510"/>
                  </a:cubicBezTo>
                  <a:cubicBezTo>
                    <a:pt x="262588" y="73899"/>
                    <a:pt x="263869" y="46282"/>
                    <a:pt x="305252" y="46282"/>
                  </a:cubicBezTo>
                  <a:cubicBezTo>
                    <a:pt x="320928" y="46282"/>
                    <a:pt x="333244" y="49689"/>
                    <a:pt x="340073" y="64318"/>
                  </a:cubicBezTo>
                  <a:lnTo>
                    <a:pt x="340926" y="64318"/>
                  </a:lnTo>
                  <a:lnTo>
                    <a:pt x="339966" y="47879"/>
                  </a:lnTo>
                  <a:lnTo>
                    <a:pt x="366633" y="47879"/>
                  </a:lnTo>
                  <a:lnTo>
                    <a:pt x="366633" y="158700"/>
                  </a:lnTo>
                  <a:cubicBezTo>
                    <a:pt x="366633" y="184614"/>
                    <a:pt x="361298" y="197752"/>
                    <a:pt x="346422" y="203758"/>
                  </a:cubicBezTo>
                  <a:lnTo>
                    <a:pt x="429072" y="203758"/>
                  </a:lnTo>
                  <a:cubicBezTo>
                    <a:pt x="438231" y="203554"/>
                    <a:pt x="446340" y="197797"/>
                    <a:pt x="449550" y="189236"/>
                  </a:cubicBezTo>
                  <a:lnTo>
                    <a:pt x="460212" y="158328"/>
                  </a:lnTo>
                  <a:cubicBezTo>
                    <a:pt x="450964" y="159871"/>
                    <a:pt x="441583" y="160492"/>
                    <a:pt x="432220" y="160191"/>
                  </a:cubicBezTo>
                  <a:cubicBezTo>
                    <a:pt x="389556" y="160191"/>
                    <a:pt x="380816" y="146626"/>
                    <a:pt x="380816" y="103636"/>
                  </a:cubicBezTo>
                  <a:cubicBezTo>
                    <a:pt x="380816" y="63785"/>
                    <a:pt x="387164" y="46389"/>
                    <a:pt x="432220" y="46389"/>
                  </a:cubicBezTo>
                  <a:cubicBezTo>
                    <a:pt x="471789" y="46389"/>
                    <a:pt x="481810" y="56387"/>
                    <a:pt x="483784" y="90391"/>
                  </a:cubicBezTo>
                  <a:lnTo>
                    <a:pt x="509971" y="14789"/>
                  </a:lnTo>
                  <a:cubicBezTo>
                    <a:pt x="509971" y="14789"/>
                    <a:pt x="515253" y="0"/>
                    <a:pt x="499950" y="0"/>
                  </a:cubicBezTo>
                  <a:moveTo>
                    <a:pt x="221276" y="100016"/>
                  </a:moveTo>
                  <a:cubicBezTo>
                    <a:pt x="221276" y="76285"/>
                    <a:pt x="218129" y="66766"/>
                    <a:pt x="194929" y="66766"/>
                  </a:cubicBezTo>
                  <a:cubicBezTo>
                    <a:pt x="176479" y="66766"/>
                    <a:pt x="171143" y="72089"/>
                    <a:pt x="171143" y="100016"/>
                  </a:cubicBezTo>
                  <a:cubicBezTo>
                    <a:pt x="171143" y="125237"/>
                    <a:pt x="170503" y="139866"/>
                    <a:pt x="194929" y="139866"/>
                  </a:cubicBezTo>
                  <a:cubicBezTo>
                    <a:pt x="222334" y="139866"/>
                    <a:pt x="221276" y="126515"/>
                    <a:pt x="221276" y="100016"/>
                  </a:cubicBezTo>
                  <a:moveTo>
                    <a:pt x="78152" y="66766"/>
                  </a:moveTo>
                  <a:cubicBezTo>
                    <a:pt x="54952" y="66766"/>
                    <a:pt x="53512" y="71610"/>
                    <a:pt x="53512" y="91349"/>
                  </a:cubicBezTo>
                  <a:lnTo>
                    <a:pt x="103422" y="91349"/>
                  </a:lnTo>
                  <a:cubicBezTo>
                    <a:pt x="103422" y="68469"/>
                    <a:pt x="100008" y="66766"/>
                    <a:pt x="78143" y="66766"/>
                  </a:cubicBezTo>
                  <a:moveTo>
                    <a:pt x="339966" y="100016"/>
                  </a:moveTo>
                  <a:cubicBezTo>
                    <a:pt x="339966" y="76285"/>
                    <a:pt x="336338" y="66766"/>
                    <a:pt x="313299" y="66766"/>
                  </a:cubicBezTo>
                  <a:cubicBezTo>
                    <a:pt x="294848" y="66766"/>
                    <a:pt x="289513" y="72089"/>
                    <a:pt x="289513" y="100016"/>
                  </a:cubicBezTo>
                  <a:cubicBezTo>
                    <a:pt x="289513" y="125237"/>
                    <a:pt x="289513" y="139866"/>
                    <a:pt x="313299" y="139866"/>
                  </a:cubicBezTo>
                  <a:cubicBezTo>
                    <a:pt x="339966" y="139866"/>
                    <a:pt x="339966" y="126515"/>
                    <a:pt x="339966" y="100016"/>
                  </a:cubicBezTo>
                </a:path>
              </a:pathLst>
            </a:custGeom>
            <a:solidFill>
              <a:srgbClr val="FF3232"/>
            </a:solidFill>
            <a:ln w="88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algn="r" defTabSz="914400" rtl="1" eaLnBrk="1" latinLnBrk="0" hangingPunct="1"/>
              <a:endParaRPr lang="en-IL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664D957-A473-1F45-51E8-88C5A302C759}"/>
                </a:ext>
              </a:extLst>
            </p:cNvPr>
            <p:cNvSpPr/>
            <p:nvPr/>
          </p:nvSpPr>
          <p:spPr>
            <a:xfrm>
              <a:off x="10654248" y="6448149"/>
              <a:ext cx="508352" cy="160456"/>
            </a:xfrm>
            <a:custGeom>
              <a:avLst/>
              <a:gdLst>
                <a:gd name="connsiteX0" fmla="*/ 422866 w 508352"/>
                <a:gd name="connsiteY0" fmla="*/ 47879 h 160456"/>
                <a:gd name="connsiteX1" fmla="*/ 422866 w 508352"/>
                <a:gd name="connsiteY1" fmla="*/ 158913 h 160456"/>
                <a:gd name="connsiteX2" fmla="*/ 449532 w 508352"/>
                <a:gd name="connsiteY2" fmla="*/ 158913 h 160456"/>
                <a:gd name="connsiteX3" fmla="*/ 449532 w 508352"/>
                <a:gd name="connsiteY3" fmla="*/ 90444 h 160456"/>
                <a:gd name="connsiteX4" fmla="*/ 469691 w 508352"/>
                <a:gd name="connsiteY4" fmla="*/ 66926 h 160456"/>
                <a:gd name="connsiteX5" fmla="*/ 483286 w 508352"/>
                <a:gd name="connsiteY5" fmla="*/ 84695 h 160456"/>
                <a:gd name="connsiteX6" fmla="*/ 483286 w 508352"/>
                <a:gd name="connsiteY6" fmla="*/ 90444 h 160456"/>
                <a:gd name="connsiteX7" fmla="*/ 508353 w 508352"/>
                <a:gd name="connsiteY7" fmla="*/ 90444 h 160456"/>
                <a:gd name="connsiteX8" fmla="*/ 508353 w 508352"/>
                <a:gd name="connsiteY8" fmla="*/ 81404 h 160456"/>
                <a:gd name="connsiteX9" fmla="*/ 479080 w 508352"/>
                <a:gd name="connsiteY9" fmla="*/ 46397 h 160456"/>
                <a:gd name="connsiteX10" fmla="*/ 449328 w 508352"/>
                <a:gd name="connsiteY10" fmla="*/ 62357 h 160456"/>
                <a:gd name="connsiteX11" fmla="*/ 448261 w 508352"/>
                <a:gd name="connsiteY11" fmla="*/ 62357 h 160456"/>
                <a:gd name="connsiteX12" fmla="*/ 449008 w 508352"/>
                <a:gd name="connsiteY12" fmla="*/ 47888 h 160456"/>
                <a:gd name="connsiteX13" fmla="*/ 422874 w 508352"/>
                <a:gd name="connsiteY13" fmla="*/ 47888 h 160456"/>
                <a:gd name="connsiteX14" fmla="*/ 371461 w 508352"/>
                <a:gd name="connsiteY14" fmla="*/ 158913 h 160456"/>
                <a:gd name="connsiteX15" fmla="*/ 398128 w 508352"/>
                <a:gd name="connsiteY15" fmla="*/ 158913 h 160456"/>
                <a:gd name="connsiteX16" fmla="*/ 398128 w 508352"/>
                <a:gd name="connsiteY16" fmla="*/ 89220 h 160456"/>
                <a:gd name="connsiteX17" fmla="*/ 347577 w 508352"/>
                <a:gd name="connsiteY17" fmla="*/ 46655 h 160456"/>
                <a:gd name="connsiteX18" fmla="*/ 299588 w 508352"/>
                <a:gd name="connsiteY18" fmla="*/ 80384 h 160456"/>
                <a:gd name="connsiteX19" fmla="*/ 326255 w 508352"/>
                <a:gd name="connsiteY19" fmla="*/ 80384 h 160456"/>
                <a:gd name="connsiteX20" fmla="*/ 347266 w 508352"/>
                <a:gd name="connsiteY20" fmla="*/ 64903 h 160456"/>
                <a:gd name="connsiteX21" fmla="*/ 371052 w 508352"/>
                <a:gd name="connsiteY21" fmla="*/ 89273 h 160456"/>
                <a:gd name="connsiteX22" fmla="*/ 371052 w 508352"/>
                <a:gd name="connsiteY22" fmla="*/ 103689 h 160456"/>
                <a:gd name="connsiteX23" fmla="*/ 370625 w 508352"/>
                <a:gd name="connsiteY23" fmla="*/ 103689 h 160456"/>
                <a:gd name="connsiteX24" fmla="*/ 337298 w 508352"/>
                <a:gd name="connsiteY24" fmla="*/ 90976 h 160456"/>
                <a:gd name="connsiteX25" fmla="*/ 295648 w 508352"/>
                <a:gd name="connsiteY25" fmla="*/ 125078 h 160456"/>
                <a:gd name="connsiteX26" fmla="*/ 337298 w 508352"/>
                <a:gd name="connsiteY26" fmla="*/ 160457 h 160456"/>
                <a:gd name="connsiteX27" fmla="*/ 371906 w 508352"/>
                <a:gd name="connsiteY27" fmla="*/ 145242 h 160456"/>
                <a:gd name="connsiteX28" fmla="*/ 372546 w 508352"/>
                <a:gd name="connsiteY28" fmla="*/ 145242 h 160456"/>
                <a:gd name="connsiteX29" fmla="*/ 371479 w 508352"/>
                <a:gd name="connsiteY29" fmla="*/ 158913 h 160456"/>
                <a:gd name="connsiteX30" fmla="*/ 346608 w 508352"/>
                <a:gd name="connsiteY30" fmla="*/ 108905 h 160456"/>
                <a:gd name="connsiteX31" fmla="*/ 371248 w 508352"/>
                <a:gd name="connsiteY31" fmla="*/ 124865 h 160456"/>
                <a:gd name="connsiteX32" fmla="*/ 346608 w 508352"/>
                <a:gd name="connsiteY32" fmla="*/ 142049 h 160456"/>
                <a:gd name="connsiteX33" fmla="*/ 322182 w 508352"/>
                <a:gd name="connsiteY33" fmla="*/ 124865 h 160456"/>
                <a:gd name="connsiteX34" fmla="*/ 346608 w 508352"/>
                <a:gd name="connsiteY34" fmla="*/ 108905 h 160456"/>
                <a:gd name="connsiteX35" fmla="*/ 273134 w 508352"/>
                <a:gd name="connsiteY35" fmla="*/ 0 h 160456"/>
                <a:gd name="connsiteX36" fmla="*/ 246467 w 508352"/>
                <a:gd name="connsiteY36" fmla="*/ 0 h 160456"/>
                <a:gd name="connsiteX37" fmla="*/ 246467 w 508352"/>
                <a:gd name="connsiteY37" fmla="*/ 158913 h 160456"/>
                <a:gd name="connsiteX38" fmla="*/ 273134 w 508352"/>
                <a:gd name="connsiteY38" fmla="*/ 158913 h 160456"/>
                <a:gd name="connsiteX39" fmla="*/ 273134 w 508352"/>
                <a:gd name="connsiteY39" fmla="*/ 0 h 160456"/>
                <a:gd name="connsiteX40" fmla="*/ 171179 w 508352"/>
                <a:gd name="connsiteY40" fmla="*/ 66766 h 160456"/>
                <a:gd name="connsiteX41" fmla="*/ 196886 w 508352"/>
                <a:gd name="connsiteY41" fmla="*/ 103636 h 160456"/>
                <a:gd name="connsiteX42" fmla="*/ 171179 w 508352"/>
                <a:gd name="connsiteY42" fmla="*/ 139866 h 160456"/>
                <a:gd name="connsiteX43" fmla="*/ 145472 w 508352"/>
                <a:gd name="connsiteY43" fmla="*/ 103636 h 160456"/>
                <a:gd name="connsiteX44" fmla="*/ 171179 w 508352"/>
                <a:gd name="connsiteY44" fmla="*/ 66766 h 160456"/>
                <a:gd name="connsiteX45" fmla="*/ 171179 w 508352"/>
                <a:gd name="connsiteY45" fmla="*/ 46389 h 160456"/>
                <a:gd name="connsiteX46" fmla="*/ 118708 w 508352"/>
                <a:gd name="connsiteY46" fmla="*/ 103423 h 160456"/>
                <a:gd name="connsiteX47" fmla="*/ 171179 w 508352"/>
                <a:gd name="connsiteY47" fmla="*/ 160191 h 160456"/>
                <a:gd name="connsiteX48" fmla="*/ 223650 w 508352"/>
                <a:gd name="connsiteY48" fmla="*/ 103423 h 160456"/>
                <a:gd name="connsiteX49" fmla="*/ 171179 w 508352"/>
                <a:gd name="connsiteY49" fmla="*/ 46389 h 160456"/>
                <a:gd name="connsiteX50" fmla="*/ 98763 w 508352"/>
                <a:gd name="connsiteY50" fmla="*/ 77988 h 160456"/>
                <a:gd name="connsiteX51" fmla="*/ 50773 w 508352"/>
                <a:gd name="connsiteY51" fmla="*/ 46389 h 160456"/>
                <a:gd name="connsiteX52" fmla="*/ 9 w 508352"/>
                <a:gd name="connsiteY52" fmla="*/ 77563 h 160456"/>
                <a:gd name="connsiteX53" fmla="*/ 48426 w 508352"/>
                <a:gd name="connsiteY53" fmla="*/ 112090 h 160456"/>
                <a:gd name="connsiteX54" fmla="*/ 76044 w 508352"/>
                <a:gd name="connsiteY54" fmla="*/ 127145 h 160456"/>
                <a:gd name="connsiteX55" fmla="*/ 50764 w 508352"/>
                <a:gd name="connsiteY55" fmla="*/ 141987 h 160456"/>
                <a:gd name="connsiteX56" fmla="*/ 26765 w 508352"/>
                <a:gd name="connsiteY56" fmla="*/ 123951 h 160456"/>
                <a:gd name="connsiteX57" fmla="*/ 0 w 508352"/>
                <a:gd name="connsiteY57" fmla="*/ 123951 h 160456"/>
                <a:gd name="connsiteX58" fmla="*/ 50764 w 508352"/>
                <a:gd name="connsiteY58" fmla="*/ 160182 h 160456"/>
                <a:gd name="connsiteX59" fmla="*/ 102809 w 508352"/>
                <a:gd name="connsiteY59" fmla="*/ 127145 h 160456"/>
                <a:gd name="connsiteX60" fmla="*/ 53112 w 508352"/>
                <a:gd name="connsiteY60" fmla="*/ 91766 h 160456"/>
                <a:gd name="connsiteX61" fmla="*/ 26658 w 508352"/>
                <a:gd name="connsiteY61" fmla="*/ 79266 h 160456"/>
                <a:gd name="connsiteX62" fmla="*/ 50657 w 508352"/>
                <a:gd name="connsiteY62" fmla="*/ 64637 h 160456"/>
                <a:gd name="connsiteX63" fmla="*/ 71989 w 508352"/>
                <a:gd name="connsiteY63" fmla="*/ 77988 h 160456"/>
                <a:gd name="connsiteX64" fmla="*/ 98763 w 508352"/>
                <a:gd name="connsiteY64" fmla="*/ 77988 h 160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08352" h="160456">
                  <a:moveTo>
                    <a:pt x="422866" y="47879"/>
                  </a:moveTo>
                  <a:lnTo>
                    <a:pt x="422866" y="158913"/>
                  </a:lnTo>
                  <a:lnTo>
                    <a:pt x="449532" y="158913"/>
                  </a:lnTo>
                  <a:lnTo>
                    <a:pt x="449532" y="90444"/>
                  </a:lnTo>
                  <a:cubicBezTo>
                    <a:pt x="449106" y="76028"/>
                    <a:pt x="453801" y="66926"/>
                    <a:pt x="469691" y="66926"/>
                  </a:cubicBezTo>
                  <a:cubicBezTo>
                    <a:pt x="482219" y="66926"/>
                    <a:pt x="483286" y="73473"/>
                    <a:pt x="483286" y="84695"/>
                  </a:cubicBezTo>
                  <a:lnTo>
                    <a:pt x="483286" y="90444"/>
                  </a:lnTo>
                  <a:lnTo>
                    <a:pt x="508353" y="90444"/>
                  </a:lnTo>
                  <a:lnTo>
                    <a:pt x="508353" y="81404"/>
                  </a:lnTo>
                  <a:cubicBezTo>
                    <a:pt x="508353" y="60121"/>
                    <a:pt x="502644" y="46397"/>
                    <a:pt x="479080" y="46397"/>
                  </a:cubicBezTo>
                  <a:cubicBezTo>
                    <a:pt x="466125" y="46397"/>
                    <a:pt x="454654" y="50017"/>
                    <a:pt x="449328" y="62357"/>
                  </a:cubicBezTo>
                  <a:lnTo>
                    <a:pt x="448261" y="62357"/>
                  </a:lnTo>
                  <a:lnTo>
                    <a:pt x="449008" y="47888"/>
                  </a:lnTo>
                  <a:lnTo>
                    <a:pt x="422874" y="47888"/>
                  </a:lnTo>
                  <a:close/>
                  <a:moveTo>
                    <a:pt x="371461" y="158913"/>
                  </a:moveTo>
                  <a:lnTo>
                    <a:pt x="398128" y="158913"/>
                  </a:lnTo>
                  <a:lnTo>
                    <a:pt x="398128" y="89220"/>
                  </a:lnTo>
                  <a:cubicBezTo>
                    <a:pt x="398128" y="51977"/>
                    <a:pt x="383252" y="46655"/>
                    <a:pt x="347577" y="46655"/>
                  </a:cubicBezTo>
                  <a:cubicBezTo>
                    <a:pt x="322084" y="46655"/>
                    <a:pt x="299588" y="47932"/>
                    <a:pt x="299588" y="80384"/>
                  </a:cubicBezTo>
                  <a:lnTo>
                    <a:pt x="326255" y="80384"/>
                  </a:lnTo>
                  <a:cubicBezTo>
                    <a:pt x="326255" y="65968"/>
                    <a:pt x="335582" y="64903"/>
                    <a:pt x="347266" y="64903"/>
                  </a:cubicBezTo>
                  <a:cubicBezTo>
                    <a:pt x="369558" y="64903"/>
                    <a:pt x="371052" y="71237"/>
                    <a:pt x="371052" y="89273"/>
                  </a:cubicBezTo>
                  <a:lnTo>
                    <a:pt x="371052" y="103689"/>
                  </a:lnTo>
                  <a:lnTo>
                    <a:pt x="370625" y="103689"/>
                  </a:lnTo>
                  <a:cubicBezTo>
                    <a:pt x="364276" y="91189"/>
                    <a:pt x="350894" y="90976"/>
                    <a:pt x="337298" y="90976"/>
                  </a:cubicBezTo>
                  <a:cubicBezTo>
                    <a:pt x="309680" y="90976"/>
                    <a:pt x="295648" y="98375"/>
                    <a:pt x="295648" y="125078"/>
                  </a:cubicBezTo>
                  <a:cubicBezTo>
                    <a:pt x="295648" y="155187"/>
                    <a:pt x="312018" y="160457"/>
                    <a:pt x="337298" y="160457"/>
                  </a:cubicBezTo>
                  <a:cubicBezTo>
                    <a:pt x="350254" y="160457"/>
                    <a:pt x="366624" y="160031"/>
                    <a:pt x="371906" y="145242"/>
                  </a:cubicBezTo>
                  <a:lnTo>
                    <a:pt x="372546" y="145242"/>
                  </a:lnTo>
                  <a:lnTo>
                    <a:pt x="371479" y="158913"/>
                  </a:lnTo>
                  <a:close/>
                  <a:moveTo>
                    <a:pt x="346608" y="108905"/>
                  </a:moveTo>
                  <a:cubicBezTo>
                    <a:pt x="359777" y="108905"/>
                    <a:pt x="371248" y="109331"/>
                    <a:pt x="371248" y="124865"/>
                  </a:cubicBezTo>
                  <a:cubicBezTo>
                    <a:pt x="371248" y="140399"/>
                    <a:pt x="360586" y="142049"/>
                    <a:pt x="346608" y="142049"/>
                  </a:cubicBezTo>
                  <a:cubicBezTo>
                    <a:pt x="328584" y="142049"/>
                    <a:pt x="322182" y="140558"/>
                    <a:pt x="322182" y="124865"/>
                  </a:cubicBezTo>
                  <a:cubicBezTo>
                    <a:pt x="322182" y="109171"/>
                    <a:pt x="332843" y="108905"/>
                    <a:pt x="346608" y="108905"/>
                  </a:cubicBezTo>
                  <a:moveTo>
                    <a:pt x="273134" y="0"/>
                  </a:moveTo>
                  <a:lnTo>
                    <a:pt x="246467" y="0"/>
                  </a:lnTo>
                  <a:lnTo>
                    <a:pt x="246467" y="158913"/>
                  </a:lnTo>
                  <a:lnTo>
                    <a:pt x="273134" y="158913"/>
                  </a:lnTo>
                  <a:lnTo>
                    <a:pt x="273134" y="0"/>
                  </a:lnTo>
                  <a:close/>
                  <a:moveTo>
                    <a:pt x="171179" y="66766"/>
                  </a:moveTo>
                  <a:cubicBezTo>
                    <a:pt x="194965" y="66766"/>
                    <a:pt x="196886" y="73526"/>
                    <a:pt x="196886" y="103636"/>
                  </a:cubicBezTo>
                  <a:cubicBezTo>
                    <a:pt x="196886" y="133745"/>
                    <a:pt x="194965" y="139866"/>
                    <a:pt x="171179" y="139866"/>
                  </a:cubicBezTo>
                  <a:cubicBezTo>
                    <a:pt x="147393" y="139866"/>
                    <a:pt x="145472" y="133266"/>
                    <a:pt x="145472" y="103636"/>
                  </a:cubicBezTo>
                  <a:cubicBezTo>
                    <a:pt x="145472" y="74005"/>
                    <a:pt x="147393" y="66766"/>
                    <a:pt x="171179" y="66766"/>
                  </a:cubicBezTo>
                  <a:moveTo>
                    <a:pt x="171179" y="46389"/>
                  </a:moveTo>
                  <a:cubicBezTo>
                    <a:pt x="124683" y="46389"/>
                    <a:pt x="118708" y="60166"/>
                    <a:pt x="118708" y="103423"/>
                  </a:cubicBezTo>
                  <a:cubicBezTo>
                    <a:pt x="118708" y="146680"/>
                    <a:pt x="124683" y="160191"/>
                    <a:pt x="171179" y="160191"/>
                  </a:cubicBezTo>
                  <a:cubicBezTo>
                    <a:pt x="217675" y="160191"/>
                    <a:pt x="223650" y="146413"/>
                    <a:pt x="223650" y="103423"/>
                  </a:cubicBezTo>
                  <a:cubicBezTo>
                    <a:pt x="223650" y="60432"/>
                    <a:pt x="217728" y="46389"/>
                    <a:pt x="171179" y="46389"/>
                  </a:cubicBezTo>
                  <a:moveTo>
                    <a:pt x="98763" y="77988"/>
                  </a:moveTo>
                  <a:cubicBezTo>
                    <a:pt x="98763" y="46814"/>
                    <a:pt x="72629" y="46389"/>
                    <a:pt x="50773" y="46389"/>
                  </a:cubicBezTo>
                  <a:cubicBezTo>
                    <a:pt x="22088" y="46389"/>
                    <a:pt x="9" y="47027"/>
                    <a:pt x="9" y="77563"/>
                  </a:cubicBezTo>
                  <a:cubicBezTo>
                    <a:pt x="9" y="105969"/>
                    <a:pt x="7425" y="111717"/>
                    <a:pt x="48426" y="112090"/>
                  </a:cubicBezTo>
                  <a:cubicBezTo>
                    <a:pt x="75404" y="112516"/>
                    <a:pt x="76044" y="117413"/>
                    <a:pt x="76044" y="127145"/>
                  </a:cubicBezTo>
                  <a:cubicBezTo>
                    <a:pt x="76044" y="142412"/>
                    <a:pt x="66716" y="141987"/>
                    <a:pt x="50764" y="141987"/>
                  </a:cubicBezTo>
                  <a:cubicBezTo>
                    <a:pt x="30980" y="141987"/>
                    <a:pt x="27192" y="140070"/>
                    <a:pt x="26765" y="123951"/>
                  </a:cubicBezTo>
                  <a:lnTo>
                    <a:pt x="0" y="123951"/>
                  </a:lnTo>
                  <a:cubicBezTo>
                    <a:pt x="0" y="160182"/>
                    <a:pt x="20371" y="160182"/>
                    <a:pt x="50764" y="160182"/>
                  </a:cubicBezTo>
                  <a:cubicBezTo>
                    <a:pt x="78969" y="160182"/>
                    <a:pt x="102809" y="157254"/>
                    <a:pt x="102809" y="127145"/>
                  </a:cubicBezTo>
                  <a:cubicBezTo>
                    <a:pt x="102809" y="91127"/>
                    <a:pt x="79450" y="93043"/>
                    <a:pt x="53112" y="91766"/>
                  </a:cubicBezTo>
                  <a:cubicBezTo>
                    <a:pt x="29752" y="90701"/>
                    <a:pt x="26658" y="90435"/>
                    <a:pt x="26658" y="79266"/>
                  </a:cubicBezTo>
                  <a:cubicBezTo>
                    <a:pt x="26658" y="64637"/>
                    <a:pt x="36413" y="64637"/>
                    <a:pt x="50657" y="64637"/>
                  </a:cubicBezTo>
                  <a:cubicBezTo>
                    <a:pt x="64902" y="64637"/>
                    <a:pt x="71989" y="64637"/>
                    <a:pt x="71989" y="77988"/>
                  </a:cubicBezTo>
                  <a:lnTo>
                    <a:pt x="98763" y="77988"/>
                  </a:lnTo>
                  <a:close/>
                </a:path>
              </a:pathLst>
            </a:custGeom>
            <a:solidFill>
              <a:schemeClr val="bg1"/>
            </a:solidFill>
            <a:ln w="88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algn="l" defTabSz="914400" rtl="0" eaLnBrk="1" latinLnBrk="0" hangingPunct="1"/>
              <a:endParaRPr lang="en-IL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B9C007F-BD8B-09BA-F328-D72DF6B18B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001" y="463296"/>
            <a:ext cx="5364000" cy="1067330"/>
          </a:xfrm>
        </p:spPr>
        <p:txBody>
          <a:bodyPr/>
          <a:lstStyle/>
          <a:p>
            <a:r>
              <a:rPr lang="en-US" dirty="0"/>
              <a:t>Click to edit title style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FA8CEB-8694-EA37-7BA0-FDAD459659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6001" y="1681163"/>
            <a:ext cx="5400000" cy="823912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9EA84F-FD1F-BAC2-8046-8983299085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6001" y="2505075"/>
            <a:ext cx="540000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DBF64-FDEA-B621-4A52-5A1EC7D873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6000" y="1681163"/>
            <a:ext cx="5400000" cy="823912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7C6ABF-8EC2-A975-58E5-887C9D96A9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6000" y="2505075"/>
            <a:ext cx="5400000" cy="36845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3FDF2E-A52A-6137-A0DA-310FD4356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D1ED1D-EC77-FD5D-38C5-FE40F4AD3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51083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49C20-CAD9-FFD2-CE2D-5525543FB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000" y="463295"/>
            <a:ext cx="4334296" cy="1305869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03630-E937-E68D-BE93-B4C7018B16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000" y="2045155"/>
            <a:ext cx="4334296" cy="39079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F7D31-CDDE-39A3-0DD6-ED3E256F9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E7FC2-5991-B5B8-9AD3-AE6D68AE9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‹#›</a:t>
            </a:fld>
            <a:endParaRPr lang="en-IL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F33FC7A-6F25-BD5D-6C1C-94F77D57221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072063" y="1076325"/>
            <a:ext cx="6357937" cy="4095749"/>
          </a:xfrm>
          <a:prstGeom prst="roundRect">
            <a:avLst>
              <a:gd name="adj" fmla="val 2501"/>
            </a:avLst>
          </a:prstGeom>
          <a:solidFill>
            <a:schemeClr val="bg2"/>
          </a:solidFill>
        </p:spPr>
        <p:txBody>
          <a:bodyPr lIns="90000" tIns="1080000"/>
          <a:lstStyle>
            <a:lvl1pPr marL="0" indent="0" algn="ctr">
              <a:buFontTx/>
              <a:buNone/>
              <a:defRPr sz="1050" b="1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Drag &amp; drop photo here or click icon to add picture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8266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49C20-CAD9-FFD2-CE2D-5525543FB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99" y="463295"/>
            <a:ext cx="6401635" cy="130586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03630-E937-E68D-BE93-B4C7018B16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99" y="2045155"/>
            <a:ext cx="6401635" cy="39079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F7D31-CDDE-39A3-0DD6-ED3E256F9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E7FC2-5991-B5B8-9AD3-AE6D68AE9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‹#›</a:t>
            </a:fld>
            <a:endParaRPr lang="en-IL"/>
          </a:p>
        </p:txBody>
      </p:sp>
      <p:sp>
        <p:nvSpPr>
          <p:cNvPr id="4" name="Рисунок 13">
            <a:extLst>
              <a:ext uri="{FF2B5EF4-FFF2-40B4-BE49-F238E27FC236}">
                <a16:creationId xmlns:a16="http://schemas.microsoft.com/office/drawing/2014/main" id="{703DF917-C371-2EE1-EEC8-B1EF6E5FFAE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7895965" y="554724"/>
            <a:ext cx="2689989" cy="5748552"/>
          </a:xfrm>
          <a:custGeom>
            <a:avLst/>
            <a:gdLst>
              <a:gd name="connsiteX0" fmla="*/ 466924 w 4408266"/>
              <a:gd name="connsiteY0" fmla="*/ 0 h 9420405"/>
              <a:gd name="connsiteX1" fmla="*/ 1057794 w 4408266"/>
              <a:gd name="connsiteY1" fmla="*/ 0 h 9420405"/>
              <a:gd name="connsiteX2" fmla="*/ 1057794 w 4408266"/>
              <a:gd name="connsiteY2" fmla="*/ 111037 h 9420405"/>
              <a:gd name="connsiteX3" fmla="*/ 1248692 w 4408266"/>
              <a:gd name="connsiteY3" fmla="*/ 301936 h 9420405"/>
              <a:gd name="connsiteX4" fmla="*/ 3161000 w 4408266"/>
              <a:gd name="connsiteY4" fmla="*/ 301936 h 9420405"/>
              <a:gd name="connsiteX5" fmla="*/ 3351900 w 4408266"/>
              <a:gd name="connsiteY5" fmla="*/ 111037 h 9420405"/>
              <a:gd name="connsiteX6" fmla="*/ 3351900 w 4408266"/>
              <a:gd name="connsiteY6" fmla="*/ 0 h 9420405"/>
              <a:gd name="connsiteX7" fmla="*/ 3941342 w 4408266"/>
              <a:gd name="connsiteY7" fmla="*/ 0 h 9420405"/>
              <a:gd name="connsiteX8" fmla="*/ 4408266 w 4408266"/>
              <a:gd name="connsiteY8" fmla="*/ 466923 h 9420405"/>
              <a:gd name="connsiteX9" fmla="*/ 4408266 w 4408266"/>
              <a:gd name="connsiteY9" fmla="*/ 8953482 h 9420405"/>
              <a:gd name="connsiteX10" fmla="*/ 3941342 w 4408266"/>
              <a:gd name="connsiteY10" fmla="*/ 9420405 h 9420405"/>
              <a:gd name="connsiteX11" fmla="*/ 466924 w 4408266"/>
              <a:gd name="connsiteY11" fmla="*/ 9420405 h 9420405"/>
              <a:gd name="connsiteX12" fmla="*/ 0 w 4408266"/>
              <a:gd name="connsiteY12" fmla="*/ 8953482 h 9420405"/>
              <a:gd name="connsiteX13" fmla="*/ 0 w 4408266"/>
              <a:gd name="connsiteY13" fmla="*/ 466923 h 9420405"/>
              <a:gd name="connsiteX14" fmla="*/ 466924 w 4408266"/>
              <a:gd name="connsiteY14" fmla="*/ 0 h 9420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408266" h="9420405">
                <a:moveTo>
                  <a:pt x="466924" y="0"/>
                </a:moveTo>
                <a:lnTo>
                  <a:pt x="1057794" y="0"/>
                </a:lnTo>
                <a:lnTo>
                  <a:pt x="1057794" y="111037"/>
                </a:lnTo>
                <a:cubicBezTo>
                  <a:pt x="1057794" y="216468"/>
                  <a:pt x="1143262" y="301936"/>
                  <a:pt x="1248692" y="301936"/>
                </a:cubicBezTo>
                <a:lnTo>
                  <a:pt x="3161000" y="301936"/>
                </a:lnTo>
                <a:cubicBezTo>
                  <a:pt x="3266430" y="301936"/>
                  <a:pt x="3351900" y="216468"/>
                  <a:pt x="3351900" y="111037"/>
                </a:cubicBezTo>
                <a:lnTo>
                  <a:pt x="3351900" y="0"/>
                </a:lnTo>
                <a:lnTo>
                  <a:pt x="3941342" y="0"/>
                </a:lnTo>
                <a:cubicBezTo>
                  <a:pt x="4199216" y="0"/>
                  <a:pt x="4408266" y="209049"/>
                  <a:pt x="4408266" y="466923"/>
                </a:cubicBezTo>
                <a:lnTo>
                  <a:pt x="4408266" y="8953482"/>
                </a:lnTo>
                <a:cubicBezTo>
                  <a:pt x="4408266" y="9211356"/>
                  <a:pt x="4199216" y="9420405"/>
                  <a:pt x="3941342" y="9420405"/>
                </a:cubicBezTo>
                <a:lnTo>
                  <a:pt x="466924" y="9420405"/>
                </a:lnTo>
                <a:cubicBezTo>
                  <a:pt x="209050" y="9420405"/>
                  <a:pt x="0" y="9211356"/>
                  <a:pt x="0" y="8953482"/>
                </a:cubicBezTo>
                <a:lnTo>
                  <a:pt x="0" y="466923"/>
                </a:lnTo>
                <a:cubicBezTo>
                  <a:pt x="0" y="209049"/>
                  <a:pt x="209050" y="0"/>
                  <a:pt x="466924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0" tIns="2015999" rIns="360000" bIns="0" rtlCol="0" anchor="t">
            <a:noAutofit/>
          </a:bodyPr>
          <a:lstStyle>
            <a:lvl1pPr marL="0" indent="0" algn="ctr">
              <a:buFontTx/>
              <a:buNone/>
              <a:defRPr lang="en-US" sz="1050" b="1">
                <a:solidFill>
                  <a:schemeClr val="tx2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Drag &amp; drop photo here or click icon to add picture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99088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86843-798F-9528-D4D9-3655F6C01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3617FA-3534-F19B-98B2-AE7DCF46A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368E83-62E0-E2E2-274E-E676247B0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6206874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59DDDC-957F-114E-5FCD-A9EC022B3109}"/>
              </a:ext>
            </a:extLst>
          </p:cNvPr>
          <p:cNvSpPr/>
          <p:nvPr userDrawn="1"/>
        </p:nvSpPr>
        <p:spPr>
          <a:xfrm>
            <a:off x="1" y="0"/>
            <a:ext cx="7920000" cy="6858000"/>
          </a:xfrm>
          <a:prstGeom prst="rect">
            <a:avLst/>
          </a:prstGeom>
          <a:gradFill>
            <a:gsLst>
              <a:gs pos="15000">
                <a:schemeClr val="tx2">
                  <a:alpha val="80000"/>
                </a:schemeClr>
              </a:gs>
              <a:gs pos="100000">
                <a:schemeClr val="tx2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8D0E3BD-378B-80F3-2D20-131BC3DE9F9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685274" y="4830420"/>
            <a:ext cx="1692000" cy="342004"/>
            <a:chOff x="10307382" y="4588869"/>
            <a:chExt cx="1008089" cy="203766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D47D4FB8-58A8-DFCE-D26E-22DFD7BFC978}"/>
                </a:ext>
              </a:extLst>
            </p:cNvPr>
            <p:cNvSpPr/>
            <p:nvPr/>
          </p:nvSpPr>
          <p:spPr>
            <a:xfrm>
              <a:off x="10804619" y="4588869"/>
              <a:ext cx="510852" cy="203766"/>
            </a:xfrm>
            <a:custGeom>
              <a:avLst/>
              <a:gdLst>
                <a:gd name="connsiteX0" fmla="*/ 457660 w 510852"/>
                <a:gd name="connsiteY0" fmla="*/ 123534 h 203766"/>
                <a:gd name="connsiteX1" fmla="*/ 472483 w 510852"/>
                <a:gd name="connsiteY1" fmla="*/ 123534 h 203766"/>
                <a:gd name="connsiteX2" fmla="*/ 477818 w 510852"/>
                <a:gd name="connsiteY2" fmla="*/ 108320 h 203766"/>
                <a:gd name="connsiteX3" fmla="*/ 407749 w 510852"/>
                <a:gd name="connsiteY3" fmla="*/ 108320 h 203766"/>
                <a:gd name="connsiteX4" fmla="*/ 432442 w 510852"/>
                <a:gd name="connsiteY4" fmla="*/ 139866 h 203766"/>
                <a:gd name="connsiteX5" fmla="*/ 457669 w 510852"/>
                <a:gd name="connsiteY5" fmla="*/ 123534 h 203766"/>
                <a:gd name="connsiteX6" fmla="*/ 407758 w 510852"/>
                <a:gd name="connsiteY6" fmla="*/ 91615 h 203766"/>
                <a:gd name="connsiteX7" fmla="*/ 457669 w 510852"/>
                <a:gd name="connsiteY7" fmla="*/ 91615 h 203766"/>
                <a:gd name="connsiteX8" fmla="*/ 432442 w 510852"/>
                <a:gd name="connsiteY8" fmla="*/ 67032 h 203766"/>
                <a:gd name="connsiteX9" fmla="*/ 407749 w 510852"/>
                <a:gd name="connsiteY9" fmla="*/ 91615 h 203766"/>
                <a:gd name="connsiteX10" fmla="*/ 499941 w 510852"/>
                <a:gd name="connsiteY10" fmla="*/ 0 h 203766"/>
                <a:gd name="connsiteX11" fmla="*/ 248459 w 510852"/>
                <a:gd name="connsiteY11" fmla="*/ 0 h 203766"/>
                <a:gd name="connsiteX12" fmla="*/ 248459 w 510852"/>
                <a:gd name="connsiteY12" fmla="*/ 158913 h 203766"/>
                <a:gd name="connsiteX13" fmla="*/ 221792 w 510852"/>
                <a:gd name="connsiteY13" fmla="*/ 158913 h 203766"/>
                <a:gd name="connsiteX14" fmla="*/ 222859 w 510852"/>
                <a:gd name="connsiteY14" fmla="*/ 142208 h 203766"/>
                <a:gd name="connsiteX15" fmla="*/ 222005 w 510852"/>
                <a:gd name="connsiteY15" fmla="*/ 142208 h 203766"/>
                <a:gd name="connsiteX16" fmla="*/ 187185 w 510852"/>
                <a:gd name="connsiteY16" fmla="*/ 160191 h 203766"/>
                <a:gd name="connsiteX17" fmla="*/ 144521 w 510852"/>
                <a:gd name="connsiteY17" fmla="*/ 100016 h 203766"/>
                <a:gd name="connsiteX18" fmla="*/ 187185 w 510852"/>
                <a:gd name="connsiteY18" fmla="*/ 46389 h 203766"/>
                <a:gd name="connsiteX19" fmla="*/ 220725 w 510852"/>
                <a:gd name="connsiteY19" fmla="*/ 62348 h 203766"/>
                <a:gd name="connsiteX20" fmla="*/ 221792 w 510852"/>
                <a:gd name="connsiteY20" fmla="*/ 62348 h 203766"/>
                <a:gd name="connsiteX21" fmla="*/ 221792 w 510852"/>
                <a:gd name="connsiteY21" fmla="*/ 0 h 203766"/>
                <a:gd name="connsiteX22" fmla="*/ 81922 w 510852"/>
                <a:gd name="connsiteY22" fmla="*/ 0 h 203766"/>
                <a:gd name="connsiteX23" fmla="*/ 61443 w 510852"/>
                <a:gd name="connsiteY23" fmla="*/ 14576 h 203766"/>
                <a:gd name="connsiteX24" fmla="*/ 49075 w 510852"/>
                <a:gd name="connsiteY24" fmla="*/ 50540 h 203766"/>
                <a:gd name="connsiteX25" fmla="*/ 78134 w 510852"/>
                <a:gd name="connsiteY25" fmla="*/ 46389 h 203766"/>
                <a:gd name="connsiteX26" fmla="*/ 130178 w 510852"/>
                <a:gd name="connsiteY26" fmla="*/ 108320 h 203766"/>
                <a:gd name="connsiteX27" fmla="*/ 53494 w 510852"/>
                <a:gd name="connsiteY27" fmla="*/ 108320 h 203766"/>
                <a:gd name="connsiteX28" fmla="*/ 78134 w 510852"/>
                <a:gd name="connsiteY28" fmla="*/ 139866 h 203766"/>
                <a:gd name="connsiteX29" fmla="*/ 103414 w 510852"/>
                <a:gd name="connsiteY29" fmla="*/ 123534 h 203766"/>
                <a:gd name="connsiteX30" fmla="*/ 130080 w 510852"/>
                <a:gd name="connsiteY30" fmla="*/ 123534 h 203766"/>
                <a:gd name="connsiteX31" fmla="*/ 78036 w 510852"/>
                <a:gd name="connsiteY31" fmla="*/ 160191 h 203766"/>
                <a:gd name="connsiteX32" fmla="*/ 26845 w 510852"/>
                <a:gd name="connsiteY32" fmla="*/ 114228 h 203766"/>
                <a:gd name="connsiteX33" fmla="*/ 872 w 510852"/>
                <a:gd name="connsiteY33" fmla="*/ 189245 h 203766"/>
                <a:gd name="connsiteX34" fmla="*/ 11266 w 510852"/>
                <a:gd name="connsiteY34" fmla="*/ 203767 h 203766"/>
                <a:gd name="connsiteX35" fmla="*/ 283226 w 510852"/>
                <a:gd name="connsiteY35" fmla="*/ 203767 h 203766"/>
                <a:gd name="connsiteX36" fmla="*/ 267230 w 510852"/>
                <a:gd name="connsiteY36" fmla="*/ 170411 h 203766"/>
                <a:gd name="connsiteX37" fmla="*/ 292296 w 510852"/>
                <a:gd name="connsiteY37" fmla="*/ 170411 h 203766"/>
                <a:gd name="connsiteX38" fmla="*/ 313095 w 510852"/>
                <a:gd name="connsiteY38" fmla="*/ 187967 h 203766"/>
                <a:gd name="connsiteX39" fmla="*/ 340713 w 510852"/>
                <a:gd name="connsiteY39" fmla="*/ 164236 h 203766"/>
                <a:gd name="connsiteX40" fmla="*/ 340713 w 510852"/>
                <a:gd name="connsiteY40" fmla="*/ 142954 h 203766"/>
                <a:gd name="connsiteX41" fmla="*/ 340073 w 510852"/>
                <a:gd name="connsiteY41" fmla="*/ 142954 h 203766"/>
                <a:gd name="connsiteX42" fmla="*/ 305252 w 510852"/>
                <a:gd name="connsiteY42" fmla="*/ 160084 h 203766"/>
                <a:gd name="connsiteX43" fmla="*/ 262588 w 510852"/>
                <a:gd name="connsiteY43" fmla="*/ 106510 h 203766"/>
                <a:gd name="connsiteX44" fmla="*/ 305252 w 510852"/>
                <a:gd name="connsiteY44" fmla="*/ 46282 h 203766"/>
                <a:gd name="connsiteX45" fmla="*/ 340073 w 510852"/>
                <a:gd name="connsiteY45" fmla="*/ 64318 h 203766"/>
                <a:gd name="connsiteX46" fmla="*/ 340926 w 510852"/>
                <a:gd name="connsiteY46" fmla="*/ 64318 h 203766"/>
                <a:gd name="connsiteX47" fmla="*/ 339966 w 510852"/>
                <a:gd name="connsiteY47" fmla="*/ 47879 h 203766"/>
                <a:gd name="connsiteX48" fmla="*/ 366633 w 510852"/>
                <a:gd name="connsiteY48" fmla="*/ 47879 h 203766"/>
                <a:gd name="connsiteX49" fmla="*/ 366633 w 510852"/>
                <a:gd name="connsiteY49" fmla="*/ 158700 h 203766"/>
                <a:gd name="connsiteX50" fmla="*/ 346422 w 510852"/>
                <a:gd name="connsiteY50" fmla="*/ 203758 h 203766"/>
                <a:gd name="connsiteX51" fmla="*/ 429072 w 510852"/>
                <a:gd name="connsiteY51" fmla="*/ 203758 h 203766"/>
                <a:gd name="connsiteX52" fmla="*/ 449550 w 510852"/>
                <a:gd name="connsiteY52" fmla="*/ 189236 h 203766"/>
                <a:gd name="connsiteX53" fmla="*/ 460212 w 510852"/>
                <a:gd name="connsiteY53" fmla="*/ 158328 h 203766"/>
                <a:gd name="connsiteX54" fmla="*/ 432220 w 510852"/>
                <a:gd name="connsiteY54" fmla="*/ 160191 h 203766"/>
                <a:gd name="connsiteX55" fmla="*/ 380816 w 510852"/>
                <a:gd name="connsiteY55" fmla="*/ 103636 h 203766"/>
                <a:gd name="connsiteX56" fmla="*/ 432220 w 510852"/>
                <a:gd name="connsiteY56" fmla="*/ 46389 h 203766"/>
                <a:gd name="connsiteX57" fmla="*/ 483784 w 510852"/>
                <a:gd name="connsiteY57" fmla="*/ 90391 h 203766"/>
                <a:gd name="connsiteX58" fmla="*/ 509971 w 510852"/>
                <a:gd name="connsiteY58" fmla="*/ 14789 h 203766"/>
                <a:gd name="connsiteX59" fmla="*/ 499950 w 510852"/>
                <a:gd name="connsiteY59" fmla="*/ 0 h 203766"/>
                <a:gd name="connsiteX60" fmla="*/ 221276 w 510852"/>
                <a:gd name="connsiteY60" fmla="*/ 100016 h 203766"/>
                <a:gd name="connsiteX61" fmla="*/ 194929 w 510852"/>
                <a:gd name="connsiteY61" fmla="*/ 66766 h 203766"/>
                <a:gd name="connsiteX62" fmla="*/ 171143 w 510852"/>
                <a:gd name="connsiteY62" fmla="*/ 100016 h 203766"/>
                <a:gd name="connsiteX63" fmla="*/ 194929 w 510852"/>
                <a:gd name="connsiteY63" fmla="*/ 139866 h 203766"/>
                <a:gd name="connsiteX64" fmla="*/ 221276 w 510852"/>
                <a:gd name="connsiteY64" fmla="*/ 100016 h 203766"/>
                <a:gd name="connsiteX65" fmla="*/ 78152 w 510852"/>
                <a:gd name="connsiteY65" fmla="*/ 66766 h 203766"/>
                <a:gd name="connsiteX66" fmla="*/ 53512 w 510852"/>
                <a:gd name="connsiteY66" fmla="*/ 91349 h 203766"/>
                <a:gd name="connsiteX67" fmla="*/ 103422 w 510852"/>
                <a:gd name="connsiteY67" fmla="*/ 91349 h 203766"/>
                <a:gd name="connsiteX68" fmla="*/ 78143 w 510852"/>
                <a:gd name="connsiteY68" fmla="*/ 66766 h 203766"/>
                <a:gd name="connsiteX69" fmla="*/ 339966 w 510852"/>
                <a:gd name="connsiteY69" fmla="*/ 100016 h 203766"/>
                <a:gd name="connsiteX70" fmla="*/ 313299 w 510852"/>
                <a:gd name="connsiteY70" fmla="*/ 66766 h 203766"/>
                <a:gd name="connsiteX71" fmla="*/ 289513 w 510852"/>
                <a:gd name="connsiteY71" fmla="*/ 100016 h 203766"/>
                <a:gd name="connsiteX72" fmla="*/ 313299 w 510852"/>
                <a:gd name="connsiteY72" fmla="*/ 139866 h 203766"/>
                <a:gd name="connsiteX73" fmla="*/ 339966 w 510852"/>
                <a:gd name="connsiteY73" fmla="*/ 100016 h 203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510852" h="203766">
                  <a:moveTo>
                    <a:pt x="457660" y="123534"/>
                  </a:moveTo>
                  <a:lnTo>
                    <a:pt x="472483" y="123534"/>
                  </a:lnTo>
                  <a:lnTo>
                    <a:pt x="477818" y="108320"/>
                  </a:lnTo>
                  <a:lnTo>
                    <a:pt x="407749" y="108320"/>
                  </a:lnTo>
                  <a:cubicBezTo>
                    <a:pt x="407749" y="132264"/>
                    <a:pt x="408390" y="139866"/>
                    <a:pt x="432442" y="139866"/>
                  </a:cubicBezTo>
                  <a:cubicBezTo>
                    <a:pt x="447265" y="139866"/>
                    <a:pt x="457669" y="139866"/>
                    <a:pt x="457669" y="123534"/>
                  </a:cubicBezTo>
                  <a:moveTo>
                    <a:pt x="407758" y="91615"/>
                  </a:moveTo>
                  <a:lnTo>
                    <a:pt x="457669" y="91615"/>
                  </a:lnTo>
                  <a:cubicBezTo>
                    <a:pt x="457669" y="68736"/>
                    <a:pt x="454308" y="67032"/>
                    <a:pt x="432442" y="67032"/>
                  </a:cubicBezTo>
                  <a:cubicBezTo>
                    <a:pt x="409243" y="67032"/>
                    <a:pt x="407749" y="71876"/>
                    <a:pt x="407749" y="91615"/>
                  </a:cubicBezTo>
                  <a:moveTo>
                    <a:pt x="499941" y="0"/>
                  </a:moveTo>
                  <a:lnTo>
                    <a:pt x="248459" y="0"/>
                  </a:lnTo>
                  <a:lnTo>
                    <a:pt x="248459" y="158913"/>
                  </a:lnTo>
                  <a:lnTo>
                    <a:pt x="221792" y="158913"/>
                  </a:lnTo>
                  <a:lnTo>
                    <a:pt x="222859" y="142208"/>
                  </a:lnTo>
                  <a:lnTo>
                    <a:pt x="222005" y="142208"/>
                  </a:lnTo>
                  <a:cubicBezTo>
                    <a:pt x="215230" y="156837"/>
                    <a:pt x="202914" y="160191"/>
                    <a:pt x="187185" y="160191"/>
                  </a:cubicBezTo>
                  <a:cubicBezTo>
                    <a:pt x="145748" y="160191"/>
                    <a:pt x="144521" y="134118"/>
                    <a:pt x="144521" y="100016"/>
                  </a:cubicBezTo>
                  <a:cubicBezTo>
                    <a:pt x="144521" y="65914"/>
                    <a:pt x="149003" y="46389"/>
                    <a:pt x="187185" y="46389"/>
                  </a:cubicBezTo>
                  <a:cubicBezTo>
                    <a:pt x="200780" y="46389"/>
                    <a:pt x="215016" y="48943"/>
                    <a:pt x="220725" y="62348"/>
                  </a:cubicBezTo>
                  <a:lnTo>
                    <a:pt x="221792" y="62348"/>
                  </a:lnTo>
                  <a:lnTo>
                    <a:pt x="221792" y="0"/>
                  </a:lnTo>
                  <a:lnTo>
                    <a:pt x="81922" y="0"/>
                  </a:lnTo>
                  <a:cubicBezTo>
                    <a:pt x="72745" y="213"/>
                    <a:pt x="64636" y="5988"/>
                    <a:pt x="61443" y="14576"/>
                  </a:cubicBezTo>
                  <a:lnTo>
                    <a:pt x="49075" y="50540"/>
                  </a:lnTo>
                  <a:cubicBezTo>
                    <a:pt x="58429" y="47418"/>
                    <a:pt x="68281" y="46016"/>
                    <a:pt x="78134" y="46389"/>
                  </a:cubicBezTo>
                  <a:cubicBezTo>
                    <a:pt x="123989" y="46389"/>
                    <a:pt x="130178" y="59740"/>
                    <a:pt x="130178" y="108320"/>
                  </a:cubicBezTo>
                  <a:lnTo>
                    <a:pt x="53494" y="108320"/>
                  </a:lnTo>
                  <a:cubicBezTo>
                    <a:pt x="53494" y="132264"/>
                    <a:pt x="54134" y="139866"/>
                    <a:pt x="78134" y="139866"/>
                  </a:cubicBezTo>
                  <a:cubicBezTo>
                    <a:pt x="93010" y="139866"/>
                    <a:pt x="103414" y="139866"/>
                    <a:pt x="103414" y="123534"/>
                  </a:cubicBezTo>
                  <a:lnTo>
                    <a:pt x="130080" y="123534"/>
                  </a:lnTo>
                  <a:cubicBezTo>
                    <a:pt x="130080" y="158541"/>
                    <a:pt x="109869" y="160191"/>
                    <a:pt x="78036" y="160191"/>
                  </a:cubicBezTo>
                  <a:cubicBezTo>
                    <a:pt x="39107" y="160191"/>
                    <a:pt x="28445" y="148862"/>
                    <a:pt x="26845" y="114228"/>
                  </a:cubicBezTo>
                  <a:lnTo>
                    <a:pt x="872" y="189245"/>
                  </a:lnTo>
                  <a:cubicBezTo>
                    <a:pt x="872" y="189245"/>
                    <a:pt x="-4464" y="203767"/>
                    <a:pt x="11266" y="203767"/>
                  </a:cubicBezTo>
                  <a:lnTo>
                    <a:pt x="283226" y="203767"/>
                  </a:lnTo>
                  <a:cubicBezTo>
                    <a:pt x="272565" y="198923"/>
                    <a:pt x="266483" y="189298"/>
                    <a:pt x="267230" y="170411"/>
                  </a:cubicBezTo>
                  <a:lnTo>
                    <a:pt x="292296" y="170411"/>
                  </a:lnTo>
                  <a:cubicBezTo>
                    <a:pt x="292296" y="185625"/>
                    <a:pt x="298005" y="187967"/>
                    <a:pt x="313095" y="187967"/>
                  </a:cubicBezTo>
                  <a:cubicBezTo>
                    <a:pt x="335813" y="187967"/>
                    <a:pt x="340713" y="183283"/>
                    <a:pt x="340713" y="164236"/>
                  </a:cubicBezTo>
                  <a:lnTo>
                    <a:pt x="340713" y="142954"/>
                  </a:lnTo>
                  <a:lnTo>
                    <a:pt x="340073" y="142954"/>
                  </a:lnTo>
                  <a:cubicBezTo>
                    <a:pt x="333030" y="157529"/>
                    <a:pt x="318741" y="160084"/>
                    <a:pt x="305252" y="160084"/>
                  </a:cubicBezTo>
                  <a:cubicBezTo>
                    <a:pt x="267016" y="160084"/>
                    <a:pt x="262588" y="139121"/>
                    <a:pt x="262588" y="106510"/>
                  </a:cubicBezTo>
                  <a:cubicBezTo>
                    <a:pt x="262588" y="73899"/>
                    <a:pt x="263869" y="46282"/>
                    <a:pt x="305252" y="46282"/>
                  </a:cubicBezTo>
                  <a:cubicBezTo>
                    <a:pt x="320928" y="46282"/>
                    <a:pt x="333244" y="49689"/>
                    <a:pt x="340073" y="64318"/>
                  </a:cubicBezTo>
                  <a:lnTo>
                    <a:pt x="340926" y="64318"/>
                  </a:lnTo>
                  <a:lnTo>
                    <a:pt x="339966" y="47879"/>
                  </a:lnTo>
                  <a:lnTo>
                    <a:pt x="366633" y="47879"/>
                  </a:lnTo>
                  <a:lnTo>
                    <a:pt x="366633" y="158700"/>
                  </a:lnTo>
                  <a:cubicBezTo>
                    <a:pt x="366633" y="184614"/>
                    <a:pt x="361298" y="197752"/>
                    <a:pt x="346422" y="203758"/>
                  </a:cubicBezTo>
                  <a:lnTo>
                    <a:pt x="429072" y="203758"/>
                  </a:lnTo>
                  <a:cubicBezTo>
                    <a:pt x="438231" y="203554"/>
                    <a:pt x="446340" y="197797"/>
                    <a:pt x="449550" y="189236"/>
                  </a:cubicBezTo>
                  <a:lnTo>
                    <a:pt x="460212" y="158328"/>
                  </a:lnTo>
                  <a:cubicBezTo>
                    <a:pt x="450964" y="159871"/>
                    <a:pt x="441583" y="160492"/>
                    <a:pt x="432220" y="160191"/>
                  </a:cubicBezTo>
                  <a:cubicBezTo>
                    <a:pt x="389556" y="160191"/>
                    <a:pt x="380816" y="146626"/>
                    <a:pt x="380816" y="103636"/>
                  </a:cubicBezTo>
                  <a:cubicBezTo>
                    <a:pt x="380816" y="63785"/>
                    <a:pt x="387164" y="46389"/>
                    <a:pt x="432220" y="46389"/>
                  </a:cubicBezTo>
                  <a:cubicBezTo>
                    <a:pt x="471789" y="46389"/>
                    <a:pt x="481810" y="56387"/>
                    <a:pt x="483784" y="90391"/>
                  </a:cubicBezTo>
                  <a:lnTo>
                    <a:pt x="509971" y="14789"/>
                  </a:lnTo>
                  <a:cubicBezTo>
                    <a:pt x="509971" y="14789"/>
                    <a:pt x="515253" y="0"/>
                    <a:pt x="499950" y="0"/>
                  </a:cubicBezTo>
                  <a:moveTo>
                    <a:pt x="221276" y="100016"/>
                  </a:moveTo>
                  <a:cubicBezTo>
                    <a:pt x="221276" y="76285"/>
                    <a:pt x="218129" y="66766"/>
                    <a:pt x="194929" y="66766"/>
                  </a:cubicBezTo>
                  <a:cubicBezTo>
                    <a:pt x="176479" y="66766"/>
                    <a:pt x="171143" y="72089"/>
                    <a:pt x="171143" y="100016"/>
                  </a:cubicBezTo>
                  <a:cubicBezTo>
                    <a:pt x="171143" y="125237"/>
                    <a:pt x="170503" y="139866"/>
                    <a:pt x="194929" y="139866"/>
                  </a:cubicBezTo>
                  <a:cubicBezTo>
                    <a:pt x="222334" y="139866"/>
                    <a:pt x="221276" y="126515"/>
                    <a:pt x="221276" y="100016"/>
                  </a:cubicBezTo>
                  <a:moveTo>
                    <a:pt x="78152" y="66766"/>
                  </a:moveTo>
                  <a:cubicBezTo>
                    <a:pt x="54952" y="66766"/>
                    <a:pt x="53512" y="71610"/>
                    <a:pt x="53512" y="91349"/>
                  </a:cubicBezTo>
                  <a:lnTo>
                    <a:pt x="103422" y="91349"/>
                  </a:lnTo>
                  <a:cubicBezTo>
                    <a:pt x="103422" y="68469"/>
                    <a:pt x="100008" y="66766"/>
                    <a:pt x="78143" y="66766"/>
                  </a:cubicBezTo>
                  <a:moveTo>
                    <a:pt x="339966" y="100016"/>
                  </a:moveTo>
                  <a:cubicBezTo>
                    <a:pt x="339966" y="76285"/>
                    <a:pt x="336338" y="66766"/>
                    <a:pt x="313299" y="66766"/>
                  </a:cubicBezTo>
                  <a:cubicBezTo>
                    <a:pt x="294848" y="66766"/>
                    <a:pt x="289513" y="72089"/>
                    <a:pt x="289513" y="100016"/>
                  </a:cubicBezTo>
                  <a:cubicBezTo>
                    <a:pt x="289513" y="125237"/>
                    <a:pt x="289513" y="139866"/>
                    <a:pt x="313299" y="139866"/>
                  </a:cubicBezTo>
                  <a:cubicBezTo>
                    <a:pt x="339966" y="139866"/>
                    <a:pt x="339966" y="126515"/>
                    <a:pt x="339966" y="100016"/>
                  </a:cubicBezTo>
                </a:path>
              </a:pathLst>
            </a:custGeom>
            <a:solidFill>
              <a:srgbClr val="FF3232"/>
            </a:solidFill>
            <a:ln w="88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algn="r" defTabSz="914400" rtl="1" eaLnBrk="1" latinLnBrk="0" hangingPunct="1"/>
              <a:endParaRPr lang="en-IL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D74E73EA-E9FC-1AF9-A150-E1F5ACE986CA}"/>
                </a:ext>
              </a:extLst>
            </p:cNvPr>
            <p:cNvSpPr/>
            <p:nvPr/>
          </p:nvSpPr>
          <p:spPr>
            <a:xfrm>
              <a:off x="10307382" y="4588869"/>
              <a:ext cx="508352" cy="160456"/>
            </a:xfrm>
            <a:custGeom>
              <a:avLst/>
              <a:gdLst>
                <a:gd name="connsiteX0" fmla="*/ 422866 w 508352"/>
                <a:gd name="connsiteY0" fmla="*/ 47879 h 160456"/>
                <a:gd name="connsiteX1" fmla="*/ 422866 w 508352"/>
                <a:gd name="connsiteY1" fmla="*/ 158913 h 160456"/>
                <a:gd name="connsiteX2" fmla="*/ 449532 w 508352"/>
                <a:gd name="connsiteY2" fmla="*/ 158913 h 160456"/>
                <a:gd name="connsiteX3" fmla="*/ 449532 w 508352"/>
                <a:gd name="connsiteY3" fmla="*/ 90444 h 160456"/>
                <a:gd name="connsiteX4" fmla="*/ 469691 w 508352"/>
                <a:gd name="connsiteY4" fmla="*/ 66926 h 160456"/>
                <a:gd name="connsiteX5" fmla="*/ 483286 w 508352"/>
                <a:gd name="connsiteY5" fmla="*/ 84695 h 160456"/>
                <a:gd name="connsiteX6" fmla="*/ 483286 w 508352"/>
                <a:gd name="connsiteY6" fmla="*/ 90444 h 160456"/>
                <a:gd name="connsiteX7" fmla="*/ 508353 w 508352"/>
                <a:gd name="connsiteY7" fmla="*/ 90444 h 160456"/>
                <a:gd name="connsiteX8" fmla="*/ 508353 w 508352"/>
                <a:gd name="connsiteY8" fmla="*/ 81404 h 160456"/>
                <a:gd name="connsiteX9" fmla="*/ 479080 w 508352"/>
                <a:gd name="connsiteY9" fmla="*/ 46397 h 160456"/>
                <a:gd name="connsiteX10" fmla="*/ 449328 w 508352"/>
                <a:gd name="connsiteY10" fmla="*/ 62357 h 160456"/>
                <a:gd name="connsiteX11" fmla="*/ 448261 w 508352"/>
                <a:gd name="connsiteY11" fmla="*/ 62357 h 160456"/>
                <a:gd name="connsiteX12" fmla="*/ 449008 w 508352"/>
                <a:gd name="connsiteY12" fmla="*/ 47888 h 160456"/>
                <a:gd name="connsiteX13" fmla="*/ 422874 w 508352"/>
                <a:gd name="connsiteY13" fmla="*/ 47888 h 160456"/>
                <a:gd name="connsiteX14" fmla="*/ 371461 w 508352"/>
                <a:gd name="connsiteY14" fmla="*/ 158913 h 160456"/>
                <a:gd name="connsiteX15" fmla="*/ 398128 w 508352"/>
                <a:gd name="connsiteY15" fmla="*/ 158913 h 160456"/>
                <a:gd name="connsiteX16" fmla="*/ 398128 w 508352"/>
                <a:gd name="connsiteY16" fmla="*/ 89220 h 160456"/>
                <a:gd name="connsiteX17" fmla="*/ 347577 w 508352"/>
                <a:gd name="connsiteY17" fmla="*/ 46655 h 160456"/>
                <a:gd name="connsiteX18" fmla="*/ 299588 w 508352"/>
                <a:gd name="connsiteY18" fmla="*/ 80384 h 160456"/>
                <a:gd name="connsiteX19" fmla="*/ 326255 w 508352"/>
                <a:gd name="connsiteY19" fmla="*/ 80384 h 160456"/>
                <a:gd name="connsiteX20" fmla="*/ 347266 w 508352"/>
                <a:gd name="connsiteY20" fmla="*/ 64903 h 160456"/>
                <a:gd name="connsiteX21" fmla="*/ 371052 w 508352"/>
                <a:gd name="connsiteY21" fmla="*/ 89273 h 160456"/>
                <a:gd name="connsiteX22" fmla="*/ 371052 w 508352"/>
                <a:gd name="connsiteY22" fmla="*/ 103689 h 160456"/>
                <a:gd name="connsiteX23" fmla="*/ 370625 w 508352"/>
                <a:gd name="connsiteY23" fmla="*/ 103689 h 160456"/>
                <a:gd name="connsiteX24" fmla="*/ 337298 w 508352"/>
                <a:gd name="connsiteY24" fmla="*/ 90976 h 160456"/>
                <a:gd name="connsiteX25" fmla="*/ 295648 w 508352"/>
                <a:gd name="connsiteY25" fmla="*/ 125078 h 160456"/>
                <a:gd name="connsiteX26" fmla="*/ 337298 w 508352"/>
                <a:gd name="connsiteY26" fmla="*/ 160457 h 160456"/>
                <a:gd name="connsiteX27" fmla="*/ 371906 w 508352"/>
                <a:gd name="connsiteY27" fmla="*/ 145242 h 160456"/>
                <a:gd name="connsiteX28" fmla="*/ 372546 w 508352"/>
                <a:gd name="connsiteY28" fmla="*/ 145242 h 160456"/>
                <a:gd name="connsiteX29" fmla="*/ 371479 w 508352"/>
                <a:gd name="connsiteY29" fmla="*/ 158913 h 160456"/>
                <a:gd name="connsiteX30" fmla="*/ 346608 w 508352"/>
                <a:gd name="connsiteY30" fmla="*/ 108905 h 160456"/>
                <a:gd name="connsiteX31" fmla="*/ 371248 w 508352"/>
                <a:gd name="connsiteY31" fmla="*/ 124865 h 160456"/>
                <a:gd name="connsiteX32" fmla="*/ 346608 w 508352"/>
                <a:gd name="connsiteY32" fmla="*/ 142049 h 160456"/>
                <a:gd name="connsiteX33" fmla="*/ 322182 w 508352"/>
                <a:gd name="connsiteY33" fmla="*/ 124865 h 160456"/>
                <a:gd name="connsiteX34" fmla="*/ 346608 w 508352"/>
                <a:gd name="connsiteY34" fmla="*/ 108905 h 160456"/>
                <a:gd name="connsiteX35" fmla="*/ 273134 w 508352"/>
                <a:gd name="connsiteY35" fmla="*/ 0 h 160456"/>
                <a:gd name="connsiteX36" fmla="*/ 246467 w 508352"/>
                <a:gd name="connsiteY36" fmla="*/ 0 h 160456"/>
                <a:gd name="connsiteX37" fmla="*/ 246467 w 508352"/>
                <a:gd name="connsiteY37" fmla="*/ 158913 h 160456"/>
                <a:gd name="connsiteX38" fmla="*/ 273134 w 508352"/>
                <a:gd name="connsiteY38" fmla="*/ 158913 h 160456"/>
                <a:gd name="connsiteX39" fmla="*/ 273134 w 508352"/>
                <a:gd name="connsiteY39" fmla="*/ 0 h 160456"/>
                <a:gd name="connsiteX40" fmla="*/ 171179 w 508352"/>
                <a:gd name="connsiteY40" fmla="*/ 66766 h 160456"/>
                <a:gd name="connsiteX41" fmla="*/ 196886 w 508352"/>
                <a:gd name="connsiteY41" fmla="*/ 103636 h 160456"/>
                <a:gd name="connsiteX42" fmla="*/ 171179 w 508352"/>
                <a:gd name="connsiteY42" fmla="*/ 139866 h 160456"/>
                <a:gd name="connsiteX43" fmla="*/ 145472 w 508352"/>
                <a:gd name="connsiteY43" fmla="*/ 103636 h 160456"/>
                <a:gd name="connsiteX44" fmla="*/ 171179 w 508352"/>
                <a:gd name="connsiteY44" fmla="*/ 66766 h 160456"/>
                <a:gd name="connsiteX45" fmla="*/ 171179 w 508352"/>
                <a:gd name="connsiteY45" fmla="*/ 46389 h 160456"/>
                <a:gd name="connsiteX46" fmla="*/ 118708 w 508352"/>
                <a:gd name="connsiteY46" fmla="*/ 103423 h 160456"/>
                <a:gd name="connsiteX47" fmla="*/ 171179 w 508352"/>
                <a:gd name="connsiteY47" fmla="*/ 160191 h 160456"/>
                <a:gd name="connsiteX48" fmla="*/ 223650 w 508352"/>
                <a:gd name="connsiteY48" fmla="*/ 103423 h 160456"/>
                <a:gd name="connsiteX49" fmla="*/ 171179 w 508352"/>
                <a:gd name="connsiteY49" fmla="*/ 46389 h 160456"/>
                <a:gd name="connsiteX50" fmla="*/ 98763 w 508352"/>
                <a:gd name="connsiteY50" fmla="*/ 77988 h 160456"/>
                <a:gd name="connsiteX51" fmla="*/ 50773 w 508352"/>
                <a:gd name="connsiteY51" fmla="*/ 46389 h 160456"/>
                <a:gd name="connsiteX52" fmla="*/ 9 w 508352"/>
                <a:gd name="connsiteY52" fmla="*/ 77563 h 160456"/>
                <a:gd name="connsiteX53" fmla="*/ 48426 w 508352"/>
                <a:gd name="connsiteY53" fmla="*/ 112090 h 160456"/>
                <a:gd name="connsiteX54" fmla="*/ 76044 w 508352"/>
                <a:gd name="connsiteY54" fmla="*/ 127145 h 160456"/>
                <a:gd name="connsiteX55" fmla="*/ 50764 w 508352"/>
                <a:gd name="connsiteY55" fmla="*/ 141987 h 160456"/>
                <a:gd name="connsiteX56" fmla="*/ 26765 w 508352"/>
                <a:gd name="connsiteY56" fmla="*/ 123951 h 160456"/>
                <a:gd name="connsiteX57" fmla="*/ 0 w 508352"/>
                <a:gd name="connsiteY57" fmla="*/ 123951 h 160456"/>
                <a:gd name="connsiteX58" fmla="*/ 50764 w 508352"/>
                <a:gd name="connsiteY58" fmla="*/ 160182 h 160456"/>
                <a:gd name="connsiteX59" fmla="*/ 102809 w 508352"/>
                <a:gd name="connsiteY59" fmla="*/ 127145 h 160456"/>
                <a:gd name="connsiteX60" fmla="*/ 53112 w 508352"/>
                <a:gd name="connsiteY60" fmla="*/ 91766 h 160456"/>
                <a:gd name="connsiteX61" fmla="*/ 26658 w 508352"/>
                <a:gd name="connsiteY61" fmla="*/ 79266 h 160456"/>
                <a:gd name="connsiteX62" fmla="*/ 50657 w 508352"/>
                <a:gd name="connsiteY62" fmla="*/ 64637 h 160456"/>
                <a:gd name="connsiteX63" fmla="*/ 71989 w 508352"/>
                <a:gd name="connsiteY63" fmla="*/ 77988 h 160456"/>
                <a:gd name="connsiteX64" fmla="*/ 98763 w 508352"/>
                <a:gd name="connsiteY64" fmla="*/ 77988 h 160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08352" h="160456">
                  <a:moveTo>
                    <a:pt x="422866" y="47879"/>
                  </a:moveTo>
                  <a:lnTo>
                    <a:pt x="422866" y="158913"/>
                  </a:lnTo>
                  <a:lnTo>
                    <a:pt x="449532" y="158913"/>
                  </a:lnTo>
                  <a:lnTo>
                    <a:pt x="449532" y="90444"/>
                  </a:lnTo>
                  <a:cubicBezTo>
                    <a:pt x="449106" y="76028"/>
                    <a:pt x="453801" y="66926"/>
                    <a:pt x="469691" y="66926"/>
                  </a:cubicBezTo>
                  <a:cubicBezTo>
                    <a:pt x="482219" y="66926"/>
                    <a:pt x="483286" y="73473"/>
                    <a:pt x="483286" y="84695"/>
                  </a:cubicBezTo>
                  <a:lnTo>
                    <a:pt x="483286" y="90444"/>
                  </a:lnTo>
                  <a:lnTo>
                    <a:pt x="508353" y="90444"/>
                  </a:lnTo>
                  <a:lnTo>
                    <a:pt x="508353" y="81404"/>
                  </a:lnTo>
                  <a:cubicBezTo>
                    <a:pt x="508353" y="60121"/>
                    <a:pt x="502644" y="46397"/>
                    <a:pt x="479080" y="46397"/>
                  </a:cubicBezTo>
                  <a:cubicBezTo>
                    <a:pt x="466125" y="46397"/>
                    <a:pt x="454654" y="50017"/>
                    <a:pt x="449328" y="62357"/>
                  </a:cubicBezTo>
                  <a:lnTo>
                    <a:pt x="448261" y="62357"/>
                  </a:lnTo>
                  <a:lnTo>
                    <a:pt x="449008" y="47888"/>
                  </a:lnTo>
                  <a:lnTo>
                    <a:pt x="422874" y="47888"/>
                  </a:lnTo>
                  <a:close/>
                  <a:moveTo>
                    <a:pt x="371461" y="158913"/>
                  </a:moveTo>
                  <a:lnTo>
                    <a:pt x="398128" y="158913"/>
                  </a:lnTo>
                  <a:lnTo>
                    <a:pt x="398128" y="89220"/>
                  </a:lnTo>
                  <a:cubicBezTo>
                    <a:pt x="398128" y="51977"/>
                    <a:pt x="383252" y="46655"/>
                    <a:pt x="347577" y="46655"/>
                  </a:cubicBezTo>
                  <a:cubicBezTo>
                    <a:pt x="322084" y="46655"/>
                    <a:pt x="299588" y="47932"/>
                    <a:pt x="299588" y="80384"/>
                  </a:cubicBezTo>
                  <a:lnTo>
                    <a:pt x="326255" y="80384"/>
                  </a:lnTo>
                  <a:cubicBezTo>
                    <a:pt x="326255" y="65968"/>
                    <a:pt x="335582" y="64903"/>
                    <a:pt x="347266" y="64903"/>
                  </a:cubicBezTo>
                  <a:cubicBezTo>
                    <a:pt x="369558" y="64903"/>
                    <a:pt x="371052" y="71237"/>
                    <a:pt x="371052" y="89273"/>
                  </a:cubicBezTo>
                  <a:lnTo>
                    <a:pt x="371052" y="103689"/>
                  </a:lnTo>
                  <a:lnTo>
                    <a:pt x="370625" y="103689"/>
                  </a:lnTo>
                  <a:cubicBezTo>
                    <a:pt x="364276" y="91189"/>
                    <a:pt x="350894" y="90976"/>
                    <a:pt x="337298" y="90976"/>
                  </a:cubicBezTo>
                  <a:cubicBezTo>
                    <a:pt x="309680" y="90976"/>
                    <a:pt x="295648" y="98375"/>
                    <a:pt x="295648" y="125078"/>
                  </a:cubicBezTo>
                  <a:cubicBezTo>
                    <a:pt x="295648" y="155187"/>
                    <a:pt x="312018" y="160457"/>
                    <a:pt x="337298" y="160457"/>
                  </a:cubicBezTo>
                  <a:cubicBezTo>
                    <a:pt x="350254" y="160457"/>
                    <a:pt x="366624" y="160031"/>
                    <a:pt x="371906" y="145242"/>
                  </a:cubicBezTo>
                  <a:lnTo>
                    <a:pt x="372546" y="145242"/>
                  </a:lnTo>
                  <a:lnTo>
                    <a:pt x="371479" y="158913"/>
                  </a:lnTo>
                  <a:close/>
                  <a:moveTo>
                    <a:pt x="346608" y="108905"/>
                  </a:moveTo>
                  <a:cubicBezTo>
                    <a:pt x="359777" y="108905"/>
                    <a:pt x="371248" y="109331"/>
                    <a:pt x="371248" y="124865"/>
                  </a:cubicBezTo>
                  <a:cubicBezTo>
                    <a:pt x="371248" y="140399"/>
                    <a:pt x="360586" y="142049"/>
                    <a:pt x="346608" y="142049"/>
                  </a:cubicBezTo>
                  <a:cubicBezTo>
                    <a:pt x="328584" y="142049"/>
                    <a:pt x="322182" y="140558"/>
                    <a:pt x="322182" y="124865"/>
                  </a:cubicBezTo>
                  <a:cubicBezTo>
                    <a:pt x="322182" y="109171"/>
                    <a:pt x="332843" y="108905"/>
                    <a:pt x="346608" y="108905"/>
                  </a:cubicBezTo>
                  <a:moveTo>
                    <a:pt x="273134" y="0"/>
                  </a:moveTo>
                  <a:lnTo>
                    <a:pt x="246467" y="0"/>
                  </a:lnTo>
                  <a:lnTo>
                    <a:pt x="246467" y="158913"/>
                  </a:lnTo>
                  <a:lnTo>
                    <a:pt x="273134" y="158913"/>
                  </a:lnTo>
                  <a:lnTo>
                    <a:pt x="273134" y="0"/>
                  </a:lnTo>
                  <a:close/>
                  <a:moveTo>
                    <a:pt x="171179" y="66766"/>
                  </a:moveTo>
                  <a:cubicBezTo>
                    <a:pt x="194965" y="66766"/>
                    <a:pt x="196886" y="73526"/>
                    <a:pt x="196886" y="103636"/>
                  </a:cubicBezTo>
                  <a:cubicBezTo>
                    <a:pt x="196886" y="133745"/>
                    <a:pt x="194965" y="139866"/>
                    <a:pt x="171179" y="139866"/>
                  </a:cubicBezTo>
                  <a:cubicBezTo>
                    <a:pt x="147393" y="139866"/>
                    <a:pt x="145472" y="133266"/>
                    <a:pt x="145472" y="103636"/>
                  </a:cubicBezTo>
                  <a:cubicBezTo>
                    <a:pt x="145472" y="74005"/>
                    <a:pt x="147393" y="66766"/>
                    <a:pt x="171179" y="66766"/>
                  </a:cubicBezTo>
                  <a:moveTo>
                    <a:pt x="171179" y="46389"/>
                  </a:moveTo>
                  <a:cubicBezTo>
                    <a:pt x="124683" y="46389"/>
                    <a:pt x="118708" y="60166"/>
                    <a:pt x="118708" y="103423"/>
                  </a:cubicBezTo>
                  <a:cubicBezTo>
                    <a:pt x="118708" y="146680"/>
                    <a:pt x="124683" y="160191"/>
                    <a:pt x="171179" y="160191"/>
                  </a:cubicBezTo>
                  <a:cubicBezTo>
                    <a:pt x="217675" y="160191"/>
                    <a:pt x="223650" y="146413"/>
                    <a:pt x="223650" y="103423"/>
                  </a:cubicBezTo>
                  <a:cubicBezTo>
                    <a:pt x="223650" y="60432"/>
                    <a:pt x="217728" y="46389"/>
                    <a:pt x="171179" y="46389"/>
                  </a:cubicBezTo>
                  <a:moveTo>
                    <a:pt x="98763" y="77988"/>
                  </a:moveTo>
                  <a:cubicBezTo>
                    <a:pt x="98763" y="46814"/>
                    <a:pt x="72629" y="46389"/>
                    <a:pt x="50773" y="46389"/>
                  </a:cubicBezTo>
                  <a:cubicBezTo>
                    <a:pt x="22088" y="46389"/>
                    <a:pt x="9" y="47027"/>
                    <a:pt x="9" y="77563"/>
                  </a:cubicBezTo>
                  <a:cubicBezTo>
                    <a:pt x="9" y="105969"/>
                    <a:pt x="7425" y="111717"/>
                    <a:pt x="48426" y="112090"/>
                  </a:cubicBezTo>
                  <a:cubicBezTo>
                    <a:pt x="75404" y="112516"/>
                    <a:pt x="76044" y="117413"/>
                    <a:pt x="76044" y="127145"/>
                  </a:cubicBezTo>
                  <a:cubicBezTo>
                    <a:pt x="76044" y="142412"/>
                    <a:pt x="66716" y="141987"/>
                    <a:pt x="50764" y="141987"/>
                  </a:cubicBezTo>
                  <a:cubicBezTo>
                    <a:pt x="30980" y="141987"/>
                    <a:pt x="27192" y="140070"/>
                    <a:pt x="26765" y="123951"/>
                  </a:cubicBezTo>
                  <a:lnTo>
                    <a:pt x="0" y="123951"/>
                  </a:lnTo>
                  <a:cubicBezTo>
                    <a:pt x="0" y="160182"/>
                    <a:pt x="20371" y="160182"/>
                    <a:pt x="50764" y="160182"/>
                  </a:cubicBezTo>
                  <a:cubicBezTo>
                    <a:pt x="78969" y="160182"/>
                    <a:pt x="102809" y="157254"/>
                    <a:pt x="102809" y="127145"/>
                  </a:cubicBezTo>
                  <a:cubicBezTo>
                    <a:pt x="102809" y="91127"/>
                    <a:pt x="79450" y="93043"/>
                    <a:pt x="53112" y="91766"/>
                  </a:cubicBezTo>
                  <a:cubicBezTo>
                    <a:pt x="29752" y="90701"/>
                    <a:pt x="26658" y="90435"/>
                    <a:pt x="26658" y="79266"/>
                  </a:cubicBezTo>
                  <a:cubicBezTo>
                    <a:pt x="26658" y="64637"/>
                    <a:pt x="36413" y="64637"/>
                    <a:pt x="50657" y="64637"/>
                  </a:cubicBezTo>
                  <a:cubicBezTo>
                    <a:pt x="64902" y="64637"/>
                    <a:pt x="71989" y="64637"/>
                    <a:pt x="71989" y="77988"/>
                  </a:cubicBezTo>
                  <a:lnTo>
                    <a:pt x="98763" y="77988"/>
                  </a:lnTo>
                  <a:close/>
                </a:path>
              </a:pathLst>
            </a:custGeom>
            <a:solidFill>
              <a:schemeClr val="bg1"/>
            </a:solidFill>
            <a:ln w="88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algn="l" defTabSz="914400" rtl="0" eaLnBrk="1" latinLnBrk="0" hangingPunct="1"/>
              <a:endParaRPr lang="en-IL">
                <a:solidFill>
                  <a:schemeClr val="bg1"/>
                </a:solidFill>
              </a:endParaRPr>
            </a:p>
          </p:txBody>
        </p:sp>
      </p:grp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8EE9470B-C5AD-0F15-8B9B-AD6021CF7E18}"/>
              </a:ext>
            </a:extLst>
          </p:cNvPr>
          <p:cNvSpPr/>
          <p:nvPr userDrawn="1"/>
        </p:nvSpPr>
        <p:spPr>
          <a:xfrm>
            <a:off x="592865" y="3173033"/>
            <a:ext cx="540000" cy="36000"/>
          </a:xfrm>
          <a:prstGeom prst="parallelogram">
            <a:avLst>
              <a:gd name="adj" fmla="val 33599"/>
            </a:avLst>
          </a:prstGeom>
          <a:solidFill>
            <a:srgbClr val="FF32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>
              <a:solidFill>
                <a:srgbClr val="FF3232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AD15FC0-C4CE-0F9E-269E-25052389689C}"/>
              </a:ext>
            </a:extLst>
          </p:cNvPr>
          <p:cNvSpPr txBox="1"/>
          <p:nvPr userDrawn="1"/>
        </p:nvSpPr>
        <p:spPr>
          <a:xfrm>
            <a:off x="516834" y="3160643"/>
            <a:ext cx="51484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L" sz="5400" dirty="0">
                <a:solidFill>
                  <a:schemeClr val="bg1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902489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96D6CD-E275-52E5-E5E5-CA6ED5C18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000" y="463296"/>
            <a:ext cx="11160000" cy="731520"/>
          </a:xfrm>
          <a:prstGeom prst="rect">
            <a:avLst/>
          </a:prstGeom>
        </p:spPr>
        <p:txBody>
          <a:bodyPr vert="horz" lIns="9000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A12A79-011F-0DE4-6069-17488F04AE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6000" y="1474149"/>
            <a:ext cx="11160000" cy="4680000"/>
          </a:xfrm>
          <a:prstGeom prst="rect">
            <a:avLst/>
          </a:prstGeom>
        </p:spPr>
        <p:txBody>
          <a:bodyPr vert="horz" lIns="9000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4B7779-FFBD-F7C5-6561-BCF406F514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95124" y="6356350"/>
            <a:ext cx="504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 b="0" i="0">
                <a:solidFill>
                  <a:schemeClr val="accent4">
                    <a:alpha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0" algn="r" defTabSz="914400" rtl="1" eaLnBrk="1" latinLnBrk="0" hangingPunct="1"/>
            <a:endParaRPr lang="en-I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608AB0-89D8-CED5-6B2A-58F67C7896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3467" y="6356350"/>
            <a:ext cx="348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accent4">
                    <a:alpha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4055E60B-063F-7341-AAD1-65F55D97E323}" type="slidenum">
              <a:rPr lang="en-IL" smtClean="0"/>
              <a:pPr/>
              <a:t>‹#›</a:t>
            </a:fld>
            <a:endParaRPr lang="en-IL"/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26BDAF46-1CFB-C32B-89A2-46BC182FCE6D}"/>
              </a:ext>
            </a:extLst>
          </p:cNvPr>
          <p:cNvSpPr/>
          <p:nvPr userDrawn="1"/>
        </p:nvSpPr>
        <p:spPr>
          <a:xfrm>
            <a:off x="592865" y="388644"/>
            <a:ext cx="540000" cy="36000"/>
          </a:xfrm>
          <a:prstGeom prst="parallelogram">
            <a:avLst>
              <a:gd name="adj" fmla="val 33599"/>
            </a:avLst>
          </a:prstGeom>
          <a:solidFill>
            <a:srgbClr val="FF32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>
              <a:solidFill>
                <a:srgbClr val="FF3232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C7FC6D1-A5C0-8E8A-9549-29A37B9EDE15}"/>
              </a:ext>
            </a:extLst>
          </p:cNvPr>
          <p:cNvGrpSpPr/>
          <p:nvPr userDrawn="1"/>
        </p:nvGrpSpPr>
        <p:grpSpPr>
          <a:xfrm>
            <a:off x="10654248" y="6448149"/>
            <a:ext cx="1008089" cy="203766"/>
            <a:chOff x="10654248" y="6448149"/>
            <a:chExt cx="1008089" cy="203766"/>
          </a:xfrm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16EE7C6F-0807-B49E-1E40-B6469F7F0A3A}"/>
                </a:ext>
              </a:extLst>
            </p:cNvPr>
            <p:cNvSpPr/>
            <p:nvPr/>
          </p:nvSpPr>
          <p:spPr>
            <a:xfrm>
              <a:off x="11151485" y="6448149"/>
              <a:ext cx="510852" cy="203766"/>
            </a:xfrm>
            <a:custGeom>
              <a:avLst/>
              <a:gdLst>
                <a:gd name="connsiteX0" fmla="*/ 457660 w 510852"/>
                <a:gd name="connsiteY0" fmla="*/ 123534 h 203766"/>
                <a:gd name="connsiteX1" fmla="*/ 472483 w 510852"/>
                <a:gd name="connsiteY1" fmla="*/ 123534 h 203766"/>
                <a:gd name="connsiteX2" fmla="*/ 477818 w 510852"/>
                <a:gd name="connsiteY2" fmla="*/ 108320 h 203766"/>
                <a:gd name="connsiteX3" fmla="*/ 407749 w 510852"/>
                <a:gd name="connsiteY3" fmla="*/ 108320 h 203766"/>
                <a:gd name="connsiteX4" fmla="*/ 432442 w 510852"/>
                <a:gd name="connsiteY4" fmla="*/ 139866 h 203766"/>
                <a:gd name="connsiteX5" fmla="*/ 457669 w 510852"/>
                <a:gd name="connsiteY5" fmla="*/ 123534 h 203766"/>
                <a:gd name="connsiteX6" fmla="*/ 407758 w 510852"/>
                <a:gd name="connsiteY6" fmla="*/ 91615 h 203766"/>
                <a:gd name="connsiteX7" fmla="*/ 457669 w 510852"/>
                <a:gd name="connsiteY7" fmla="*/ 91615 h 203766"/>
                <a:gd name="connsiteX8" fmla="*/ 432442 w 510852"/>
                <a:gd name="connsiteY8" fmla="*/ 67032 h 203766"/>
                <a:gd name="connsiteX9" fmla="*/ 407749 w 510852"/>
                <a:gd name="connsiteY9" fmla="*/ 91615 h 203766"/>
                <a:gd name="connsiteX10" fmla="*/ 499941 w 510852"/>
                <a:gd name="connsiteY10" fmla="*/ 0 h 203766"/>
                <a:gd name="connsiteX11" fmla="*/ 248459 w 510852"/>
                <a:gd name="connsiteY11" fmla="*/ 0 h 203766"/>
                <a:gd name="connsiteX12" fmla="*/ 248459 w 510852"/>
                <a:gd name="connsiteY12" fmla="*/ 158913 h 203766"/>
                <a:gd name="connsiteX13" fmla="*/ 221792 w 510852"/>
                <a:gd name="connsiteY13" fmla="*/ 158913 h 203766"/>
                <a:gd name="connsiteX14" fmla="*/ 222859 w 510852"/>
                <a:gd name="connsiteY14" fmla="*/ 142208 h 203766"/>
                <a:gd name="connsiteX15" fmla="*/ 222005 w 510852"/>
                <a:gd name="connsiteY15" fmla="*/ 142208 h 203766"/>
                <a:gd name="connsiteX16" fmla="*/ 187185 w 510852"/>
                <a:gd name="connsiteY16" fmla="*/ 160191 h 203766"/>
                <a:gd name="connsiteX17" fmla="*/ 144521 w 510852"/>
                <a:gd name="connsiteY17" fmla="*/ 100016 h 203766"/>
                <a:gd name="connsiteX18" fmla="*/ 187185 w 510852"/>
                <a:gd name="connsiteY18" fmla="*/ 46389 h 203766"/>
                <a:gd name="connsiteX19" fmla="*/ 220725 w 510852"/>
                <a:gd name="connsiteY19" fmla="*/ 62348 h 203766"/>
                <a:gd name="connsiteX20" fmla="*/ 221792 w 510852"/>
                <a:gd name="connsiteY20" fmla="*/ 62348 h 203766"/>
                <a:gd name="connsiteX21" fmla="*/ 221792 w 510852"/>
                <a:gd name="connsiteY21" fmla="*/ 0 h 203766"/>
                <a:gd name="connsiteX22" fmla="*/ 81922 w 510852"/>
                <a:gd name="connsiteY22" fmla="*/ 0 h 203766"/>
                <a:gd name="connsiteX23" fmla="*/ 61443 w 510852"/>
                <a:gd name="connsiteY23" fmla="*/ 14576 h 203766"/>
                <a:gd name="connsiteX24" fmla="*/ 49075 w 510852"/>
                <a:gd name="connsiteY24" fmla="*/ 50540 h 203766"/>
                <a:gd name="connsiteX25" fmla="*/ 78134 w 510852"/>
                <a:gd name="connsiteY25" fmla="*/ 46389 h 203766"/>
                <a:gd name="connsiteX26" fmla="*/ 130178 w 510852"/>
                <a:gd name="connsiteY26" fmla="*/ 108320 h 203766"/>
                <a:gd name="connsiteX27" fmla="*/ 53494 w 510852"/>
                <a:gd name="connsiteY27" fmla="*/ 108320 h 203766"/>
                <a:gd name="connsiteX28" fmla="*/ 78134 w 510852"/>
                <a:gd name="connsiteY28" fmla="*/ 139866 h 203766"/>
                <a:gd name="connsiteX29" fmla="*/ 103414 w 510852"/>
                <a:gd name="connsiteY29" fmla="*/ 123534 h 203766"/>
                <a:gd name="connsiteX30" fmla="*/ 130080 w 510852"/>
                <a:gd name="connsiteY30" fmla="*/ 123534 h 203766"/>
                <a:gd name="connsiteX31" fmla="*/ 78036 w 510852"/>
                <a:gd name="connsiteY31" fmla="*/ 160191 h 203766"/>
                <a:gd name="connsiteX32" fmla="*/ 26845 w 510852"/>
                <a:gd name="connsiteY32" fmla="*/ 114228 h 203766"/>
                <a:gd name="connsiteX33" fmla="*/ 872 w 510852"/>
                <a:gd name="connsiteY33" fmla="*/ 189245 h 203766"/>
                <a:gd name="connsiteX34" fmla="*/ 11266 w 510852"/>
                <a:gd name="connsiteY34" fmla="*/ 203767 h 203766"/>
                <a:gd name="connsiteX35" fmla="*/ 283226 w 510852"/>
                <a:gd name="connsiteY35" fmla="*/ 203767 h 203766"/>
                <a:gd name="connsiteX36" fmla="*/ 267230 w 510852"/>
                <a:gd name="connsiteY36" fmla="*/ 170411 h 203766"/>
                <a:gd name="connsiteX37" fmla="*/ 292296 w 510852"/>
                <a:gd name="connsiteY37" fmla="*/ 170411 h 203766"/>
                <a:gd name="connsiteX38" fmla="*/ 313095 w 510852"/>
                <a:gd name="connsiteY38" fmla="*/ 187967 h 203766"/>
                <a:gd name="connsiteX39" fmla="*/ 340713 w 510852"/>
                <a:gd name="connsiteY39" fmla="*/ 164236 h 203766"/>
                <a:gd name="connsiteX40" fmla="*/ 340713 w 510852"/>
                <a:gd name="connsiteY40" fmla="*/ 142954 h 203766"/>
                <a:gd name="connsiteX41" fmla="*/ 340073 w 510852"/>
                <a:gd name="connsiteY41" fmla="*/ 142954 h 203766"/>
                <a:gd name="connsiteX42" fmla="*/ 305252 w 510852"/>
                <a:gd name="connsiteY42" fmla="*/ 160084 h 203766"/>
                <a:gd name="connsiteX43" fmla="*/ 262588 w 510852"/>
                <a:gd name="connsiteY43" fmla="*/ 106510 h 203766"/>
                <a:gd name="connsiteX44" fmla="*/ 305252 w 510852"/>
                <a:gd name="connsiteY44" fmla="*/ 46282 h 203766"/>
                <a:gd name="connsiteX45" fmla="*/ 340073 w 510852"/>
                <a:gd name="connsiteY45" fmla="*/ 64318 h 203766"/>
                <a:gd name="connsiteX46" fmla="*/ 340926 w 510852"/>
                <a:gd name="connsiteY46" fmla="*/ 64318 h 203766"/>
                <a:gd name="connsiteX47" fmla="*/ 339966 w 510852"/>
                <a:gd name="connsiteY47" fmla="*/ 47879 h 203766"/>
                <a:gd name="connsiteX48" fmla="*/ 366633 w 510852"/>
                <a:gd name="connsiteY48" fmla="*/ 47879 h 203766"/>
                <a:gd name="connsiteX49" fmla="*/ 366633 w 510852"/>
                <a:gd name="connsiteY49" fmla="*/ 158700 h 203766"/>
                <a:gd name="connsiteX50" fmla="*/ 346422 w 510852"/>
                <a:gd name="connsiteY50" fmla="*/ 203758 h 203766"/>
                <a:gd name="connsiteX51" fmla="*/ 429072 w 510852"/>
                <a:gd name="connsiteY51" fmla="*/ 203758 h 203766"/>
                <a:gd name="connsiteX52" fmla="*/ 449550 w 510852"/>
                <a:gd name="connsiteY52" fmla="*/ 189236 h 203766"/>
                <a:gd name="connsiteX53" fmla="*/ 460212 w 510852"/>
                <a:gd name="connsiteY53" fmla="*/ 158328 h 203766"/>
                <a:gd name="connsiteX54" fmla="*/ 432220 w 510852"/>
                <a:gd name="connsiteY54" fmla="*/ 160191 h 203766"/>
                <a:gd name="connsiteX55" fmla="*/ 380816 w 510852"/>
                <a:gd name="connsiteY55" fmla="*/ 103636 h 203766"/>
                <a:gd name="connsiteX56" fmla="*/ 432220 w 510852"/>
                <a:gd name="connsiteY56" fmla="*/ 46389 h 203766"/>
                <a:gd name="connsiteX57" fmla="*/ 483784 w 510852"/>
                <a:gd name="connsiteY57" fmla="*/ 90391 h 203766"/>
                <a:gd name="connsiteX58" fmla="*/ 509971 w 510852"/>
                <a:gd name="connsiteY58" fmla="*/ 14789 h 203766"/>
                <a:gd name="connsiteX59" fmla="*/ 499950 w 510852"/>
                <a:gd name="connsiteY59" fmla="*/ 0 h 203766"/>
                <a:gd name="connsiteX60" fmla="*/ 221276 w 510852"/>
                <a:gd name="connsiteY60" fmla="*/ 100016 h 203766"/>
                <a:gd name="connsiteX61" fmla="*/ 194929 w 510852"/>
                <a:gd name="connsiteY61" fmla="*/ 66766 h 203766"/>
                <a:gd name="connsiteX62" fmla="*/ 171143 w 510852"/>
                <a:gd name="connsiteY62" fmla="*/ 100016 h 203766"/>
                <a:gd name="connsiteX63" fmla="*/ 194929 w 510852"/>
                <a:gd name="connsiteY63" fmla="*/ 139866 h 203766"/>
                <a:gd name="connsiteX64" fmla="*/ 221276 w 510852"/>
                <a:gd name="connsiteY64" fmla="*/ 100016 h 203766"/>
                <a:gd name="connsiteX65" fmla="*/ 78152 w 510852"/>
                <a:gd name="connsiteY65" fmla="*/ 66766 h 203766"/>
                <a:gd name="connsiteX66" fmla="*/ 53512 w 510852"/>
                <a:gd name="connsiteY66" fmla="*/ 91349 h 203766"/>
                <a:gd name="connsiteX67" fmla="*/ 103422 w 510852"/>
                <a:gd name="connsiteY67" fmla="*/ 91349 h 203766"/>
                <a:gd name="connsiteX68" fmla="*/ 78143 w 510852"/>
                <a:gd name="connsiteY68" fmla="*/ 66766 h 203766"/>
                <a:gd name="connsiteX69" fmla="*/ 339966 w 510852"/>
                <a:gd name="connsiteY69" fmla="*/ 100016 h 203766"/>
                <a:gd name="connsiteX70" fmla="*/ 313299 w 510852"/>
                <a:gd name="connsiteY70" fmla="*/ 66766 h 203766"/>
                <a:gd name="connsiteX71" fmla="*/ 289513 w 510852"/>
                <a:gd name="connsiteY71" fmla="*/ 100016 h 203766"/>
                <a:gd name="connsiteX72" fmla="*/ 313299 w 510852"/>
                <a:gd name="connsiteY72" fmla="*/ 139866 h 203766"/>
                <a:gd name="connsiteX73" fmla="*/ 339966 w 510852"/>
                <a:gd name="connsiteY73" fmla="*/ 100016 h 203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510852" h="203766">
                  <a:moveTo>
                    <a:pt x="457660" y="123534"/>
                  </a:moveTo>
                  <a:lnTo>
                    <a:pt x="472483" y="123534"/>
                  </a:lnTo>
                  <a:lnTo>
                    <a:pt x="477818" y="108320"/>
                  </a:lnTo>
                  <a:lnTo>
                    <a:pt x="407749" y="108320"/>
                  </a:lnTo>
                  <a:cubicBezTo>
                    <a:pt x="407749" y="132264"/>
                    <a:pt x="408390" y="139866"/>
                    <a:pt x="432442" y="139866"/>
                  </a:cubicBezTo>
                  <a:cubicBezTo>
                    <a:pt x="447265" y="139866"/>
                    <a:pt x="457669" y="139866"/>
                    <a:pt x="457669" y="123534"/>
                  </a:cubicBezTo>
                  <a:moveTo>
                    <a:pt x="407758" y="91615"/>
                  </a:moveTo>
                  <a:lnTo>
                    <a:pt x="457669" y="91615"/>
                  </a:lnTo>
                  <a:cubicBezTo>
                    <a:pt x="457669" y="68736"/>
                    <a:pt x="454308" y="67032"/>
                    <a:pt x="432442" y="67032"/>
                  </a:cubicBezTo>
                  <a:cubicBezTo>
                    <a:pt x="409243" y="67032"/>
                    <a:pt x="407749" y="71876"/>
                    <a:pt x="407749" y="91615"/>
                  </a:cubicBezTo>
                  <a:moveTo>
                    <a:pt x="499941" y="0"/>
                  </a:moveTo>
                  <a:lnTo>
                    <a:pt x="248459" y="0"/>
                  </a:lnTo>
                  <a:lnTo>
                    <a:pt x="248459" y="158913"/>
                  </a:lnTo>
                  <a:lnTo>
                    <a:pt x="221792" y="158913"/>
                  </a:lnTo>
                  <a:lnTo>
                    <a:pt x="222859" y="142208"/>
                  </a:lnTo>
                  <a:lnTo>
                    <a:pt x="222005" y="142208"/>
                  </a:lnTo>
                  <a:cubicBezTo>
                    <a:pt x="215230" y="156837"/>
                    <a:pt x="202914" y="160191"/>
                    <a:pt x="187185" y="160191"/>
                  </a:cubicBezTo>
                  <a:cubicBezTo>
                    <a:pt x="145748" y="160191"/>
                    <a:pt x="144521" y="134118"/>
                    <a:pt x="144521" y="100016"/>
                  </a:cubicBezTo>
                  <a:cubicBezTo>
                    <a:pt x="144521" y="65914"/>
                    <a:pt x="149003" y="46389"/>
                    <a:pt x="187185" y="46389"/>
                  </a:cubicBezTo>
                  <a:cubicBezTo>
                    <a:pt x="200780" y="46389"/>
                    <a:pt x="215016" y="48943"/>
                    <a:pt x="220725" y="62348"/>
                  </a:cubicBezTo>
                  <a:lnTo>
                    <a:pt x="221792" y="62348"/>
                  </a:lnTo>
                  <a:lnTo>
                    <a:pt x="221792" y="0"/>
                  </a:lnTo>
                  <a:lnTo>
                    <a:pt x="81922" y="0"/>
                  </a:lnTo>
                  <a:cubicBezTo>
                    <a:pt x="72745" y="213"/>
                    <a:pt x="64636" y="5988"/>
                    <a:pt x="61443" y="14576"/>
                  </a:cubicBezTo>
                  <a:lnTo>
                    <a:pt x="49075" y="50540"/>
                  </a:lnTo>
                  <a:cubicBezTo>
                    <a:pt x="58429" y="47418"/>
                    <a:pt x="68281" y="46016"/>
                    <a:pt x="78134" y="46389"/>
                  </a:cubicBezTo>
                  <a:cubicBezTo>
                    <a:pt x="123989" y="46389"/>
                    <a:pt x="130178" y="59740"/>
                    <a:pt x="130178" y="108320"/>
                  </a:cubicBezTo>
                  <a:lnTo>
                    <a:pt x="53494" y="108320"/>
                  </a:lnTo>
                  <a:cubicBezTo>
                    <a:pt x="53494" y="132264"/>
                    <a:pt x="54134" y="139866"/>
                    <a:pt x="78134" y="139866"/>
                  </a:cubicBezTo>
                  <a:cubicBezTo>
                    <a:pt x="93010" y="139866"/>
                    <a:pt x="103414" y="139866"/>
                    <a:pt x="103414" y="123534"/>
                  </a:cubicBezTo>
                  <a:lnTo>
                    <a:pt x="130080" y="123534"/>
                  </a:lnTo>
                  <a:cubicBezTo>
                    <a:pt x="130080" y="158541"/>
                    <a:pt x="109869" y="160191"/>
                    <a:pt x="78036" y="160191"/>
                  </a:cubicBezTo>
                  <a:cubicBezTo>
                    <a:pt x="39107" y="160191"/>
                    <a:pt x="28445" y="148862"/>
                    <a:pt x="26845" y="114228"/>
                  </a:cubicBezTo>
                  <a:lnTo>
                    <a:pt x="872" y="189245"/>
                  </a:lnTo>
                  <a:cubicBezTo>
                    <a:pt x="872" y="189245"/>
                    <a:pt x="-4464" y="203767"/>
                    <a:pt x="11266" y="203767"/>
                  </a:cubicBezTo>
                  <a:lnTo>
                    <a:pt x="283226" y="203767"/>
                  </a:lnTo>
                  <a:cubicBezTo>
                    <a:pt x="272565" y="198923"/>
                    <a:pt x="266483" y="189298"/>
                    <a:pt x="267230" y="170411"/>
                  </a:cubicBezTo>
                  <a:lnTo>
                    <a:pt x="292296" y="170411"/>
                  </a:lnTo>
                  <a:cubicBezTo>
                    <a:pt x="292296" y="185625"/>
                    <a:pt x="298005" y="187967"/>
                    <a:pt x="313095" y="187967"/>
                  </a:cubicBezTo>
                  <a:cubicBezTo>
                    <a:pt x="335813" y="187967"/>
                    <a:pt x="340713" y="183283"/>
                    <a:pt x="340713" y="164236"/>
                  </a:cubicBezTo>
                  <a:lnTo>
                    <a:pt x="340713" y="142954"/>
                  </a:lnTo>
                  <a:lnTo>
                    <a:pt x="340073" y="142954"/>
                  </a:lnTo>
                  <a:cubicBezTo>
                    <a:pt x="333030" y="157529"/>
                    <a:pt x="318741" y="160084"/>
                    <a:pt x="305252" y="160084"/>
                  </a:cubicBezTo>
                  <a:cubicBezTo>
                    <a:pt x="267016" y="160084"/>
                    <a:pt x="262588" y="139121"/>
                    <a:pt x="262588" y="106510"/>
                  </a:cubicBezTo>
                  <a:cubicBezTo>
                    <a:pt x="262588" y="73899"/>
                    <a:pt x="263869" y="46282"/>
                    <a:pt x="305252" y="46282"/>
                  </a:cubicBezTo>
                  <a:cubicBezTo>
                    <a:pt x="320928" y="46282"/>
                    <a:pt x="333244" y="49689"/>
                    <a:pt x="340073" y="64318"/>
                  </a:cubicBezTo>
                  <a:lnTo>
                    <a:pt x="340926" y="64318"/>
                  </a:lnTo>
                  <a:lnTo>
                    <a:pt x="339966" y="47879"/>
                  </a:lnTo>
                  <a:lnTo>
                    <a:pt x="366633" y="47879"/>
                  </a:lnTo>
                  <a:lnTo>
                    <a:pt x="366633" y="158700"/>
                  </a:lnTo>
                  <a:cubicBezTo>
                    <a:pt x="366633" y="184614"/>
                    <a:pt x="361298" y="197752"/>
                    <a:pt x="346422" y="203758"/>
                  </a:cubicBezTo>
                  <a:lnTo>
                    <a:pt x="429072" y="203758"/>
                  </a:lnTo>
                  <a:cubicBezTo>
                    <a:pt x="438231" y="203554"/>
                    <a:pt x="446340" y="197797"/>
                    <a:pt x="449550" y="189236"/>
                  </a:cubicBezTo>
                  <a:lnTo>
                    <a:pt x="460212" y="158328"/>
                  </a:lnTo>
                  <a:cubicBezTo>
                    <a:pt x="450964" y="159871"/>
                    <a:pt x="441583" y="160492"/>
                    <a:pt x="432220" y="160191"/>
                  </a:cubicBezTo>
                  <a:cubicBezTo>
                    <a:pt x="389556" y="160191"/>
                    <a:pt x="380816" y="146626"/>
                    <a:pt x="380816" y="103636"/>
                  </a:cubicBezTo>
                  <a:cubicBezTo>
                    <a:pt x="380816" y="63785"/>
                    <a:pt x="387164" y="46389"/>
                    <a:pt x="432220" y="46389"/>
                  </a:cubicBezTo>
                  <a:cubicBezTo>
                    <a:pt x="471789" y="46389"/>
                    <a:pt x="481810" y="56387"/>
                    <a:pt x="483784" y="90391"/>
                  </a:cubicBezTo>
                  <a:lnTo>
                    <a:pt x="509971" y="14789"/>
                  </a:lnTo>
                  <a:cubicBezTo>
                    <a:pt x="509971" y="14789"/>
                    <a:pt x="515253" y="0"/>
                    <a:pt x="499950" y="0"/>
                  </a:cubicBezTo>
                  <a:moveTo>
                    <a:pt x="221276" y="100016"/>
                  </a:moveTo>
                  <a:cubicBezTo>
                    <a:pt x="221276" y="76285"/>
                    <a:pt x="218129" y="66766"/>
                    <a:pt x="194929" y="66766"/>
                  </a:cubicBezTo>
                  <a:cubicBezTo>
                    <a:pt x="176479" y="66766"/>
                    <a:pt x="171143" y="72089"/>
                    <a:pt x="171143" y="100016"/>
                  </a:cubicBezTo>
                  <a:cubicBezTo>
                    <a:pt x="171143" y="125237"/>
                    <a:pt x="170503" y="139866"/>
                    <a:pt x="194929" y="139866"/>
                  </a:cubicBezTo>
                  <a:cubicBezTo>
                    <a:pt x="222334" y="139866"/>
                    <a:pt x="221276" y="126515"/>
                    <a:pt x="221276" y="100016"/>
                  </a:cubicBezTo>
                  <a:moveTo>
                    <a:pt x="78152" y="66766"/>
                  </a:moveTo>
                  <a:cubicBezTo>
                    <a:pt x="54952" y="66766"/>
                    <a:pt x="53512" y="71610"/>
                    <a:pt x="53512" y="91349"/>
                  </a:cubicBezTo>
                  <a:lnTo>
                    <a:pt x="103422" y="91349"/>
                  </a:lnTo>
                  <a:cubicBezTo>
                    <a:pt x="103422" y="68469"/>
                    <a:pt x="100008" y="66766"/>
                    <a:pt x="78143" y="66766"/>
                  </a:cubicBezTo>
                  <a:moveTo>
                    <a:pt x="339966" y="100016"/>
                  </a:moveTo>
                  <a:cubicBezTo>
                    <a:pt x="339966" y="76285"/>
                    <a:pt x="336338" y="66766"/>
                    <a:pt x="313299" y="66766"/>
                  </a:cubicBezTo>
                  <a:cubicBezTo>
                    <a:pt x="294848" y="66766"/>
                    <a:pt x="289513" y="72089"/>
                    <a:pt x="289513" y="100016"/>
                  </a:cubicBezTo>
                  <a:cubicBezTo>
                    <a:pt x="289513" y="125237"/>
                    <a:pt x="289513" y="139866"/>
                    <a:pt x="313299" y="139866"/>
                  </a:cubicBezTo>
                  <a:cubicBezTo>
                    <a:pt x="339966" y="139866"/>
                    <a:pt x="339966" y="126515"/>
                    <a:pt x="339966" y="100016"/>
                  </a:cubicBezTo>
                </a:path>
              </a:pathLst>
            </a:custGeom>
            <a:solidFill>
              <a:srgbClr val="FF3232"/>
            </a:solidFill>
            <a:ln w="88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algn="l" defTabSz="914400" rtl="0" eaLnBrk="1" latinLnBrk="0" hangingPunct="1"/>
              <a:endParaRPr lang="en-IL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FBE81851-DE74-F229-8630-9E3E96D18699}"/>
                </a:ext>
              </a:extLst>
            </p:cNvPr>
            <p:cNvSpPr/>
            <p:nvPr/>
          </p:nvSpPr>
          <p:spPr>
            <a:xfrm>
              <a:off x="10654248" y="6448149"/>
              <a:ext cx="508352" cy="160456"/>
            </a:xfrm>
            <a:custGeom>
              <a:avLst/>
              <a:gdLst>
                <a:gd name="connsiteX0" fmla="*/ 422866 w 508352"/>
                <a:gd name="connsiteY0" fmla="*/ 47879 h 160456"/>
                <a:gd name="connsiteX1" fmla="*/ 422866 w 508352"/>
                <a:gd name="connsiteY1" fmla="*/ 158913 h 160456"/>
                <a:gd name="connsiteX2" fmla="*/ 449532 w 508352"/>
                <a:gd name="connsiteY2" fmla="*/ 158913 h 160456"/>
                <a:gd name="connsiteX3" fmla="*/ 449532 w 508352"/>
                <a:gd name="connsiteY3" fmla="*/ 90444 h 160456"/>
                <a:gd name="connsiteX4" fmla="*/ 469691 w 508352"/>
                <a:gd name="connsiteY4" fmla="*/ 66926 h 160456"/>
                <a:gd name="connsiteX5" fmla="*/ 483286 w 508352"/>
                <a:gd name="connsiteY5" fmla="*/ 84695 h 160456"/>
                <a:gd name="connsiteX6" fmla="*/ 483286 w 508352"/>
                <a:gd name="connsiteY6" fmla="*/ 90444 h 160456"/>
                <a:gd name="connsiteX7" fmla="*/ 508353 w 508352"/>
                <a:gd name="connsiteY7" fmla="*/ 90444 h 160456"/>
                <a:gd name="connsiteX8" fmla="*/ 508353 w 508352"/>
                <a:gd name="connsiteY8" fmla="*/ 81404 h 160456"/>
                <a:gd name="connsiteX9" fmla="*/ 479080 w 508352"/>
                <a:gd name="connsiteY9" fmla="*/ 46397 h 160456"/>
                <a:gd name="connsiteX10" fmla="*/ 449328 w 508352"/>
                <a:gd name="connsiteY10" fmla="*/ 62357 h 160456"/>
                <a:gd name="connsiteX11" fmla="*/ 448261 w 508352"/>
                <a:gd name="connsiteY11" fmla="*/ 62357 h 160456"/>
                <a:gd name="connsiteX12" fmla="*/ 449008 w 508352"/>
                <a:gd name="connsiteY12" fmla="*/ 47888 h 160456"/>
                <a:gd name="connsiteX13" fmla="*/ 422874 w 508352"/>
                <a:gd name="connsiteY13" fmla="*/ 47888 h 160456"/>
                <a:gd name="connsiteX14" fmla="*/ 371461 w 508352"/>
                <a:gd name="connsiteY14" fmla="*/ 158913 h 160456"/>
                <a:gd name="connsiteX15" fmla="*/ 398128 w 508352"/>
                <a:gd name="connsiteY15" fmla="*/ 158913 h 160456"/>
                <a:gd name="connsiteX16" fmla="*/ 398128 w 508352"/>
                <a:gd name="connsiteY16" fmla="*/ 89220 h 160456"/>
                <a:gd name="connsiteX17" fmla="*/ 347577 w 508352"/>
                <a:gd name="connsiteY17" fmla="*/ 46655 h 160456"/>
                <a:gd name="connsiteX18" fmla="*/ 299588 w 508352"/>
                <a:gd name="connsiteY18" fmla="*/ 80384 h 160456"/>
                <a:gd name="connsiteX19" fmla="*/ 326255 w 508352"/>
                <a:gd name="connsiteY19" fmla="*/ 80384 h 160456"/>
                <a:gd name="connsiteX20" fmla="*/ 347266 w 508352"/>
                <a:gd name="connsiteY20" fmla="*/ 64903 h 160456"/>
                <a:gd name="connsiteX21" fmla="*/ 371052 w 508352"/>
                <a:gd name="connsiteY21" fmla="*/ 89273 h 160456"/>
                <a:gd name="connsiteX22" fmla="*/ 371052 w 508352"/>
                <a:gd name="connsiteY22" fmla="*/ 103689 h 160456"/>
                <a:gd name="connsiteX23" fmla="*/ 370625 w 508352"/>
                <a:gd name="connsiteY23" fmla="*/ 103689 h 160456"/>
                <a:gd name="connsiteX24" fmla="*/ 337298 w 508352"/>
                <a:gd name="connsiteY24" fmla="*/ 90976 h 160456"/>
                <a:gd name="connsiteX25" fmla="*/ 295648 w 508352"/>
                <a:gd name="connsiteY25" fmla="*/ 125078 h 160456"/>
                <a:gd name="connsiteX26" fmla="*/ 337298 w 508352"/>
                <a:gd name="connsiteY26" fmla="*/ 160457 h 160456"/>
                <a:gd name="connsiteX27" fmla="*/ 371906 w 508352"/>
                <a:gd name="connsiteY27" fmla="*/ 145242 h 160456"/>
                <a:gd name="connsiteX28" fmla="*/ 372546 w 508352"/>
                <a:gd name="connsiteY28" fmla="*/ 145242 h 160456"/>
                <a:gd name="connsiteX29" fmla="*/ 371479 w 508352"/>
                <a:gd name="connsiteY29" fmla="*/ 158913 h 160456"/>
                <a:gd name="connsiteX30" fmla="*/ 346608 w 508352"/>
                <a:gd name="connsiteY30" fmla="*/ 108905 h 160456"/>
                <a:gd name="connsiteX31" fmla="*/ 371248 w 508352"/>
                <a:gd name="connsiteY31" fmla="*/ 124865 h 160456"/>
                <a:gd name="connsiteX32" fmla="*/ 346608 w 508352"/>
                <a:gd name="connsiteY32" fmla="*/ 142049 h 160456"/>
                <a:gd name="connsiteX33" fmla="*/ 322182 w 508352"/>
                <a:gd name="connsiteY33" fmla="*/ 124865 h 160456"/>
                <a:gd name="connsiteX34" fmla="*/ 346608 w 508352"/>
                <a:gd name="connsiteY34" fmla="*/ 108905 h 160456"/>
                <a:gd name="connsiteX35" fmla="*/ 273134 w 508352"/>
                <a:gd name="connsiteY35" fmla="*/ 0 h 160456"/>
                <a:gd name="connsiteX36" fmla="*/ 246467 w 508352"/>
                <a:gd name="connsiteY36" fmla="*/ 0 h 160456"/>
                <a:gd name="connsiteX37" fmla="*/ 246467 w 508352"/>
                <a:gd name="connsiteY37" fmla="*/ 158913 h 160456"/>
                <a:gd name="connsiteX38" fmla="*/ 273134 w 508352"/>
                <a:gd name="connsiteY38" fmla="*/ 158913 h 160456"/>
                <a:gd name="connsiteX39" fmla="*/ 273134 w 508352"/>
                <a:gd name="connsiteY39" fmla="*/ 0 h 160456"/>
                <a:gd name="connsiteX40" fmla="*/ 171179 w 508352"/>
                <a:gd name="connsiteY40" fmla="*/ 66766 h 160456"/>
                <a:gd name="connsiteX41" fmla="*/ 196886 w 508352"/>
                <a:gd name="connsiteY41" fmla="*/ 103636 h 160456"/>
                <a:gd name="connsiteX42" fmla="*/ 171179 w 508352"/>
                <a:gd name="connsiteY42" fmla="*/ 139866 h 160456"/>
                <a:gd name="connsiteX43" fmla="*/ 145472 w 508352"/>
                <a:gd name="connsiteY43" fmla="*/ 103636 h 160456"/>
                <a:gd name="connsiteX44" fmla="*/ 171179 w 508352"/>
                <a:gd name="connsiteY44" fmla="*/ 66766 h 160456"/>
                <a:gd name="connsiteX45" fmla="*/ 171179 w 508352"/>
                <a:gd name="connsiteY45" fmla="*/ 46389 h 160456"/>
                <a:gd name="connsiteX46" fmla="*/ 118708 w 508352"/>
                <a:gd name="connsiteY46" fmla="*/ 103423 h 160456"/>
                <a:gd name="connsiteX47" fmla="*/ 171179 w 508352"/>
                <a:gd name="connsiteY47" fmla="*/ 160191 h 160456"/>
                <a:gd name="connsiteX48" fmla="*/ 223650 w 508352"/>
                <a:gd name="connsiteY48" fmla="*/ 103423 h 160456"/>
                <a:gd name="connsiteX49" fmla="*/ 171179 w 508352"/>
                <a:gd name="connsiteY49" fmla="*/ 46389 h 160456"/>
                <a:gd name="connsiteX50" fmla="*/ 98763 w 508352"/>
                <a:gd name="connsiteY50" fmla="*/ 77988 h 160456"/>
                <a:gd name="connsiteX51" fmla="*/ 50773 w 508352"/>
                <a:gd name="connsiteY51" fmla="*/ 46389 h 160456"/>
                <a:gd name="connsiteX52" fmla="*/ 9 w 508352"/>
                <a:gd name="connsiteY52" fmla="*/ 77563 h 160456"/>
                <a:gd name="connsiteX53" fmla="*/ 48426 w 508352"/>
                <a:gd name="connsiteY53" fmla="*/ 112090 h 160456"/>
                <a:gd name="connsiteX54" fmla="*/ 76044 w 508352"/>
                <a:gd name="connsiteY54" fmla="*/ 127145 h 160456"/>
                <a:gd name="connsiteX55" fmla="*/ 50764 w 508352"/>
                <a:gd name="connsiteY55" fmla="*/ 141987 h 160456"/>
                <a:gd name="connsiteX56" fmla="*/ 26765 w 508352"/>
                <a:gd name="connsiteY56" fmla="*/ 123951 h 160456"/>
                <a:gd name="connsiteX57" fmla="*/ 0 w 508352"/>
                <a:gd name="connsiteY57" fmla="*/ 123951 h 160456"/>
                <a:gd name="connsiteX58" fmla="*/ 50764 w 508352"/>
                <a:gd name="connsiteY58" fmla="*/ 160182 h 160456"/>
                <a:gd name="connsiteX59" fmla="*/ 102809 w 508352"/>
                <a:gd name="connsiteY59" fmla="*/ 127145 h 160456"/>
                <a:gd name="connsiteX60" fmla="*/ 53112 w 508352"/>
                <a:gd name="connsiteY60" fmla="*/ 91766 h 160456"/>
                <a:gd name="connsiteX61" fmla="*/ 26658 w 508352"/>
                <a:gd name="connsiteY61" fmla="*/ 79266 h 160456"/>
                <a:gd name="connsiteX62" fmla="*/ 50657 w 508352"/>
                <a:gd name="connsiteY62" fmla="*/ 64637 h 160456"/>
                <a:gd name="connsiteX63" fmla="*/ 71989 w 508352"/>
                <a:gd name="connsiteY63" fmla="*/ 77988 h 160456"/>
                <a:gd name="connsiteX64" fmla="*/ 98763 w 508352"/>
                <a:gd name="connsiteY64" fmla="*/ 77988 h 160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08352" h="160456">
                  <a:moveTo>
                    <a:pt x="422866" y="47879"/>
                  </a:moveTo>
                  <a:lnTo>
                    <a:pt x="422866" y="158913"/>
                  </a:lnTo>
                  <a:lnTo>
                    <a:pt x="449532" y="158913"/>
                  </a:lnTo>
                  <a:lnTo>
                    <a:pt x="449532" y="90444"/>
                  </a:lnTo>
                  <a:cubicBezTo>
                    <a:pt x="449106" y="76028"/>
                    <a:pt x="453801" y="66926"/>
                    <a:pt x="469691" y="66926"/>
                  </a:cubicBezTo>
                  <a:cubicBezTo>
                    <a:pt x="482219" y="66926"/>
                    <a:pt x="483286" y="73473"/>
                    <a:pt x="483286" y="84695"/>
                  </a:cubicBezTo>
                  <a:lnTo>
                    <a:pt x="483286" y="90444"/>
                  </a:lnTo>
                  <a:lnTo>
                    <a:pt x="508353" y="90444"/>
                  </a:lnTo>
                  <a:lnTo>
                    <a:pt x="508353" y="81404"/>
                  </a:lnTo>
                  <a:cubicBezTo>
                    <a:pt x="508353" y="60121"/>
                    <a:pt x="502644" y="46397"/>
                    <a:pt x="479080" y="46397"/>
                  </a:cubicBezTo>
                  <a:cubicBezTo>
                    <a:pt x="466125" y="46397"/>
                    <a:pt x="454654" y="50017"/>
                    <a:pt x="449328" y="62357"/>
                  </a:cubicBezTo>
                  <a:lnTo>
                    <a:pt x="448261" y="62357"/>
                  </a:lnTo>
                  <a:lnTo>
                    <a:pt x="449008" y="47888"/>
                  </a:lnTo>
                  <a:lnTo>
                    <a:pt x="422874" y="47888"/>
                  </a:lnTo>
                  <a:close/>
                  <a:moveTo>
                    <a:pt x="371461" y="158913"/>
                  </a:moveTo>
                  <a:lnTo>
                    <a:pt x="398128" y="158913"/>
                  </a:lnTo>
                  <a:lnTo>
                    <a:pt x="398128" y="89220"/>
                  </a:lnTo>
                  <a:cubicBezTo>
                    <a:pt x="398128" y="51977"/>
                    <a:pt x="383252" y="46655"/>
                    <a:pt x="347577" y="46655"/>
                  </a:cubicBezTo>
                  <a:cubicBezTo>
                    <a:pt x="322084" y="46655"/>
                    <a:pt x="299588" y="47932"/>
                    <a:pt x="299588" y="80384"/>
                  </a:cubicBezTo>
                  <a:lnTo>
                    <a:pt x="326255" y="80384"/>
                  </a:lnTo>
                  <a:cubicBezTo>
                    <a:pt x="326255" y="65968"/>
                    <a:pt x="335582" y="64903"/>
                    <a:pt x="347266" y="64903"/>
                  </a:cubicBezTo>
                  <a:cubicBezTo>
                    <a:pt x="369558" y="64903"/>
                    <a:pt x="371052" y="71237"/>
                    <a:pt x="371052" y="89273"/>
                  </a:cubicBezTo>
                  <a:lnTo>
                    <a:pt x="371052" y="103689"/>
                  </a:lnTo>
                  <a:lnTo>
                    <a:pt x="370625" y="103689"/>
                  </a:lnTo>
                  <a:cubicBezTo>
                    <a:pt x="364276" y="91189"/>
                    <a:pt x="350894" y="90976"/>
                    <a:pt x="337298" y="90976"/>
                  </a:cubicBezTo>
                  <a:cubicBezTo>
                    <a:pt x="309680" y="90976"/>
                    <a:pt x="295648" y="98375"/>
                    <a:pt x="295648" y="125078"/>
                  </a:cubicBezTo>
                  <a:cubicBezTo>
                    <a:pt x="295648" y="155187"/>
                    <a:pt x="312018" y="160457"/>
                    <a:pt x="337298" y="160457"/>
                  </a:cubicBezTo>
                  <a:cubicBezTo>
                    <a:pt x="350254" y="160457"/>
                    <a:pt x="366624" y="160031"/>
                    <a:pt x="371906" y="145242"/>
                  </a:cubicBezTo>
                  <a:lnTo>
                    <a:pt x="372546" y="145242"/>
                  </a:lnTo>
                  <a:lnTo>
                    <a:pt x="371479" y="158913"/>
                  </a:lnTo>
                  <a:close/>
                  <a:moveTo>
                    <a:pt x="346608" y="108905"/>
                  </a:moveTo>
                  <a:cubicBezTo>
                    <a:pt x="359777" y="108905"/>
                    <a:pt x="371248" y="109331"/>
                    <a:pt x="371248" y="124865"/>
                  </a:cubicBezTo>
                  <a:cubicBezTo>
                    <a:pt x="371248" y="140399"/>
                    <a:pt x="360586" y="142049"/>
                    <a:pt x="346608" y="142049"/>
                  </a:cubicBezTo>
                  <a:cubicBezTo>
                    <a:pt x="328584" y="142049"/>
                    <a:pt x="322182" y="140558"/>
                    <a:pt x="322182" y="124865"/>
                  </a:cubicBezTo>
                  <a:cubicBezTo>
                    <a:pt x="322182" y="109171"/>
                    <a:pt x="332843" y="108905"/>
                    <a:pt x="346608" y="108905"/>
                  </a:cubicBezTo>
                  <a:moveTo>
                    <a:pt x="273134" y="0"/>
                  </a:moveTo>
                  <a:lnTo>
                    <a:pt x="246467" y="0"/>
                  </a:lnTo>
                  <a:lnTo>
                    <a:pt x="246467" y="158913"/>
                  </a:lnTo>
                  <a:lnTo>
                    <a:pt x="273134" y="158913"/>
                  </a:lnTo>
                  <a:lnTo>
                    <a:pt x="273134" y="0"/>
                  </a:lnTo>
                  <a:close/>
                  <a:moveTo>
                    <a:pt x="171179" y="66766"/>
                  </a:moveTo>
                  <a:cubicBezTo>
                    <a:pt x="194965" y="66766"/>
                    <a:pt x="196886" y="73526"/>
                    <a:pt x="196886" y="103636"/>
                  </a:cubicBezTo>
                  <a:cubicBezTo>
                    <a:pt x="196886" y="133745"/>
                    <a:pt x="194965" y="139866"/>
                    <a:pt x="171179" y="139866"/>
                  </a:cubicBezTo>
                  <a:cubicBezTo>
                    <a:pt x="147393" y="139866"/>
                    <a:pt x="145472" y="133266"/>
                    <a:pt x="145472" y="103636"/>
                  </a:cubicBezTo>
                  <a:cubicBezTo>
                    <a:pt x="145472" y="74005"/>
                    <a:pt x="147393" y="66766"/>
                    <a:pt x="171179" y="66766"/>
                  </a:cubicBezTo>
                  <a:moveTo>
                    <a:pt x="171179" y="46389"/>
                  </a:moveTo>
                  <a:cubicBezTo>
                    <a:pt x="124683" y="46389"/>
                    <a:pt x="118708" y="60166"/>
                    <a:pt x="118708" y="103423"/>
                  </a:cubicBezTo>
                  <a:cubicBezTo>
                    <a:pt x="118708" y="146680"/>
                    <a:pt x="124683" y="160191"/>
                    <a:pt x="171179" y="160191"/>
                  </a:cubicBezTo>
                  <a:cubicBezTo>
                    <a:pt x="217675" y="160191"/>
                    <a:pt x="223650" y="146413"/>
                    <a:pt x="223650" y="103423"/>
                  </a:cubicBezTo>
                  <a:cubicBezTo>
                    <a:pt x="223650" y="60432"/>
                    <a:pt x="217728" y="46389"/>
                    <a:pt x="171179" y="46389"/>
                  </a:cubicBezTo>
                  <a:moveTo>
                    <a:pt x="98763" y="77988"/>
                  </a:moveTo>
                  <a:cubicBezTo>
                    <a:pt x="98763" y="46814"/>
                    <a:pt x="72629" y="46389"/>
                    <a:pt x="50773" y="46389"/>
                  </a:cubicBezTo>
                  <a:cubicBezTo>
                    <a:pt x="22088" y="46389"/>
                    <a:pt x="9" y="47027"/>
                    <a:pt x="9" y="77563"/>
                  </a:cubicBezTo>
                  <a:cubicBezTo>
                    <a:pt x="9" y="105969"/>
                    <a:pt x="7425" y="111717"/>
                    <a:pt x="48426" y="112090"/>
                  </a:cubicBezTo>
                  <a:cubicBezTo>
                    <a:pt x="75404" y="112516"/>
                    <a:pt x="76044" y="117413"/>
                    <a:pt x="76044" y="127145"/>
                  </a:cubicBezTo>
                  <a:cubicBezTo>
                    <a:pt x="76044" y="142412"/>
                    <a:pt x="66716" y="141987"/>
                    <a:pt x="50764" y="141987"/>
                  </a:cubicBezTo>
                  <a:cubicBezTo>
                    <a:pt x="30980" y="141987"/>
                    <a:pt x="27192" y="140070"/>
                    <a:pt x="26765" y="123951"/>
                  </a:cubicBezTo>
                  <a:lnTo>
                    <a:pt x="0" y="123951"/>
                  </a:lnTo>
                  <a:cubicBezTo>
                    <a:pt x="0" y="160182"/>
                    <a:pt x="20371" y="160182"/>
                    <a:pt x="50764" y="160182"/>
                  </a:cubicBezTo>
                  <a:cubicBezTo>
                    <a:pt x="78969" y="160182"/>
                    <a:pt x="102809" y="157254"/>
                    <a:pt x="102809" y="127145"/>
                  </a:cubicBezTo>
                  <a:cubicBezTo>
                    <a:pt x="102809" y="91127"/>
                    <a:pt x="79450" y="93043"/>
                    <a:pt x="53112" y="91766"/>
                  </a:cubicBezTo>
                  <a:cubicBezTo>
                    <a:pt x="29752" y="90701"/>
                    <a:pt x="26658" y="90435"/>
                    <a:pt x="26658" y="79266"/>
                  </a:cubicBezTo>
                  <a:cubicBezTo>
                    <a:pt x="26658" y="64637"/>
                    <a:pt x="36413" y="64637"/>
                    <a:pt x="50657" y="64637"/>
                  </a:cubicBezTo>
                  <a:cubicBezTo>
                    <a:pt x="64902" y="64637"/>
                    <a:pt x="71989" y="64637"/>
                    <a:pt x="71989" y="77988"/>
                  </a:cubicBezTo>
                  <a:lnTo>
                    <a:pt x="98763" y="77988"/>
                  </a:lnTo>
                  <a:close/>
                </a:path>
              </a:pathLst>
            </a:custGeom>
            <a:solidFill>
              <a:srgbClr val="000000"/>
            </a:solidFill>
            <a:ln w="88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algn="l" defTabSz="914400" rtl="0" eaLnBrk="1" latinLnBrk="0" hangingPunct="1"/>
              <a:endParaRPr lang="en-IL"/>
            </a:p>
          </p:txBody>
        </p:sp>
      </p:grpSp>
    </p:spTree>
    <p:extLst>
      <p:ext uri="{BB962C8B-B14F-4D97-AF65-F5344CB8AC3E}">
        <p14:creationId xmlns:p14="http://schemas.microsoft.com/office/powerpoint/2010/main" val="835682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61" r:id="rId5"/>
    <p:sldLayoutId id="2147483662" r:id="rId6"/>
    <p:sldLayoutId id="2147483663" r:id="rId7"/>
    <p:sldLayoutId id="2147483653" r:id="rId8"/>
    <p:sldLayoutId id="2147483664" r:id="rId9"/>
    <p:sldLayoutId id="2147483665" r:id="rId10"/>
    <p:sldLayoutId id="2147483654" r:id="rId11"/>
    <p:sldLayoutId id="2147483666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i="0" kern="1200">
          <a:solidFill>
            <a:schemeClr val="tx2"/>
          </a:solidFill>
          <a:latin typeface="+mj-lt"/>
          <a:ea typeface="+mj-ea"/>
          <a:cs typeface="Segoe UI Semibold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Tx/>
        <a:buBlip>
          <a:blip r:embed="rId14"/>
        </a:buBlip>
        <a:defRPr sz="2000" b="0" i="0" kern="1200">
          <a:solidFill>
            <a:schemeClr val="tx2"/>
          </a:solidFill>
          <a:latin typeface="+mn-lt"/>
          <a:ea typeface="+mn-ea"/>
          <a:cs typeface="Segoe UI Light" panose="020B050204020402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F3232"/>
        </a:buClr>
        <a:buFont typeface="Arial" panose="020B0604020202020204" pitchFamily="34" charset="0"/>
        <a:buChar char="•"/>
        <a:defRPr sz="2000" b="0" i="0" kern="1200">
          <a:solidFill>
            <a:schemeClr val="tx2"/>
          </a:solidFill>
          <a:latin typeface="+mn-lt"/>
          <a:ea typeface="+mn-ea"/>
          <a:cs typeface="Segoe UI Light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F3232"/>
        </a:buClr>
        <a:buFont typeface="Arial" panose="020B0604020202020204" pitchFamily="34" charset="0"/>
        <a:buChar char="•"/>
        <a:defRPr sz="2000" b="0" i="0" kern="1200">
          <a:solidFill>
            <a:schemeClr val="tx2"/>
          </a:solidFill>
          <a:latin typeface="+mn-lt"/>
          <a:ea typeface="+mn-ea"/>
          <a:cs typeface="Segoe UI Light" panose="020B050204020402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F3232"/>
        </a:buClr>
        <a:buFont typeface="Arial" panose="020B0604020202020204" pitchFamily="34" charset="0"/>
        <a:buChar char="•"/>
        <a:defRPr sz="2000" b="0" i="0" kern="1200">
          <a:solidFill>
            <a:schemeClr val="tx2"/>
          </a:solidFill>
          <a:latin typeface="+mn-lt"/>
          <a:ea typeface="+mn-ea"/>
          <a:cs typeface="Segoe UI Light" panose="020B050204020402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F3232"/>
        </a:buClr>
        <a:buFont typeface="Arial" panose="020B0604020202020204" pitchFamily="34" charset="0"/>
        <a:buChar char="•"/>
        <a:defRPr sz="2000" b="0" i="0" kern="1200">
          <a:solidFill>
            <a:schemeClr val="tx2"/>
          </a:solidFill>
          <a:latin typeface="+mn-lt"/>
          <a:ea typeface="+mn-ea"/>
          <a:cs typeface="Segoe UI Light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5CF83-17C7-0535-D59E-CF8385CADF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467" y="4502504"/>
            <a:ext cx="6732225" cy="1762901"/>
          </a:xfrm>
        </p:spPr>
        <p:txBody>
          <a:bodyPr/>
          <a:lstStyle/>
          <a:p>
            <a:r>
              <a:rPr lang="en-US" sz="3600" b="1" dirty="0"/>
              <a:t>Aux P.S layout consideration </a:t>
            </a:r>
            <a:endParaRPr lang="en-IL" sz="36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438298-3FE9-7FA1-7EB3-479205CE50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7418" y="5058030"/>
            <a:ext cx="5939480" cy="477795"/>
          </a:xfrm>
        </p:spPr>
        <p:txBody>
          <a:bodyPr/>
          <a:lstStyle/>
          <a:p>
            <a:r>
              <a:rPr lang="en-US" dirty="0"/>
              <a:t>Lior Maor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26815B-FE35-0B1E-8A8E-04E624950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pPr/>
              <a:t>1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07165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4356F-99E3-1C2D-839A-06112D052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347EE9-8ECD-6F94-3768-BADCB3768D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Aux power range + Loads</a:t>
            </a:r>
          </a:p>
          <a:p>
            <a:r>
              <a:rPr lang="en-US" dirty="0"/>
              <a:t>Background</a:t>
            </a:r>
          </a:p>
          <a:p>
            <a:r>
              <a:rPr lang="en-US" dirty="0"/>
              <a:t>Flyback switching</a:t>
            </a:r>
          </a:p>
          <a:p>
            <a:r>
              <a:rPr lang="en-US" dirty="0"/>
              <a:t>Guidelines</a:t>
            </a:r>
          </a:p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AP1999B </a:t>
            </a:r>
            <a:r>
              <a:rPr lang="en-US" dirty="0" err="1"/>
              <a:t>portia</a:t>
            </a:r>
            <a:r>
              <a:rPr lang="en-US" dirty="0"/>
              <a:t> X</a:t>
            </a:r>
          </a:p>
          <a:p>
            <a:pPr lvl="1"/>
            <a:r>
              <a:rPr lang="en-US" sz="2000" dirty="0"/>
              <a:t>AP2290A Neptune main board</a:t>
            </a:r>
          </a:p>
          <a:p>
            <a:pPr lvl="1"/>
            <a:r>
              <a:rPr lang="en-US" sz="2000" dirty="0"/>
              <a:t>AP2214BA main board Jupiter 3</a:t>
            </a:r>
          </a:p>
          <a:p>
            <a:pPr lvl="1"/>
            <a:r>
              <a:rPr lang="en-US" dirty="0"/>
              <a:t>AP1391CA Orion Digital board</a:t>
            </a:r>
          </a:p>
          <a:p>
            <a:pPr lvl="1"/>
            <a:r>
              <a:rPr lang="en-US" sz="2000" dirty="0"/>
              <a:t>AP1163FB Jupiter + Improved DC board</a:t>
            </a:r>
          </a:p>
          <a:p>
            <a:pPr lvl="1"/>
            <a:r>
              <a:rPr lang="en-US" sz="2000" dirty="0"/>
              <a:t>AP1551C Aux board Orion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538B9B-196B-630C-0DB9-CF9408E59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2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96093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3CCA1-8F75-1BF0-E7FF-236D378FA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Aux power supplies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7EB5EE-0587-C352-F087-FCFF411D77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230" y="1474149"/>
            <a:ext cx="11467770" cy="4680000"/>
          </a:xfrm>
        </p:spPr>
        <p:txBody>
          <a:bodyPr/>
          <a:lstStyle/>
          <a:p>
            <a:pPr marL="0" indent="0">
              <a:buNone/>
            </a:pPr>
            <a:r>
              <a:rPr lang="en-US" u="sng" dirty="0"/>
              <a:t>Aux Power supplies have variant power from 1W to 300W</a:t>
            </a:r>
          </a:p>
          <a:p>
            <a:pPr marL="0" indent="0">
              <a:buNone/>
            </a:pPr>
            <a:r>
              <a:rPr lang="en-US" dirty="0"/>
              <a:t>Aux from AC or DC power inputs are Isolated P.S</a:t>
            </a:r>
          </a:p>
          <a:p>
            <a:pPr marL="0" indent="0">
              <a:buNone/>
            </a:pPr>
            <a:r>
              <a:rPr lang="en-US" dirty="0"/>
              <a:t>Aux power can supply also to different PCB’s or External devices</a:t>
            </a:r>
          </a:p>
          <a:p>
            <a:pPr marL="0" indent="0">
              <a:buNone/>
            </a:pPr>
            <a:r>
              <a:rPr lang="en-US" dirty="0"/>
              <a:t> such as meter collar</a:t>
            </a:r>
          </a:p>
          <a:p>
            <a:pPr marL="0" indent="0">
              <a:buNone/>
            </a:pPr>
            <a:endParaRPr lang="en-US" b="1" u="sng" dirty="0">
              <a:highlight>
                <a:srgbClr val="FFFF00"/>
              </a:highlight>
            </a:endParaRPr>
          </a:p>
          <a:p>
            <a:pPr marL="0" indent="0">
              <a:buNone/>
            </a:pPr>
            <a:endParaRPr lang="en-US" b="1" u="sng" dirty="0">
              <a:highlight>
                <a:srgbClr val="FFFF00"/>
              </a:highlight>
            </a:endParaRPr>
          </a:p>
          <a:p>
            <a:pPr marL="0" indent="0">
              <a:buNone/>
            </a:pPr>
            <a:endParaRPr lang="en-US" b="1" u="sng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US" b="1" u="sng" dirty="0">
                <a:highlight>
                  <a:srgbClr val="FFFF00"/>
                </a:highlight>
              </a:rPr>
              <a:t>Aux Loads is used for</a:t>
            </a:r>
            <a:r>
              <a:rPr lang="en-US" b="1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High Loads: Relays and Fans: </a:t>
            </a:r>
            <a:r>
              <a:rPr lang="en-US" dirty="0"/>
              <a:t>12V, 24V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Digital systems: DSP, FPGA, Flash, Logic gates, </a:t>
            </a:r>
            <a:r>
              <a:rPr lang="en-US" b="1" dirty="0" err="1"/>
              <a:t>etc</a:t>
            </a:r>
            <a:r>
              <a:rPr lang="en-US" b="1" dirty="0"/>
              <a:t>’: </a:t>
            </a:r>
            <a:r>
              <a:rPr lang="en-US" dirty="0"/>
              <a:t>5V, 3.3V, 1.8V, 1.2V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Analog voltages A/D, current sense, </a:t>
            </a:r>
            <a:r>
              <a:rPr lang="en-US" b="1" dirty="0" err="1"/>
              <a:t>opamp</a:t>
            </a:r>
            <a:r>
              <a:rPr lang="en-US" b="1" dirty="0"/>
              <a:t>. </a:t>
            </a:r>
            <a:r>
              <a:rPr lang="en-US" dirty="0"/>
              <a:t>Usually create it by filtering Digital voltage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Gate drivers </a:t>
            </a:r>
            <a:r>
              <a:rPr lang="en-US" dirty="0"/>
              <a:t>Isolated Power supply can be from 12V to 18V or 21V.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8A69DC-BF58-39E9-B1BC-2D3C4317E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3</a:t>
            </a:fld>
            <a:endParaRPr lang="en-I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D83CDF-5180-E209-1429-67D42BF16E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9197" y="0"/>
            <a:ext cx="3972803" cy="288270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8E08A77-5102-26F1-5B44-5FB9FE8766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8305" y="2979436"/>
            <a:ext cx="2018737" cy="198480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7AE80F3-FD82-C2F4-F36B-DC6BFE6186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7889" y="2882703"/>
            <a:ext cx="2133900" cy="2255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917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842B9-E63E-B00D-0906-682B9DC5D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AC331D-C6E8-7DF3-9EBD-904E85161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4</a:t>
            </a:fld>
            <a:endParaRPr lang="en-I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D70958-404C-ACE8-0554-0CD88B10B0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400" y="976059"/>
            <a:ext cx="6896495" cy="440028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9735F39-8DC2-4A14-C94A-7CCD888E79E3}"/>
              </a:ext>
            </a:extLst>
          </p:cNvPr>
          <p:cNvSpPr txBox="1"/>
          <p:nvPr/>
        </p:nvSpPr>
        <p:spPr>
          <a:xfrm>
            <a:off x="666750" y="1866900"/>
            <a:ext cx="29241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Minimize current loop discontinues current at the FET and diode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087DC08-863B-3F2F-87DB-224729EF58BE}"/>
              </a:ext>
            </a:extLst>
          </p:cNvPr>
          <p:cNvCxnSpPr>
            <a:cxnSpLocks/>
          </p:cNvCxnSpPr>
          <p:nvPr/>
        </p:nvCxnSpPr>
        <p:spPr>
          <a:xfrm flipH="1">
            <a:off x="7288040" y="1085850"/>
            <a:ext cx="417685" cy="170438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C991DD6-F65D-E8C5-A5D3-B20A62695C0A}"/>
              </a:ext>
            </a:extLst>
          </p:cNvPr>
          <p:cNvSpPr txBox="1"/>
          <p:nvPr/>
        </p:nvSpPr>
        <p:spPr>
          <a:xfrm>
            <a:off x="7210897" y="606727"/>
            <a:ext cx="2924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High </a:t>
            </a:r>
            <a:r>
              <a:rPr lang="en-US" b="1" dirty="0" err="1"/>
              <a:t>dV</a:t>
            </a:r>
            <a:r>
              <a:rPr lang="en-US" b="1" dirty="0"/>
              <a:t>/dt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162857F-C7F3-9878-B36D-1EDFFFCE3D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7830" y="332927"/>
            <a:ext cx="2305050" cy="818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7500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05A8C-6E08-9B40-93DB-E1A6C5416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8313" y="155503"/>
            <a:ext cx="1617600" cy="731520"/>
          </a:xfrm>
        </p:spPr>
        <p:txBody>
          <a:bodyPr/>
          <a:lstStyle/>
          <a:p>
            <a:r>
              <a:rPr lang="en-US" sz="2400" dirty="0"/>
              <a:t>Flyback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934A49-C7BA-83DF-CD9E-3D3857D39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5</a:t>
            </a:fld>
            <a:endParaRPr lang="en-IL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6CDB9B3-29A8-CC01-4686-43758CCF08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3425" y="155503"/>
            <a:ext cx="4838700" cy="3143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89EAD440-D211-39CA-39E0-D03FE37671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953" y="776287"/>
            <a:ext cx="6505575" cy="2257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466F996-AF80-F2C3-6547-3F19B40FF0DA}"/>
              </a:ext>
            </a:extLst>
          </p:cNvPr>
          <p:cNvCxnSpPr>
            <a:cxnSpLocks/>
            <a:stCxn id="9" idx="0"/>
          </p:cNvCxnSpPr>
          <p:nvPr/>
        </p:nvCxnSpPr>
        <p:spPr>
          <a:xfrm flipH="1" flipV="1">
            <a:off x="9132277" y="2016773"/>
            <a:ext cx="1813761" cy="497960"/>
          </a:xfrm>
          <a:prstGeom prst="straightConnector1">
            <a:avLst/>
          </a:prstGeom>
          <a:ln w="38100">
            <a:solidFill>
              <a:srgbClr val="92D050">
                <a:alpha val="68000"/>
              </a:srgb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FD65489-B61C-4456-B220-0ED84071ECB5}"/>
              </a:ext>
            </a:extLst>
          </p:cNvPr>
          <p:cNvSpPr txBox="1"/>
          <p:nvPr/>
        </p:nvSpPr>
        <p:spPr>
          <a:xfrm>
            <a:off x="9845838" y="2514733"/>
            <a:ext cx="2200400" cy="307777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US" sz="1400" b="1" dirty="0"/>
              <a:t>SW node di/dt is changing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9BDAD97-5519-B362-8A8E-923ED12BAD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3251" y="3654496"/>
            <a:ext cx="4987425" cy="2795150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AAF4342-8971-650B-E79D-EBCD7B0AE38D}"/>
              </a:ext>
            </a:extLst>
          </p:cNvPr>
          <p:cNvCxnSpPr/>
          <p:nvPr/>
        </p:nvCxnSpPr>
        <p:spPr>
          <a:xfrm flipV="1">
            <a:off x="7244141" y="5483938"/>
            <a:ext cx="0" cy="52647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951B307-7B49-C85F-70B5-2C818DDBB0CC}"/>
              </a:ext>
            </a:extLst>
          </p:cNvPr>
          <p:cNvCxnSpPr>
            <a:cxnSpLocks/>
          </p:cNvCxnSpPr>
          <p:nvPr/>
        </p:nvCxnSpPr>
        <p:spPr>
          <a:xfrm flipV="1">
            <a:off x="7244141" y="4424218"/>
            <a:ext cx="0" cy="72580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C8E1044-8154-4B05-F369-8A87EF54C464}"/>
              </a:ext>
            </a:extLst>
          </p:cNvPr>
          <p:cNvCxnSpPr>
            <a:cxnSpLocks/>
          </p:cNvCxnSpPr>
          <p:nvPr/>
        </p:nvCxnSpPr>
        <p:spPr>
          <a:xfrm>
            <a:off x="7244141" y="4353602"/>
            <a:ext cx="1416983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E6DC4FA-ACE1-B4F5-67E9-BCCA935D4BFC}"/>
              </a:ext>
            </a:extLst>
          </p:cNvPr>
          <p:cNvCxnSpPr>
            <a:cxnSpLocks/>
          </p:cNvCxnSpPr>
          <p:nvPr/>
        </p:nvCxnSpPr>
        <p:spPr>
          <a:xfrm>
            <a:off x="8737600" y="4378481"/>
            <a:ext cx="0" cy="77154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8DA86B5-8146-CC1D-3253-5A0F442BEA6E}"/>
              </a:ext>
            </a:extLst>
          </p:cNvPr>
          <p:cNvCxnSpPr>
            <a:cxnSpLocks/>
          </p:cNvCxnSpPr>
          <p:nvPr/>
        </p:nvCxnSpPr>
        <p:spPr>
          <a:xfrm>
            <a:off x="8742225" y="5237018"/>
            <a:ext cx="0" cy="868218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154BBA2-4B32-B454-3E3D-5E5CF4F4D0C3}"/>
              </a:ext>
            </a:extLst>
          </p:cNvPr>
          <p:cNvCxnSpPr>
            <a:cxnSpLocks/>
          </p:cNvCxnSpPr>
          <p:nvPr/>
        </p:nvCxnSpPr>
        <p:spPr>
          <a:xfrm flipH="1">
            <a:off x="7549466" y="6105236"/>
            <a:ext cx="900737" cy="1391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4" name="Picture 33">
            <a:extLst>
              <a:ext uri="{FF2B5EF4-FFF2-40B4-BE49-F238E27FC236}">
                <a16:creationId xmlns:a16="http://schemas.microsoft.com/office/drawing/2014/main" id="{04EF3811-D265-CF47-4034-A52EEFC40D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133" y="3654496"/>
            <a:ext cx="4987425" cy="2795150"/>
          </a:xfrm>
          <a:prstGeom prst="rect">
            <a:avLst/>
          </a:prstGeom>
        </p:spPr>
      </p:pic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63E7C20-D524-3074-CAB0-E38D2B8D12BC}"/>
              </a:ext>
            </a:extLst>
          </p:cNvPr>
          <p:cNvCxnSpPr>
            <a:cxnSpLocks/>
          </p:cNvCxnSpPr>
          <p:nvPr/>
        </p:nvCxnSpPr>
        <p:spPr>
          <a:xfrm>
            <a:off x="2893398" y="4378926"/>
            <a:ext cx="397651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A249E78-6488-EFE5-3AB0-5A75A8A80D6A}"/>
              </a:ext>
            </a:extLst>
          </p:cNvPr>
          <p:cNvCxnSpPr>
            <a:cxnSpLocks/>
          </p:cNvCxnSpPr>
          <p:nvPr/>
        </p:nvCxnSpPr>
        <p:spPr>
          <a:xfrm>
            <a:off x="3329709" y="4465478"/>
            <a:ext cx="0" cy="68454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853E57B-3D0C-2601-3651-DC88F525C5F8}"/>
              </a:ext>
            </a:extLst>
          </p:cNvPr>
          <p:cNvCxnSpPr>
            <a:cxnSpLocks/>
          </p:cNvCxnSpPr>
          <p:nvPr/>
        </p:nvCxnSpPr>
        <p:spPr>
          <a:xfrm flipH="1">
            <a:off x="2945913" y="4950164"/>
            <a:ext cx="292622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37718D6-CA6A-8805-2794-B1CA843A73D8}"/>
              </a:ext>
            </a:extLst>
          </p:cNvPr>
          <p:cNvCxnSpPr>
            <a:cxnSpLocks/>
          </p:cNvCxnSpPr>
          <p:nvPr/>
        </p:nvCxnSpPr>
        <p:spPr>
          <a:xfrm>
            <a:off x="3900161" y="4351662"/>
            <a:ext cx="397651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47A4530-2F1A-4869-56D4-03EB92F8AB5F}"/>
              </a:ext>
            </a:extLst>
          </p:cNvPr>
          <p:cNvCxnSpPr>
            <a:cxnSpLocks/>
          </p:cNvCxnSpPr>
          <p:nvPr/>
        </p:nvCxnSpPr>
        <p:spPr>
          <a:xfrm>
            <a:off x="4604327" y="4367528"/>
            <a:ext cx="0" cy="68454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A2801AE0-2533-DF82-F8BA-EA735C934FA0}"/>
              </a:ext>
            </a:extLst>
          </p:cNvPr>
          <p:cNvCxnSpPr>
            <a:cxnSpLocks/>
          </p:cNvCxnSpPr>
          <p:nvPr/>
        </p:nvCxnSpPr>
        <p:spPr>
          <a:xfrm flipH="1">
            <a:off x="3814618" y="5048829"/>
            <a:ext cx="575032" cy="324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86689E13-EA23-4514-5CD8-9A83E6FA5E87}"/>
              </a:ext>
            </a:extLst>
          </p:cNvPr>
          <p:cNvCxnSpPr>
            <a:cxnSpLocks/>
          </p:cNvCxnSpPr>
          <p:nvPr/>
        </p:nvCxnSpPr>
        <p:spPr>
          <a:xfrm flipV="1">
            <a:off x="3933084" y="4468720"/>
            <a:ext cx="0" cy="481444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1D1748B4-5B35-89B2-1F2B-2A41E0C6547E}"/>
              </a:ext>
            </a:extLst>
          </p:cNvPr>
          <p:cNvSpPr txBox="1"/>
          <p:nvPr/>
        </p:nvSpPr>
        <p:spPr>
          <a:xfrm>
            <a:off x="2945913" y="3131276"/>
            <a:ext cx="2200400" cy="52322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sz="1400" b="1" dirty="0"/>
              <a:t>Make current loop as small as possible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8F57177F-FDF6-538A-5E47-804AEE792035}"/>
              </a:ext>
            </a:extLst>
          </p:cNvPr>
          <p:cNvCxnSpPr>
            <a:cxnSpLocks/>
          </p:cNvCxnSpPr>
          <p:nvPr/>
        </p:nvCxnSpPr>
        <p:spPr>
          <a:xfrm flipH="1">
            <a:off x="4396342" y="3671246"/>
            <a:ext cx="279203" cy="875847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1728B4A2-3B8B-0413-F0BB-66491B3DC5CF}"/>
              </a:ext>
            </a:extLst>
          </p:cNvPr>
          <p:cNvCxnSpPr>
            <a:cxnSpLocks/>
          </p:cNvCxnSpPr>
          <p:nvPr/>
        </p:nvCxnSpPr>
        <p:spPr>
          <a:xfrm flipH="1">
            <a:off x="3035557" y="3631642"/>
            <a:ext cx="401347" cy="1134218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E85B1646-C6E4-CE72-D70C-D393600CF585}"/>
              </a:ext>
            </a:extLst>
          </p:cNvPr>
          <p:cNvCxnSpPr>
            <a:cxnSpLocks/>
            <a:stCxn id="53" idx="3"/>
          </p:cNvCxnSpPr>
          <p:nvPr/>
        </p:nvCxnSpPr>
        <p:spPr>
          <a:xfrm>
            <a:off x="5146313" y="3392886"/>
            <a:ext cx="2519360" cy="1720180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7" name="Straight Arrow Connector 1026">
            <a:extLst>
              <a:ext uri="{FF2B5EF4-FFF2-40B4-BE49-F238E27FC236}">
                <a16:creationId xmlns:a16="http://schemas.microsoft.com/office/drawing/2014/main" id="{E9C3E70D-F294-C847-819D-FB8B25E0C1C0}"/>
              </a:ext>
            </a:extLst>
          </p:cNvPr>
          <p:cNvCxnSpPr>
            <a:cxnSpLocks/>
            <a:stCxn id="9" idx="0"/>
          </p:cNvCxnSpPr>
          <p:nvPr/>
        </p:nvCxnSpPr>
        <p:spPr>
          <a:xfrm flipH="1" flipV="1">
            <a:off x="10039157" y="776287"/>
            <a:ext cx="906881" cy="1738446"/>
          </a:xfrm>
          <a:prstGeom prst="straightConnector1">
            <a:avLst/>
          </a:prstGeom>
          <a:ln w="38100">
            <a:solidFill>
              <a:srgbClr val="92D050">
                <a:alpha val="68000"/>
              </a:srgb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1" name="TextBox 1030">
            <a:extLst>
              <a:ext uri="{FF2B5EF4-FFF2-40B4-BE49-F238E27FC236}">
                <a16:creationId xmlns:a16="http://schemas.microsoft.com/office/drawing/2014/main" id="{CE8B2327-A3B5-93F2-D289-AE30CB616939}"/>
              </a:ext>
            </a:extLst>
          </p:cNvPr>
          <p:cNvSpPr txBox="1"/>
          <p:nvPr/>
        </p:nvSpPr>
        <p:spPr>
          <a:xfrm>
            <a:off x="1090649" y="3631642"/>
            <a:ext cx="941351" cy="338554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1600" b="1" dirty="0"/>
              <a:t>Off time</a:t>
            </a:r>
          </a:p>
        </p:txBody>
      </p:sp>
      <p:sp>
        <p:nvSpPr>
          <p:cNvPr id="1032" name="TextBox 1031">
            <a:extLst>
              <a:ext uri="{FF2B5EF4-FFF2-40B4-BE49-F238E27FC236}">
                <a16:creationId xmlns:a16="http://schemas.microsoft.com/office/drawing/2014/main" id="{074DF618-FA46-32DD-5AA8-6F0495A43187}"/>
              </a:ext>
            </a:extLst>
          </p:cNvPr>
          <p:cNvSpPr txBox="1"/>
          <p:nvPr/>
        </p:nvSpPr>
        <p:spPr>
          <a:xfrm>
            <a:off x="7238098" y="3574854"/>
            <a:ext cx="941351" cy="338554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1600" b="1"/>
              <a:t>on </a:t>
            </a:r>
            <a:r>
              <a:rPr lang="en-US" sz="1600" b="1" dirty="0"/>
              <a:t>time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9DEE3A-91B8-0A95-456E-E28724251AA9}"/>
              </a:ext>
            </a:extLst>
          </p:cNvPr>
          <p:cNvSpPr txBox="1"/>
          <p:nvPr/>
        </p:nvSpPr>
        <p:spPr>
          <a:xfrm>
            <a:off x="3504126" y="206900"/>
            <a:ext cx="2412431" cy="523220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US" sz="1400" b="1" dirty="0"/>
              <a:t>Initial current spike due to </a:t>
            </a:r>
            <a:r>
              <a:rPr lang="en-US" sz="1400" b="1" dirty="0" err="1"/>
              <a:t>dI</a:t>
            </a:r>
            <a:r>
              <a:rPr lang="en-US" sz="1400" b="1" dirty="0"/>
              <a:t>/dt of leakage inductance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9728D42-85B7-27F5-6863-B5F91F4E11C9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4062251" y="730120"/>
            <a:ext cx="648091" cy="748028"/>
          </a:xfrm>
          <a:prstGeom prst="straightConnector1">
            <a:avLst/>
          </a:prstGeom>
          <a:ln w="38100">
            <a:solidFill>
              <a:srgbClr val="92D050">
                <a:alpha val="68000"/>
              </a:srgb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4216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79691-1115-F530-CB7B-4BF225C9B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Guidelines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DAEC4-2EA3-AE35-A78E-58F4548177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/>
              <a:t>The input capacitor (Buck) and output capacitor (Boost) must be placed as close to the device as possible to minimize trace impedance.</a:t>
            </a:r>
          </a:p>
          <a:p>
            <a:pPr lvl="1"/>
            <a:r>
              <a:rPr lang="en-US" sz="1600" dirty="0"/>
              <a:t>The GND trace between the Input/output capacitor and the GND pin must be as wide as possible to minimize its trace impedance.</a:t>
            </a:r>
            <a:endParaRPr lang="en-US" sz="1800" dirty="0"/>
          </a:p>
          <a:p>
            <a:r>
              <a:rPr lang="en-US" sz="1800" dirty="0"/>
              <a:t>Place the feedback divider as close as possible to the FB pin of the device</a:t>
            </a:r>
          </a:p>
          <a:p>
            <a:pPr lvl="1"/>
            <a:r>
              <a:rPr lang="en-US" sz="1800" dirty="0"/>
              <a:t>Route the separate FB from Vo to the sense resistor away from the switching node</a:t>
            </a:r>
          </a:p>
          <a:p>
            <a:pPr lvl="1"/>
            <a:r>
              <a:rPr lang="en-US" sz="1800" dirty="0"/>
              <a:t>The trace of the VFB node must be as small as possible to avoid noise coupling.</a:t>
            </a:r>
          </a:p>
          <a:p>
            <a:r>
              <a:rPr lang="en-US" sz="1800" dirty="0"/>
              <a:t>Keep continues ground plane below P.S (if components are at CS, the ground will be in L2)</a:t>
            </a:r>
          </a:p>
          <a:p>
            <a:r>
              <a:rPr lang="en-US" sz="1800" dirty="0"/>
              <a:t>Keep High di/dt loop area small</a:t>
            </a:r>
          </a:p>
          <a:p>
            <a:r>
              <a:rPr lang="en-US" sz="1800" dirty="0"/>
              <a:t>Put HF capacitor (100nF) as bypass close to Vin pin</a:t>
            </a:r>
          </a:p>
          <a:p>
            <a:r>
              <a:rPr lang="en-US" sz="1800" dirty="0"/>
              <a:t>Don’t route signals below FET heatsink on PCB</a:t>
            </a:r>
          </a:p>
          <a:p>
            <a:r>
              <a:rPr lang="en-US" sz="1800" dirty="0"/>
              <a:t>Use data sheet recommendation for layout as a reference </a:t>
            </a:r>
          </a:p>
          <a:p>
            <a:pPr marL="0" indent="0">
              <a:buNone/>
            </a:pPr>
            <a:r>
              <a:rPr lang="en-US" sz="1800" dirty="0"/>
              <a:t>Only, but use also engineering common sense.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AA4622-5EC2-5041-ED4D-4C51CF0C8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6</a:t>
            </a:fld>
            <a:endParaRPr lang="en-I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E972B8-FB1C-4AA8-FF33-CCD62926AE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6107" y="3923348"/>
            <a:ext cx="2892426" cy="293465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A23D6FE-0D2C-4ADF-DFD2-D8FC979768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1561" y="4116110"/>
            <a:ext cx="2566861" cy="2422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6975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3C396-F066-7752-6D47-AC68BFC47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1400" y="67209"/>
            <a:ext cx="11160000" cy="731520"/>
          </a:xfrm>
        </p:spPr>
        <p:txBody>
          <a:bodyPr/>
          <a:lstStyle/>
          <a:p>
            <a:r>
              <a:rPr lang="en-US" dirty="0"/>
              <a:t>AP1999B </a:t>
            </a:r>
            <a:r>
              <a:rPr lang="en-US" dirty="0" err="1"/>
              <a:t>portia</a:t>
            </a:r>
            <a:r>
              <a:rPr lang="en-US" dirty="0"/>
              <a:t> 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629555-4884-F2EE-5EFB-EC3E45034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7</a:t>
            </a:fld>
            <a:endParaRPr lang="en-IL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DFFC79F-CDF0-368F-E807-01EEEACDA7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2031"/>
            <a:ext cx="12192000" cy="321393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769E233-F39B-9121-D270-EB9601EB8EA6}"/>
              </a:ext>
            </a:extLst>
          </p:cNvPr>
          <p:cNvSpPr txBox="1"/>
          <p:nvPr/>
        </p:nvSpPr>
        <p:spPr>
          <a:xfrm>
            <a:off x="416459" y="914400"/>
            <a:ext cx="21728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Vin=10V-14V</a:t>
            </a:r>
          </a:p>
          <a:p>
            <a:r>
              <a:rPr lang="en-US" dirty="0"/>
              <a:t>Vo=5V</a:t>
            </a:r>
          </a:p>
          <a:p>
            <a:r>
              <a:rPr lang="en-US" dirty="0"/>
              <a:t>Po=15W</a:t>
            </a:r>
          </a:p>
        </p:txBody>
      </p:sp>
    </p:spTree>
    <p:extLst>
      <p:ext uri="{BB962C8B-B14F-4D97-AF65-F5344CB8AC3E}">
        <p14:creationId xmlns:p14="http://schemas.microsoft.com/office/powerpoint/2010/main" val="42637520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A499D-1403-9C71-A63F-A737D9A76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14C46-8E76-DCF6-3E36-63A575631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1400" y="67209"/>
            <a:ext cx="11160000" cy="731520"/>
          </a:xfrm>
        </p:spPr>
        <p:txBody>
          <a:bodyPr/>
          <a:lstStyle/>
          <a:p>
            <a:r>
              <a:rPr lang="en-US" sz="3200" dirty="0"/>
              <a:t>AP1999A </a:t>
            </a:r>
            <a:r>
              <a:rPr lang="en-US" sz="3200" dirty="0" err="1"/>
              <a:t>portia</a:t>
            </a:r>
            <a:r>
              <a:rPr lang="en-US" sz="3200" dirty="0"/>
              <a:t> 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9B6C5C-EE49-58CE-9247-E40AA1B1C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8</a:t>
            </a:fld>
            <a:endParaRPr lang="en-IL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6BA7D9B-52F4-3FA5-95D9-0D6259482E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990434" y="-1278460"/>
            <a:ext cx="5547899" cy="9484697"/>
          </a:xfrm>
          <a:prstGeom prst="rect">
            <a:avLst/>
          </a:prstGeom>
        </p:spPr>
      </p:pic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60B3A135-50AD-B40E-164C-B45587D345EE}"/>
              </a:ext>
            </a:extLst>
          </p:cNvPr>
          <p:cNvSpPr/>
          <p:nvPr/>
        </p:nvSpPr>
        <p:spPr>
          <a:xfrm>
            <a:off x="4229100" y="3436620"/>
            <a:ext cx="2842260" cy="1135380"/>
          </a:xfrm>
          <a:custGeom>
            <a:avLst/>
            <a:gdLst>
              <a:gd name="connsiteX0" fmla="*/ 0 w 2842260"/>
              <a:gd name="connsiteY0" fmla="*/ 1135380 h 1135380"/>
              <a:gd name="connsiteX1" fmla="*/ 274320 w 2842260"/>
              <a:gd name="connsiteY1" fmla="*/ 1120140 h 1135380"/>
              <a:gd name="connsiteX2" fmla="*/ 815340 w 2842260"/>
              <a:gd name="connsiteY2" fmla="*/ 1135380 h 1135380"/>
              <a:gd name="connsiteX3" fmla="*/ 1219200 w 2842260"/>
              <a:gd name="connsiteY3" fmla="*/ 1104900 h 1135380"/>
              <a:gd name="connsiteX4" fmla="*/ 1386840 w 2842260"/>
              <a:gd name="connsiteY4" fmla="*/ 1089660 h 1135380"/>
              <a:gd name="connsiteX5" fmla="*/ 1584960 w 2842260"/>
              <a:gd name="connsiteY5" fmla="*/ 1066800 h 1135380"/>
              <a:gd name="connsiteX6" fmla="*/ 1653540 w 2842260"/>
              <a:gd name="connsiteY6" fmla="*/ 1051560 h 1135380"/>
              <a:gd name="connsiteX7" fmla="*/ 1676400 w 2842260"/>
              <a:gd name="connsiteY7" fmla="*/ 1043940 h 1135380"/>
              <a:gd name="connsiteX8" fmla="*/ 1760220 w 2842260"/>
              <a:gd name="connsiteY8" fmla="*/ 990600 h 1135380"/>
              <a:gd name="connsiteX9" fmla="*/ 1813560 w 2842260"/>
              <a:gd name="connsiteY9" fmla="*/ 944880 h 1135380"/>
              <a:gd name="connsiteX10" fmla="*/ 1874520 w 2842260"/>
              <a:gd name="connsiteY10" fmla="*/ 845820 h 1135380"/>
              <a:gd name="connsiteX11" fmla="*/ 1882140 w 2842260"/>
              <a:gd name="connsiteY11" fmla="*/ 815340 h 1135380"/>
              <a:gd name="connsiteX12" fmla="*/ 1950720 w 2842260"/>
              <a:gd name="connsiteY12" fmla="*/ 716280 h 1135380"/>
              <a:gd name="connsiteX13" fmla="*/ 1981200 w 2842260"/>
              <a:gd name="connsiteY13" fmla="*/ 662940 h 1135380"/>
              <a:gd name="connsiteX14" fmla="*/ 2026920 w 2842260"/>
              <a:gd name="connsiteY14" fmla="*/ 617220 h 1135380"/>
              <a:gd name="connsiteX15" fmla="*/ 2209800 w 2842260"/>
              <a:gd name="connsiteY15" fmla="*/ 632460 h 1135380"/>
              <a:gd name="connsiteX16" fmla="*/ 2415540 w 2842260"/>
              <a:gd name="connsiteY16" fmla="*/ 708660 h 1135380"/>
              <a:gd name="connsiteX17" fmla="*/ 2446020 w 2842260"/>
              <a:gd name="connsiteY17" fmla="*/ 716280 h 1135380"/>
              <a:gd name="connsiteX18" fmla="*/ 2514600 w 2842260"/>
              <a:gd name="connsiteY18" fmla="*/ 731520 h 1135380"/>
              <a:gd name="connsiteX19" fmla="*/ 2606040 w 2842260"/>
              <a:gd name="connsiteY19" fmla="*/ 754380 h 1135380"/>
              <a:gd name="connsiteX20" fmla="*/ 2743200 w 2842260"/>
              <a:gd name="connsiteY20" fmla="*/ 746760 h 1135380"/>
              <a:gd name="connsiteX21" fmla="*/ 2804160 w 2842260"/>
              <a:gd name="connsiteY21" fmla="*/ 701040 h 1135380"/>
              <a:gd name="connsiteX22" fmla="*/ 2827020 w 2842260"/>
              <a:gd name="connsiteY22" fmla="*/ 624840 h 1135380"/>
              <a:gd name="connsiteX23" fmla="*/ 2842260 w 2842260"/>
              <a:gd name="connsiteY23" fmla="*/ 563880 h 1135380"/>
              <a:gd name="connsiteX24" fmla="*/ 2827020 w 2842260"/>
              <a:gd name="connsiteY24" fmla="*/ 365760 h 1135380"/>
              <a:gd name="connsiteX25" fmla="*/ 2804160 w 2842260"/>
              <a:gd name="connsiteY25" fmla="*/ 335280 h 1135380"/>
              <a:gd name="connsiteX26" fmla="*/ 2674620 w 2842260"/>
              <a:gd name="connsiteY26" fmla="*/ 259080 h 1135380"/>
              <a:gd name="connsiteX27" fmla="*/ 2423160 w 2842260"/>
              <a:gd name="connsiteY27" fmla="*/ 175260 h 1135380"/>
              <a:gd name="connsiteX28" fmla="*/ 2369820 w 2842260"/>
              <a:gd name="connsiteY28" fmla="*/ 160020 h 1135380"/>
              <a:gd name="connsiteX29" fmla="*/ 2118360 w 2842260"/>
              <a:gd name="connsiteY29" fmla="*/ 121920 h 1135380"/>
              <a:gd name="connsiteX30" fmla="*/ 1943100 w 2842260"/>
              <a:gd name="connsiteY30" fmla="*/ 99060 h 1135380"/>
              <a:gd name="connsiteX31" fmla="*/ 1859280 w 2842260"/>
              <a:gd name="connsiteY31" fmla="*/ 76200 h 1135380"/>
              <a:gd name="connsiteX32" fmla="*/ 1600200 w 2842260"/>
              <a:gd name="connsiteY32" fmla="*/ 45720 h 1135380"/>
              <a:gd name="connsiteX33" fmla="*/ 1493520 w 2842260"/>
              <a:gd name="connsiteY33" fmla="*/ 22860 h 1135380"/>
              <a:gd name="connsiteX34" fmla="*/ 1424940 w 2842260"/>
              <a:gd name="connsiteY34" fmla="*/ 15240 h 1135380"/>
              <a:gd name="connsiteX35" fmla="*/ 1341120 w 2842260"/>
              <a:gd name="connsiteY35" fmla="*/ 0 h 1135380"/>
              <a:gd name="connsiteX36" fmla="*/ 922020 w 2842260"/>
              <a:gd name="connsiteY36" fmla="*/ 22860 h 1135380"/>
              <a:gd name="connsiteX37" fmla="*/ 807720 w 2842260"/>
              <a:gd name="connsiteY37" fmla="*/ 60960 h 1135380"/>
              <a:gd name="connsiteX38" fmla="*/ 541020 w 2842260"/>
              <a:gd name="connsiteY38" fmla="*/ 121920 h 1135380"/>
              <a:gd name="connsiteX39" fmla="*/ 480060 w 2842260"/>
              <a:gd name="connsiteY39" fmla="*/ 137160 h 1135380"/>
              <a:gd name="connsiteX40" fmla="*/ 365760 w 2842260"/>
              <a:gd name="connsiteY40" fmla="*/ 144780 h 1135380"/>
              <a:gd name="connsiteX41" fmla="*/ 213360 w 2842260"/>
              <a:gd name="connsiteY41" fmla="*/ 167640 h 1135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2842260" h="1135380">
                <a:moveTo>
                  <a:pt x="0" y="1135380"/>
                </a:moveTo>
                <a:cubicBezTo>
                  <a:pt x="91440" y="1130300"/>
                  <a:pt x="182744" y="1121084"/>
                  <a:pt x="274320" y="1120140"/>
                </a:cubicBezTo>
                <a:cubicBezTo>
                  <a:pt x="645965" y="1116309"/>
                  <a:pt x="604501" y="1114296"/>
                  <a:pt x="815340" y="1135380"/>
                </a:cubicBezTo>
                <a:lnTo>
                  <a:pt x="1219200" y="1104900"/>
                </a:lnTo>
                <a:lnTo>
                  <a:pt x="1386840" y="1089660"/>
                </a:lnTo>
                <a:cubicBezTo>
                  <a:pt x="1493293" y="1080535"/>
                  <a:pt x="1479312" y="1086009"/>
                  <a:pt x="1584960" y="1066800"/>
                </a:cubicBezTo>
                <a:cubicBezTo>
                  <a:pt x="1608000" y="1062611"/>
                  <a:pt x="1630822" y="1057240"/>
                  <a:pt x="1653540" y="1051560"/>
                </a:cubicBezTo>
                <a:cubicBezTo>
                  <a:pt x="1661332" y="1049612"/>
                  <a:pt x="1669216" y="1047532"/>
                  <a:pt x="1676400" y="1043940"/>
                </a:cubicBezTo>
                <a:cubicBezTo>
                  <a:pt x="1692341" y="1035969"/>
                  <a:pt x="1749004" y="999228"/>
                  <a:pt x="1760220" y="990600"/>
                </a:cubicBezTo>
                <a:cubicBezTo>
                  <a:pt x="1778781" y="976322"/>
                  <a:pt x="1798223" y="962576"/>
                  <a:pt x="1813560" y="944880"/>
                </a:cubicBezTo>
                <a:cubicBezTo>
                  <a:pt x="1824338" y="932444"/>
                  <a:pt x="1864045" y="873754"/>
                  <a:pt x="1874520" y="845820"/>
                </a:cubicBezTo>
                <a:cubicBezTo>
                  <a:pt x="1878197" y="836014"/>
                  <a:pt x="1876830" y="824367"/>
                  <a:pt x="1882140" y="815340"/>
                </a:cubicBezTo>
                <a:cubicBezTo>
                  <a:pt x="1902502" y="780724"/>
                  <a:pt x="1930795" y="751149"/>
                  <a:pt x="1950720" y="716280"/>
                </a:cubicBezTo>
                <a:cubicBezTo>
                  <a:pt x="1960880" y="698500"/>
                  <a:pt x="1968714" y="679171"/>
                  <a:pt x="1981200" y="662940"/>
                </a:cubicBezTo>
                <a:cubicBezTo>
                  <a:pt x="1994341" y="645857"/>
                  <a:pt x="2011680" y="632460"/>
                  <a:pt x="2026920" y="617220"/>
                </a:cubicBezTo>
                <a:cubicBezTo>
                  <a:pt x="2087880" y="622300"/>
                  <a:pt x="2150255" y="618449"/>
                  <a:pt x="2209800" y="632460"/>
                </a:cubicBezTo>
                <a:cubicBezTo>
                  <a:pt x="2280989" y="649210"/>
                  <a:pt x="2344591" y="690923"/>
                  <a:pt x="2415540" y="708660"/>
                </a:cubicBezTo>
                <a:lnTo>
                  <a:pt x="2446020" y="716280"/>
                </a:lnTo>
                <a:cubicBezTo>
                  <a:pt x="2468838" y="721546"/>
                  <a:pt x="2491882" y="725840"/>
                  <a:pt x="2514600" y="731520"/>
                </a:cubicBezTo>
                <a:cubicBezTo>
                  <a:pt x="2627388" y="759717"/>
                  <a:pt x="2516892" y="736550"/>
                  <a:pt x="2606040" y="754380"/>
                </a:cubicBezTo>
                <a:lnTo>
                  <a:pt x="2743200" y="746760"/>
                </a:lnTo>
                <a:cubicBezTo>
                  <a:pt x="2767727" y="740157"/>
                  <a:pt x="2804160" y="701040"/>
                  <a:pt x="2804160" y="701040"/>
                </a:cubicBezTo>
                <a:cubicBezTo>
                  <a:pt x="2829797" y="649766"/>
                  <a:pt x="2812789" y="691252"/>
                  <a:pt x="2827020" y="624840"/>
                </a:cubicBezTo>
                <a:cubicBezTo>
                  <a:pt x="2831409" y="604360"/>
                  <a:pt x="2842260" y="563880"/>
                  <a:pt x="2842260" y="563880"/>
                </a:cubicBezTo>
                <a:cubicBezTo>
                  <a:pt x="2837180" y="497840"/>
                  <a:pt x="2837909" y="431094"/>
                  <a:pt x="2827020" y="365760"/>
                </a:cubicBezTo>
                <a:cubicBezTo>
                  <a:pt x="2824932" y="353233"/>
                  <a:pt x="2812425" y="344923"/>
                  <a:pt x="2804160" y="335280"/>
                </a:cubicBezTo>
                <a:cubicBezTo>
                  <a:pt x="2768736" y="293951"/>
                  <a:pt x="2733576" y="281659"/>
                  <a:pt x="2674620" y="259080"/>
                </a:cubicBezTo>
                <a:cubicBezTo>
                  <a:pt x="2592110" y="227480"/>
                  <a:pt x="2507188" y="202569"/>
                  <a:pt x="2423160" y="175260"/>
                </a:cubicBezTo>
                <a:cubicBezTo>
                  <a:pt x="2405574" y="169545"/>
                  <a:pt x="2388035" y="163208"/>
                  <a:pt x="2369820" y="160020"/>
                </a:cubicBezTo>
                <a:cubicBezTo>
                  <a:pt x="2286312" y="145406"/>
                  <a:pt x="2118360" y="121920"/>
                  <a:pt x="2118360" y="121920"/>
                </a:cubicBezTo>
                <a:cubicBezTo>
                  <a:pt x="2036578" y="81029"/>
                  <a:pt x="2133586" y="124458"/>
                  <a:pt x="1943100" y="99060"/>
                </a:cubicBezTo>
                <a:cubicBezTo>
                  <a:pt x="1914394" y="95232"/>
                  <a:pt x="1887713" y="81703"/>
                  <a:pt x="1859280" y="76200"/>
                </a:cubicBezTo>
                <a:cubicBezTo>
                  <a:pt x="1738543" y="52831"/>
                  <a:pt x="1711675" y="53682"/>
                  <a:pt x="1600200" y="45720"/>
                </a:cubicBezTo>
                <a:cubicBezTo>
                  <a:pt x="1564640" y="38100"/>
                  <a:pt x="1529349" y="29091"/>
                  <a:pt x="1493520" y="22860"/>
                </a:cubicBezTo>
                <a:cubicBezTo>
                  <a:pt x="1470859" y="18919"/>
                  <a:pt x="1447686" y="18652"/>
                  <a:pt x="1424940" y="15240"/>
                </a:cubicBezTo>
                <a:cubicBezTo>
                  <a:pt x="1396856" y="11027"/>
                  <a:pt x="1369060" y="5080"/>
                  <a:pt x="1341120" y="0"/>
                </a:cubicBezTo>
                <a:cubicBezTo>
                  <a:pt x="1201420" y="7620"/>
                  <a:pt x="1061023" y="6974"/>
                  <a:pt x="922020" y="22860"/>
                </a:cubicBezTo>
                <a:cubicBezTo>
                  <a:pt x="882119" y="27420"/>
                  <a:pt x="846288" y="49763"/>
                  <a:pt x="807720" y="60960"/>
                </a:cubicBezTo>
                <a:cubicBezTo>
                  <a:pt x="653247" y="105807"/>
                  <a:pt x="708789" y="79978"/>
                  <a:pt x="541020" y="121920"/>
                </a:cubicBezTo>
                <a:cubicBezTo>
                  <a:pt x="520700" y="127000"/>
                  <a:pt x="500829" y="134451"/>
                  <a:pt x="480060" y="137160"/>
                </a:cubicBezTo>
                <a:cubicBezTo>
                  <a:pt x="442196" y="142099"/>
                  <a:pt x="403860" y="142240"/>
                  <a:pt x="365760" y="144780"/>
                </a:cubicBezTo>
                <a:cubicBezTo>
                  <a:pt x="243785" y="162205"/>
                  <a:pt x="294512" y="154115"/>
                  <a:pt x="213360" y="167640"/>
                </a:cubicBezTo>
              </a:path>
            </a:pathLst>
          </a:custGeom>
          <a:noFill/>
          <a:ln w="38100">
            <a:solidFill>
              <a:srgbClr val="FFFF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9023869D-6583-26DD-D773-3E4E9D7D128A}"/>
              </a:ext>
            </a:extLst>
          </p:cNvPr>
          <p:cNvSpPr/>
          <p:nvPr/>
        </p:nvSpPr>
        <p:spPr>
          <a:xfrm>
            <a:off x="4907280" y="1920240"/>
            <a:ext cx="4359967" cy="1859280"/>
          </a:xfrm>
          <a:custGeom>
            <a:avLst/>
            <a:gdLst>
              <a:gd name="connsiteX0" fmla="*/ 4069080 w 4359967"/>
              <a:gd name="connsiteY0" fmla="*/ 1859280 h 1859280"/>
              <a:gd name="connsiteX1" fmla="*/ 4091940 w 4359967"/>
              <a:gd name="connsiteY1" fmla="*/ 1722120 h 1859280"/>
              <a:gd name="connsiteX2" fmla="*/ 4107180 w 4359967"/>
              <a:gd name="connsiteY2" fmla="*/ 1592580 h 1859280"/>
              <a:gd name="connsiteX3" fmla="*/ 4122420 w 4359967"/>
              <a:gd name="connsiteY3" fmla="*/ 1524000 h 1859280"/>
              <a:gd name="connsiteX4" fmla="*/ 4145280 w 4359967"/>
              <a:gd name="connsiteY4" fmla="*/ 1424940 h 1859280"/>
              <a:gd name="connsiteX5" fmla="*/ 4229100 w 4359967"/>
              <a:gd name="connsiteY5" fmla="*/ 1196340 h 1859280"/>
              <a:gd name="connsiteX6" fmla="*/ 4244340 w 4359967"/>
              <a:gd name="connsiteY6" fmla="*/ 1135380 h 1859280"/>
              <a:gd name="connsiteX7" fmla="*/ 4251960 w 4359967"/>
              <a:gd name="connsiteY7" fmla="*/ 1066800 h 1859280"/>
              <a:gd name="connsiteX8" fmla="*/ 4267200 w 4359967"/>
              <a:gd name="connsiteY8" fmla="*/ 967740 h 1859280"/>
              <a:gd name="connsiteX9" fmla="*/ 4282440 w 4359967"/>
              <a:gd name="connsiteY9" fmla="*/ 830580 h 1859280"/>
              <a:gd name="connsiteX10" fmla="*/ 4305300 w 4359967"/>
              <a:gd name="connsiteY10" fmla="*/ 739140 h 1859280"/>
              <a:gd name="connsiteX11" fmla="*/ 4335780 w 4359967"/>
              <a:gd name="connsiteY11" fmla="*/ 449580 h 1859280"/>
              <a:gd name="connsiteX12" fmla="*/ 4343400 w 4359967"/>
              <a:gd name="connsiteY12" fmla="*/ 381000 h 1859280"/>
              <a:gd name="connsiteX13" fmla="*/ 4335780 w 4359967"/>
              <a:gd name="connsiteY13" fmla="*/ 160020 h 1859280"/>
              <a:gd name="connsiteX14" fmla="*/ 4267200 w 4359967"/>
              <a:gd name="connsiteY14" fmla="*/ 152400 h 1859280"/>
              <a:gd name="connsiteX15" fmla="*/ 4160520 w 4359967"/>
              <a:gd name="connsiteY15" fmla="*/ 121920 h 1859280"/>
              <a:gd name="connsiteX16" fmla="*/ 4023360 w 4359967"/>
              <a:gd name="connsiteY16" fmla="*/ 91440 h 1859280"/>
              <a:gd name="connsiteX17" fmla="*/ 3909060 w 4359967"/>
              <a:gd name="connsiteY17" fmla="*/ 53340 h 1859280"/>
              <a:gd name="connsiteX18" fmla="*/ 3764280 w 4359967"/>
              <a:gd name="connsiteY18" fmla="*/ 45720 h 1859280"/>
              <a:gd name="connsiteX19" fmla="*/ 3474720 w 4359967"/>
              <a:gd name="connsiteY19" fmla="*/ 38100 h 1859280"/>
              <a:gd name="connsiteX20" fmla="*/ 2834640 w 4359967"/>
              <a:gd name="connsiteY20" fmla="*/ 30480 h 1859280"/>
              <a:gd name="connsiteX21" fmla="*/ 2628900 w 4359967"/>
              <a:gd name="connsiteY21" fmla="*/ 7620 h 1859280"/>
              <a:gd name="connsiteX22" fmla="*/ 2476500 w 4359967"/>
              <a:gd name="connsiteY22" fmla="*/ 0 h 1859280"/>
              <a:gd name="connsiteX23" fmla="*/ 1394460 w 4359967"/>
              <a:gd name="connsiteY23" fmla="*/ 7620 h 1859280"/>
              <a:gd name="connsiteX24" fmla="*/ 1295400 w 4359967"/>
              <a:gd name="connsiteY24" fmla="*/ 15240 h 1859280"/>
              <a:gd name="connsiteX25" fmla="*/ 1226820 w 4359967"/>
              <a:gd name="connsiteY25" fmla="*/ 30480 h 1859280"/>
              <a:gd name="connsiteX26" fmla="*/ 1120140 w 4359967"/>
              <a:gd name="connsiteY26" fmla="*/ 45720 h 1859280"/>
              <a:gd name="connsiteX27" fmla="*/ 922020 w 4359967"/>
              <a:gd name="connsiteY27" fmla="*/ 106680 h 1859280"/>
              <a:gd name="connsiteX28" fmla="*/ 830580 w 4359967"/>
              <a:gd name="connsiteY28" fmla="*/ 137160 h 1859280"/>
              <a:gd name="connsiteX29" fmla="*/ 784860 w 4359967"/>
              <a:gd name="connsiteY29" fmla="*/ 152400 h 1859280"/>
              <a:gd name="connsiteX30" fmla="*/ 716280 w 4359967"/>
              <a:gd name="connsiteY30" fmla="*/ 167640 h 1859280"/>
              <a:gd name="connsiteX31" fmla="*/ 487680 w 4359967"/>
              <a:gd name="connsiteY31" fmla="*/ 205740 h 1859280"/>
              <a:gd name="connsiteX32" fmla="*/ 426720 w 4359967"/>
              <a:gd name="connsiteY32" fmla="*/ 228600 h 1859280"/>
              <a:gd name="connsiteX33" fmla="*/ 403860 w 4359967"/>
              <a:gd name="connsiteY33" fmla="*/ 236220 h 1859280"/>
              <a:gd name="connsiteX34" fmla="*/ 259080 w 4359967"/>
              <a:gd name="connsiteY34" fmla="*/ 342900 h 1859280"/>
              <a:gd name="connsiteX35" fmla="*/ 106680 w 4359967"/>
              <a:gd name="connsiteY35" fmla="*/ 449580 h 1859280"/>
              <a:gd name="connsiteX36" fmla="*/ 83820 w 4359967"/>
              <a:gd name="connsiteY36" fmla="*/ 472440 h 1859280"/>
              <a:gd name="connsiteX37" fmla="*/ 60960 w 4359967"/>
              <a:gd name="connsiteY37" fmla="*/ 510540 h 1859280"/>
              <a:gd name="connsiteX38" fmla="*/ 45720 w 4359967"/>
              <a:gd name="connsiteY38" fmla="*/ 556260 h 1859280"/>
              <a:gd name="connsiteX39" fmla="*/ 30480 w 4359967"/>
              <a:gd name="connsiteY39" fmla="*/ 731520 h 1859280"/>
              <a:gd name="connsiteX40" fmla="*/ 0 w 4359967"/>
              <a:gd name="connsiteY40" fmla="*/ 1059180 h 1859280"/>
              <a:gd name="connsiteX41" fmla="*/ 7620 w 4359967"/>
              <a:gd name="connsiteY41" fmla="*/ 1120140 h 1859280"/>
              <a:gd name="connsiteX42" fmla="*/ 38100 w 4359967"/>
              <a:gd name="connsiteY42" fmla="*/ 1135380 h 1859280"/>
              <a:gd name="connsiteX43" fmla="*/ 83820 w 4359967"/>
              <a:gd name="connsiteY43" fmla="*/ 1150620 h 1859280"/>
              <a:gd name="connsiteX44" fmla="*/ 137160 w 4359967"/>
              <a:gd name="connsiteY44" fmla="*/ 1165860 h 1859280"/>
              <a:gd name="connsiteX45" fmla="*/ 205740 w 4359967"/>
              <a:gd name="connsiteY45" fmla="*/ 1188720 h 1859280"/>
              <a:gd name="connsiteX46" fmla="*/ 327660 w 4359967"/>
              <a:gd name="connsiteY46" fmla="*/ 1203960 h 1859280"/>
              <a:gd name="connsiteX47" fmla="*/ 601980 w 4359967"/>
              <a:gd name="connsiteY47" fmla="*/ 1257300 h 1859280"/>
              <a:gd name="connsiteX48" fmla="*/ 731520 w 4359967"/>
              <a:gd name="connsiteY48" fmla="*/ 1264920 h 1859280"/>
              <a:gd name="connsiteX49" fmla="*/ 800100 w 4359967"/>
              <a:gd name="connsiteY49" fmla="*/ 1280160 h 1859280"/>
              <a:gd name="connsiteX50" fmla="*/ 990600 w 4359967"/>
              <a:gd name="connsiteY50" fmla="*/ 1303020 h 1859280"/>
              <a:gd name="connsiteX51" fmla="*/ 1150620 w 4359967"/>
              <a:gd name="connsiteY51" fmla="*/ 1325880 h 1859280"/>
              <a:gd name="connsiteX52" fmla="*/ 1234440 w 4359967"/>
              <a:gd name="connsiteY52" fmla="*/ 1348740 h 1859280"/>
              <a:gd name="connsiteX53" fmla="*/ 1424940 w 4359967"/>
              <a:gd name="connsiteY53" fmla="*/ 1371600 h 1859280"/>
              <a:gd name="connsiteX54" fmla="*/ 1485900 w 4359967"/>
              <a:gd name="connsiteY54" fmla="*/ 1386840 h 1859280"/>
              <a:gd name="connsiteX55" fmla="*/ 1539240 w 4359967"/>
              <a:gd name="connsiteY55" fmla="*/ 1394460 h 1859280"/>
              <a:gd name="connsiteX56" fmla="*/ 1623060 w 4359967"/>
              <a:gd name="connsiteY56" fmla="*/ 1417320 h 1859280"/>
              <a:gd name="connsiteX57" fmla="*/ 1752600 w 4359967"/>
              <a:gd name="connsiteY57" fmla="*/ 1478280 h 1859280"/>
              <a:gd name="connsiteX58" fmla="*/ 1844040 w 4359967"/>
              <a:gd name="connsiteY58" fmla="*/ 1524000 h 1859280"/>
              <a:gd name="connsiteX59" fmla="*/ 1897380 w 4359967"/>
              <a:gd name="connsiteY59" fmla="*/ 1546860 h 1859280"/>
              <a:gd name="connsiteX60" fmla="*/ 1973580 w 4359967"/>
              <a:gd name="connsiteY60" fmla="*/ 1554480 h 1859280"/>
              <a:gd name="connsiteX61" fmla="*/ 2026920 w 4359967"/>
              <a:gd name="connsiteY61" fmla="*/ 1584960 h 1859280"/>
              <a:gd name="connsiteX62" fmla="*/ 2072640 w 4359967"/>
              <a:gd name="connsiteY62" fmla="*/ 1691640 h 1859280"/>
              <a:gd name="connsiteX63" fmla="*/ 2080260 w 4359967"/>
              <a:gd name="connsiteY63" fmla="*/ 1699260 h 1859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4359967" h="1859280">
                <a:moveTo>
                  <a:pt x="4069080" y="1859280"/>
                </a:moveTo>
                <a:cubicBezTo>
                  <a:pt x="4076700" y="1813560"/>
                  <a:pt x="4085385" y="1768005"/>
                  <a:pt x="4091940" y="1722120"/>
                </a:cubicBezTo>
                <a:cubicBezTo>
                  <a:pt x="4098089" y="1679079"/>
                  <a:pt x="4100569" y="1635552"/>
                  <a:pt x="4107180" y="1592580"/>
                </a:cubicBezTo>
                <a:cubicBezTo>
                  <a:pt x="4110741" y="1569435"/>
                  <a:pt x="4117513" y="1546898"/>
                  <a:pt x="4122420" y="1524000"/>
                </a:cubicBezTo>
                <a:cubicBezTo>
                  <a:pt x="4131100" y="1483495"/>
                  <a:pt x="4131828" y="1469139"/>
                  <a:pt x="4145280" y="1424940"/>
                </a:cubicBezTo>
                <a:cubicBezTo>
                  <a:pt x="4215009" y="1195832"/>
                  <a:pt x="4149407" y="1425459"/>
                  <a:pt x="4229100" y="1196340"/>
                </a:cubicBezTo>
                <a:cubicBezTo>
                  <a:pt x="4235981" y="1176557"/>
                  <a:pt x="4239260" y="1155700"/>
                  <a:pt x="4244340" y="1135380"/>
                </a:cubicBezTo>
                <a:cubicBezTo>
                  <a:pt x="4246880" y="1112520"/>
                  <a:pt x="4248852" y="1089590"/>
                  <a:pt x="4251960" y="1066800"/>
                </a:cubicBezTo>
                <a:cubicBezTo>
                  <a:pt x="4256474" y="1033698"/>
                  <a:pt x="4263056" y="1000890"/>
                  <a:pt x="4267200" y="967740"/>
                </a:cubicBezTo>
                <a:cubicBezTo>
                  <a:pt x="4272450" y="925741"/>
                  <a:pt x="4273411" y="873469"/>
                  <a:pt x="4282440" y="830580"/>
                </a:cubicBezTo>
                <a:cubicBezTo>
                  <a:pt x="4288912" y="799836"/>
                  <a:pt x="4297680" y="769620"/>
                  <a:pt x="4305300" y="739140"/>
                </a:cubicBezTo>
                <a:cubicBezTo>
                  <a:pt x="4321933" y="489641"/>
                  <a:pt x="4302018" y="584629"/>
                  <a:pt x="4335780" y="449580"/>
                </a:cubicBezTo>
                <a:cubicBezTo>
                  <a:pt x="4338320" y="426720"/>
                  <a:pt x="4340360" y="403799"/>
                  <a:pt x="4343400" y="381000"/>
                </a:cubicBezTo>
                <a:cubicBezTo>
                  <a:pt x="4353782" y="303132"/>
                  <a:pt x="4378464" y="253148"/>
                  <a:pt x="4335780" y="160020"/>
                </a:cubicBezTo>
                <a:cubicBezTo>
                  <a:pt x="4326197" y="139111"/>
                  <a:pt x="4290060" y="154940"/>
                  <a:pt x="4267200" y="152400"/>
                </a:cubicBezTo>
                <a:cubicBezTo>
                  <a:pt x="4231640" y="142240"/>
                  <a:pt x="4196399" y="130890"/>
                  <a:pt x="4160520" y="121920"/>
                </a:cubicBezTo>
                <a:cubicBezTo>
                  <a:pt x="4115083" y="110561"/>
                  <a:pt x="4068545" y="103763"/>
                  <a:pt x="4023360" y="91440"/>
                </a:cubicBezTo>
                <a:cubicBezTo>
                  <a:pt x="3984614" y="80873"/>
                  <a:pt x="3948610" y="60319"/>
                  <a:pt x="3909060" y="53340"/>
                </a:cubicBezTo>
                <a:cubicBezTo>
                  <a:pt x="3861469" y="44942"/>
                  <a:pt x="3812577" y="47415"/>
                  <a:pt x="3764280" y="45720"/>
                </a:cubicBezTo>
                <a:lnTo>
                  <a:pt x="3474720" y="38100"/>
                </a:lnTo>
                <a:lnTo>
                  <a:pt x="2834640" y="30480"/>
                </a:lnTo>
                <a:cubicBezTo>
                  <a:pt x="2766060" y="22860"/>
                  <a:pt x="2697653" y="13471"/>
                  <a:pt x="2628900" y="7620"/>
                </a:cubicBezTo>
                <a:cubicBezTo>
                  <a:pt x="2578220" y="3307"/>
                  <a:pt x="2527363" y="0"/>
                  <a:pt x="2476500" y="0"/>
                </a:cubicBezTo>
                <a:lnTo>
                  <a:pt x="1394460" y="7620"/>
                </a:lnTo>
                <a:cubicBezTo>
                  <a:pt x="1361440" y="10160"/>
                  <a:pt x="1328214" y="10765"/>
                  <a:pt x="1295400" y="15240"/>
                </a:cubicBezTo>
                <a:cubicBezTo>
                  <a:pt x="1272197" y="18404"/>
                  <a:pt x="1249891" y="26468"/>
                  <a:pt x="1226820" y="30480"/>
                </a:cubicBezTo>
                <a:cubicBezTo>
                  <a:pt x="1191430" y="36635"/>
                  <a:pt x="1155700" y="40640"/>
                  <a:pt x="1120140" y="45720"/>
                </a:cubicBezTo>
                <a:lnTo>
                  <a:pt x="922020" y="106680"/>
                </a:lnTo>
                <a:cubicBezTo>
                  <a:pt x="891383" y="116355"/>
                  <a:pt x="861060" y="127000"/>
                  <a:pt x="830580" y="137160"/>
                </a:cubicBezTo>
                <a:cubicBezTo>
                  <a:pt x="815340" y="142240"/>
                  <a:pt x="800542" y="148915"/>
                  <a:pt x="784860" y="152400"/>
                </a:cubicBezTo>
                <a:cubicBezTo>
                  <a:pt x="762000" y="157480"/>
                  <a:pt x="739404" y="163940"/>
                  <a:pt x="716280" y="167640"/>
                </a:cubicBezTo>
                <a:cubicBezTo>
                  <a:pt x="594882" y="187064"/>
                  <a:pt x="601901" y="174589"/>
                  <a:pt x="487680" y="205740"/>
                </a:cubicBezTo>
                <a:cubicBezTo>
                  <a:pt x="466743" y="211450"/>
                  <a:pt x="447115" y="221184"/>
                  <a:pt x="426720" y="228600"/>
                </a:cubicBezTo>
                <a:cubicBezTo>
                  <a:pt x="419171" y="231345"/>
                  <a:pt x="411044" y="232628"/>
                  <a:pt x="403860" y="236220"/>
                </a:cubicBezTo>
                <a:cubicBezTo>
                  <a:pt x="322716" y="276792"/>
                  <a:pt x="353379" y="272176"/>
                  <a:pt x="259080" y="342900"/>
                </a:cubicBezTo>
                <a:cubicBezTo>
                  <a:pt x="209473" y="380106"/>
                  <a:pt x="150527" y="405733"/>
                  <a:pt x="106680" y="449580"/>
                </a:cubicBezTo>
                <a:cubicBezTo>
                  <a:pt x="99060" y="457200"/>
                  <a:pt x="90286" y="463819"/>
                  <a:pt x="83820" y="472440"/>
                </a:cubicBezTo>
                <a:cubicBezTo>
                  <a:pt x="74934" y="484288"/>
                  <a:pt x="67089" y="497057"/>
                  <a:pt x="60960" y="510540"/>
                </a:cubicBezTo>
                <a:cubicBezTo>
                  <a:pt x="54313" y="525164"/>
                  <a:pt x="50800" y="541020"/>
                  <a:pt x="45720" y="556260"/>
                </a:cubicBezTo>
                <a:cubicBezTo>
                  <a:pt x="26283" y="692317"/>
                  <a:pt x="52955" y="495531"/>
                  <a:pt x="30480" y="731520"/>
                </a:cubicBezTo>
                <a:cubicBezTo>
                  <a:pt x="-5184" y="1105993"/>
                  <a:pt x="16629" y="776489"/>
                  <a:pt x="0" y="1059180"/>
                </a:cubicBezTo>
                <a:cubicBezTo>
                  <a:pt x="2540" y="1079500"/>
                  <a:pt x="-1538" y="1101824"/>
                  <a:pt x="7620" y="1120140"/>
                </a:cubicBezTo>
                <a:cubicBezTo>
                  <a:pt x="12700" y="1130300"/>
                  <a:pt x="27553" y="1131161"/>
                  <a:pt x="38100" y="1135380"/>
                </a:cubicBezTo>
                <a:cubicBezTo>
                  <a:pt x="53015" y="1141346"/>
                  <a:pt x="68466" y="1145896"/>
                  <a:pt x="83820" y="1150620"/>
                </a:cubicBezTo>
                <a:cubicBezTo>
                  <a:pt x="101494" y="1156058"/>
                  <a:pt x="119510" y="1160344"/>
                  <a:pt x="137160" y="1165860"/>
                </a:cubicBezTo>
                <a:cubicBezTo>
                  <a:pt x="160160" y="1173047"/>
                  <a:pt x="182111" y="1183994"/>
                  <a:pt x="205740" y="1188720"/>
                </a:cubicBezTo>
                <a:cubicBezTo>
                  <a:pt x="245901" y="1196752"/>
                  <a:pt x="287020" y="1198880"/>
                  <a:pt x="327660" y="1203960"/>
                </a:cubicBezTo>
                <a:cubicBezTo>
                  <a:pt x="436873" y="1235164"/>
                  <a:pt x="427445" y="1234535"/>
                  <a:pt x="601980" y="1257300"/>
                </a:cubicBezTo>
                <a:cubicBezTo>
                  <a:pt x="644871" y="1262895"/>
                  <a:pt x="688340" y="1262380"/>
                  <a:pt x="731520" y="1264920"/>
                </a:cubicBezTo>
                <a:cubicBezTo>
                  <a:pt x="754380" y="1270000"/>
                  <a:pt x="776932" y="1276753"/>
                  <a:pt x="800100" y="1280160"/>
                </a:cubicBezTo>
                <a:cubicBezTo>
                  <a:pt x="863375" y="1289465"/>
                  <a:pt x="927886" y="1290477"/>
                  <a:pt x="990600" y="1303020"/>
                </a:cubicBezTo>
                <a:cubicBezTo>
                  <a:pt x="1094310" y="1323762"/>
                  <a:pt x="1041003" y="1315915"/>
                  <a:pt x="1150620" y="1325880"/>
                </a:cubicBezTo>
                <a:cubicBezTo>
                  <a:pt x="1178560" y="1333500"/>
                  <a:pt x="1206042" y="1343060"/>
                  <a:pt x="1234440" y="1348740"/>
                </a:cubicBezTo>
                <a:cubicBezTo>
                  <a:pt x="1298465" y="1361545"/>
                  <a:pt x="1360352" y="1365728"/>
                  <a:pt x="1424940" y="1371600"/>
                </a:cubicBezTo>
                <a:cubicBezTo>
                  <a:pt x="1445260" y="1376680"/>
                  <a:pt x="1465361" y="1382732"/>
                  <a:pt x="1485900" y="1386840"/>
                </a:cubicBezTo>
                <a:cubicBezTo>
                  <a:pt x="1503512" y="1390362"/>
                  <a:pt x="1521707" y="1390564"/>
                  <a:pt x="1539240" y="1394460"/>
                </a:cubicBezTo>
                <a:cubicBezTo>
                  <a:pt x="1567511" y="1400742"/>
                  <a:pt x="1595120" y="1409700"/>
                  <a:pt x="1623060" y="1417320"/>
                </a:cubicBezTo>
                <a:cubicBezTo>
                  <a:pt x="1728763" y="1480742"/>
                  <a:pt x="1559896" y="1381928"/>
                  <a:pt x="1752600" y="1478280"/>
                </a:cubicBezTo>
                <a:cubicBezTo>
                  <a:pt x="1783080" y="1493520"/>
                  <a:pt x="1812718" y="1510576"/>
                  <a:pt x="1844040" y="1524000"/>
                </a:cubicBezTo>
                <a:cubicBezTo>
                  <a:pt x="1861820" y="1531620"/>
                  <a:pt x="1878550" y="1542429"/>
                  <a:pt x="1897380" y="1546860"/>
                </a:cubicBezTo>
                <a:cubicBezTo>
                  <a:pt x="1922228" y="1552707"/>
                  <a:pt x="1948180" y="1551940"/>
                  <a:pt x="1973580" y="1554480"/>
                </a:cubicBezTo>
                <a:cubicBezTo>
                  <a:pt x="1991360" y="1564640"/>
                  <a:pt x="2014930" y="1568359"/>
                  <a:pt x="2026920" y="1584960"/>
                </a:cubicBezTo>
                <a:cubicBezTo>
                  <a:pt x="2049572" y="1616324"/>
                  <a:pt x="2045283" y="1664283"/>
                  <a:pt x="2072640" y="1691640"/>
                </a:cubicBezTo>
                <a:lnTo>
                  <a:pt x="2080260" y="1699260"/>
                </a:lnTo>
              </a:path>
            </a:pathLst>
          </a:custGeom>
          <a:noFill/>
          <a:ln w="38100">
            <a:solidFill>
              <a:srgbClr val="FFFF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399FA68-4681-8AE2-3DA2-183B5843C9F2}"/>
              </a:ext>
            </a:extLst>
          </p:cNvPr>
          <p:cNvCxnSpPr>
            <a:cxnSpLocks/>
          </p:cNvCxnSpPr>
          <p:nvPr/>
        </p:nvCxnSpPr>
        <p:spPr>
          <a:xfrm flipH="1">
            <a:off x="9506139" y="932507"/>
            <a:ext cx="787651" cy="81481"/>
          </a:xfrm>
          <a:prstGeom prst="straightConnector1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8E6AB2BB-DF8D-DE42-D2E8-F554B3FE3376}"/>
              </a:ext>
            </a:extLst>
          </p:cNvPr>
          <p:cNvSpPr txBox="1"/>
          <p:nvPr/>
        </p:nvSpPr>
        <p:spPr>
          <a:xfrm>
            <a:off x="10323466" y="620162"/>
            <a:ext cx="16929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00FF00"/>
                </a:highlight>
              </a:rPr>
              <a:t>FB path. Should take from output cap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E9B0ED-CCBA-ED04-DA57-3F3EEE6AAF8E}"/>
              </a:ext>
            </a:extLst>
          </p:cNvPr>
          <p:cNvSpPr txBox="1"/>
          <p:nvPr/>
        </p:nvSpPr>
        <p:spPr>
          <a:xfrm>
            <a:off x="3664150" y="4387334"/>
            <a:ext cx="50699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Vin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E58761-D766-87EE-66A7-0A73EB1A2C71}"/>
              </a:ext>
            </a:extLst>
          </p:cNvPr>
          <p:cNvSpPr txBox="1"/>
          <p:nvPr/>
        </p:nvSpPr>
        <p:spPr>
          <a:xfrm>
            <a:off x="4061195" y="3102306"/>
            <a:ext cx="664713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GND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8233FF-4E3B-C7D7-E67C-426815136641}"/>
              </a:ext>
            </a:extLst>
          </p:cNvPr>
          <p:cNvSpPr txBox="1"/>
          <p:nvPr/>
        </p:nvSpPr>
        <p:spPr>
          <a:xfrm>
            <a:off x="8530957" y="3059668"/>
            <a:ext cx="51343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SW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E5E0AA-7742-ADB2-CC65-40B54DA50D0E}"/>
              </a:ext>
            </a:extLst>
          </p:cNvPr>
          <p:cNvSpPr txBox="1"/>
          <p:nvPr/>
        </p:nvSpPr>
        <p:spPr>
          <a:xfrm>
            <a:off x="5764383" y="5485370"/>
            <a:ext cx="972733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HF cap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DD2325D-6BCC-8358-1D06-AF9716B6C433}"/>
              </a:ext>
            </a:extLst>
          </p:cNvPr>
          <p:cNvCxnSpPr>
            <a:cxnSpLocks/>
          </p:cNvCxnSpPr>
          <p:nvPr/>
        </p:nvCxnSpPr>
        <p:spPr>
          <a:xfrm flipV="1">
            <a:off x="6292576" y="4119327"/>
            <a:ext cx="0" cy="1366043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2B669D5-A5FC-88E8-1BA0-2538C307C076}"/>
              </a:ext>
            </a:extLst>
          </p:cNvPr>
          <p:cNvSpPr txBox="1"/>
          <p:nvPr/>
        </p:nvSpPr>
        <p:spPr>
          <a:xfrm>
            <a:off x="4074106" y="5426557"/>
            <a:ext cx="972733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LF cap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3F9E509-FB09-CB55-5962-531DB06F219F}"/>
              </a:ext>
            </a:extLst>
          </p:cNvPr>
          <p:cNvCxnSpPr>
            <a:cxnSpLocks/>
            <a:stCxn id="13" idx="0"/>
          </p:cNvCxnSpPr>
          <p:nvPr/>
        </p:nvCxnSpPr>
        <p:spPr>
          <a:xfrm flipV="1">
            <a:off x="4560473" y="4572000"/>
            <a:ext cx="346807" cy="854557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49BFC7C-5F60-1E3A-DF5E-12C35CA25BF9}"/>
              </a:ext>
            </a:extLst>
          </p:cNvPr>
          <p:cNvCxnSpPr>
            <a:cxnSpLocks/>
          </p:cNvCxnSpPr>
          <p:nvPr/>
        </p:nvCxnSpPr>
        <p:spPr>
          <a:xfrm flipH="1">
            <a:off x="9681675" y="3882428"/>
            <a:ext cx="787651" cy="81481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16BF55D-AD89-C61F-1D87-DF70D58B5C17}"/>
              </a:ext>
            </a:extLst>
          </p:cNvPr>
          <p:cNvSpPr txBox="1"/>
          <p:nvPr/>
        </p:nvSpPr>
        <p:spPr>
          <a:xfrm>
            <a:off x="10499002" y="3570083"/>
            <a:ext cx="1692998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Bootstrap cap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5113A88-B81D-0678-A4A4-902A23E05170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5617672" y="1246777"/>
            <a:ext cx="674904" cy="1486197"/>
          </a:xfrm>
          <a:prstGeom prst="straightConnector1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BC0C525-A394-CB74-F0EF-15A50871D16B}"/>
              </a:ext>
            </a:extLst>
          </p:cNvPr>
          <p:cNvSpPr txBox="1"/>
          <p:nvPr/>
        </p:nvSpPr>
        <p:spPr>
          <a:xfrm>
            <a:off x="4771173" y="877445"/>
            <a:ext cx="1692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00FF00"/>
                </a:highlight>
              </a:rPr>
              <a:t>High Freq cap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0D89EA5-4BA1-AB4D-2925-B184B260F127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5617672" y="1246777"/>
            <a:ext cx="674904" cy="2346201"/>
          </a:xfrm>
          <a:prstGeom prst="straightConnector1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BB22C53-F8CC-E6A4-7073-FD2F6F5FE345}"/>
              </a:ext>
            </a:extLst>
          </p:cNvPr>
          <p:cNvSpPr txBox="1"/>
          <p:nvPr/>
        </p:nvSpPr>
        <p:spPr>
          <a:xfrm>
            <a:off x="2473355" y="747841"/>
            <a:ext cx="1692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Low Freq cap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1912C9F-41E2-390E-8245-03A02716A805}"/>
              </a:ext>
            </a:extLst>
          </p:cNvPr>
          <p:cNvCxnSpPr>
            <a:cxnSpLocks/>
            <a:stCxn id="20" idx="2"/>
          </p:cNvCxnSpPr>
          <p:nvPr/>
        </p:nvCxnSpPr>
        <p:spPr>
          <a:xfrm>
            <a:off x="3319854" y="1117173"/>
            <a:ext cx="876175" cy="1068788"/>
          </a:xfrm>
          <a:prstGeom prst="straightConnector1">
            <a:avLst/>
          </a:prstGeom>
          <a:ln w="57150"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08244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8E411-1FB9-DC26-E8A8-33E4572E9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AP1999B </a:t>
            </a:r>
            <a:r>
              <a:rPr lang="en-US" dirty="0" err="1"/>
              <a:t>portia</a:t>
            </a:r>
            <a:r>
              <a:rPr lang="en-US" dirty="0"/>
              <a:t> X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C966FC4-F5BF-2B26-CE12-4D4F1DCE35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5938" y="2517936"/>
            <a:ext cx="11160125" cy="2593654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02C5C9-8557-A5C9-FF32-B0A87D5B4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9</a:t>
            </a:fld>
            <a:endParaRPr lang="en-I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B1FD94-99AC-5320-904F-C9418D5218B3}"/>
              </a:ext>
            </a:extLst>
          </p:cNvPr>
          <p:cNvSpPr txBox="1"/>
          <p:nvPr/>
        </p:nvSpPr>
        <p:spPr>
          <a:xfrm>
            <a:off x="492440" y="1194816"/>
            <a:ext cx="21728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Vin=4.5V-5.5V</a:t>
            </a:r>
          </a:p>
          <a:p>
            <a:r>
              <a:rPr lang="en-US" dirty="0"/>
              <a:t>Vo=3.3V</a:t>
            </a:r>
          </a:p>
          <a:p>
            <a:r>
              <a:rPr lang="en-US" dirty="0"/>
              <a:t>Po=10W.</a:t>
            </a:r>
          </a:p>
        </p:txBody>
      </p:sp>
    </p:spTree>
    <p:extLst>
      <p:ext uri="{BB962C8B-B14F-4D97-AF65-F5344CB8AC3E}">
        <p14:creationId xmlns:p14="http://schemas.microsoft.com/office/powerpoint/2010/main" val="19906484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DFB7C-941F-460F-4758-391894777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54F2FA-95A3-21B2-196B-4F5DF15CF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10</a:t>
            </a:fld>
            <a:endParaRPr lang="en-I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90B95E-373C-0982-1C04-65FC3EA83C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0115" y="1205469"/>
            <a:ext cx="8992998" cy="5395798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790A065-F756-03E7-01F7-44C5B13E0D0A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2390115" y="3888867"/>
            <a:ext cx="1358020" cy="357208"/>
          </a:xfrm>
          <a:prstGeom prst="straightConnector1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1B550FE-9FD5-D5F5-7C8A-4E785C7191E1}"/>
              </a:ext>
            </a:extLst>
          </p:cNvPr>
          <p:cNvSpPr txBox="1"/>
          <p:nvPr/>
        </p:nvSpPr>
        <p:spPr>
          <a:xfrm>
            <a:off x="1430447" y="3519535"/>
            <a:ext cx="1919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00FF00"/>
                </a:highlight>
              </a:rPr>
              <a:t>SW pin with Via’s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F2AB5C8-B066-FBFF-B2BA-AC844D7AB045}"/>
              </a:ext>
            </a:extLst>
          </p:cNvPr>
          <p:cNvCxnSpPr>
            <a:cxnSpLocks/>
          </p:cNvCxnSpPr>
          <p:nvPr/>
        </p:nvCxnSpPr>
        <p:spPr>
          <a:xfrm>
            <a:off x="3069125" y="3852653"/>
            <a:ext cx="3295461" cy="284781"/>
          </a:xfrm>
          <a:prstGeom prst="straightConnector1">
            <a:avLst/>
          </a:prstGeom>
          <a:ln w="57150">
            <a:solidFill>
              <a:srgbClr val="92D050">
                <a:alpha val="89000"/>
              </a:srgb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82601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B2E3C-CFBF-D1F6-8873-42327B6E4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AP1999B </a:t>
            </a:r>
            <a:r>
              <a:rPr lang="en-US" dirty="0" err="1"/>
              <a:t>portia</a:t>
            </a:r>
            <a:r>
              <a:rPr lang="en-US" dirty="0"/>
              <a:t> 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CEDBC8-DCCA-7D75-00AF-87A583AAD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11</a:t>
            </a:fld>
            <a:endParaRPr lang="en-I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A85CFF-3BB5-2271-C128-A8F68B2A7B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3412749" y="-245332"/>
            <a:ext cx="5055440" cy="8513047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411F40B-D734-F3C6-0A28-35C1C4393698}"/>
              </a:ext>
            </a:extLst>
          </p:cNvPr>
          <p:cNvCxnSpPr>
            <a:cxnSpLocks/>
          </p:cNvCxnSpPr>
          <p:nvPr/>
        </p:nvCxnSpPr>
        <p:spPr>
          <a:xfrm flipH="1">
            <a:off x="7641125" y="4399984"/>
            <a:ext cx="1336895" cy="226337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7E25489-E3D1-8A1E-6BA3-8C1C58A2DD8E}"/>
              </a:ext>
            </a:extLst>
          </p:cNvPr>
          <p:cNvSpPr txBox="1"/>
          <p:nvPr/>
        </p:nvSpPr>
        <p:spPr>
          <a:xfrm>
            <a:off x="8978020" y="3272527"/>
            <a:ext cx="2918233" cy="1477328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SW pin directly to the inductor. Tradeoff between SW net under the device Vs short path to input capacitor </a:t>
            </a:r>
          </a:p>
        </p:txBody>
      </p:sp>
    </p:spTree>
    <p:extLst>
      <p:ext uri="{BB962C8B-B14F-4D97-AF65-F5344CB8AC3E}">
        <p14:creationId xmlns:p14="http://schemas.microsoft.com/office/powerpoint/2010/main" val="34791063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25F4E-4329-CA3B-E518-D7278EBB9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1350" y="91821"/>
            <a:ext cx="11160000" cy="731520"/>
          </a:xfrm>
        </p:spPr>
        <p:txBody>
          <a:bodyPr/>
          <a:lstStyle/>
          <a:p>
            <a:r>
              <a:rPr lang="en-US" sz="2400" dirty="0"/>
              <a:t>AP2290A Neptune main board, Vin=300V-1000V, 40W, 15V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67BFC2-BC70-BB51-F5BE-49F8FCA8A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12</a:t>
            </a:fld>
            <a:endParaRPr lang="en-I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C15C8D-937A-4B8D-AD72-71732F1A99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602" y="633567"/>
            <a:ext cx="9924869" cy="6224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5845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82AE2-BBF9-EE17-C2C2-9962DD734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56BDD54-64B7-FDD5-5AEE-DE43D32F8A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803" y="1496441"/>
            <a:ext cx="3719464" cy="467995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5AE2EE-06F4-D425-9617-CD6CA3F29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13</a:t>
            </a:fld>
            <a:endParaRPr lang="en-IL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0D72187-72EF-8948-D2CE-1AA3EBFA32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6646" y="1493496"/>
            <a:ext cx="3877437" cy="468289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02464AAD-491F-C039-8141-ECF4089F14FC}"/>
              </a:ext>
            </a:extLst>
          </p:cNvPr>
          <p:cNvSpPr txBox="1">
            <a:spLocks/>
          </p:cNvSpPr>
          <p:nvPr/>
        </p:nvSpPr>
        <p:spPr>
          <a:xfrm>
            <a:off x="1411350" y="91821"/>
            <a:ext cx="11160000" cy="731520"/>
          </a:xfrm>
          <a:prstGeom prst="rect">
            <a:avLst/>
          </a:prstGeom>
        </p:spPr>
        <p:txBody>
          <a:bodyPr vert="horz" lIns="9000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i="0" kern="1200">
                <a:solidFill>
                  <a:schemeClr val="tx2"/>
                </a:solidFill>
                <a:latin typeface="+mj-lt"/>
                <a:ea typeface="+mj-ea"/>
                <a:cs typeface="Segoe UI Semibold" panose="020B0502040204020203" pitchFamily="34" charset="0"/>
              </a:defRPr>
            </a:lvl1pPr>
          </a:lstStyle>
          <a:p>
            <a:r>
              <a:rPr lang="en-US" sz="2800"/>
              <a:t>AP2290A Neptune main board</a:t>
            </a:r>
            <a:endParaRPr lang="en-US" sz="28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ABF870E-9BBF-6A02-3FBA-41879C5434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0515" y="1501056"/>
            <a:ext cx="3871650" cy="4678244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84B61B9-2876-A8CF-4E4D-41CEB8F63EEB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10133767" y="1452746"/>
            <a:ext cx="784712" cy="620498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D611F0D-84A4-8B10-A7C7-6CFF0E90CA4E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10133767" y="1452746"/>
            <a:ext cx="866193" cy="3699242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8DDA88F-3A53-5DF3-85CF-BC7A8E398697}"/>
              </a:ext>
            </a:extLst>
          </p:cNvPr>
          <p:cNvSpPr txBox="1"/>
          <p:nvPr/>
        </p:nvSpPr>
        <p:spPr>
          <a:xfrm>
            <a:off x="8372179" y="806415"/>
            <a:ext cx="3523176" cy="64633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Sense Voltage outside of the power area. L3,L5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83D9FA8-8BAD-FDC3-2A24-7501EECB7D93}"/>
              </a:ext>
            </a:extLst>
          </p:cNvPr>
          <p:cNvSpPr txBox="1"/>
          <p:nvPr/>
        </p:nvSpPr>
        <p:spPr>
          <a:xfrm>
            <a:off x="3819839" y="696352"/>
            <a:ext cx="4050054" cy="646331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Separated ground, and slots for power area and sensitive analog area. L2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76E5A6C-8330-6BF8-7AA3-B41416EF7B94}"/>
              </a:ext>
            </a:extLst>
          </p:cNvPr>
          <p:cNvCxnSpPr>
            <a:cxnSpLocks/>
          </p:cNvCxnSpPr>
          <p:nvPr/>
        </p:nvCxnSpPr>
        <p:spPr>
          <a:xfrm flipH="1">
            <a:off x="5631255" y="1365254"/>
            <a:ext cx="64922" cy="1260251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A5D8C99-1ED1-1028-7FD8-4DC026064184}"/>
              </a:ext>
            </a:extLst>
          </p:cNvPr>
          <p:cNvCxnSpPr>
            <a:cxnSpLocks/>
          </p:cNvCxnSpPr>
          <p:nvPr/>
        </p:nvCxnSpPr>
        <p:spPr>
          <a:xfrm>
            <a:off x="5696177" y="1365254"/>
            <a:ext cx="340937" cy="3391695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5C1EC53-B637-1177-9884-BE25C39614C1}"/>
              </a:ext>
            </a:extLst>
          </p:cNvPr>
          <p:cNvCxnSpPr>
            <a:cxnSpLocks/>
          </p:cNvCxnSpPr>
          <p:nvPr/>
        </p:nvCxnSpPr>
        <p:spPr>
          <a:xfrm>
            <a:off x="5720370" y="1379482"/>
            <a:ext cx="1526210" cy="3207029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630B726-3047-849B-9E01-0F6304C65D05}"/>
              </a:ext>
            </a:extLst>
          </p:cNvPr>
          <p:cNvSpPr txBox="1"/>
          <p:nvPr/>
        </p:nvSpPr>
        <p:spPr>
          <a:xfrm>
            <a:off x="6930553" y="4628768"/>
            <a:ext cx="811973" cy="52322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Voltage sense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8AFB070-02D3-0543-D4D9-36C381072C83}"/>
              </a:ext>
            </a:extLst>
          </p:cNvPr>
          <p:cNvSpPr txBox="1"/>
          <p:nvPr/>
        </p:nvSpPr>
        <p:spPr>
          <a:xfrm>
            <a:off x="258251" y="541635"/>
            <a:ext cx="3054420" cy="92333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Don’t route signals under heatsink. Option for connect heatsink to DC+ or DC-. L1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5D43A7A-402E-3522-3EB0-FC17425A5C16}"/>
              </a:ext>
            </a:extLst>
          </p:cNvPr>
          <p:cNvCxnSpPr>
            <a:cxnSpLocks/>
            <a:stCxn id="29" idx="2"/>
          </p:cNvCxnSpPr>
          <p:nvPr/>
        </p:nvCxnSpPr>
        <p:spPr>
          <a:xfrm flipH="1">
            <a:off x="1611517" y="1464965"/>
            <a:ext cx="173944" cy="997578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27324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A04E0-2431-0192-CB6A-88E23BCF1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8AE0D2-0DEF-06D5-7FCD-3D0DA6377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14</a:t>
            </a:fld>
            <a:endParaRPr lang="en-IL"/>
          </a:p>
        </p:txBody>
      </p:sp>
      <p:pic>
        <p:nvPicPr>
          <p:cNvPr id="5" name="Content Placeholder 5">
            <a:extLst>
              <a:ext uri="{FF2B5EF4-FFF2-40B4-BE49-F238E27FC236}">
                <a16:creationId xmlns:a16="http://schemas.microsoft.com/office/drawing/2014/main" id="{97A92864-9367-80E0-AE1B-6163F1BD6C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1433" y="1379105"/>
            <a:ext cx="7929133" cy="4695825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20A00AD-94E9-899B-0176-6001F2415D2D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7297093" y="1339609"/>
            <a:ext cx="1142200" cy="3422514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B75F5BA-5F66-3CEE-6652-9C504A4DBA8C}"/>
              </a:ext>
            </a:extLst>
          </p:cNvPr>
          <p:cNvSpPr txBox="1"/>
          <p:nvPr/>
        </p:nvSpPr>
        <p:spPr>
          <a:xfrm>
            <a:off x="6414266" y="693278"/>
            <a:ext cx="4050054" cy="646331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err="1"/>
              <a:t>Cdv</a:t>
            </a:r>
            <a:r>
              <a:rPr lang="en-US" b="1" dirty="0"/>
              <a:t>/dt parasitic. Make separate surfaces no overlap.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60576E0-3B1F-EE55-287F-5D5AC452B71B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6898741" y="1339609"/>
            <a:ext cx="1540552" cy="1572757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19894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185F6-68E7-DB95-BA20-B7C680062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AP2214BA main board Jupiter 3, Total 30W: AC to 12V 15W, 12V SELV 15W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45027E-1BDE-E184-1204-CEF5FFCA8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15</a:t>
            </a:fld>
            <a:endParaRPr lang="en-I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E878A1-3A8B-9DA8-C63A-BABBBE7551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080" y="993094"/>
            <a:ext cx="11159999" cy="5242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2794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6D347-545D-C7EA-897D-A51FACFB5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AP2214BA main board Jupiter 3, Total 30W: AC to 12V 15W, 12V SELV 15W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30594D-62BB-12EC-4B98-8B92C4093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16</a:t>
            </a:fld>
            <a:endParaRPr lang="en-I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157DD1-1E86-9931-AE87-BFC6EE9FB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01"/>
            <a:ext cx="6173875" cy="33770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FBF5EAE-D080-0090-FEDB-A256C0DA7C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7475" y="2784021"/>
            <a:ext cx="5529628" cy="342310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18D9D36-B913-E506-98A7-20B2628C3028}"/>
              </a:ext>
            </a:extLst>
          </p:cNvPr>
          <p:cNvSpPr txBox="1"/>
          <p:nvPr/>
        </p:nvSpPr>
        <p:spPr>
          <a:xfrm>
            <a:off x="1117989" y="1815908"/>
            <a:ext cx="556902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L1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4BDAC93-92F1-2F70-FC79-8D94865FF2AA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1396440" y="2185240"/>
            <a:ext cx="0" cy="1243760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B13A3C0-391E-BE1D-E5E0-53354F695508}"/>
              </a:ext>
            </a:extLst>
          </p:cNvPr>
          <p:cNvSpPr txBox="1"/>
          <p:nvPr/>
        </p:nvSpPr>
        <p:spPr>
          <a:xfrm>
            <a:off x="7291864" y="1509415"/>
            <a:ext cx="556902" cy="369332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L2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A04BE5E-4509-5709-2DD7-AD486677C141}"/>
              </a:ext>
            </a:extLst>
          </p:cNvPr>
          <p:cNvCxnSpPr>
            <a:cxnSpLocks/>
            <a:stCxn id="13" idx="2"/>
          </p:cNvCxnSpPr>
          <p:nvPr/>
        </p:nvCxnSpPr>
        <p:spPr>
          <a:xfrm>
            <a:off x="7570315" y="1878747"/>
            <a:ext cx="442002" cy="1235645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17157A9-1C8D-B298-2729-97DCB999E8EE}"/>
              </a:ext>
            </a:extLst>
          </p:cNvPr>
          <p:cNvSpPr txBox="1"/>
          <p:nvPr/>
        </p:nvSpPr>
        <p:spPr>
          <a:xfrm>
            <a:off x="2374911" y="1694081"/>
            <a:ext cx="3349614" cy="1200329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Better not to put components on the bottom under the transformer. . Due to layout limitations we put it there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37FAAA0-82BB-8EC8-85D7-5D098693EB83}"/>
              </a:ext>
            </a:extLst>
          </p:cNvPr>
          <p:cNvCxnSpPr>
            <a:cxnSpLocks/>
            <a:stCxn id="15" idx="2"/>
          </p:cNvCxnSpPr>
          <p:nvPr/>
        </p:nvCxnSpPr>
        <p:spPr>
          <a:xfrm flipH="1">
            <a:off x="3071331" y="2894410"/>
            <a:ext cx="978387" cy="1359427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3B836D1-8042-21E7-C1E7-69676A9B152A}"/>
              </a:ext>
            </a:extLst>
          </p:cNvPr>
          <p:cNvSpPr txBox="1"/>
          <p:nvPr/>
        </p:nvSpPr>
        <p:spPr>
          <a:xfrm>
            <a:off x="8394704" y="1632325"/>
            <a:ext cx="1002794" cy="646331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Sense voltage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73A61D5-4073-A7EB-2301-B39819DF96FE}"/>
              </a:ext>
            </a:extLst>
          </p:cNvPr>
          <p:cNvCxnSpPr>
            <a:cxnSpLocks/>
            <a:stCxn id="20" idx="2"/>
          </p:cNvCxnSpPr>
          <p:nvPr/>
        </p:nvCxnSpPr>
        <p:spPr>
          <a:xfrm flipH="1">
            <a:off x="8075691" y="2278656"/>
            <a:ext cx="820410" cy="1442318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D7B2E905-55A2-226B-0932-572E23A7BA7B}"/>
              </a:ext>
            </a:extLst>
          </p:cNvPr>
          <p:cNvSpPr txBox="1"/>
          <p:nvPr/>
        </p:nvSpPr>
        <p:spPr>
          <a:xfrm>
            <a:off x="8402443" y="5098294"/>
            <a:ext cx="1002794" cy="646331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Power area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54D4498-805F-2502-0009-1EDD01405853}"/>
              </a:ext>
            </a:extLst>
          </p:cNvPr>
          <p:cNvCxnSpPr>
            <a:cxnSpLocks/>
            <a:stCxn id="24" idx="0"/>
          </p:cNvCxnSpPr>
          <p:nvPr/>
        </p:nvCxnSpPr>
        <p:spPr>
          <a:xfrm flipH="1" flipV="1">
            <a:off x="8108843" y="4546012"/>
            <a:ext cx="794997" cy="552282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7E8F461-BD09-A3DF-497E-C9AE5D7D0905}"/>
              </a:ext>
            </a:extLst>
          </p:cNvPr>
          <p:cNvCxnSpPr>
            <a:cxnSpLocks/>
            <a:stCxn id="24" idx="0"/>
          </p:cNvCxnSpPr>
          <p:nvPr/>
        </p:nvCxnSpPr>
        <p:spPr>
          <a:xfrm flipV="1">
            <a:off x="8903840" y="4495573"/>
            <a:ext cx="665673" cy="602721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A4C245C-B845-1ABA-3D46-C0790C4A3858}"/>
              </a:ext>
            </a:extLst>
          </p:cNvPr>
          <p:cNvCxnSpPr>
            <a:cxnSpLocks/>
            <a:stCxn id="15" idx="2"/>
          </p:cNvCxnSpPr>
          <p:nvPr/>
        </p:nvCxnSpPr>
        <p:spPr>
          <a:xfrm flipH="1">
            <a:off x="2450585" y="2894410"/>
            <a:ext cx="1599133" cy="1204255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33532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3F462-D968-04AB-DC6F-3E2509A57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AP1391CA Orion Digital board, 5V, 1.4A, 7W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B44528-962F-F6BB-CBB0-4F4EF55E2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17</a:t>
            </a:fld>
            <a:endParaRPr lang="en-I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85D979-42E6-8D77-3ABF-6B17EFE0E7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15664"/>
            <a:ext cx="12192000" cy="3426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0697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C09D9-9BFC-25C4-0C3F-C1E72DD67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AP1391CA Orion Digital board, 5V, 1.4A, 7W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EB98189-9803-B950-4A91-A7DF60C978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7953" y="2041525"/>
            <a:ext cx="4414151" cy="467995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332FA1-EE2C-41B1-B170-97F4A289B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18</a:t>
            </a:fld>
            <a:endParaRPr lang="en-IL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8D5C06-6D90-9CB1-555A-FC9A7B1049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0555" y="2034521"/>
            <a:ext cx="5106113" cy="468695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84259E3-69E4-F953-C570-4F247AC9141D}"/>
              </a:ext>
            </a:extLst>
          </p:cNvPr>
          <p:cNvSpPr txBox="1"/>
          <p:nvPr/>
        </p:nvSpPr>
        <p:spPr>
          <a:xfrm>
            <a:off x="1194189" y="1193792"/>
            <a:ext cx="556902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L1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D46B6B3-05BF-A0D7-CCA8-5EE5B58C4EA6}"/>
              </a:ext>
            </a:extLst>
          </p:cNvPr>
          <p:cNvCxnSpPr>
            <a:cxnSpLocks/>
          </p:cNvCxnSpPr>
          <p:nvPr/>
        </p:nvCxnSpPr>
        <p:spPr>
          <a:xfrm>
            <a:off x="1472640" y="1562100"/>
            <a:ext cx="0" cy="790468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20E66DF-AC8C-03D0-8EA7-4320D1441D6F}"/>
              </a:ext>
            </a:extLst>
          </p:cNvPr>
          <p:cNvSpPr txBox="1"/>
          <p:nvPr/>
        </p:nvSpPr>
        <p:spPr>
          <a:xfrm>
            <a:off x="2267018" y="1192768"/>
            <a:ext cx="2743533" cy="646331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SW</a:t>
            </a:r>
            <a:r>
              <a:rPr lang="he-IL" b="1" dirty="0"/>
              <a:t> </a:t>
            </a:r>
            <a:r>
              <a:rPr lang="en-US" b="1" dirty="0"/>
              <a:t>pin is connected directly to the inductor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79B765F-3CBC-86A0-6064-6504F5EA08B8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1472640" y="1839099"/>
            <a:ext cx="2166145" cy="2947343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6244F18-7822-7134-F371-A83786195742}"/>
              </a:ext>
            </a:extLst>
          </p:cNvPr>
          <p:cNvSpPr txBox="1"/>
          <p:nvPr/>
        </p:nvSpPr>
        <p:spPr>
          <a:xfrm>
            <a:off x="5688740" y="1193792"/>
            <a:ext cx="556902" cy="369332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L1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6BF9B40-AD29-92AF-2046-3721466257CD}"/>
              </a:ext>
            </a:extLst>
          </p:cNvPr>
          <p:cNvSpPr txBox="1"/>
          <p:nvPr/>
        </p:nvSpPr>
        <p:spPr>
          <a:xfrm>
            <a:off x="6761569" y="1192768"/>
            <a:ext cx="2743533" cy="646331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Power ground is with slot to sensitive ground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EC2D626-69F7-D5F7-F682-74A9B0C175D2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8133336" y="1839099"/>
            <a:ext cx="114371" cy="3104093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28256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366CB7C1-DB27-A121-7A74-556547F988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94" y="1143823"/>
            <a:ext cx="11160000" cy="528434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AA4ADF9-7C90-56F8-43CB-039F823F3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Jupiter + Improved DC board AP1163FB, 40W, input 350V-1000V, output 12V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D8AD52-82DD-E97C-AB95-B5689045E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19</a:t>
            </a:fld>
            <a:endParaRPr lang="en-I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A98D77-1788-965F-6262-48313C07215A}"/>
              </a:ext>
            </a:extLst>
          </p:cNvPr>
          <p:cNvSpPr txBox="1"/>
          <p:nvPr/>
        </p:nvSpPr>
        <p:spPr>
          <a:xfrm>
            <a:off x="6206317" y="871651"/>
            <a:ext cx="2743533" cy="646331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Keep current loop as small as possible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F6633DC-5AB5-AF86-EF6F-8814E72DCCC1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7578084" y="1517982"/>
            <a:ext cx="407072" cy="1116576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B3D7C7D-5883-6B08-BC79-A7B770A8C2E6}"/>
              </a:ext>
            </a:extLst>
          </p:cNvPr>
          <p:cNvSpPr txBox="1"/>
          <p:nvPr/>
        </p:nvSpPr>
        <p:spPr>
          <a:xfrm>
            <a:off x="3118278" y="820657"/>
            <a:ext cx="2743533" cy="64633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Keep current loop as small as possible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E345780-DFED-B782-176D-0B02F50244B0}"/>
              </a:ext>
            </a:extLst>
          </p:cNvPr>
          <p:cNvCxnSpPr>
            <a:cxnSpLocks/>
            <a:stCxn id="13" idx="2"/>
          </p:cNvCxnSpPr>
          <p:nvPr/>
        </p:nvCxnSpPr>
        <p:spPr>
          <a:xfrm>
            <a:off x="4490045" y="1466988"/>
            <a:ext cx="344505" cy="1421067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546B394A-7DF8-FC81-F129-600C69F4137F}"/>
              </a:ext>
            </a:extLst>
          </p:cNvPr>
          <p:cNvSpPr txBox="1"/>
          <p:nvPr/>
        </p:nvSpPr>
        <p:spPr>
          <a:xfrm>
            <a:off x="8987454" y="829056"/>
            <a:ext cx="3088039" cy="646331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Diode snubber better be on same side of the diode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4907CB9-62D5-CE11-8914-5276EB635876}"/>
              </a:ext>
            </a:extLst>
          </p:cNvPr>
          <p:cNvCxnSpPr>
            <a:cxnSpLocks/>
          </p:cNvCxnSpPr>
          <p:nvPr/>
        </p:nvCxnSpPr>
        <p:spPr>
          <a:xfrm flipH="1">
            <a:off x="8564578" y="1509583"/>
            <a:ext cx="1966895" cy="762837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86009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40EB8-353D-217C-BBB2-1F9C773C5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F5B17-218D-C15F-B463-3832D837B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Jupiter + Improved DC board AP1163FB, 40W, input 350V-1000V, output 12V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996917E-2FB7-8E91-F9C8-370A9F8582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71404" y="2612526"/>
            <a:ext cx="6597343" cy="3057816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07AE83-904C-44CC-6BF2-2205FA146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20</a:t>
            </a:fld>
            <a:endParaRPr lang="en-I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3C51B6-AD71-3429-66B2-8BB1D357FC3E}"/>
              </a:ext>
            </a:extLst>
          </p:cNvPr>
          <p:cNvSpPr txBox="1"/>
          <p:nvPr/>
        </p:nvSpPr>
        <p:spPr>
          <a:xfrm>
            <a:off x="7675426" y="1767452"/>
            <a:ext cx="2743533" cy="646331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Keep current loop as small as possible. Layer 3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9BBDB84-1633-DA26-A26D-48FB4475D4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43" y="2669110"/>
            <a:ext cx="5495054" cy="3232909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E79E263-3F9D-C87E-3EE0-079B357591B4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7935929" y="2413783"/>
            <a:ext cx="1111264" cy="2643162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849176B-30A0-B7ED-B121-153CBB810668}"/>
              </a:ext>
            </a:extLst>
          </p:cNvPr>
          <p:cNvSpPr txBox="1"/>
          <p:nvPr/>
        </p:nvSpPr>
        <p:spPr>
          <a:xfrm>
            <a:off x="1685466" y="1603352"/>
            <a:ext cx="2743533" cy="64633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Keep current loop as small as possible. Layer 1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8ADE5A5-CF77-C1AE-BE1F-5FB98F4DE92A}"/>
              </a:ext>
            </a:extLst>
          </p:cNvPr>
          <p:cNvCxnSpPr>
            <a:cxnSpLocks/>
            <a:stCxn id="13" idx="2"/>
          </p:cNvCxnSpPr>
          <p:nvPr/>
        </p:nvCxnSpPr>
        <p:spPr>
          <a:xfrm>
            <a:off x="3057233" y="2249683"/>
            <a:ext cx="1371766" cy="1996392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17FA5D3-C9EE-ADB5-FF4C-7238608D2CA3}"/>
              </a:ext>
            </a:extLst>
          </p:cNvPr>
          <p:cNvSpPr txBox="1"/>
          <p:nvPr/>
        </p:nvSpPr>
        <p:spPr>
          <a:xfrm>
            <a:off x="4931893" y="927147"/>
            <a:ext cx="2743533" cy="646331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Sensitive voltage need to be outside of power area 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EE70799-B3A9-6364-1386-340D1510BEBD}"/>
              </a:ext>
            </a:extLst>
          </p:cNvPr>
          <p:cNvCxnSpPr>
            <a:cxnSpLocks/>
            <a:stCxn id="5" idx="2"/>
          </p:cNvCxnSpPr>
          <p:nvPr/>
        </p:nvCxnSpPr>
        <p:spPr>
          <a:xfrm flipH="1">
            <a:off x="5997229" y="1573478"/>
            <a:ext cx="306431" cy="1417710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285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9115F-D47F-77D8-4186-5E329B256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FBCD5-285D-A348-82DE-BBA9D89E2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8280" y="121915"/>
            <a:ext cx="5887744" cy="731520"/>
          </a:xfrm>
        </p:spPr>
        <p:txBody>
          <a:bodyPr/>
          <a:lstStyle/>
          <a:p>
            <a:r>
              <a:rPr lang="en-US" sz="1600" dirty="0"/>
              <a:t>AP1551C Aux board Orion 690V/600V. 250W, 80W at DGND, 170W at SELV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E09812-B1CA-B431-1616-C1A93E29F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21</a:t>
            </a:fld>
            <a:endParaRPr lang="en-I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B9B13D-08EB-6A4F-79DE-FA0F901236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84166"/>
            <a:ext cx="12192000" cy="44896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39E3E89-3B42-63B8-1600-AAECE0AE1F72}"/>
              </a:ext>
            </a:extLst>
          </p:cNvPr>
          <p:cNvSpPr txBox="1"/>
          <p:nvPr/>
        </p:nvSpPr>
        <p:spPr>
          <a:xfrm>
            <a:off x="7240860" y="264577"/>
            <a:ext cx="2743533" cy="646331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Keep current loop as small as possible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8F496AD-F346-F573-2D6A-B26A3FF1F392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6581869" y="910908"/>
            <a:ext cx="2030758" cy="926945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0E777CF-9BC7-E2B6-FF7A-E8D6B968EA26}"/>
              </a:ext>
            </a:extLst>
          </p:cNvPr>
          <p:cNvSpPr txBox="1"/>
          <p:nvPr/>
        </p:nvSpPr>
        <p:spPr>
          <a:xfrm>
            <a:off x="998636" y="910908"/>
            <a:ext cx="1208971" cy="307777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Diode bridge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2080118-AE27-897D-64BF-716740E8FD60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1603122" y="1218685"/>
            <a:ext cx="899995" cy="673488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DF6426F-EE55-A764-78CD-543B9D27E5A8}"/>
              </a:ext>
            </a:extLst>
          </p:cNvPr>
          <p:cNvSpPr txBox="1"/>
          <p:nvPr/>
        </p:nvSpPr>
        <p:spPr>
          <a:xfrm>
            <a:off x="7886815" y="5000293"/>
            <a:ext cx="1208971" cy="52322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Current sense </a:t>
            </a:r>
            <a:r>
              <a:rPr lang="en-US" sz="1400" b="1" dirty="0" err="1"/>
              <a:t>trafo</a:t>
            </a:r>
            <a:endParaRPr lang="en-US" sz="1400" b="1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2C60B04-D37A-460E-1891-515F6A397D72}"/>
              </a:ext>
            </a:extLst>
          </p:cNvPr>
          <p:cNvCxnSpPr>
            <a:cxnSpLocks/>
            <a:stCxn id="14" idx="0"/>
          </p:cNvCxnSpPr>
          <p:nvPr/>
        </p:nvCxnSpPr>
        <p:spPr>
          <a:xfrm flipH="1" flipV="1">
            <a:off x="7116024" y="4237022"/>
            <a:ext cx="1375277" cy="763271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A0105FB-8949-EC2B-DA6D-FD30ECB34B7D}"/>
              </a:ext>
            </a:extLst>
          </p:cNvPr>
          <p:cNvSpPr txBox="1"/>
          <p:nvPr/>
        </p:nvSpPr>
        <p:spPr>
          <a:xfrm>
            <a:off x="2676768" y="910908"/>
            <a:ext cx="1208971" cy="307777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Input caps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5C6E5F6-DCAA-93B2-FDC6-901AD2BF5A2C}"/>
              </a:ext>
            </a:extLst>
          </p:cNvPr>
          <p:cNvCxnSpPr>
            <a:cxnSpLocks/>
            <a:stCxn id="18" idx="2"/>
          </p:cNvCxnSpPr>
          <p:nvPr/>
        </p:nvCxnSpPr>
        <p:spPr>
          <a:xfrm>
            <a:off x="3281254" y="1218685"/>
            <a:ext cx="119930" cy="809291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3683798-5A57-4AA4-B768-FD667EF26772}"/>
              </a:ext>
            </a:extLst>
          </p:cNvPr>
          <p:cNvSpPr txBox="1"/>
          <p:nvPr/>
        </p:nvSpPr>
        <p:spPr>
          <a:xfrm>
            <a:off x="4712289" y="5148781"/>
            <a:ext cx="1208971" cy="307777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Input </a:t>
            </a:r>
            <a:r>
              <a:rPr lang="en-US" sz="1400" b="1" dirty="0" err="1"/>
              <a:t>Fets</a:t>
            </a:r>
            <a:endParaRPr lang="en-US" sz="1400" b="1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28316BF-E079-A31F-4B90-6185E5B5259E}"/>
              </a:ext>
            </a:extLst>
          </p:cNvPr>
          <p:cNvCxnSpPr>
            <a:cxnSpLocks/>
            <a:stCxn id="21" idx="0"/>
          </p:cNvCxnSpPr>
          <p:nvPr/>
        </p:nvCxnSpPr>
        <p:spPr>
          <a:xfrm flipV="1">
            <a:off x="5316775" y="2571184"/>
            <a:ext cx="1183613" cy="2577597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1F75BB19-8361-EE74-C005-507EEA13DDF4}"/>
              </a:ext>
            </a:extLst>
          </p:cNvPr>
          <p:cNvSpPr txBox="1"/>
          <p:nvPr/>
        </p:nvSpPr>
        <p:spPr>
          <a:xfrm>
            <a:off x="10122560" y="4670829"/>
            <a:ext cx="1208971" cy="307777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Main </a:t>
            </a:r>
            <a:r>
              <a:rPr lang="en-US" sz="1400" b="1" dirty="0" err="1"/>
              <a:t>trafo</a:t>
            </a:r>
            <a:endParaRPr lang="en-US" sz="1400" b="1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9A93AE2-1E16-C2B2-4148-C5115804FAC9}"/>
              </a:ext>
            </a:extLst>
          </p:cNvPr>
          <p:cNvCxnSpPr>
            <a:cxnSpLocks/>
            <a:stCxn id="25" idx="0"/>
          </p:cNvCxnSpPr>
          <p:nvPr/>
        </p:nvCxnSpPr>
        <p:spPr>
          <a:xfrm flipH="1" flipV="1">
            <a:off x="10275683" y="3429000"/>
            <a:ext cx="451363" cy="1241829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1FA314D-FDA0-32C9-9E84-F1F6F3436839}"/>
              </a:ext>
            </a:extLst>
          </p:cNvPr>
          <p:cNvSpPr txBox="1"/>
          <p:nvPr/>
        </p:nvSpPr>
        <p:spPr>
          <a:xfrm>
            <a:off x="10588878" y="534100"/>
            <a:ext cx="1260773" cy="307777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Output diodes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9396443-AC29-BABA-595C-C567C296F094}"/>
              </a:ext>
            </a:extLst>
          </p:cNvPr>
          <p:cNvCxnSpPr>
            <a:cxnSpLocks/>
            <a:stCxn id="28" idx="2"/>
          </p:cNvCxnSpPr>
          <p:nvPr/>
        </p:nvCxnSpPr>
        <p:spPr>
          <a:xfrm>
            <a:off x="11219265" y="841877"/>
            <a:ext cx="314376" cy="995976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D183CF4-48F7-C019-3F6A-4C8DFDF2FAB0}"/>
              </a:ext>
            </a:extLst>
          </p:cNvPr>
          <p:cNvCxnSpPr>
            <a:cxnSpLocks/>
            <a:stCxn id="28" idx="2"/>
          </p:cNvCxnSpPr>
          <p:nvPr/>
        </p:nvCxnSpPr>
        <p:spPr>
          <a:xfrm>
            <a:off x="11219265" y="841877"/>
            <a:ext cx="38960" cy="2090926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A8556164-80E5-B8C8-269E-BECA59161E0F}"/>
              </a:ext>
            </a:extLst>
          </p:cNvPr>
          <p:cNvSpPr txBox="1"/>
          <p:nvPr/>
        </p:nvSpPr>
        <p:spPr>
          <a:xfrm>
            <a:off x="10588878" y="3144713"/>
            <a:ext cx="942025" cy="307777"/>
          </a:xfrm>
          <a:prstGeom prst="rect">
            <a:avLst/>
          </a:prstGeom>
          <a:solidFill>
            <a:srgbClr val="FFFF00"/>
          </a:solidFill>
          <a:ln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Heatsink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22307CF-B445-EA7B-9680-DE97669CA5E3}"/>
              </a:ext>
            </a:extLst>
          </p:cNvPr>
          <p:cNvCxnSpPr>
            <a:cxnSpLocks/>
          </p:cNvCxnSpPr>
          <p:nvPr/>
        </p:nvCxnSpPr>
        <p:spPr>
          <a:xfrm flipV="1">
            <a:off x="11436350" y="2501676"/>
            <a:ext cx="94553" cy="687016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CA5DD40-D6FA-65B0-78E1-BBB16452BF7C}"/>
              </a:ext>
            </a:extLst>
          </p:cNvPr>
          <p:cNvCxnSpPr>
            <a:cxnSpLocks/>
            <a:stCxn id="36" idx="2"/>
          </p:cNvCxnSpPr>
          <p:nvPr/>
        </p:nvCxnSpPr>
        <p:spPr>
          <a:xfrm>
            <a:off x="11059891" y="3452490"/>
            <a:ext cx="240120" cy="230510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3852FF99-8510-ADD7-2E3F-1A538658A36E}"/>
              </a:ext>
            </a:extLst>
          </p:cNvPr>
          <p:cNvSpPr txBox="1"/>
          <p:nvPr/>
        </p:nvSpPr>
        <p:spPr>
          <a:xfrm>
            <a:off x="535688" y="1419288"/>
            <a:ext cx="1208971" cy="307777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NTC resistor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C0B2971C-DA43-D00D-46E3-A0F77004A4CD}"/>
              </a:ext>
            </a:extLst>
          </p:cNvPr>
          <p:cNvCxnSpPr>
            <a:cxnSpLocks/>
            <a:stCxn id="45" idx="2"/>
          </p:cNvCxnSpPr>
          <p:nvPr/>
        </p:nvCxnSpPr>
        <p:spPr>
          <a:xfrm>
            <a:off x="1140174" y="1727065"/>
            <a:ext cx="780414" cy="954101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24845AF4-6571-9D28-C035-3FBCCC14B83A}"/>
              </a:ext>
            </a:extLst>
          </p:cNvPr>
          <p:cNvSpPr txBox="1"/>
          <p:nvPr/>
        </p:nvSpPr>
        <p:spPr>
          <a:xfrm>
            <a:off x="688352" y="3929245"/>
            <a:ext cx="539933" cy="307777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Fuse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14FCD5AA-7C8A-4AEE-D26A-BC2C3BAED357}"/>
              </a:ext>
            </a:extLst>
          </p:cNvPr>
          <p:cNvCxnSpPr>
            <a:cxnSpLocks/>
            <a:stCxn id="48" idx="0"/>
          </p:cNvCxnSpPr>
          <p:nvPr/>
        </p:nvCxnSpPr>
        <p:spPr>
          <a:xfrm flipV="1">
            <a:off x="958319" y="3188692"/>
            <a:ext cx="59341" cy="740553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83BE1DA4-9970-7ADD-CB1C-4C9574C77803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8612627" y="910908"/>
            <a:ext cx="2090638" cy="1148376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97865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0FF0E-7717-4727-A348-25C2EB685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1759" y="111237"/>
            <a:ext cx="11160000" cy="731520"/>
          </a:xfrm>
        </p:spPr>
        <p:txBody>
          <a:bodyPr/>
          <a:lstStyle/>
          <a:p>
            <a:r>
              <a:rPr lang="en-US" sz="2000" dirty="0"/>
              <a:t>AP1551C Aux board Orion 690V/600V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B5C2EA-61CC-F08A-0E97-50DCB9990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22</a:t>
            </a:fld>
            <a:endParaRPr lang="en-I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259D5A-4E48-AF82-AB8A-A859425DBB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736" y="871519"/>
            <a:ext cx="9932393" cy="584995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D481959-B42E-1119-4155-11CAB787515D}"/>
              </a:ext>
            </a:extLst>
          </p:cNvPr>
          <p:cNvSpPr txBox="1"/>
          <p:nvPr/>
        </p:nvSpPr>
        <p:spPr>
          <a:xfrm>
            <a:off x="2134347" y="548485"/>
            <a:ext cx="2082654" cy="584775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/>
              <a:t>Keep current loop as small as possible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AB36B82-A21E-E282-C085-26C62DAEF9B9}"/>
              </a:ext>
            </a:extLst>
          </p:cNvPr>
          <p:cNvCxnSpPr>
            <a:cxnSpLocks/>
          </p:cNvCxnSpPr>
          <p:nvPr/>
        </p:nvCxnSpPr>
        <p:spPr>
          <a:xfrm>
            <a:off x="3288822" y="1194816"/>
            <a:ext cx="848612" cy="1267727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841697C-A05E-4F59-C7A6-88CBC79A2D2B}"/>
              </a:ext>
            </a:extLst>
          </p:cNvPr>
          <p:cNvSpPr txBox="1"/>
          <p:nvPr/>
        </p:nvSpPr>
        <p:spPr>
          <a:xfrm>
            <a:off x="3713128" y="1333447"/>
            <a:ext cx="1408720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AC main FET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11B78A9-DC4F-C55D-B963-0F22A080B458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4363730" y="1702779"/>
            <a:ext cx="53758" cy="461928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F6E25D1-E61B-55D3-5A77-C0D139D7A5CC}"/>
              </a:ext>
            </a:extLst>
          </p:cNvPr>
          <p:cNvSpPr txBox="1"/>
          <p:nvPr/>
        </p:nvSpPr>
        <p:spPr>
          <a:xfrm>
            <a:off x="3288822" y="5705582"/>
            <a:ext cx="1554782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DC main FET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4696E9A-777D-62BA-6197-586716A954D7}"/>
              </a:ext>
            </a:extLst>
          </p:cNvPr>
          <p:cNvCxnSpPr>
            <a:cxnSpLocks/>
            <a:stCxn id="14" idx="0"/>
          </p:cNvCxnSpPr>
          <p:nvPr/>
        </p:nvCxnSpPr>
        <p:spPr>
          <a:xfrm flipH="1" flipV="1">
            <a:off x="3902044" y="5395865"/>
            <a:ext cx="164169" cy="309717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7B702BA-4E47-30D7-5224-0461247DBE94}"/>
              </a:ext>
            </a:extLst>
          </p:cNvPr>
          <p:cNvSpPr txBox="1"/>
          <p:nvPr/>
        </p:nvSpPr>
        <p:spPr>
          <a:xfrm>
            <a:off x="5541626" y="6107756"/>
            <a:ext cx="1554782" cy="307777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DC DGND Diode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6286AAD-8F45-92A1-D0FF-0C065F04AFE7}"/>
              </a:ext>
            </a:extLst>
          </p:cNvPr>
          <p:cNvCxnSpPr>
            <a:cxnSpLocks/>
          </p:cNvCxnSpPr>
          <p:nvPr/>
        </p:nvCxnSpPr>
        <p:spPr>
          <a:xfrm flipH="1" flipV="1">
            <a:off x="6252323" y="5550723"/>
            <a:ext cx="66694" cy="557033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FE4129B-6368-37D2-A4A6-19F3E2C87EA1}"/>
              </a:ext>
            </a:extLst>
          </p:cNvPr>
          <p:cNvSpPr txBox="1"/>
          <p:nvPr/>
        </p:nvSpPr>
        <p:spPr>
          <a:xfrm>
            <a:off x="6572212" y="531626"/>
            <a:ext cx="1554782" cy="307777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DC SELV Diode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730324C-A586-4CB9-9953-A7FAEAF2248B}"/>
              </a:ext>
            </a:extLst>
          </p:cNvPr>
          <p:cNvCxnSpPr>
            <a:cxnSpLocks/>
            <a:stCxn id="23" idx="2"/>
          </p:cNvCxnSpPr>
          <p:nvPr/>
        </p:nvCxnSpPr>
        <p:spPr>
          <a:xfrm flipH="1">
            <a:off x="6418907" y="839403"/>
            <a:ext cx="930696" cy="1034664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E1D28A0-DF8D-F9F8-323D-0A062AE4E395}"/>
              </a:ext>
            </a:extLst>
          </p:cNvPr>
          <p:cNvSpPr txBox="1"/>
          <p:nvPr/>
        </p:nvSpPr>
        <p:spPr>
          <a:xfrm>
            <a:off x="7684278" y="952015"/>
            <a:ext cx="1666743" cy="307777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Output inductor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93613C2-88CC-23D4-5340-4E5CFADF9210}"/>
              </a:ext>
            </a:extLst>
          </p:cNvPr>
          <p:cNvCxnSpPr>
            <a:cxnSpLocks/>
            <a:stCxn id="27" idx="2"/>
          </p:cNvCxnSpPr>
          <p:nvPr/>
        </p:nvCxnSpPr>
        <p:spPr>
          <a:xfrm flipH="1">
            <a:off x="7560824" y="1259792"/>
            <a:ext cx="956826" cy="1603551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B594EE6-D37A-6028-A623-2C26FD40940B}"/>
              </a:ext>
            </a:extLst>
          </p:cNvPr>
          <p:cNvCxnSpPr>
            <a:cxnSpLocks/>
          </p:cNvCxnSpPr>
          <p:nvPr/>
        </p:nvCxnSpPr>
        <p:spPr>
          <a:xfrm flipH="1" flipV="1">
            <a:off x="8168926" y="3653081"/>
            <a:ext cx="697445" cy="759552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74F720D6-E11F-7CB7-8FC5-FE7FA1D92AA3}"/>
              </a:ext>
            </a:extLst>
          </p:cNvPr>
          <p:cNvSpPr txBox="1"/>
          <p:nvPr/>
        </p:nvSpPr>
        <p:spPr>
          <a:xfrm>
            <a:off x="8126994" y="4330743"/>
            <a:ext cx="1666743" cy="307777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Output capacitors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B937A3E-7738-51BC-F489-8B43DF4F56EB}"/>
              </a:ext>
            </a:extLst>
          </p:cNvPr>
          <p:cNvCxnSpPr>
            <a:cxnSpLocks/>
          </p:cNvCxnSpPr>
          <p:nvPr/>
        </p:nvCxnSpPr>
        <p:spPr>
          <a:xfrm>
            <a:off x="4217001" y="775890"/>
            <a:ext cx="1921852" cy="1285677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C35DB1D7-98F2-A292-1822-37325044945A}"/>
              </a:ext>
            </a:extLst>
          </p:cNvPr>
          <p:cNvSpPr txBox="1"/>
          <p:nvPr/>
        </p:nvSpPr>
        <p:spPr>
          <a:xfrm>
            <a:off x="9199231" y="1192995"/>
            <a:ext cx="1666743" cy="307777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24V Buck 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07670A8-2A4C-153B-25B1-F79E12CB6847}"/>
              </a:ext>
            </a:extLst>
          </p:cNvPr>
          <p:cNvCxnSpPr>
            <a:cxnSpLocks/>
            <a:stCxn id="37" idx="2"/>
          </p:cNvCxnSpPr>
          <p:nvPr/>
        </p:nvCxnSpPr>
        <p:spPr>
          <a:xfrm flipH="1">
            <a:off x="8545238" y="1500772"/>
            <a:ext cx="1487365" cy="809385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8C3F69D0-4D8F-CB65-6E47-A874986887ED}"/>
              </a:ext>
            </a:extLst>
          </p:cNvPr>
          <p:cNvSpPr txBox="1"/>
          <p:nvPr/>
        </p:nvSpPr>
        <p:spPr>
          <a:xfrm>
            <a:off x="617399" y="3059668"/>
            <a:ext cx="923472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Divider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23CCCA9-3585-9B2B-BAA6-909DE84DF33E}"/>
              </a:ext>
            </a:extLst>
          </p:cNvPr>
          <p:cNvCxnSpPr>
            <a:cxnSpLocks/>
            <a:stCxn id="40" idx="2"/>
          </p:cNvCxnSpPr>
          <p:nvPr/>
        </p:nvCxnSpPr>
        <p:spPr>
          <a:xfrm>
            <a:off x="1079135" y="3429000"/>
            <a:ext cx="242624" cy="548640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DA08483D-5212-5E6E-501F-1AC026F09699}"/>
              </a:ext>
            </a:extLst>
          </p:cNvPr>
          <p:cNvSpPr txBox="1"/>
          <p:nvPr/>
        </p:nvSpPr>
        <p:spPr>
          <a:xfrm>
            <a:off x="718736" y="898427"/>
            <a:ext cx="1269978" cy="307777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Diode bridge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1C1D013D-24AF-AC34-D851-5084A42D2482}"/>
              </a:ext>
            </a:extLst>
          </p:cNvPr>
          <p:cNvCxnSpPr>
            <a:cxnSpLocks/>
          </p:cNvCxnSpPr>
          <p:nvPr/>
        </p:nvCxnSpPr>
        <p:spPr>
          <a:xfrm>
            <a:off x="1353725" y="1206204"/>
            <a:ext cx="1316570" cy="535431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26228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91A9F-96F2-84E9-7F91-8EAF37B01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6DDACE-FE28-B906-60F2-B9EF4268D1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0398" y="0"/>
            <a:ext cx="6578545" cy="670122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F9BC2E5-4E07-A328-98B2-F41F4A16C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1759" y="111237"/>
            <a:ext cx="3774116" cy="350948"/>
          </a:xfrm>
        </p:spPr>
        <p:txBody>
          <a:bodyPr/>
          <a:lstStyle/>
          <a:p>
            <a:r>
              <a:rPr lang="en-US" sz="1600" dirty="0"/>
              <a:t>AP1551C Aux board Orion 690V/600V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8EAC8B-D592-E03A-40A6-DC57B5576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23</a:t>
            </a:fld>
            <a:endParaRPr lang="en-I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175D5C-C175-366C-8D6B-76F60FA2D9B9}"/>
              </a:ext>
            </a:extLst>
          </p:cNvPr>
          <p:cNvSpPr txBox="1"/>
          <p:nvPr/>
        </p:nvSpPr>
        <p:spPr>
          <a:xfrm>
            <a:off x="8812066" y="303252"/>
            <a:ext cx="3174722" cy="1477328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Sensitive voltage should to be outside of power area prefer not under transformer. If needed put in internal layer with shielding. 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5AA9776-F0F3-B24E-0653-1EC77517184C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8551761" y="1780580"/>
            <a:ext cx="1847666" cy="52558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819CE7E-3740-6874-9E6C-1DE1F70214E8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9808684" y="1780580"/>
            <a:ext cx="590743" cy="2296309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061F2C68-F979-CE7F-4A0B-888DE80047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1704"/>
          <a:stretch/>
        </p:blipFill>
        <p:spPr>
          <a:xfrm>
            <a:off x="16121" y="462185"/>
            <a:ext cx="5564277" cy="5624325"/>
          </a:xfrm>
          <a:prstGeom prst="rect">
            <a:avLst/>
          </a:prstGeom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03D40F6-8ECE-F139-91F1-107960AF7058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3055836" y="1780580"/>
            <a:ext cx="7343591" cy="833608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387A3588-ACCA-D386-2D75-9A7CC8D38855}"/>
              </a:ext>
            </a:extLst>
          </p:cNvPr>
          <p:cNvSpPr txBox="1"/>
          <p:nvPr/>
        </p:nvSpPr>
        <p:spPr>
          <a:xfrm>
            <a:off x="4806252" y="303252"/>
            <a:ext cx="2743533" cy="646331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Heatsink can be grounded or through resistor 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23CE816-A22F-D01F-BAC1-3BAD2386FC7D}"/>
              </a:ext>
            </a:extLst>
          </p:cNvPr>
          <p:cNvCxnSpPr>
            <a:cxnSpLocks/>
            <a:stCxn id="31" idx="1"/>
          </p:cNvCxnSpPr>
          <p:nvPr/>
        </p:nvCxnSpPr>
        <p:spPr>
          <a:xfrm flipH="1">
            <a:off x="2223612" y="626418"/>
            <a:ext cx="2582640" cy="1011882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9043752B-EA84-9919-4A8A-C741B251C3EA}"/>
              </a:ext>
            </a:extLst>
          </p:cNvPr>
          <p:cNvSpPr txBox="1"/>
          <p:nvPr/>
        </p:nvSpPr>
        <p:spPr>
          <a:xfrm>
            <a:off x="3486150" y="6211669"/>
            <a:ext cx="1819721" cy="369332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AC </a:t>
            </a:r>
            <a:r>
              <a:rPr lang="en-US" b="1" dirty="0" err="1"/>
              <a:t>opto</a:t>
            </a:r>
            <a:r>
              <a:rPr lang="en-US" b="1" dirty="0"/>
              <a:t> coupler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BF33909-5FBC-FE6C-A57A-E798506C10B4}"/>
              </a:ext>
            </a:extLst>
          </p:cNvPr>
          <p:cNvCxnSpPr>
            <a:cxnSpLocks/>
          </p:cNvCxnSpPr>
          <p:nvPr/>
        </p:nvCxnSpPr>
        <p:spPr>
          <a:xfrm flipH="1" flipV="1">
            <a:off x="3305175" y="5838825"/>
            <a:ext cx="438150" cy="372844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10924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E7B65-FFB4-E2E9-BDDF-01169B9D0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ACD8C2A-31AB-B489-F7C7-A82C28C47F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9179" y="548170"/>
            <a:ext cx="5987077" cy="600657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2116C9-7555-D1C4-F355-14B52E0E2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1759" y="111237"/>
            <a:ext cx="3774116" cy="350948"/>
          </a:xfrm>
        </p:spPr>
        <p:txBody>
          <a:bodyPr/>
          <a:lstStyle/>
          <a:p>
            <a:r>
              <a:rPr lang="en-US" sz="1600" dirty="0"/>
              <a:t>AP1551C Aux board Orion 690V/600V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15351B-C3FB-2157-6DB4-40318EACE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24</a:t>
            </a:fld>
            <a:endParaRPr lang="en-I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A0450E-F80D-A51E-5DB1-2AAFE352F2F9}"/>
              </a:ext>
            </a:extLst>
          </p:cNvPr>
          <p:cNvSpPr txBox="1"/>
          <p:nvPr/>
        </p:nvSpPr>
        <p:spPr>
          <a:xfrm>
            <a:off x="8812066" y="303252"/>
            <a:ext cx="3174722" cy="646331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Sensitive voltage under DGND in adjacent Layers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F5EBC4A-9F45-36DC-B60F-0AEC57BDD568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8551761" y="949583"/>
            <a:ext cx="1847666" cy="883555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1902E84-8F8C-1D2B-00C7-FF2F96AA5F7D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9334123" y="949583"/>
            <a:ext cx="1065304" cy="3074748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9C7219ED-3C7E-3D55-F85A-12DE4B1E2DB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1704"/>
          <a:stretch/>
        </p:blipFill>
        <p:spPr>
          <a:xfrm>
            <a:off x="16121" y="462185"/>
            <a:ext cx="5564277" cy="5624325"/>
          </a:xfrm>
          <a:prstGeom prst="rect">
            <a:avLst/>
          </a:prstGeom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7719D7F-D020-DA0C-C695-03004A87B633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3055836" y="949583"/>
            <a:ext cx="7343591" cy="1664605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52275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75"/>
</p:tagLst>
</file>

<file path=ppt/theme/theme1.xml><?xml version="1.0" encoding="utf-8"?>
<a:theme xmlns:a="http://schemas.openxmlformats.org/drawingml/2006/main" name="SolarEdge Theme">
  <a:themeElements>
    <a:clrScheme name="SolarEdge Theme">
      <a:dk1>
        <a:srgbClr val="000000"/>
      </a:dk1>
      <a:lt1>
        <a:srgbClr val="FFFFFF"/>
      </a:lt1>
      <a:dk2>
        <a:srgbClr val="00082E"/>
      </a:dk2>
      <a:lt2>
        <a:srgbClr val="F0F0F0"/>
      </a:lt2>
      <a:accent1>
        <a:srgbClr val="2E8FD6"/>
      </a:accent1>
      <a:accent2>
        <a:srgbClr val="78BAE6"/>
      </a:accent2>
      <a:accent3>
        <a:srgbClr val="A0D3AD"/>
      </a:accent3>
      <a:accent4>
        <a:srgbClr val="696969"/>
      </a:accent4>
      <a:accent5>
        <a:srgbClr val="FFCC7F"/>
      </a:accent5>
      <a:accent6>
        <a:srgbClr val="00082E"/>
      </a:accent6>
      <a:hlink>
        <a:srgbClr val="0432FF"/>
      </a:hlink>
      <a:folHlink>
        <a:srgbClr val="932092"/>
      </a:folHlink>
    </a:clrScheme>
    <a:fontScheme name="Segoe UI">
      <a:majorFont>
        <a:latin typeface="Segoe UI Semibold"/>
        <a:ea typeface=""/>
        <a:cs typeface="Segoe UI"/>
      </a:majorFont>
      <a:minorFont>
        <a:latin typeface="Segoe UI Light"/>
        <a:ea typeface=""/>
        <a:cs typeface="Segoe U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olarEdge 2024" id="{3CC4FE8B-9F4B-0040-BBEC-0E12262FB828}" vid="{AE0FB627-1573-F047-B734-29661BEEEFB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495CB41-BFA5-C944-97A4-EF83B88CB602}">
  <we:reference id="wa200001766" version="1.5.0.0" store="en-US" storeType="OMEX"/>
  <we:alternateReferences>
    <we:reference id="WA200001766" version="1.5.0.0" store="WA200001766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AFBE424BC50B241B01C4D90EC99ADAD" ma:contentTypeVersion="10" ma:contentTypeDescription="Create a new document." ma:contentTypeScope="" ma:versionID="a1e29afb4d137b1028d4b276639ea2b8">
  <xsd:schema xmlns:xsd="http://www.w3.org/2001/XMLSchema" xmlns:xs="http://www.w3.org/2001/XMLSchema" xmlns:p="http://schemas.microsoft.com/office/2006/metadata/properties" xmlns:ns2="fcffac0d-b31a-4f0d-b252-4fe01ade461d" xmlns:ns3="4eb08019-584f-4cf3-9965-127f9e4e6dfc" targetNamespace="http://schemas.microsoft.com/office/2006/metadata/properties" ma:root="true" ma:fieldsID="ab6eca1d812fdbd6c8a9a7489475db27" ns2:_="" ns3:_="">
    <xsd:import namespace="fcffac0d-b31a-4f0d-b252-4fe01ade461d"/>
    <xsd:import namespace="4eb08019-584f-4cf3-9965-127f9e4e6df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ffac0d-b31a-4f0d-b252-4fe01ade461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2e211368-18e4-4c8f-90a1-ddf75dec7ae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b08019-584f-4cf3-9965-127f9e4e6dfc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6a008302-c642-4659-bd18-5be9fd68b0b1}" ma:internalName="TaxCatchAll" ma:showField="CatchAllData" ma:web="4eb08019-584f-4cf3-9965-127f9e4e6df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eb08019-584f-4cf3-9965-127f9e4e6dfc" xsi:nil="true"/>
    <lcf76f155ced4ddcb4097134ff3c332f xmlns="fcffac0d-b31a-4f0d-b252-4fe01ade461d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C8FA6FF3-6DF6-433B-960B-C5EE868D088E}"/>
</file>

<file path=customXml/itemProps2.xml><?xml version="1.0" encoding="utf-8"?>
<ds:datastoreItem xmlns:ds="http://schemas.openxmlformats.org/officeDocument/2006/customXml" ds:itemID="{EC33F3EE-55BC-4BBB-9C7D-85575923FDF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713BFD8-0CB5-4419-AF47-41E88AADA4A4}"/>
</file>

<file path=docMetadata/LabelInfo.xml><?xml version="1.0" encoding="utf-8"?>
<clbl:labelList xmlns:clbl="http://schemas.microsoft.com/office/2020/mipLabelMetadata">
  <clbl:label id="{fb37c808-6ca7-40eb-8746-85795efcbd36}" enabled="0" method="" siteId="{fb37c808-6ca7-40eb-8746-85795efcbd3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SolarEdge 2024</Template>
  <TotalTime>22240</TotalTime>
  <Words>853</Words>
  <Application>Microsoft Office PowerPoint</Application>
  <PresentationFormat>Widescreen</PresentationFormat>
  <Paragraphs>150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Aptos</vt:lpstr>
      <vt:lpstr>Arial</vt:lpstr>
      <vt:lpstr>Segoe UI</vt:lpstr>
      <vt:lpstr>Segoe UI Light</vt:lpstr>
      <vt:lpstr>Segoe UI Semibold</vt:lpstr>
      <vt:lpstr>SolarEdge Theme</vt:lpstr>
      <vt:lpstr>Aux P.S layout consideration </vt:lpstr>
      <vt:lpstr>Agenda</vt:lpstr>
      <vt:lpstr>Aux power supplies</vt:lpstr>
      <vt:lpstr>background</vt:lpstr>
      <vt:lpstr>Flyback</vt:lpstr>
      <vt:lpstr>Guidelines</vt:lpstr>
      <vt:lpstr>AP1999B portia X</vt:lpstr>
      <vt:lpstr>AP1999A portia X</vt:lpstr>
      <vt:lpstr>AP1999B portia X</vt:lpstr>
      <vt:lpstr>PowerPoint Presentation</vt:lpstr>
      <vt:lpstr>AP1999B portia X</vt:lpstr>
      <vt:lpstr>AP2290A Neptune main board, Vin=300V-1000V, 40W, 15V</vt:lpstr>
      <vt:lpstr> </vt:lpstr>
      <vt:lpstr>PowerPoint Presentation</vt:lpstr>
      <vt:lpstr>AP2214BA main board Jupiter 3, Total 30W: AC to 12V 15W, 12V SELV 15W</vt:lpstr>
      <vt:lpstr>AP2214BA main board Jupiter 3, Total 30W: AC to 12V 15W, 12V SELV 15W</vt:lpstr>
      <vt:lpstr>AP1391CA Orion Digital board, 5V, 1.4A, 7W</vt:lpstr>
      <vt:lpstr>AP1391CA Orion Digital board, 5V, 1.4A, 7W</vt:lpstr>
      <vt:lpstr>Jupiter + Improved DC board AP1163FB, 40W, input 350V-1000V, output 12V</vt:lpstr>
      <vt:lpstr>Jupiter + Improved DC board AP1163FB, 40W, input 350V-1000V, output 12V</vt:lpstr>
      <vt:lpstr>AP1551C Aux board Orion 690V/600V. 250W, 80W at DGND, 170W at SELV</vt:lpstr>
      <vt:lpstr>AP1551C Aux board Orion 690V/600V</vt:lpstr>
      <vt:lpstr>AP1551C Aux board Orion 690V/600V</vt:lpstr>
      <vt:lpstr>AP1551C Aux board Orion 690V/600V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Lior Maor</dc:creator>
  <cp:lastModifiedBy>Lior Maor</cp:lastModifiedBy>
  <cp:revision>37</cp:revision>
  <dcterms:created xsi:type="dcterms:W3CDTF">2025-02-03T14:20:34Z</dcterms:created>
  <dcterms:modified xsi:type="dcterms:W3CDTF">2025-05-22T13:36:28Z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0CEA0E78-C59B-4006-8441-D692B5019D7A</vt:lpwstr>
  </property>
  <property fmtid="{D5CDD505-2E9C-101B-9397-08002B2CF9AE}" pid="3" name="ArticulatePath">
    <vt:lpwstr>https://solaredge0-my.sharepoint.com/personal/liat_d_solaredge_com/Documents/Sharing is Caring/Corporate Presentation/Beta Testing/SolarEdge Corporate PPT repository v.5 Beta</vt:lpwstr>
  </property>
  <property fmtid="{D5CDD505-2E9C-101B-9397-08002B2CF9AE}" pid="4" name="ContentTypeId">
    <vt:lpwstr>0x0101007AFBE424BC50B241B01C4D90EC99ADAD</vt:lpwstr>
  </property>
</Properties>
</file>