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sldIdLst>
    <p:sldId id="256" r:id="rId5"/>
    <p:sldId id="276" r:id="rId6"/>
    <p:sldId id="257" r:id="rId7"/>
    <p:sldId id="271" r:id="rId8"/>
    <p:sldId id="270" r:id="rId9"/>
    <p:sldId id="272" r:id="rId10"/>
    <p:sldId id="258" r:id="rId11"/>
    <p:sldId id="259" r:id="rId12"/>
    <p:sldId id="260" r:id="rId13"/>
    <p:sldId id="269" r:id="rId14"/>
    <p:sldId id="266" r:id="rId15"/>
    <p:sldId id="261" r:id="rId16"/>
    <p:sldId id="262" r:id="rId17"/>
    <p:sldId id="267" r:id="rId18"/>
    <p:sldId id="264" r:id="rId19"/>
    <p:sldId id="265" r:id="rId20"/>
    <p:sldId id="268" r:id="rId21"/>
    <p:sldId id="273" r:id="rId22"/>
    <p:sldId id="274" r:id="rId23"/>
    <p:sldId id="275" r:id="rId24"/>
    <p:sldId id="278" r:id="rId25"/>
  </p:sldIdLst>
  <p:sldSz cx="12192000" cy="6858000"/>
  <p:notesSz cx="6858000" cy="9144000"/>
  <p:custDataLst>
    <p:tags r:id="rId27"/>
  </p:custDataLst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93"/>
    <a:srgbClr val="FF66CC"/>
    <a:srgbClr val="F4F2F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BA0C92-B3CB-0FCA-6CD7-2E8413AEFCE4}" v="11" dt="2025-09-15T06:08:41.428"/>
    <p1510:client id="{DA6A9A82-5D29-A0F5-0544-44DB0F70966C}" v="230" dt="2025-09-15T06:06:40.930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gs" Target="tags/tag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ren Saraf" userId="S::oren.sa@solaredge.com::44a01ee8-191f-49fd-b16e-f6b61f0a9d95" providerId="AD" clId="Web-{DA6A9A82-5D29-A0F5-0544-44DB0F70966C}"/>
    <pc:docChg chg="addSld modSld">
      <pc:chgData name="Oren Saraf" userId="S::oren.sa@solaredge.com::44a01ee8-191f-49fd-b16e-f6b61f0a9d95" providerId="AD" clId="Web-{DA6A9A82-5D29-A0F5-0544-44DB0F70966C}" dt="2025-09-15T06:06:40.930" v="226" actId="20577"/>
      <pc:docMkLst>
        <pc:docMk/>
      </pc:docMkLst>
      <pc:sldChg chg="modSp new">
        <pc:chgData name="Oren Saraf" userId="S::oren.sa@solaredge.com::44a01ee8-191f-49fd-b16e-f6b61f0a9d95" providerId="AD" clId="Web-{DA6A9A82-5D29-A0F5-0544-44DB0F70966C}" dt="2025-09-15T06:03:04.517" v="186" actId="20577"/>
        <pc:sldMkLst>
          <pc:docMk/>
          <pc:sldMk cId="1595544322" sldId="278"/>
        </pc:sldMkLst>
        <pc:spChg chg="mod">
          <ac:chgData name="Oren Saraf" userId="S::oren.sa@solaredge.com::44a01ee8-191f-49fd-b16e-f6b61f0a9d95" providerId="AD" clId="Web-{DA6A9A82-5D29-A0F5-0544-44DB0F70966C}" dt="2025-09-15T05:48:29.358" v="18" actId="20577"/>
          <ac:spMkLst>
            <pc:docMk/>
            <pc:sldMk cId="1595544322" sldId="278"/>
            <ac:spMk id="2" creationId="{30DCAF6D-A282-6A4A-745F-5D79C64ED9E1}"/>
          </ac:spMkLst>
        </pc:spChg>
        <pc:spChg chg="mod">
          <ac:chgData name="Oren Saraf" userId="S::oren.sa@solaredge.com::44a01ee8-191f-49fd-b16e-f6b61f0a9d95" providerId="AD" clId="Web-{DA6A9A82-5D29-A0F5-0544-44DB0F70966C}" dt="2025-09-15T06:03:04.517" v="186" actId="20577"/>
          <ac:spMkLst>
            <pc:docMk/>
            <pc:sldMk cId="1595544322" sldId="278"/>
            <ac:spMk id="3" creationId="{E845E3D8-4EAD-1899-C330-BE418BC2A563}"/>
          </ac:spMkLst>
        </pc:spChg>
      </pc:sldChg>
      <pc:sldChg chg="modSp new">
        <pc:chgData name="Oren Saraf" userId="S::oren.sa@solaredge.com::44a01ee8-191f-49fd-b16e-f6b61f0a9d95" providerId="AD" clId="Web-{DA6A9A82-5D29-A0F5-0544-44DB0F70966C}" dt="2025-09-15T06:06:40.930" v="226" actId="20577"/>
        <pc:sldMkLst>
          <pc:docMk/>
          <pc:sldMk cId="2536560496" sldId="279"/>
        </pc:sldMkLst>
        <pc:spChg chg="mod">
          <ac:chgData name="Oren Saraf" userId="S::oren.sa@solaredge.com::44a01ee8-191f-49fd-b16e-f6b61f0a9d95" providerId="AD" clId="Web-{DA6A9A82-5D29-A0F5-0544-44DB0F70966C}" dt="2025-09-15T06:04:01.957" v="194" actId="20577"/>
          <ac:spMkLst>
            <pc:docMk/>
            <pc:sldMk cId="2536560496" sldId="279"/>
            <ac:spMk id="2" creationId="{BE785CCF-268A-1AAE-2F41-9399820E982A}"/>
          </ac:spMkLst>
        </pc:spChg>
        <pc:spChg chg="mod">
          <ac:chgData name="Oren Saraf" userId="S::oren.sa@solaredge.com::44a01ee8-191f-49fd-b16e-f6b61f0a9d95" providerId="AD" clId="Web-{DA6A9A82-5D29-A0F5-0544-44DB0F70966C}" dt="2025-09-15T06:06:40.930" v="226" actId="20577"/>
          <ac:spMkLst>
            <pc:docMk/>
            <pc:sldMk cId="2536560496" sldId="279"/>
            <ac:spMk id="3" creationId="{B029CCE2-C643-F4A3-5E81-218DBF61A8A1}"/>
          </ac:spMkLst>
        </pc:spChg>
      </pc:sldChg>
    </pc:docChg>
  </pc:docChgLst>
  <pc:docChgLst>
    <pc:chgData name="Oren Saraf" userId="S::oren.sa@solaredge.com::44a01ee8-191f-49fd-b16e-f6b61f0a9d95" providerId="AD" clId="Web-{7CBA0C92-B3CB-0FCA-6CD7-2E8413AEFCE4}"/>
    <pc:docChg chg="delSld modSld">
      <pc:chgData name="Oren Saraf" userId="S::oren.sa@solaredge.com::44a01ee8-191f-49fd-b16e-f6b61f0a9d95" providerId="AD" clId="Web-{7CBA0C92-B3CB-0FCA-6CD7-2E8413AEFCE4}" dt="2025-09-15T06:08:41.428" v="8"/>
      <pc:docMkLst>
        <pc:docMk/>
      </pc:docMkLst>
      <pc:sldChg chg="addSp delSp modSp del">
        <pc:chgData name="Oren Saraf" userId="S::oren.sa@solaredge.com::44a01ee8-191f-49fd-b16e-f6b61f0a9d95" providerId="AD" clId="Web-{7CBA0C92-B3CB-0FCA-6CD7-2E8413AEFCE4}" dt="2025-09-15T06:08:41.428" v="8"/>
        <pc:sldMkLst>
          <pc:docMk/>
          <pc:sldMk cId="2536560496" sldId="279"/>
        </pc:sldMkLst>
        <pc:picChg chg="add mod">
          <ac:chgData name="Oren Saraf" userId="S::oren.sa@solaredge.com::44a01ee8-191f-49fd-b16e-f6b61f0a9d95" providerId="AD" clId="Web-{7CBA0C92-B3CB-0FCA-6CD7-2E8413AEFCE4}" dt="2025-09-15T06:07:44.677" v="2" actId="1076"/>
          <ac:picMkLst>
            <pc:docMk/>
            <pc:sldMk cId="2536560496" sldId="279"/>
            <ac:picMk id="5" creationId="{1FCC93AA-4796-48E5-1F8B-60F502806C37}"/>
          </ac:picMkLst>
        </pc:picChg>
        <pc:picChg chg="add del mod">
          <ac:chgData name="Oren Saraf" userId="S::oren.sa@solaredge.com::44a01ee8-191f-49fd-b16e-f6b61f0a9d95" providerId="AD" clId="Web-{7CBA0C92-B3CB-0FCA-6CD7-2E8413AEFCE4}" dt="2025-09-15T06:08:03.099" v="7"/>
          <ac:picMkLst>
            <pc:docMk/>
            <pc:sldMk cId="2536560496" sldId="279"/>
            <ac:picMk id="6" creationId="{7857BCC9-DDE6-0F1B-FC0C-57A743E361A7}"/>
          </ac:picMkLst>
        </pc:picChg>
      </pc:sldChg>
    </pc:docChg>
  </pc:docChgLst>
  <pc:docChgLst>
    <pc:chgData name="Oren Saraf" userId="S::oren.sa@solaredge.com::44a01ee8-191f-49fd-b16e-f6b61f0a9d95" providerId="AD" clId="Web-{2C631788-53D9-C226-F681-B682583B6C3B}"/>
    <pc:docChg chg="addSld modSld sldOrd">
      <pc:chgData name="Oren Saraf" userId="S::oren.sa@solaredge.com::44a01ee8-191f-49fd-b16e-f6b61f0a9d95" providerId="AD" clId="Web-{2C631788-53D9-C226-F681-B682583B6C3B}" dt="2025-05-29T10:44:14.260" v="257" actId="20577"/>
      <pc:docMkLst>
        <pc:docMk/>
      </pc:docMkLst>
      <pc:sldChg chg="ord">
        <pc:chgData name="Oren Saraf" userId="S::oren.sa@solaredge.com::44a01ee8-191f-49fd-b16e-f6b61f0a9d95" providerId="AD" clId="Web-{2C631788-53D9-C226-F681-B682583B6C3B}" dt="2025-05-29T10:32:50.758" v="2"/>
        <pc:sldMkLst>
          <pc:docMk/>
          <pc:sldMk cId="1536967730" sldId="257"/>
        </pc:sldMkLst>
      </pc:sldChg>
      <pc:sldChg chg="modSp">
        <pc:chgData name="Oren Saraf" userId="S::oren.sa@solaredge.com::44a01ee8-191f-49fd-b16e-f6b61f0a9d95" providerId="AD" clId="Web-{2C631788-53D9-C226-F681-B682583B6C3B}" dt="2025-05-29T10:40:08.836" v="138" actId="20577"/>
        <pc:sldMkLst>
          <pc:docMk/>
          <pc:sldMk cId="3951432770" sldId="269"/>
        </pc:sldMkLst>
      </pc:sldChg>
      <pc:sldChg chg="modSp new">
        <pc:chgData name="Oren Saraf" userId="S::oren.sa@solaredge.com::44a01ee8-191f-49fd-b16e-f6b61f0a9d95" providerId="AD" clId="Web-{2C631788-53D9-C226-F681-B682583B6C3B}" dt="2025-05-29T10:37:12.011" v="113"/>
        <pc:sldMkLst>
          <pc:docMk/>
          <pc:sldMk cId="3310349788" sldId="276"/>
        </pc:sldMkLst>
      </pc:sldChg>
      <pc:sldChg chg="modSp new">
        <pc:chgData name="Oren Saraf" userId="S::oren.sa@solaredge.com::44a01ee8-191f-49fd-b16e-f6b61f0a9d95" providerId="AD" clId="Web-{2C631788-53D9-C226-F681-B682583B6C3B}" dt="2025-05-29T10:44:14.260" v="257" actId="20577"/>
        <pc:sldMkLst>
          <pc:docMk/>
          <pc:sldMk cId="305467792" sldId="277"/>
        </pc:sldMkLst>
      </pc:sldChg>
    </pc:docChg>
  </pc:docChgLst>
  <pc:docChgLst>
    <pc:chgData name="Oren Saraf" userId="44a01ee8-191f-49fd-b16e-f6b61f0a9d95" providerId="ADAL" clId="{12477856-8F3A-44ED-9C14-37443DB2E54C}"/>
    <pc:docChg chg="delSld">
      <pc:chgData name="Oren Saraf" userId="44a01ee8-191f-49fd-b16e-f6b61f0a9d95" providerId="ADAL" clId="{12477856-8F3A-44ED-9C14-37443DB2E54C}" dt="2025-07-02T11:42:01.713" v="0" actId="2696"/>
      <pc:docMkLst>
        <pc:docMk/>
      </pc:docMkLst>
      <pc:sldChg chg="del">
        <pc:chgData name="Oren Saraf" userId="44a01ee8-191f-49fd-b16e-f6b61f0a9d95" providerId="ADAL" clId="{12477856-8F3A-44ED-9C14-37443DB2E54C}" dt="2025-07-02T11:42:01.713" v="0" actId="2696"/>
        <pc:sldMkLst>
          <pc:docMk/>
          <pc:sldMk cId="382403038" sldId="263"/>
        </pc:sldMkLst>
      </pc:sldChg>
    </pc:docChg>
  </pc:docChgLst>
  <pc:docChgLst>
    <pc:chgData name="Oren Saraf" userId="S::oren.sa@solaredge.com::44a01ee8-191f-49fd-b16e-f6b61f0a9d95" providerId="AD" clId="Web-{943608CA-4E48-A55A-AA18-0198B456729C}"/>
    <pc:docChg chg="modSld">
      <pc:chgData name="Oren Saraf" userId="S::oren.sa@solaredge.com::44a01ee8-191f-49fd-b16e-f6b61f0a9d95" providerId="AD" clId="Web-{943608CA-4E48-A55A-AA18-0198B456729C}" dt="2025-07-03T05:11:33.936" v="3" actId="20577"/>
      <pc:docMkLst>
        <pc:docMk/>
      </pc:docMkLst>
      <pc:sldChg chg="modSp">
        <pc:chgData name="Oren Saraf" userId="S::oren.sa@solaredge.com::44a01ee8-191f-49fd-b16e-f6b61f0a9d95" providerId="AD" clId="Web-{943608CA-4E48-A55A-AA18-0198B456729C}" dt="2025-07-03T05:04:06.406" v="1" actId="20577"/>
        <pc:sldMkLst>
          <pc:docMk/>
          <pc:sldMk cId="4234939938" sldId="258"/>
        </pc:sldMkLst>
      </pc:sldChg>
      <pc:sldChg chg="modSp">
        <pc:chgData name="Oren Saraf" userId="S::oren.sa@solaredge.com::44a01ee8-191f-49fd-b16e-f6b61f0a9d95" providerId="AD" clId="Web-{943608CA-4E48-A55A-AA18-0198B456729C}" dt="2025-07-03T05:11:33.936" v="3" actId="20577"/>
        <pc:sldMkLst>
          <pc:docMk/>
          <pc:sldMk cId="305467792" sldId="277"/>
        </pc:sldMkLst>
      </pc:sldChg>
    </pc:docChg>
  </pc:docChgLst>
  <pc:docChgLst>
    <pc:chgData name="Oren Saraf" userId="S::oren.sa@solaredge.com::44a01ee8-191f-49fd-b16e-f6b61f0a9d95" providerId="AD" clId="Web-{7FC6B16B-9286-4775-8ACE-24B5342FF57D}"/>
    <pc:docChg chg="modSld">
      <pc:chgData name="Oren Saraf" userId="S::oren.sa@solaredge.com::44a01ee8-191f-49fd-b16e-f6b61f0a9d95" providerId="AD" clId="Web-{7FC6B16B-9286-4775-8ACE-24B5342FF57D}" dt="2025-07-02T11:39:08.438" v="2" actId="1076"/>
      <pc:docMkLst>
        <pc:docMk/>
      </pc:docMkLst>
      <pc:sldChg chg="modSp">
        <pc:chgData name="Oren Saraf" userId="S::oren.sa@solaredge.com::44a01ee8-191f-49fd-b16e-f6b61f0a9d95" providerId="AD" clId="Web-{7FC6B16B-9286-4775-8ACE-24B5342FF57D}" dt="2025-07-02T11:39:08.438" v="2" actId="1076"/>
        <pc:sldMkLst>
          <pc:docMk/>
          <pc:sldMk cId="382403038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452B3B-DE7E-AA45-8F12-61DBE76FFBA9}" type="datetimeFigureOut">
              <a:rPr lang="en-IL" smtClean="0"/>
              <a:t>30/10/2025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7520AC-CA0E-224F-8D82-D2B67D1F33B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97303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573DF1C-F4AA-9E9C-1253-609974D17009}"/>
              </a:ext>
            </a:extLst>
          </p:cNvPr>
          <p:cNvSpPr/>
          <p:nvPr userDrawn="1"/>
        </p:nvSpPr>
        <p:spPr>
          <a:xfrm>
            <a:off x="1" y="0"/>
            <a:ext cx="7920000" cy="6858000"/>
          </a:xfrm>
          <a:prstGeom prst="rect">
            <a:avLst/>
          </a:prstGeom>
          <a:gradFill>
            <a:gsLst>
              <a:gs pos="15000">
                <a:schemeClr val="tx2">
                  <a:alpha val="80000"/>
                </a:schemeClr>
              </a:gs>
              <a:gs pos="100000">
                <a:schemeClr val="tx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8D0E3BD-378B-80F3-2D20-131BC3DE9F9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05761" y="740098"/>
            <a:ext cx="2520000" cy="509371"/>
            <a:chOff x="10307382" y="4588869"/>
            <a:chExt cx="1008089" cy="20376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47D4FB8-58A8-DFCE-D26E-22DFD7BFC978}"/>
                </a:ext>
              </a:extLst>
            </p:cNvPr>
            <p:cNvSpPr/>
            <p:nvPr/>
          </p:nvSpPr>
          <p:spPr>
            <a:xfrm>
              <a:off x="10804619" y="4588869"/>
              <a:ext cx="510852" cy="203766"/>
            </a:xfrm>
            <a:custGeom>
              <a:avLst/>
              <a:gdLst>
                <a:gd name="connsiteX0" fmla="*/ 457660 w 510852"/>
                <a:gd name="connsiteY0" fmla="*/ 123534 h 203766"/>
                <a:gd name="connsiteX1" fmla="*/ 472483 w 510852"/>
                <a:gd name="connsiteY1" fmla="*/ 123534 h 203766"/>
                <a:gd name="connsiteX2" fmla="*/ 477818 w 510852"/>
                <a:gd name="connsiteY2" fmla="*/ 108320 h 203766"/>
                <a:gd name="connsiteX3" fmla="*/ 407749 w 510852"/>
                <a:gd name="connsiteY3" fmla="*/ 108320 h 203766"/>
                <a:gd name="connsiteX4" fmla="*/ 432442 w 510852"/>
                <a:gd name="connsiteY4" fmla="*/ 139866 h 203766"/>
                <a:gd name="connsiteX5" fmla="*/ 457669 w 510852"/>
                <a:gd name="connsiteY5" fmla="*/ 123534 h 203766"/>
                <a:gd name="connsiteX6" fmla="*/ 407758 w 510852"/>
                <a:gd name="connsiteY6" fmla="*/ 91615 h 203766"/>
                <a:gd name="connsiteX7" fmla="*/ 457669 w 510852"/>
                <a:gd name="connsiteY7" fmla="*/ 91615 h 203766"/>
                <a:gd name="connsiteX8" fmla="*/ 432442 w 510852"/>
                <a:gd name="connsiteY8" fmla="*/ 67032 h 203766"/>
                <a:gd name="connsiteX9" fmla="*/ 407749 w 510852"/>
                <a:gd name="connsiteY9" fmla="*/ 91615 h 203766"/>
                <a:gd name="connsiteX10" fmla="*/ 499941 w 510852"/>
                <a:gd name="connsiteY10" fmla="*/ 0 h 203766"/>
                <a:gd name="connsiteX11" fmla="*/ 248459 w 510852"/>
                <a:gd name="connsiteY11" fmla="*/ 0 h 203766"/>
                <a:gd name="connsiteX12" fmla="*/ 248459 w 510852"/>
                <a:gd name="connsiteY12" fmla="*/ 158913 h 203766"/>
                <a:gd name="connsiteX13" fmla="*/ 221792 w 510852"/>
                <a:gd name="connsiteY13" fmla="*/ 158913 h 203766"/>
                <a:gd name="connsiteX14" fmla="*/ 222859 w 510852"/>
                <a:gd name="connsiteY14" fmla="*/ 142208 h 203766"/>
                <a:gd name="connsiteX15" fmla="*/ 222005 w 510852"/>
                <a:gd name="connsiteY15" fmla="*/ 142208 h 203766"/>
                <a:gd name="connsiteX16" fmla="*/ 187185 w 510852"/>
                <a:gd name="connsiteY16" fmla="*/ 160191 h 203766"/>
                <a:gd name="connsiteX17" fmla="*/ 144521 w 510852"/>
                <a:gd name="connsiteY17" fmla="*/ 100016 h 203766"/>
                <a:gd name="connsiteX18" fmla="*/ 187185 w 510852"/>
                <a:gd name="connsiteY18" fmla="*/ 46389 h 203766"/>
                <a:gd name="connsiteX19" fmla="*/ 220725 w 510852"/>
                <a:gd name="connsiteY19" fmla="*/ 62348 h 203766"/>
                <a:gd name="connsiteX20" fmla="*/ 221792 w 510852"/>
                <a:gd name="connsiteY20" fmla="*/ 62348 h 203766"/>
                <a:gd name="connsiteX21" fmla="*/ 221792 w 510852"/>
                <a:gd name="connsiteY21" fmla="*/ 0 h 203766"/>
                <a:gd name="connsiteX22" fmla="*/ 81922 w 510852"/>
                <a:gd name="connsiteY22" fmla="*/ 0 h 203766"/>
                <a:gd name="connsiteX23" fmla="*/ 61443 w 510852"/>
                <a:gd name="connsiteY23" fmla="*/ 14576 h 203766"/>
                <a:gd name="connsiteX24" fmla="*/ 49075 w 510852"/>
                <a:gd name="connsiteY24" fmla="*/ 50540 h 203766"/>
                <a:gd name="connsiteX25" fmla="*/ 78134 w 510852"/>
                <a:gd name="connsiteY25" fmla="*/ 46389 h 203766"/>
                <a:gd name="connsiteX26" fmla="*/ 130178 w 510852"/>
                <a:gd name="connsiteY26" fmla="*/ 108320 h 203766"/>
                <a:gd name="connsiteX27" fmla="*/ 53494 w 510852"/>
                <a:gd name="connsiteY27" fmla="*/ 108320 h 203766"/>
                <a:gd name="connsiteX28" fmla="*/ 78134 w 510852"/>
                <a:gd name="connsiteY28" fmla="*/ 139866 h 203766"/>
                <a:gd name="connsiteX29" fmla="*/ 103414 w 510852"/>
                <a:gd name="connsiteY29" fmla="*/ 123534 h 203766"/>
                <a:gd name="connsiteX30" fmla="*/ 130080 w 510852"/>
                <a:gd name="connsiteY30" fmla="*/ 123534 h 203766"/>
                <a:gd name="connsiteX31" fmla="*/ 78036 w 510852"/>
                <a:gd name="connsiteY31" fmla="*/ 160191 h 203766"/>
                <a:gd name="connsiteX32" fmla="*/ 26845 w 510852"/>
                <a:gd name="connsiteY32" fmla="*/ 114228 h 203766"/>
                <a:gd name="connsiteX33" fmla="*/ 872 w 510852"/>
                <a:gd name="connsiteY33" fmla="*/ 189245 h 203766"/>
                <a:gd name="connsiteX34" fmla="*/ 11266 w 510852"/>
                <a:gd name="connsiteY34" fmla="*/ 203767 h 203766"/>
                <a:gd name="connsiteX35" fmla="*/ 283226 w 510852"/>
                <a:gd name="connsiteY35" fmla="*/ 203767 h 203766"/>
                <a:gd name="connsiteX36" fmla="*/ 267230 w 510852"/>
                <a:gd name="connsiteY36" fmla="*/ 170411 h 203766"/>
                <a:gd name="connsiteX37" fmla="*/ 292296 w 510852"/>
                <a:gd name="connsiteY37" fmla="*/ 170411 h 203766"/>
                <a:gd name="connsiteX38" fmla="*/ 313095 w 510852"/>
                <a:gd name="connsiteY38" fmla="*/ 187967 h 203766"/>
                <a:gd name="connsiteX39" fmla="*/ 340713 w 510852"/>
                <a:gd name="connsiteY39" fmla="*/ 164236 h 203766"/>
                <a:gd name="connsiteX40" fmla="*/ 340713 w 510852"/>
                <a:gd name="connsiteY40" fmla="*/ 142954 h 203766"/>
                <a:gd name="connsiteX41" fmla="*/ 340073 w 510852"/>
                <a:gd name="connsiteY41" fmla="*/ 142954 h 203766"/>
                <a:gd name="connsiteX42" fmla="*/ 305252 w 510852"/>
                <a:gd name="connsiteY42" fmla="*/ 160084 h 203766"/>
                <a:gd name="connsiteX43" fmla="*/ 262588 w 510852"/>
                <a:gd name="connsiteY43" fmla="*/ 106510 h 203766"/>
                <a:gd name="connsiteX44" fmla="*/ 305252 w 510852"/>
                <a:gd name="connsiteY44" fmla="*/ 46282 h 203766"/>
                <a:gd name="connsiteX45" fmla="*/ 340073 w 510852"/>
                <a:gd name="connsiteY45" fmla="*/ 64318 h 203766"/>
                <a:gd name="connsiteX46" fmla="*/ 340926 w 510852"/>
                <a:gd name="connsiteY46" fmla="*/ 64318 h 203766"/>
                <a:gd name="connsiteX47" fmla="*/ 339966 w 510852"/>
                <a:gd name="connsiteY47" fmla="*/ 47879 h 203766"/>
                <a:gd name="connsiteX48" fmla="*/ 366633 w 510852"/>
                <a:gd name="connsiteY48" fmla="*/ 47879 h 203766"/>
                <a:gd name="connsiteX49" fmla="*/ 366633 w 510852"/>
                <a:gd name="connsiteY49" fmla="*/ 158700 h 203766"/>
                <a:gd name="connsiteX50" fmla="*/ 346422 w 510852"/>
                <a:gd name="connsiteY50" fmla="*/ 203758 h 203766"/>
                <a:gd name="connsiteX51" fmla="*/ 429072 w 510852"/>
                <a:gd name="connsiteY51" fmla="*/ 203758 h 203766"/>
                <a:gd name="connsiteX52" fmla="*/ 449550 w 510852"/>
                <a:gd name="connsiteY52" fmla="*/ 189236 h 203766"/>
                <a:gd name="connsiteX53" fmla="*/ 460212 w 510852"/>
                <a:gd name="connsiteY53" fmla="*/ 158328 h 203766"/>
                <a:gd name="connsiteX54" fmla="*/ 432220 w 510852"/>
                <a:gd name="connsiteY54" fmla="*/ 160191 h 203766"/>
                <a:gd name="connsiteX55" fmla="*/ 380816 w 510852"/>
                <a:gd name="connsiteY55" fmla="*/ 103636 h 203766"/>
                <a:gd name="connsiteX56" fmla="*/ 432220 w 510852"/>
                <a:gd name="connsiteY56" fmla="*/ 46389 h 203766"/>
                <a:gd name="connsiteX57" fmla="*/ 483784 w 510852"/>
                <a:gd name="connsiteY57" fmla="*/ 90391 h 203766"/>
                <a:gd name="connsiteX58" fmla="*/ 509971 w 510852"/>
                <a:gd name="connsiteY58" fmla="*/ 14789 h 203766"/>
                <a:gd name="connsiteX59" fmla="*/ 499950 w 510852"/>
                <a:gd name="connsiteY59" fmla="*/ 0 h 203766"/>
                <a:gd name="connsiteX60" fmla="*/ 221276 w 510852"/>
                <a:gd name="connsiteY60" fmla="*/ 100016 h 203766"/>
                <a:gd name="connsiteX61" fmla="*/ 194929 w 510852"/>
                <a:gd name="connsiteY61" fmla="*/ 66766 h 203766"/>
                <a:gd name="connsiteX62" fmla="*/ 171143 w 510852"/>
                <a:gd name="connsiteY62" fmla="*/ 100016 h 203766"/>
                <a:gd name="connsiteX63" fmla="*/ 194929 w 510852"/>
                <a:gd name="connsiteY63" fmla="*/ 139866 h 203766"/>
                <a:gd name="connsiteX64" fmla="*/ 221276 w 510852"/>
                <a:gd name="connsiteY64" fmla="*/ 100016 h 203766"/>
                <a:gd name="connsiteX65" fmla="*/ 78152 w 510852"/>
                <a:gd name="connsiteY65" fmla="*/ 66766 h 203766"/>
                <a:gd name="connsiteX66" fmla="*/ 53512 w 510852"/>
                <a:gd name="connsiteY66" fmla="*/ 91349 h 203766"/>
                <a:gd name="connsiteX67" fmla="*/ 103422 w 510852"/>
                <a:gd name="connsiteY67" fmla="*/ 91349 h 203766"/>
                <a:gd name="connsiteX68" fmla="*/ 78143 w 510852"/>
                <a:gd name="connsiteY68" fmla="*/ 66766 h 203766"/>
                <a:gd name="connsiteX69" fmla="*/ 339966 w 510852"/>
                <a:gd name="connsiteY69" fmla="*/ 100016 h 203766"/>
                <a:gd name="connsiteX70" fmla="*/ 313299 w 510852"/>
                <a:gd name="connsiteY70" fmla="*/ 66766 h 203766"/>
                <a:gd name="connsiteX71" fmla="*/ 289513 w 510852"/>
                <a:gd name="connsiteY71" fmla="*/ 100016 h 203766"/>
                <a:gd name="connsiteX72" fmla="*/ 313299 w 510852"/>
                <a:gd name="connsiteY72" fmla="*/ 139866 h 203766"/>
                <a:gd name="connsiteX73" fmla="*/ 339966 w 510852"/>
                <a:gd name="connsiteY73" fmla="*/ 100016 h 20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510852" h="203766">
                  <a:moveTo>
                    <a:pt x="457660" y="123534"/>
                  </a:moveTo>
                  <a:lnTo>
                    <a:pt x="472483" y="123534"/>
                  </a:lnTo>
                  <a:lnTo>
                    <a:pt x="477818" y="108320"/>
                  </a:lnTo>
                  <a:lnTo>
                    <a:pt x="407749" y="108320"/>
                  </a:lnTo>
                  <a:cubicBezTo>
                    <a:pt x="407749" y="132264"/>
                    <a:pt x="408390" y="139866"/>
                    <a:pt x="432442" y="139866"/>
                  </a:cubicBezTo>
                  <a:cubicBezTo>
                    <a:pt x="447265" y="139866"/>
                    <a:pt x="457669" y="139866"/>
                    <a:pt x="457669" y="123534"/>
                  </a:cubicBezTo>
                  <a:moveTo>
                    <a:pt x="407758" y="91615"/>
                  </a:moveTo>
                  <a:lnTo>
                    <a:pt x="457669" y="91615"/>
                  </a:lnTo>
                  <a:cubicBezTo>
                    <a:pt x="457669" y="68736"/>
                    <a:pt x="454308" y="67032"/>
                    <a:pt x="432442" y="67032"/>
                  </a:cubicBezTo>
                  <a:cubicBezTo>
                    <a:pt x="409243" y="67032"/>
                    <a:pt x="407749" y="71876"/>
                    <a:pt x="407749" y="91615"/>
                  </a:cubicBezTo>
                  <a:moveTo>
                    <a:pt x="499941" y="0"/>
                  </a:moveTo>
                  <a:lnTo>
                    <a:pt x="248459" y="0"/>
                  </a:lnTo>
                  <a:lnTo>
                    <a:pt x="248459" y="158913"/>
                  </a:lnTo>
                  <a:lnTo>
                    <a:pt x="221792" y="158913"/>
                  </a:lnTo>
                  <a:lnTo>
                    <a:pt x="222859" y="142208"/>
                  </a:lnTo>
                  <a:lnTo>
                    <a:pt x="222005" y="142208"/>
                  </a:lnTo>
                  <a:cubicBezTo>
                    <a:pt x="215230" y="156837"/>
                    <a:pt x="202914" y="160191"/>
                    <a:pt x="187185" y="160191"/>
                  </a:cubicBezTo>
                  <a:cubicBezTo>
                    <a:pt x="145748" y="160191"/>
                    <a:pt x="144521" y="134118"/>
                    <a:pt x="144521" y="100016"/>
                  </a:cubicBezTo>
                  <a:cubicBezTo>
                    <a:pt x="144521" y="65914"/>
                    <a:pt x="149003" y="46389"/>
                    <a:pt x="187185" y="46389"/>
                  </a:cubicBezTo>
                  <a:cubicBezTo>
                    <a:pt x="200780" y="46389"/>
                    <a:pt x="215016" y="48943"/>
                    <a:pt x="220725" y="62348"/>
                  </a:cubicBezTo>
                  <a:lnTo>
                    <a:pt x="221792" y="62348"/>
                  </a:lnTo>
                  <a:lnTo>
                    <a:pt x="221792" y="0"/>
                  </a:lnTo>
                  <a:lnTo>
                    <a:pt x="81922" y="0"/>
                  </a:lnTo>
                  <a:cubicBezTo>
                    <a:pt x="72745" y="213"/>
                    <a:pt x="64636" y="5988"/>
                    <a:pt x="61443" y="14576"/>
                  </a:cubicBezTo>
                  <a:lnTo>
                    <a:pt x="49075" y="50540"/>
                  </a:lnTo>
                  <a:cubicBezTo>
                    <a:pt x="58429" y="47418"/>
                    <a:pt x="68281" y="46016"/>
                    <a:pt x="78134" y="46389"/>
                  </a:cubicBezTo>
                  <a:cubicBezTo>
                    <a:pt x="123989" y="46389"/>
                    <a:pt x="130178" y="59740"/>
                    <a:pt x="130178" y="108320"/>
                  </a:cubicBezTo>
                  <a:lnTo>
                    <a:pt x="53494" y="108320"/>
                  </a:lnTo>
                  <a:cubicBezTo>
                    <a:pt x="53494" y="132264"/>
                    <a:pt x="54134" y="139866"/>
                    <a:pt x="78134" y="139866"/>
                  </a:cubicBezTo>
                  <a:cubicBezTo>
                    <a:pt x="93010" y="139866"/>
                    <a:pt x="103414" y="139866"/>
                    <a:pt x="103414" y="123534"/>
                  </a:cubicBezTo>
                  <a:lnTo>
                    <a:pt x="130080" y="123534"/>
                  </a:lnTo>
                  <a:cubicBezTo>
                    <a:pt x="130080" y="158541"/>
                    <a:pt x="109869" y="160191"/>
                    <a:pt x="78036" y="160191"/>
                  </a:cubicBezTo>
                  <a:cubicBezTo>
                    <a:pt x="39107" y="160191"/>
                    <a:pt x="28445" y="148862"/>
                    <a:pt x="26845" y="114228"/>
                  </a:cubicBezTo>
                  <a:lnTo>
                    <a:pt x="872" y="189245"/>
                  </a:lnTo>
                  <a:cubicBezTo>
                    <a:pt x="872" y="189245"/>
                    <a:pt x="-4464" y="203767"/>
                    <a:pt x="11266" y="203767"/>
                  </a:cubicBezTo>
                  <a:lnTo>
                    <a:pt x="283226" y="203767"/>
                  </a:lnTo>
                  <a:cubicBezTo>
                    <a:pt x="272565" y="198923"/>
                    <a:pt x="266483" y="189298"/>
                    <a:pt x="267230" y="170411"/>
                  </a:cubicBezTo>
                  <a:lnTo>
                    <a:pt x="292296" y="170411"/>
                  </a:lnTo>
                  <a:cubicBezTo>
                    <a:pt x="292296" y="185625"/>
                    <a:pt x="298005" y="187967"/>
                    <a:pt x="313095" y="187967"/>
                  </a:cubicBezTo>
                  <a:cubicBezTo>
                    <a:pt x="335813" y="187967"/>
                    <a:pt x="340713" y="183283"/>
                    <a:pt x="340713" y="164236"/>
                  </a:cubicBezTo>
                  <a:lnTo>
                    <a:pt x="340713" y="142954"/>
                  </a:lnTo>
                  <a:lnTo>
                    <a:pt x="340073" y="142954"/>
                  </a:lnTo>
                  <a:cubicBezTo>
                    <a:pt x="333030" y="157529"/>
                    <a:pt x="318741" y="160084"/>
                    <a:pt x="305252" y="160084"/>
                  </a:cubicBezTo>
                  <a:cubicBezTo>
                    <a:pt x="267016" y="160084"/>
                    <a:pt x="262588" y="139121"/>
                    <a:pt x="262588" y="106510"/>
                  </a:cubicBezTo>
                  <a:cubicBezTo>
                    <a:pt x="262588" y="73899"/>
                    <a:pt x="263869" y="46282"/>
                    <a:pt x="305252" y="46282"/>
                  </a:cubicBezTo>
                  <a:cubicBezTo>
                    <a:pt x="320928" y="46282"/>
                    <a:pt x="333244" y="49689"/>
                    <a:pt x="340073" y="64318"/>
                  </a:cubicBezTo>
                  <a:lnTo>
                    <a:pt x="340926" y="64318"/>
                  </a:lnTo>
                  <a:lnTo>
                    <a:pt x="339966" y="47879"/>
                  </a:lnTo>
                  <a:lnTo>
                    <a:pt x="366633" y="47879"/>
                  </a:lnTo>
                  <a:lnTo>
                    <a:pt x="366633" y="158700"/>
                  </a:lnTo>
                  <a:cubicBezTo>
                    <a:pt x="366633" y="184614"/>
                    <a:pt x="361298" y="197752"/>
                    <a:pt x="346422" y="203758"/>
                  </a:cubicBezTo>
                  <a:lnTo>
                    <a:pt x="429072" y="203758"/>
                  </a:lnTo>
                  <a:cubicBezTo>
                    <a:pt x="438231" y="203554"/>
                    <a:pt x="446340" y="197797"/>
                    <a:pt x="449550" y="189236"/>
                  </a:cubicBezTo>
                  <a:lnTo>
                    <a:pt x="460212" y="158328"/>
                  </a:lnTo>
                  <a:cubicBezTo>
                    <a:pt x="450964" y="159871"/>
                    <a:pt x="441583" y="160492"/>
                    <a:pt x="432220" y="160191"/>
                  </a:cubicBezTo>
                  <a:cubicBezTo>
                    <a:pt x="389556" y="160191"/>
                    <a:pt x="380816" y="146626"/>
                    <a:pt x="380816" y="103636"/>
                  </a:cubicBezTo>
                  <a:cubicBezTo>
                    <a:pt x="380816" y="63785"/>
                    <a:pt x="387164" y="46389"/>
                    <a:pt x="432220" y="46389"/>
                  </a:cubicBezTo>
                  <a:cubicBezTo>
                    <a:pt x="471789" y="46389"/>
                    <a:pt x="481810" y="56387"/>
                    <a:pt x="483784" y="90391"/>
                  </a:cubicBezTo>
                  <a:lnTo>
                    <a:pt x="509971" y="14789"/>
                  </a:lnTo>
                  <a:cubicBezTo>
                    <a:pt x="509971" y="14789"/>
                    <a:pt x="515253" y="0"/>
                    <a:pt x="499950" y="0"/>
                  </a:cubicBezTo>
                  <a:moveTo>
                    <a:pt x="221276" y="100016"/>
                  </a:moveTo>
                  <a:cubicBezTo>
                    <a:pt x="221276" y="76285"/>
                    <a:pt x="218129" y="66766"/>
                    <a:pt x="194929" y="66766"/>
                  </a:cubicBezTo>
                  <a:cubicBezTo>
                    <a:pt x="176479" y="66766"/>
                    <a:pt x="171143" y="72089"/>
                    <a:pt x="171143" y="100016"/>
                  </a:cubicBezTo>
                  <a:cubicBezTo>
                    <a:pt x="171143" y="125237"/>
                    <a:pt x="170503" y="139866"/>
                    <a:pt x="194929" y="139866"/>
                  </a:cubicBezTo>
                  <a:cubicBezTo>
                    <a:pt x="222334" y="139866"/>
                    <a:pt x="221276" y="126515"/>
                    <a:pt x="221276" y="100016"/>
                  </a:cubicBezTo>
                  <a:moveTo>
                    <a:pt x="78152" y="66766"/>
                  </a:moveTo>
                  <a:cubicBezTo>
                    <a:pt x="54952" y="66766"/>
                    <a:pt x="53512" y="71610"/>
                    <a:pt x="53512" y="91349"/>
                  </a:cubicBezTo>
                  <a:lnTo>
                    <a:pt x="103422" y="91349"/>
                  </a:lnTo>
                  <a:cubicBezTo>
                    <a:pt x="103422" y="68469"/>
                    <a:pt x="100008" y="66766"/>
                    <a:pt x="78143" y="66766"/>
                  </a:cubicBezTo>
                  <a:moveTo>
                    <a:pt x="339966" y="100016"/>
                  </a:moveTo>
                  <a:cubicBezTo>
                    <a:pt x="339966" y="76285"/>
                    <a:pt x="336338" y="66766"/>
                    <a:pt x="313299" y="66766"/>
                  </a:cubicBezTo>
                  <a:cubicBezTo>
                    <a:pt x="294848" y="66766"/>
                    <a:pt x="289513" y="72089"/>
                    <a:pt x="289513" y="100016"/>
                  </a:cubicBezTo>
                  <a:cubicBezTo>
                    <a:pt x="289513" y="125237"/>
                    <a:pt x="289513" y="139866"/>
                    <a:pt x="313299" y="139866"/>
                  </a:cubicBezTo>
                  <a:cubicBezTo>
                    <a:pt x="339966" y="139866"/>
                    <a:pt x="339966" y="126515"/>
                    <a:pt x="339966" y="100016"/>
                  </a:cubicBezTo>
                </a:path>
              </a:pathLst>
            </a:custGeom>
            <a:solidFill>
              <a:srgbClr val="FF3232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r" defTabSz="914400" rtl="1" eaLnBrk="1" latinLnBrk="0" hangingPunct="1"/>
              <a:endParaRPr lang="en-IL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74E73EA-E9FC-1AF9-A150-E1F5ACE986CA}"/>
                </a:ext>
              </a:extLst>
            </p:cNvPr>
            <p:cNvSpPr/>
            <p:nvPr/>
          </p:nvSpPr>
          <p:spPr>
            <a:xfrm>
              <a:off x="10307382" y="4588869"/>
              <a:ext cx="508352" cy="160456"/>
            </a:xfrm>
            <a:custGeom>
              <a:avLst/>
              <a:gdLst>
                <a:gd name="connsiteX0" fmla="*/ 422866 w 508352"/>
                <a:gd name="connsiteY0" fmla="*/ 47879 h 160456"/>
                <a:gd name="connsiteX1" fmla="*/ 422866 w 508352"/>
                <a:gd name="connsiteY1" fmla="*/ 158913 h 160456"/>
                <a:gd name="connsiteX2" fmla="*/ 449532 w 508352"/>
                <a:gd name="connsiteY2" fmla="*/ 158913 h 160456"/>
                <a:gd name="connsiteX3" fmla="*/ 449532 w 508352"/>
                <a:gd name="connsiteY3" fmla="*/ 90444 h 160456"/>
                <a:gd name="connsiteX4" fmla="*/ 469691 w 508352"/>
                <a:gd name="connsiteY4" fmla="*/ 66926 h 160456"/>
                <a:gd name="connsiteX5" fmla="*/ 483286 w 508352"/>
                <a:gd name="connsiteY5" fmla="*/ 84695 h 160456"/>
                <a:gd name="connsiteX6" fmla="*/ 483286 w 508352"/>
                <a:gd name="connsiteY6" fmla="*/ 90444 h 160456"/>
                <a:gd name="connsiteX7" fmla="*/ 508353 w 508352"/>
                <a:gd name="connsiteY7" fmla="*/ 90444 h 160456"/>
                <a:gd name="connsiteX8" fmla="*/ 508353 w 508352"/>
                <a:gd name="connsiteY8" fmla="*/ 81404 h 160456"/>
                <a:gd name="connsiteX9" fmla="*/ 479080 w 508352"/>
                <a:gd name="connsiteY9" fmla="*/ 46397 h 160456"/>
                <a:gd name="connsiteX10" fmla="*/ 449328 w 508352"/>
                <a:gd name="connsiteY10" fmla="*/ 62357 h 160456"/>
                <a:gd name="connsiteX11" fmla="*/ 448261 w 508352"/>
                <a:gd name="connsiteY11" fmla="*/ 62357 h 160456"/>
                <a:gd name="connsiteX12" fmla="*/ 449008 w 508352"/>
                <a:gd name="connsiteY12" fmla="*/ 47888 h 160456"/>
                <a:gd name="connsiteX13" fmla="*/ 422874 w 508352"/>
                <a:gd name="connsiteY13" fmla="*/ 47888 h 160456"/>
                <a:gd name="connsiteX14" fmla="*/ 371461 w 508352"/>
                <a:gd name="connsiteY14" fmla="*/ 158913 h 160456"/>
                <a:gd name="connsiteX15" fmla="*/ 398128 w 508352"/>
                <a:gd name="connsiteY15" fmla="*/ 158913 h 160456"/>
                <a:gd name="connsiteX16" fmla="*/ 398128 w 508352"/>
                <a:gd name="connsiteY16" fmla="*/ 89220 h 160456"/>
                <a:gd name="connsiteX17" fmla="*/ 347577 w 508352"/>
                <a:gd name="connsiteY17" fmla="*/ 46655 h 160456"/>
                <a:gd name="connsiteX18" fmla="*/ 299588 w 508352"/>
                <a:gd name="connsiteY18" fmla="*/ 80384 h 160456"/>
                <a:gd name="connsiteX19" fmla="*/ 326255 w 508352"/>
                <a:gd name="connsiteY19" fmla="*/ 80384 h 160456"/>
                <a:gd name="connsiteX20" fmla="*/ 347266 w 508352"/>
                <a:gd name="connsiteY20" fmla="*/ 64903 h 160456"/>
                <a:gd name="connsiteX21" fmla="*/ 371052 w 508352"/>
                <a:gd name="connsiteY21" fmla="*/ 89273 h 160456"/>
                <a:gd name="connsiteX22" fmla="*/ 371052 w 508352"/>
                <a:gd name="connsiteY22" fmla="*/ 103689 h 160456"/>
                <a:gd name="connsiteX23" fmla="*/ 370625 w 508352"/>
                <a:gd name="connsiteY23" fmla="*/ 103689 h 160456"/>
                <a:gd name="connsiteX24" fmla="*/ 337298 w 508352"/>
                <a:gd name="connsiteY24" fmla="*/ 90976 h 160456"/>
                <a:gd name="connsiteX25" fmla="*/ 295648 w 508352"/>
                <a:gd name="connsiteY25" fmla="*/ 125078 h 160456"/>
                <a:gd name="connsiteX26" fmla="*/ 337298 w 508352"/>
                <a:gd name="connsiteY26" fmla="*/ 160457 h 160456"/>
                <a:gd name="connsiteX27" fmla="*/ 371906 w 508352"/>
                <a:gd name="connsiteY27" fmla="*/ 145242 h 160456"/>
                <a:gd name="connsiteX28" fmla="*/ 372546 w 508352"/>
                <a:gd name="connsiteY28" fmla="*/ 145242 h 160456"/>
                <a:gd name="connsiteX29" fmla="*/ 371479 w 508352"/>
                <a:gd name="connsiteY29" fmla="*/ 158913 h 160456"/>
                <a:gd name="connsiteX30" fmla="*/ 346608 w 508352"/>
                <a:gd name="connsiteY30" fmla="*/ 108905 h 160456"/>
                <a:gd name="connsiteX31" fmla="*/ 371248 w 508352"/>
                <a:gd name="connsiteY31" fmla="*/ 124865 h 160456"/>
                <a:gd name="connsiteX32" fmla="*/ 346608 w 508352"/>
                <a:gd name="connsiteY32" fmla="*/ 142049 h 160456"/>
                <a:gd name="connsiteX33" fmla="*/ 322182 w 508352"/>
                <a:gd name="connsiteY33" fmla="*/ 124865 h 160456"/>
                <a:gd name="connsiteX34" fmla="*/ 346608 w 508352"/>
                <a:gd name="connsiteY34" fmla="*/ 108905 h 160456"/>
                <a:gd name="connsiteX35" fmla="*/ 273134 w 508352"/>
                <a:gd name="connsiteY35" fmla="*/ 0 h 160456"/>
                <a:gd name="connsiteX36" fmla="*/ 246467 w 508352"/>
                <a:gd name="connsiteY36" fmla="*/ 0 h 160456"/>
                <a:gd name="connsiteX37" fmla="*/ 246467 w 508352"/>
                <a:gd name="connsiteY37" fmla="*/ 158913 h 160456"/>
                <a:gd name="connsiteX38" fmla="*/ 273134 w 508352"/>
                <a:gd name="connsiteY38" fmla="*/ 158913 h 160456"/>
                <a:gd name="connsiteX39" fmla="*/ 273134 w 508352"/>
                <a:gd name="connsiteY39" fmla="*/ 0 h 160456"/>
                <a:gd name="connsiteX40" fmla="*/ 171179 w 508352"/>
                <a:gd name="connsiteY40" fmla="*/ 66766 h 160456"/>
                <a:gd name="connsiteX41" fmla="*/ 196886 w 508352"/>
                <a:gd name="connsiteY41" fmla="*/ 103636 h 160456"/>
                <a:gd name="connsiteX42" fmla="*/ 171179 w 508352"/>
                <a:gd name="connsiteY42" fmla="*/ 139866 h 160456"/>
                <a:gd name="connsiteX43" fmla="*/ 145472 w 508352"/>
                <a:gd name="connsiteY43" fmla="*/ 103636 h 160456"/>
                <a:gd name="connsiteX44" fmla="*/ 171179 w 508352"/>
                <a:gd name="connsiteY44" fmla="*/ 66766 h 160456"/>
                <a:gd name="connsiteX45" fmla="*/ 171179 w 508352"/>
                <a:gd name="connsiteY45" fmla="*/ 46389 h 160456"/>
                <a:gd name="connsiteX46" fmla="*/ 118708 w 508352"/>
                <a:gd name="connsiteY46" fmla="*/ 103423 h 160456"/>
                <a:gd name="connsiteX47" fmla="*/ 171179 w 508352"/>
                <a:gd name="connsiteY47" fmla="*/ 160191 h 160456"/>
                <a:gd name="connsiteX48" fmla="*/ 223650 w 508352"/>
                <a:gd name="connsiteY48" fmla="*/ 103423 h 160456"/>
                <a:gd name="connsiteX49" fmla="*/ 171179 w 508352"/>
                <a:gd name="connsiteY49" fmla="*/ 46389 h 160456"/>
                <a:gd name="connsiteX50" fmla="*/ 98763 w 508352"/>
                <a:gd name="connsiteY50" fmla="*/ 77988 h 160456"/>
                <a:gd name="connsiteX51" fmla="*/ 50773 w 508352"/>
                <a:gd name="connsiteY51" fmla="*/ 46389 h 160456"/>
                <a:gd name="connsiteX52" fmla="*/ 9 w 508352"/>
                <a:gd name="connsiteY52" fmla="*/ 77563 h 160456"/>
                <a:gd name="connsiteX53" fmla="*/ 48426 w 508352"/>
                <a:gd name="connsiteY53" fmla="*/ 112090 h 160456"/>
                <a:gd name="connsiteX54" fmla="*/ 76044 w 508352"/>
                <a:gd name="connsiteY54" fmla="*/ 127145 h 160456"/>
                <a:gd name="connsiteX55" fmla="*/ 50764 w 508352"/>
                <a:gd name="connsiteY55" fmla="*/ 141987 h 160456"/>
                <a:gd name="connsiteX56" fmla="*/ 26765 w 508352"/>
                <a:gd name="connsiteY56" fmla="*/ 123951 h 160456"/>
                <a:gd name="connsiteX57" fmla="*/ 0 w 508352"/>
                <a:gd name="connsiteY57" fmla="*/ 123951 h 160456"/>
                <a:gd name="connsiteX58" fmla="*/ 50764 w 508352"/>
                <a:gd name="connsiteY58" fmla="*/ 160182 h 160456"/>
                <a:gd name="connsiteX59" fmla="*/ 102809 w 508352"/>
                <a:gd name="connsiteY59" fmla="*/ 127145 h 160456"/>
                <a:gd name="connsiteX60" fmla="*/ 53112 w 508352"/>
                <a:gd name="connsiteY60" fmla="*/ 91766 h 160456"/>
                <a:gd name="connsiteX61" fmla="*/ 26658 w 508352"/>
                <a:gd name="connsiteY61" fmla="*/ 79266 h 160456"/>
                <a:gd name="connsiteX62" fmla="*/ 50657 w 508352"/>
                <a:gd name="connsiteY62" fmla="*/ 64637 h 160456"/>
                <a:gd name="connsiteX63" fmla="*/ 71989 w 508352"/>
                <a:gd name="connsiteY63" fmla="*/ 77988 h 160456"/>
                <a:gd name="connsiteX64" fmla="*/ 98763 w 508352"/>
                <a:gd name="connsiteY64" fmla="*/ 77988 h 16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08352" h="160456">
                  <a:moveTo>
                    <a:pt x="422866" y="47879"/>
                  </a:moveTo>
                  <a:lnTo>
                    <a:pt x="422866" y="158913"/>
                  </a:lnTo>
                  <a:lnTo>
                    <a:pt x="449532" y="158913"/>
                  </a:lnTo>
                  <a:lnTo>
                    <a:pt x="449532" y="90444"/>
                  </a:lnTo>
                  <a:cubicBezTo>
                    <a:pt x="449106" y="76028"/>
                    <a:pt x="453801" y="66926"/>
                    <a:pt x="469691" y="66926"/>
                  </a:cubicBezTo>
                  <a:cubicBezTo>
                    <a:pt x="482219" y="66926"/>
                    <a:pt x="483286" y="73473"/>
                    <a:pt x="483286" y="84695"/>
                  </a:cubicBezTo>
                  <a:lnTo>
                    <a:pt x="483286" y="90444"/>
                  </a:lnTo>
                  <a:lnTo>
                    <a:pt x="508353" y="90444"/>
                  </a:lnTo>
                  <a:lnTo>
                    <a:pt x="508353" y="81404"/>
                  </a:lnTo>
                  <a:cubicBezTo>
                    <a:pt x="508353" y="60121"/>
                    <a:pt x="502644" y="46397"/>
                    <a:pt x="479080" y="46397"/>
                  </a:cubicBezTo>
                  <a:cubicBezTo>
                    <a:pt x="466125" y="46397"/>
                    <a:pt x="454654" y="50017"/>
                    <a:pt x="449328" y="62357"/>
                  </a:cubicBezTo>
                  <a:lnTo>
                    <a:pt x="448261" y="62357"/>
                  </a:lnTo>
                  <a:lnTo>
                    <a:pt x="449008" y="47888"/>
                  </a:lnTo>
                  <a:lnTo>
                    <a:pt x="422874" y="47888"/>
                  </a:lnTo>
                  <a:close/>
                  <a:moveTo>
                    <a:pt x="371461" y="158913"/>
                  </a:moveTo>
                  <a:lnTo>
                    <a:pt x="398128" y="158913"/>
                  </a:lnTo>
                  <a:lnTo>
                    <a:pt x="398128" y="89220"/>
                  </a:lnTo>
                  <a:cubicBezTo>
                    <a:pt x="398128" y="51977"/>
                    <a:pt x="383252" y="46655"/>
                    <a:pt x="347577" y="46655"/>
                  </a:cubicBezTo>
                  <a:cubicBezTo>
                    <a:pt x="322084" y="46655"/>
                    <a:pt x="299588" y="47932"/>
                    <a:pt x="299588" y="80384"/>
                  </a:cubicBezTo>
                  <a:lnTo>
                    <a:pt x="326255" y="80384"/>
                  </a:lnTo>
                  <a:cubicBezTo>
                    <a:pt x="326255" y="65968"/>
                    <a:pt x="335582" y="64903"/>
                    <a:pt x="347266" y="64903"/>
                  </a:cubicBezTo>
                  <a:cubicBezTo>
                    <a:pt x="369558" y="64903"/>
                    <a:pt x="371052" y="71237"/>
                    <a:pt x="371052" y="89273"/>
                  </a:cubicBezTo>
                  <a:lnTo>
                    <a:pt x="371052" y="103689"/>
                  </a:lnTo>
                  <a:lnTo>
                    <a:pt x="370625" y="103689"/>
                  </a:lnTo>
                  <a:cubicBezTo>
                    <a:pt x="364276" y="91189"/>
                    <a:pt x="350894" y="90976"/>
                    <a:pt x="337298" y="90976"/>
                  </a:cubicBezTo>
                  <a:cubicBezTo>
                    <a:pt x="309680" y="90976"/>
                    <a:pt x="295648" y="98375"/>
                    <a:pt x="295648" y="125078"/>
                  </a:cubicBezTo>
                  <a:cubicBezTo>
                    <a:pt x="295648" y="155187"/>
                    <a:pt x="312018" y="160457"/>
                    <a:pt x="337298" y="160457"/>
                  </a:cubicBezTo>
                  <a:cubicBezTo>
                    <a:pt x="350254" y="160457"/>
                    <a:pt x="366624" y="160031"/>
                    <a:pt x="371906" y="145242"/>
                  </a:cubicBezTo>
                  <a:lnTo>
                    <a:pt x="372546" y="145242"/>
                  </a:lnTo>
                  <a:lnTo>
                    <a:pt x="371479" y="158913"/>
                  </a:lnTo>
                  <a:close/>
                  <a:moveTo>
                    <a:pt x="346608" y="108905"/>
                  </a:moveTo>
                  <a:cubicBezTo>
                    <a:pt x="359777" y="108905"/>
                    <a:pt x="371248" y="109331"/>
                    <a:pt x="371248" y="124865"/>
                  </a:cubicBezTo>
                  <a:cubicBezTo>
                    <a:pt x="371248" y="140399"/>
                    <a:pt x="360586" y="142049"/>
                    <a:pt x="346608" y="142049"/>
                  </a:cubicBezTo>
                  <a:cubicBezTo>
                    <a:pt x="328584" y="142049"/>
                    <a:pt x="322182" y="140558"/>
                    <a:pt x="322182" y="124865"/>
                  </a:cubicBezTo>
                  <a:cubicBezTo>
                    <a:pt x="322182" y="109171"/>
                    <a:pt x="332843" y="108905"/>
                    <a:pt x="346608" y="108905"/>
                  </a:cubicBezTo>
                  <a:moveTo>
                    <a:pt x="273134" y="0"/>
                  </a:moveTo>
                  <a:lnTo>
                    <a:pt x="246467" y="0"/>
                  </a:lnTo>
                  <a:lnTo>
                    <a:pt x="246467" y="158913"/>
                  </a:lnTo>
                  <a:lnTo>
                    <a:pt x="273134" y="158913"/>
                  </a:lnTo>
                  <a:lnTo>
                    <a:pt x="273134" y="0"/>
                  </a:lnTo>
                  <a:close/>
                  <a:moveTo>
                    <a:pt x="171179" y="66766"/>
                  </a:moveTo>
                  <a:cubicBezTo>
                    <a:pt x="194965" y="66766"/>
                    <a:pt x="196886" y="73526"/>
                    <a:pt x="196886" y="103636"/>
                  </a:cubicBezTo>
                  <a:cubicBezTo>
                    <a:pt x="196886" y="133745"/>
                    <a:pt x="194965" y="139866"/>
                    <a:pt x="171179" y="139866"/>
                  </a:cubicBezTo>
                  <a:cubicBezTo>
                    <a:pt x="147393" y="139866"/>
                    <a:pt x="145472" y="133266"/>
                    <a:pt x="145472" y="103636"/>
                  </a:cubicBezTo>
                  <a:cubicBezTo>
                    <a:pt x="145472" y="74005"/>
                    <a:pt x="147393" y="66766"/>
                    <a:pt x="171179" y="66766"/>
                  </a:cubicBezTo>
                  <a:moveTo>
                    <a:pt x="171179" y="46389"/>
                  </a:moveTo>
                  <a:cubicBezTo>
                    <a:pt x="124683" y="46389"/>
                    <a:pt x="118708" y="60166"/>
                    <a:pt x="118708" y="103423"/>
                  </a:cubicBezTo>
                  <a:cubicBezTo>
                    <a:pt x="118708" y="146680"/>
                    <a:pt x="124683" y="160191"/>
                    <a:pt x="171179" y="160191"/>
                  </a:cubicBezTo>
                  <a:cubicBezTo>
                    <a:pt x="217675" y="160191"/>
                    <a:pt x="223650" y="146413"/>
                    <a:pt x="223650" y="103423"/>
                  </a:cubicBezTo>
                  <a:cubicBezTo>
                    <a:pt x="223650" y="60432"/>
                    <a:pt x="217728" y="46389"/>
                    <a:pt x="171179" y="46389"/>
                  </a:cubicBezTo>
                  <a:moveTo>
                    <a:pt x="98763" y="77988"/>
                  </a:moveTo>
                  <a:cubicBezTo>
                    <a:pt x="98763" y="46814"/>
                    <a:pt x="72629" y="46389"/>
                    <a:pt x="50773" y="46389"/>
                  </a:cubicBezTo>
                  <a:cubicBezTo>
                    <a:pt x="22088" y="46389"/>
                    <a:pt x="9" y="47027"/>
                    <a:pt x="9" y="77563"/>
                  </a:cubicBezTo>
                  <a:cubicBezTo>
                    <a:pt x="9" y="105969"/>
                    <a:pt x="7425" y="111717"/>
                    <a:pt x="48426" y="112090"/>
                  </a:cubicBezTo>
                  <a:cubicBezTo>
                    <a:pt x="75404" y="112516"/>
                    <a:pt x="76044" y="117413"/>
                    <a:pt x="76044" y="127145"/>
                  </a:cubicBezTo>
                  <a:cubicBezTo>
                    <a:pt x="76044" y="142412"/>
                    <a:pt x="66716" y="141987"/>
                    <a:pt x="50764" y="141987"/>
                  </a:cubicBezTo>
                  <a:cubicBezTo>
                    <a:pt x="30980" y="141987"/>
                    <a:pt x="27192" y="140070"/>
                    <a:pt x="26765" y="123951"/>
                  </a:cubicBezTo>
                  <a:lnTo>
                    <a:pt x="0" y="123951"/>
                  </a:lnTo>
                  <a:cubicBezTo>
                    <a:pt x="0" y="160182"/>
                    <a:pt x="20371" y="160182"/>
                    <a:pt x="50764" y="160182"/>
                  </a:cubicBezTo>
                  <a:cubicBezTo>
                    <a:pt x="78969" y="160182"/>
                    <a:pt x="102809" y="157254"/>
                    <a:pt x="102809" y="127145"/>
                  </a:cubicBezTo>
                  <a:cubicBezTo>
                    <a:pt x="102809" y="91127"/>
                    <a:pt x="79450" y="93043"/>
                    <a:pt x="53112" y="91766"/>
                  </a:cubicBezTo>
                  <a:cubicBezTo>
                    <a:pt x="29752" y="90701"/>
                    <a:pt x="26658" y="90435"/>
                    <a:pt x="26658" y="79266"/>
                  </a:cubicBezTo>
                  <a:cubicBezTo>
                    <a:pt x="26658" y="64637"/>
                    <a:pt x="36413" y="64637"/>
                    <a:pt x="50657" y="64637"/>
                  </a:cubicBezTo>
                  <a:cubicBezTo>
                    <a:pt x="64902" y="64637"/>
                    <a:pt x="71989" y="64637"/>
                    <a:pt x="71989" y="77988"/>
                  </a:cubicBezTo>
                  <a:lnTo>
                    <a:pt x="98763" y="77988"/>
                  </a:lnTo>
                  <a:close/>
                </a:path>
              </a:pathLst>
            </a:custGeom>
            <a:solidFill>
              <a:schemeClr val="bg1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l" defTabSz="914400" rtl="0" eaLnBrk="1" latinLnBrk="0" hangingPunct="1"/>
              <a:endParaRPr lang="en-IL">
                <a:solidFill>
                  <a:schemeClr val="bg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98D9D95-C44E-5026-FA56-4A39531CF3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000" y="3262180"/>
            <a:ext cx="5898291" cy="1762901"/>
          </a:xfrm>
        </p:spPr>
        <p:txBody>
          <a:bodyPr anchor="t">
            <a:noAutofit/>
          </a:bodyPr>
          <a:lstStyle>
            <a:lvl1pPr algn="l">
              <a:defRPr sz="54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881CA6-45A0-DD5E-16A3-5AA980CA8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6000" y="5123934"/>
            <a:ext cx="5939480" cy="477795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accent2"/>
                </a:solidFill>
                <a:latin typeface="+mj-lt"/>
                <a:cs typeface="Segoe UI Semibold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B96E0-0EED-EC45-A3A6-335AE9ACB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>
                    <a:alpha val="50000"/>
                  </a:schemeClr>
                </a:solidFill>
              </a:defRPr>
            </a:lvl1pPr>
          </a:lstStyle>
          <a:p>
            <a:fld id="{4055E60B-063F-7341-AAD1-65F55D97E323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8EE9470B-C5AD-0F15-8B9B-AD6021CF7E18}"/>
              </a:ext>
            </a:extLst>
          </p:cNvPr>
          <p:cNvSpPr/>
          <p:nvPr userDrawn="1"/>
        </p:nvSpPr>
        <p:spPr>
          <a:xfrm>
            <a:off x="592865" y="3173033"/>
            <a:ext cx="540000" cy="36000"/>
          </a:xfrm>
          <a:prstGeom prst="parallelogram">
            <a:avLst>
              <a:gd name="adj" fmla="val 33599"/>
            </a:avLst>
          </a:prstGeom>
          <a:solidFill>
            <a:srgbClr val="FF3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>
              <a:solidFill>
                <a:srgbClr val="FF3232"/>
              </a:solidFill>
            </a:endParaRP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2671121A-1F24-9B5F-8B72-9C20570FD3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95124" y="6356350"/>
            <a:ext cx="504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>
                    <a:tint val="82000"/>
                    <a:alpha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algn="r" defTabSz="914400" rtl="1" eaLnBrk="1" latinLnBrk="0" hangingPunct="1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24184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49C20-CAD9-FFD2-CE2D-5525543FB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03630-E937-E68D-BE93-B4C7018B1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7D31-CDDE-39A3-0DD6-ED3E256F9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E7FC2-5991-B5B8-9AD3-AE6D68AE9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49114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49C20-CAD9-FFD2-CE2D-5525543FB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463296"/>
            <a:ext cx="11160000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03630-E937-E68D-BE93-B4C7018B1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000" y="2305877"/>
            <a:ext cx="11160000" cy="38482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7D31-CDDE-39A3-0DD6-ED3E256F9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E7FC2-5991-B5B8-9AD3-AE6D68AE9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‹#›</a:t>
            </a:fld>
            <a:endParaRPr lang="en-IL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CB354CA-FCBA-7A93-D38D-4AA6421A029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6000" y="1431235"/>
            <a:ext cx="11160000" cy="675378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200">
                <a:solidFill>
                  <a:schemeClr val="accent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98670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26357D-2506-AD94-EDB3-970E916B89B7}"/>
              </a:ext>
            </a:extLst>
          </p:cNvPr>
          <p:cNvSpPr/>
          <p:nvPr userDrawn="1"/>
        </p:nvSpPr>
        <p:spPr>
          <a:xfrm>
            <a:off x="1" y="0"/>
            <a:ext cx="7920000" cy="6858000"/>
          </a:xfrm>
          <a:prstGeom prst="rect">
            <a:avLst/>
          </a:prstGeom>
          <a:gradFill>
            <a:gsLst>
              <a:gs pos="15000">
                <a:schemeClr val="tx2">
                  <a:alpha val="80000"/>
                </a:schemeClr>
              </a:gs>
              <a:gs pos="100000">
                <a:schemeClr val="tx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91269-59A4-07DF-00FC-8E4BF8000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6000" y="5123934"/>
            <a:ext cx="5884800" cy="735772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lang="en-US" sz="2400" b="0" i="0" kern="1200" dirty="0">
                <a:solidFill>
                  <a:schemeClr val="accent2"/>
                </a:solidFill>
                <a:latin typeface="+mj-lt"/>
                <a:ea typeface="+mn-ea"/>
                <a:cs typeface="Segoe UI Semibold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585DB-4BC9-8A25-5B3F-10065DAC1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482A8-7645-2E7C-72E7-CC9D22CD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‹#›</a:t>
            </a:fld>
            <a:endParaRPr lang="en-IL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D12D4400-085C-5AD2-D671-9183993FEFF6}"/>
              </a:ext>
            </a:extLst>
          </p:cNvPr>
          <p:cNvSpPr/>
          <p:nvPr userDrawn="1"/>
        </p:nvSpPr>
        <p:spPr>
          <a:xfrm>
            <a:off x="592865" y="3173033"/>
            <a:ext cx="540000" cy="36000"/>
          </a:xfrm>
          <a:prstGeom prst="parallelogram">
            <a:avLst>
              <a:gd name="adj" fmla="val 33599"/>
            </a:avLst>
          </a:prstGeom>
          <a:solidFill>
            <a:srgbClr val="FF3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>
              <a:solidFill>
                <a:srgbClr val="FF323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531D58-9868-8123-6A61-454D6EC24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3260035"/>
            <a:ext cx="5898052" cy="1762539"/>
          </a:xfrm>
        </p:spPr>
        <p:txBody>
          <a:bodyPr anchor="t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L" sz="5400" b="0" i="0" kern="1200" dirty="0">
                <a:solidFill>
                  <a:schemeClr val="bg1"/>
                </a:solidFill>
                <a:latin typeface="+mn-lt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E769BEC-8FF0-8DE9-DE3C-392ACF114B74}"/>
              </a:ext>
            </a:extLst>
          </p:cNvPr>
          <p:cNvGrpSpPr/>
          <p:nvPr userDrawn="1"/>
        </p:nvGrpSpPr>
        <p:grpSpPr>
          <a:xfrm>
            <a:off x="10654248" y="6448149"/>
            <a:ext cx="1008089" cy="203766"/>
            <a:chOff x="10654248" y="6448149"/>
            <a:chExt cx="1008089" cy="203766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A2CEBBD-0AD7-3EE5-8BC0-2B1E35483E40}"/>
                </a:ext>
              </a:extLst>
            </p:cNvPr>
            <p:cNvSpPr/>
            <p:nvPr/>
          </p:nvSpPr>
          <p:spPr>
            <a:xfrm>
              <a:off x="11151485" y="6448149"/>
              <a:ext cx="510852" cy="203766"/>
            </a:xfrm>
            <a:custGeom>
              <a:avLst/>
              <a:gdLst>
                <a:gd name="connsiteX0" fmla="*/ 457660 w 510852"/>
                <a:gd name="connsiteY0" fmla="*/ 123534 h 203766"/>
                <a:gd name="connsiteX1" fmla="*/ 472483 w 510852"/>
                <a:gd name="connsiteY1" fmla="*/ 123534 h 203766"/>
                <a:gd name="connsiteX2" fmla="*/ 477818 w 510852"/>
                <a:gd name="connsiteY2" fmla="*/ 108320 h 203766"/>
                <a:gd name="connsiteX3" fmla="*/ 407749 w 510852"/>
                <a:gd name="connsiteY3" fmla="*/ 108320 h 203766"/>
                <a:gd name="connsiteX4" fmla="*/ 432442 w 510852"/>
                <a:gd name="connsiteY4" fmla="*/ 139866 h 203766"/>
                <a:gd name="connsiteX5" fmla="*/ 457669 w 510852"/>
                <a:gd name="connsiteY5" fmla="*/ 123534 h 203766"/>
                <a:gd name="connsiteX6" fmla="*/ 407758 w 510852"/>
                <a:gd name="connsiteY6" fmla="*/ 91615 h 203766"/>
                <a:gd name="connsiteX7" fmla="*/ 457669 w 510852"/>
                <a:gd name="connsiteY7" fmla="*/ 91615 h 203766"/>
                <a:gd name="connsiteX8" fmla="*/ 432442 w 510852"/>
                <a:gd name="connsiteY8" fmla="*/ 67032 h 203766"/>
                <a:gd name="connsiteX9" fmla="*/ 407749 w 510852"/>
                <a:gd name="connsiteY9" fmla="*/ 91615 h 203766"/>
                <a:gd name="connsiteX10" fmla="*/ 499941 w 510852"/>
                <a:gd name="connsiteY10" fmla="*/ 0 h 203766"/>
                <a:gd name="connsiteX11" fmla="*/ 248459 w 510852"/>
                <a:gd name="connsiteY11" fmla="*/ 0 h 203766"/>
                <a:gd name="connsiteX12" fmla="*/ 248459 w 510852"/>
                <a:gd name="connsiteY12" fmla="*/ 158913 h 203766"/>
                <a:gd name="connsiteX13" fmla="*/ 221792 w 510852"/>
                <a:gd name="connsiteY13" fmla="*/ 158913 h 203766"/>
                <a:gd name="connsiteX14" fmla="*/ 222859 w 510852"/>
                <a:gd name="connsiteY14" fmla="*/ 142208 h 203766"/>
                <a:gd name="connsiteX15" fmla="*/ 222005 w 510852"/>
                <a:gd name="connsiteY15" fmla="*/ 142208 h 203766"/>
                <a:gd name="connsiteX16" fmla="*/ 187185 w 510852"/>
                <a:gd name="connsiteY16" fmla="*/ 160191 h 203766"/>
                <a:gd name="connsiteX17" fmla="*/ 144521 w 510852"/>
                <a:gd name="connsiteY17" fmla="*/ 100016 h 203766"/>
                <a:gd name="connsiteX18" fmla="*/ 187185 w 510852"/>
                <a:gd name="connsiteY18" fmla="*/ 46389 h 203766"/>
                <a:gd name="connsiteX19" fmla="*/ 220725 w 510852"/>
                <a:gd name="connsiteY19" fmla="*/ 62348 h 203766"/>
                <a:gd name="connsiteX20" fmla="*/ 221792 w 510852"/>
                <a:gd name="connsiteY20" fmla="*/ 62348 h 203766"/>
                <a:gd name="connsiteX21" fmla="*/ 221792 w 510852"/>
                <a:gd name="connsiteY21" fmla="*/ 0 h 203766"/>
                <a:gd name="connsiteX22" fmla="*/ 81922 w 510852"/>
                <a:gd name="connsiteY22" fmla="*/ 0 h 203766"/>
                <a:gd name="connsiteX23" fmla="*/ 61443 w 510852"/>
                <a:gd name="connsiteY23" fmla="*/ 14576 h 203766"/>
                <a:gd name="connsiteX24" fmla="*/ 49075 w 510852"/>
                <a:gd name="connsiteY24" fmla="*/ 50540 h 203766"/>
                <a:gd name="connsiteX25" fmla="*/ 78134 w 510852"/>
                <a:gd name="connsiteY25" fmla="*/ 46389 h 203766"/>
                <a:gd name="connsiteX26" fmla="*/ 130178 w 510852"/>
                <a:gd name="connsiteY26" fmla="*/ 108320 h 203766"/>
                <a:gd name="connsiteX27" fmla="*/ 53494 w 510852"/>
                <a:gd name="connsiteY27" fmla="*/ 108320 h 203766"/>
                <a:gd name="connsiteX28" fmla="*/ 78134 w 510852"/>
                <a:gd name="connsiteY28" fmla="*/ 139866 h 203766"/>
                <a:gd name="connsiteX29" fmla="*/ 103414 w 510852"/>
                <a:gd name="connsiteY29" fmla="*/ 123534 h 203766"/>
                <a:gd name="connsiteX30" fmla="*/ 130080 w 510852"/>
                <a:gd name="connsiteY30" fmla="*/ 123534 h 203766"/>
                <a:gd name="connsiteX31" fmla="*/ 78036 w 510852"/>
                <a:gd name="connsiteY31" fmla="*/ 160191 h 203766"/>
                <a:gd name="connsiteX32" fmla="*/ 26845 w 510852"/>
                <a:gd name="connsiteY32" fmla="*/ 114228 h 203766"/>
                <a:gd name="connsiteX33" fmla="*/ 872 w 510852"/>
                <a:gd name="connsiteY33" fmla="*/ 189245 h 203766"/>
                <a:gd name="connsiteX34" fmla="*/ 11266 w 510852"/>
                <a:gd name="connsiteY34" fmla="*/ 203767 h 203766"/>
                <a:gd name="connsiteX35" fmla="*/ 283226 w 510852"/>
                <a:gd name="connsiteY35" fmla="*/ 203767 h 203766"/>
                <a:gd name="connsiteX36" fmla="*/ 267230 w 510852"/>
                <a:gd name="connsiteY36" fmla="*/ 170411 h 203766"/>
                <a:gd name="connsiteX37" fmla="*/ 292296 w 510852"/>
                <a:gd name="connsiteY37" fmla="*/ 170411 h 203766"/>
                <a:gd name="connsiteX38" fmla="*/ 313095 w 510852"/>
                <a:gd name="connsiteY38" fmla="*/ 187967 h 203766"/>
                <a:gd name="connsiteX39" fmla="*/ 340713 w 510852"/>
                <a:gd name="connsiteY39" fmla="*/ 164236 h 203766"/>
                <a:gd name="connsiteX40" fmla="*/ 340713 w 510852"/>
                <a:gd name="connsiteY40" fmla="*/ 142954 h 203766"/>
                <a:gd name="connsiteX41" fmla="*/ 340073 w 510852"/>
                <a:gd name="connsiteY41" fmla="*/ 142954 h 203766"/>
                <a:gd name="connsiteX42" fmla="*/ 305252 w 510852"/>
                <a:gd name="connsiteY42" fmla="*/ 160084 h 203766"/>
                <a:gd name="connsiteX43" fmla="*/ 262588 w 510852"/>
                <a:gd name="connsiteY43" fmla="*/ 106510 h 203766"/>
                <a:gd name="connsiteX44" fmla="*/ 305252 w 510852"/>
                <a:gd name="connsiteY44" fmla="*/ 46282 h 203766"/>
                <a:gd name="connsiteX45" fmla="*/ 340073 w 510852"/>
                <a:gd name="connsiteY45" fmla="*/ 64318 h 203766"/>
                <a:gd name="connsiteX46" fmla="*/ 340926 w 510852"/>
                <a:gd name="connsiteY46" fmla="*/ 64318 h 203766"/>
                <a:gd name="connsiteX47" fmla="*/ 339966 w 510852"/>
                <a:gd name="connsiteY47" fmla="*/ 47879 h 203766"/>
                <a:gd name="connsiteX48" fmla="*/ 366633 w 510852"/>
                <a:gd name="connsiteY48" fmla="*/ 47879 h 203766"/>
                <a:gd name="connsiteX49" fmla="*/ 366633 w 510852"/>
                <a:gd name="connsiteY49" fmla="*/ 158700 h 203766"/>
                <a:gd name="connsiteX50" fmla="*/ 346422 w 510852"/>
                <a:gd name="connsiteY50" fmla="*/ 203758 h 203766"/>
                <a:gd name="connsiteX51" fmla="*/ 429072 w 510852"/>
                <a:gd name="connsiteY51" fmla="*/ 203758 h 203766"/>
                <a:gd name="connsiteX52" fmla="*/ 449550 w 510852"/>
                <a:gd name="connsiteY52" fmla="*/ 189236 h 203766"/>
                <a:gd name="connsiteX53" fmla="*/ 460212 w 510852"/>
                <a:gd name="connsiteY53" fmla="*/ 158328 h 203766"/>
                <a:gd name="connsiteX54" fmla="*/ 432220 w 510852"/>
                <a:gd name="connsiteY54" fmla="*/ 160191 h 203766"/>
                <a:gd name="connsiteX55" fmla="*/ 380816 w 510852"/>
                <a:gd name="connsiteY55" fmla="*/ 103636 h 203766"/>
                <a:gd name="connsiteX56" fmla="*/ 432220 w 510852"/>
                <a:gd name="connsiteY56" fmla="*/ 46389 h 203766"/>
                <a:gd name="connsiteX57" fmla="*/ 483784 w 510852"/>
                <a:gd name="connsiteY57" fmla="*/ 90391 h 203766"/>
                <a:gd name="connsiteX58" fmla="*/ 509971 w 510852"/>
                <a:gd name="connsiteY58" fmla="*/ 14789 h 203766"/>
                <a:gd name="connsiteX59" fmla="*/ 499950 w 510852"/>
                <a:gd name="connsiteY59" fmla="*/ 0 h 203766"/>
                <a:gd name="connsiteX60" fmla="*/ 221276 w 510852"/>
                <a:gd name="connsiteY60" fmla="*/ 100016 h 203766"/>
                <a:gd name="connsiteX61" fmla="*/ 194929 w 510852"/>
                <a:gd name="connsiteY61" fmla="*/ 66766 h 203766"/>
                <a:gd name="connsiteX62" fmla="*/ 171143 w 510852"/>
                <a:gd name="connsiteY62" fmla="*/ 100016 h 203766"/>
                <a:gd name="connsiteX63" fmla="*/ 194929 w 510852"/>
                <a:gd name="connsiteY63" fmla="*/ 139866 h 203766"/>
                <a:gd name="connsiteX64" fmla="*/ 221276 w 510852"/>
                <a:gd name="connsiteY64" fmla="*/ 100016 h 203766"/>
                <a:gd name="connsiteX65" fmla="*/ 78152 w 510852"/>
                <a:gd name="connsiteY65" fmla="*/ 66766 h 203766"/>
                <a:gd name="connsiteX66" fmla="*/ 53512 w 510852"/>
                <a:gd name="connsiteY66" fmla="*/ 91349 h 203766"/>
                <a:gd name="connsiteX67" fmla="*/ 103422 w 510852"/>
                <a:gd name="connsiteY67" fmla="*/ 91349 h 203766"/>
                <a:gd name="connsiteX68" fmla="*/ 78143 w 510852"/>
                <a:gd name="connsiteY68" fmla="*/ 66766 h 203766"/>
                <a:gd name="connsiteX69" fmla="*/ 339966 w 510852"/>
                <a:gd name="connsiteY69" fmla="*/ 100016 h 203766"/>
                <a:gd name="connsiteX70" fmla="*/ 313299 w 510852"/>
                <a:gd name="connsiteY70" fmla="*/ 66766 h 203766"/>
                <a:gd name="connsiteX71" fmla="*/ 289513 w 510852"/>
                <a:gd name="connsiteY71" fmla="*/ 100016 h 203766"/>
                <a:gd name="connsiteX72" fmla="*/ 313299 w 510852"/>
                <a:gd name="connsiteY72" fmla="*/ 139866 h 203766"/>
                <a:gd name="connsiteX73" fmla="*/ 339966 w 510852"/>
                <a:gd name="connsiteY73" fmla="*/ 100016 h 20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510852" h="203766">
                  <a:moveTo>
                    <a:pt x="457660" y="123534"/>
                  </a:moveTo>
                  <a:lnTo>
                    <a:pt x="472483" y="123534"/>
                  </a:lnTo>
                  <a:lnTo>
                    <a:pt x="477818" y="108320"/>
                  </a:lnTo>
                  <a:lnTo>
                    <a:pt x="407749" y="108320"/>
                  </a:lnTo>
                  <a:cubicBezTo>
                    <a:pt x="407749" y="132264"/>
                    <a:pt x="408390" y="139866"/>
                    <a:pt x="432442" y="139866"/>
                  </a:cubicBezTo>
                  <a:cubicBezTo>
                    <a:pt x="447265" y="139866"/>
                    <a:pt x="457669" y="139866"/>
                    <a:pt x="457669" y="123534"/>
                  </a:cubicBezTo>
                  <a:moveTo>
                    <a:pt x="407758" y="91615"/>
                  </a:moveTo>
                  <a:lnTo>
                    <a:pt x="457669" y="91615"/>
                  </a:lnTo>
                  <a:cubicBezTo>
                    <a:pt x="457669" y="68736"/>
                    <a:pt x="454308" y="67032"/>
                    <a:pt x="432442" y="67032"/>
                  </a:cubicBezTo>
                  <a:cubicBezTo>
                    <a:pt x="409243" y="67032"/>
                    <a:pt x="407749" y="71876"/>
                    <a:pt x="407749" y="91615"/>
                  </a:cubicBezTo>
                  <a:moveTo>
                    <a:pt x="499941" y="0"/>
                  </a:moveTo>
                  <a:lnTo>
                    <a:pt x="248459" y="0"/>
                  </a:lnTo>
                  <a:lnTo>
                    <a:pt x="248459" y="158913"/>
                  </a:lnTo>
                  <a:lnTo>
                    <a:pt x="221792" y="158913"/>
                  </a:lnTo>
                  <a:lnTo>
                    <a:pt x="222859" y="142208"/>
                  </a:lnTo>
                  <a:lnTo>
                    <a:pt x="222005" y="142208"/>
                  </a:lnTo>
                  <a:cubicBezTo>
                    <a:pt x="215230" y="156837"/>
                    <a:pt x="202914" y="160191"/>
                    <a:pt x="187185" y="160191"/>
                  </a:cubicBezTo>
                  <a:cubicBezTo>
                    <a:pt x="145748" y="160191"/>
                    <a:pt x="144521" y="134118"/>
                    <a:pt x="144521" y="100016"/>
                  </a:cubicBezTo>
                  <a:cubicBezTo>
                    <a:pt x="144521" y="65914"/>
                    <a:pt x="149003" y="46389"/>
                    <a:pt x="187185" y="46389"/>
                  </a:cubicBezTo>
                  <a:cubicBezTo>
                    <a:pt x="200780" y="46389"/>
                    <a:pt x="215016" y="48943"/>
                    <a:pt x="220725" y="62348"/>
                  </a:cubicBezTo>
                  <a:lnTo>
                    <a:pt x="221792" y="62348"/>
                  </a:lnTo>
                  <a:lnTo>
                    <a:pt x="221792" y="0"/>
                  </a:lnTo>
                  <a:lnTo>
                    <a:pt x="81922" y="0"/>
                  </a:lnTo>
                  <a:cubicBezTo>
                    <a:pt x="72745" y="213"/>
                    <a:pt x="64636" y="5988"/>
                    <a:pt x="61443" y="14576"/>
                  </a:cubicBezTo>
                  <a:lnTo>
                    <a:pt x="49075" y="50540"/>
                  </a:lnTo>
                  <a:cubicBezTo>
                    <a:pt x="58429" y="47418"/>
                    <a:pt x="68281" y="46016"/>
                    <a:pt x="78134" y="46389"/>
                  </a:cubicBezTo>
                  <a:cubicBezTo>
                    <a:pt x="123989" y="46389"/>
                    <a:pt x="130178" y="59740"/>
                    <a:pt x="130178" y="108320"/>
                  </a:cubicBezTo>
                  <a:lnTo>
                    <a:pt x="53494" y="108320"/>
                  </a:lnTo>
                  <a:cubicBezTo>
                    <a:pt x="53494" y="132264"/>
                    <a:pt x="54134" y="139866"/>
                    <a:pt x="78134" y="139866"/>
                  </a:cubicBezTo>
                  <a:cubicBezTo>
                    <a:pt x="93010" y="139866"/>
                    <a:pt x="103414" y="139866"/>
                    <a:pt x="103414" y="123534"/>
                  </a:cubicBezTo>
                  <a:lnTo>
                    <a:pt x="130080" y="123534"/>
                  </a:lnTo>
                  <a:cubicBezTo>
                    <a:pt x="130080" y="158541"/>
                    <a:pt x="109869" y="160191"/>
                    <a:pt x="78036" y="160191"/>
                  </a:cubicBezTo>
                  <a:cubicBezTo>
                    <a:pt x="39107" y="160191"/>
                    <a:pt x="28445" y="148862"/>
                    <a:pt x="26845" y="114228"/>
                  </a:cubicBezTo>
                  <a:lnTo>
                    <a:pt x="872" y="189245"/>
                  </a:lnTo>
                  <a:cubicBezTo>
                    <a:pt x="872" y="189245"/>
                    <a:pt x="-4464" y="203767"/>
                    <a:pt x="11266" y="203767"/>
                  </a:cubicBezTo>
                  <a:lnTo>
                    <a:pt x="283226" y="203767"/>
                  </a:lnTo>
                  <a:cubicBezTo>
                    <a:pt x="272565" y="198923"/>
                    <a:pt x="266483" y="189298"/>
                    <a:pt x="267230" y="170411"/>
                  </a:cubicBezTo>
                  <a:lnTo>
                    <a:pt x="292296" y="170411"/>
                  </a:lnTo>
                  <a:cubicBezTo>
                    <a:pt x="292296" y="185625"/>
                    <a:pt x="298005" y="187967"/>
                    <a:pt x="313095" y="187967"/>
                  </a:cubicBezTo>
                  <a:cubicBezTo>
                    <a:pt x="335813" y="187967"/>
                    <a:pt x="340713" y="183283"/>
                    <a:pt x="340713" y="164236"/>
                  </a:cubicBezTo>
                  <a:lnTo>
                    <a:pt x="340713" y="142954"/>
                  </a:lnTo>
                  <a:lnTo>
                    <a:pt x="340073" y="142954"/>
                  </a:lnTo>
                  <a:cubicBezTo>
                    <a:pt x="333030" y="157529"/>
                    <a:pt x="318741" y="160084"/>
                    <a:pt x="305252" y="160084"/>
                  </a:cubicBezTo>
                  <a:cubicBezTo>
                    <a:pt x="267016" y="160084"/>
                    <a:pt x="262588" y="139121"/>
                    <a:pt x="262588" y="106510"/>
                  </a:cubicBezTo>
                  <a:cubicBezTo>
                    <a:pt x="262588" y="73899"/>
                    <a:pt x="263869" y="46282"/>
                    <a:pt x="305252" y="46282"/>
                  </a:cubicBezTo>
                  <a:cubicBezTo>
                    <a:pt x="320928" y="46282"/>
                    <a:pt x="333244" y="49689"/>
                    <a:pt x="340073" y="64318"/>
                  </a:cubicBezTo>
                  <a:lnTo>
                    <a:pt x="340926" y="64318"/>
                  </a:lnTo>
                  <a:lnTo>
                    <a:pt x="339966" y="47879"/>
                  </a:lnTo>
                  <a:lnTo>
                    <a:pt x="366633" y="47879"/>
                  </a:lnTo>
                  <a:lnTo>
                    <a:pt x="366633" y="158700"/>
                  </a:lnTo>
                  <a:cubicBezTo>
                    <a:pt x="366633" y="184614"/>
                    <a:pt x="361298" y="197752"/>
                    <a:pt x="346422" y="203758"/>
                  </a:cubicBezTo>
                  <a:lnTo>
                    <a:pt x="429072" y="203758"/>
                  </a:lnTo>
                  <a:cubicBezTo>
                    <a:pt x="438231" y="203554"/>
                    <a:pt x="446340" y="197797"/>
                    <a:pt x="449550" y="189236"/>
                  </a:cubicBezTo>
                  <a:lnTo>
                    <a:pt x="460212" y="158328"/>
                  </a:lnTo>
                  <a:cubicBezTo>
                    <a:pt x="450964" y="159871"/>
                    <a:pt x="441583" y="160492"/>
                    <a:pt x="432220" y="160191"/>
                  </a:cubicBezTo>
                  <a:cubicBezTo>
                    <a:pt x="389556" y="160191"/>
                    <a:pt x="380816" y="146626"/>
                    <a:pt x="380816" y="103636"/>
                  </a:cubicBezTo>
                  <a:cubicBezTo>
                    <a:pt x="380816" y="63785"/>
                    <a:pt x="387164" y="46389"/>
                    <a:pt x="432220" y="46389"/>
                  </a:cubicBezTo>
                  <a:cubicBezTo>
                    <a:pt x="471789" y="46389"/>
                    <a:pt x="481810" y="56387"/>
                    <a:pt x="483784" y="90391"/>
                  </a:cubicBezTo>
                  <a:lnTo>
                    <a:pt x="509971" y="14789"/>
                  </a:lnTo>
                  <a:cubicBezTo>
                    <a:pt x="509971" y="14789"/>
                    <a:pt x="515253" y="0"/>
                    <a:pt x="499950" y="0"/>
                  </a:cubicBezTo>
                  <a:moveTo>
                    <a:pt x="221276" y="100016"/>
                  </a:moveTo>
                  <a:cubicBezTo>
                    <a:pt x="221276" y="76285"/>
                    <a:pt x="218129" y="66766"/>
                    <a:pt x="194929" y="66766"/>
                  </a:cubicBezTo>
                  <a:cubicBezTo>
                    <a:pt x="176479" y="66766"/>
                    <a:pt x="171143" y="72089"/>
                    <a:pt x="171143" y="100016"/>
                  </a:cubicBezTo>
                  <a:cubicBezTo>
                    <a:pt x="171143" y="125237"/>
                    <a:pt x="170503" y="139866"/>
                    <a:pt x="194929" y="139866"/>
                  </a:cubicBezTo>
                  <a:cubicBezTo>
                    <a:pt x="222334" y="139866"/>
                    <a:pt x="221276" y="126515"/>
                    <a:pt x="221276" y="100016"/>
                  </a:cubicBezTo>
                  <a:moveTo>
                    <a:pt x="78152" y="66766"/>
                  </a:moveTo>
                  <a:cubicBezTo>
                    <a:pt x="54952" y="66766"/>
                    <a:pt x="53512" y="71610"/>
                    <a:pt x="53512" y="91349"/>
                  </a:cubicBezTo>
                  <a:lnTo>
                    <a:pt x="103422" y="91349"/>
                  </a:lnTo>
                  <a:cubicBezTo>
                    <a:pt x="103422" y="68469"/>
                    <a:pt x="100008" y="66766"/>
                    <a:pt x="78143" y="66766"/>
                  </a:cubicBezTo>
                  <a:moveTo>
                    <a:pt x="339966" y="100016"/>
                  </a:moveTo>
                  <a:cubicBezTo>
                    <a:pt x="339966" y="76285"/>
                    <a:pt x="336338" y="66766"/>
                    <a:pt x="313299" y="66766"/>
                  </a:cubicBezTo>
                  <a:cubicBezTo>
                    <a:pt x="294848" y="66766"/>
                    <a:pt x="289513" y="72089"/>
                    <a:pt x="289513" y="100016"/>
                  </a:cubicBezTo>
                  <a:cubicBezTo>
                    <a:pt x="289513" y="125237"/>
                    <a:pt x="289513" y="139866"/>
                    <a:pt x="313299" y="139866"/>
                  </a:cubicBezTo>
                  <a:cubicBezTo>
                    <a:pt x="339966" y="139866"/>
                    <a:pt x="339966" y="126515"/>
                    <a:pt x="339966" y="100016"/>
                  </a:cubicBezTo>
                </a:path>
              </a:pathLst>
            </a:custGeom>
            <a:solidFill>
              <a:schemeClr val="bg1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l" defTabSz="914400" rtl="0" eaLnBrk="1" latinLnBrk="0" hangingPunct="1"/>
              <a:endParaRPr lang="en-IL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109D1F7F-823A-B1A4-0B2B-DC556F233687}"/>
                </a:ext>
              </a:extLst>
            </p:cNvPr>
            <p:cNvSpPr/>
            <p:nvPr/>
          </p:nvSpPr>
          <p:spPr>
            <a:xfrm>
              <a:off x="10654248" y="6448149"/>
              <a:ext cx="508352" cy="160456"/>
            </a:xfrm>
            <a:custGeom>
              <a:avLst/>
              <a:gdLst>
                <a:gd name="connsiteX0" fmla="*/ 422866 w 508352"/>
                <a:gd name="connsiteY0" fmla="*/ 47879 h 160456"/>
                <a:gd name="connsiteX1" fmla="*/ 422866 w 508352"/>
                <a:gd name="connsiteY1" fmla="*/ 158913 h 160456"/>
                <a:gd name="connsiteX2" fmla="*/ 449532 w 508352"/>
                <a:gd name="connsiteY2" fmla="*/ 158913 h 160456"/>
                <a:gd name="connsiteX3" fmla="*/ 449532 w 508352"/>
                <a:gd name="connsiteY3" fmla="*/ 90444 h 160456"/>
                <a:gd name="connsiteX4" fmla="*/ 469691 w 508352"/>
                <a:gd name="connsiteY4" fmla="*/ 66926 h 160456"/>
                <a:gd name="connsiteX5" fmla="*/ 483286 w 508352"/>
                <a:gd name="connsiteY5" fmla="*/ 84695 h 160456"/>
                <a:gd name="connsiteX6" fmla="*/ 483286 w 508352"/>
                <a:gd name="connsiteY6" fmla="*/ 90444 h 160456"/>
                <a:gd name="connsiteX7" fmla="*/ 508353 w 508352"/>
                <a:gd name="connsiteY7" fmla="*/ 90444 h 160456"/>
                <a:gd name="connsiteX8" fmla="*/ 508353 w 508352"/>
                <a:gd name="connsiteY8" fmla="*/ 81404 h 160456"/>
                <a:gd name="connsiteX9" fmla="*/ 479080 w 508352"/>
                <a:gd name="connsiteY9" fmla="*/ 46397 h 160456"/>
                <a:gd name="connsiteX10" fmla="*/ 449328 w 508352"/>
                <a:gd name="connsiteY10" fmla="*/ 62357 h 160456"/>
                <a:gd name="connsiteX11" fmla="*/ 448261 w 508352"/>
                <a:gd name="connsiteY11" fmla="*/ 62357 h 160456"/>
                <a:gd name="connsiteX12" fmla="*/ 449008 w 508352"/>
                <a:gd name="connsiteY12" fmla="*/ 47888 h 160456"/>
                <a:gd name="connsiteX13" fmla="*/ 422874 w 508352"/>
                <a:gd name="connsiteY13" fmla="*/ 47888 h 160456"/>
                <a:gd name="connsiteX14" fmla="*/ 371461 w 508352"/>
                <a:gd name="connsiteY14" fmla="*/ 158913 h 160456"/>
                <a:gd name="connsiteX15" fmla="*/ 398128 w 508352"/>
                <a:gd name="connsiteY15" fmla="*/ 158913 h 160456"/>
                <a:gd name="connsiteX16" fmla="*/ 398128 w 508352"/>
                <a:gd name="connsiteY16" fmla="*/ 89220 h 160456"/>
                <a:gd name="connsiteX17" fmla="*/ 347577 w 508352"/>
                <a:gd name="connsiteY17" fmla="*/ 46655 h 160456"/>
                <a:gd name="connsiteX18" fmla="*/ 299588 w 508352"/>
                <a:gd name="connsiteY18" fmla="*/ 80384 h 160456"/>
                <a:gd name="connsiteX19" fmla="*/ 326255 w 508352"/>
                <a:gd name="connsiteY19" fmla="*/ 80384 h 160456"/>
                <a:gd name="connsiteX20" fmla="*/ 347266 w 508352"/>
                <a:gd name="connsiteY20" fmla="*/ 64903 h 160456"/>
                <a:gd name="connsiteX21" fmla="*/ 371052 w 508352"/>
                <a:gd name="connsiteY21" fmla="*/ 89273 h 160456"/>
                <a:gd name="connsiteX22" fmla="*/ 371052 w 508352"/>
                <a:gd name="connsiteY22" fmla="*/ 103689 h 160456"/>
                <a:gd name="connsiteX23" fmla="*/ 370625 w 508352"/>
                <a:gd name="connsiteY23" fmla="*/ 103689 h 160456"/>
                <a:gd name="connsiteX24" fmla="*/ 337298 w 508352"/>
                <a:gd name="connsiteY24" fmla="*/ 90976 h 160456"/>
                <a:gd name="connsiteX25" fmla="*/ 295648 w 508352"/>
                <a:gd name="connsiteY25" fmla="*/ 125078 h 160456"/>
                <a:gd name="connsiteX26" fmla="*/ 337298 w 508352"/>
                <a:gd name="connsiteY26" fmla="*/ 160457 h 160456"/>
                <a:gd name="connsiteX27" fmla="*/ 371906 w 508352"/>
                <a:gd name="connsiteY27" fmla="*/ 145242 h 160456"/>
                <a:gd name="connsiteX28" fmla="*/ 372546 w 508352"/>
                <a:gd name="connsiteY28" fmla="*/ 145242 h 160456"/>
                <a:gd name="connsiteX29" fmla="*/ 371479 w 508352"/>
                <a:gd name="connsiteY29" fmla="*/ 158913 h 160456"/>
                <a:gd name="connsiteX30" fmla="*/ 346608 w 508352"/>
                <a:gd name="connsiteY30" fmla="*/ 108905 h 160456"/>
                <a:gd name="connsiteX31" fmla="*/ 371248 w 508352"/>
                <a:gd name="connsiteY31" fmla="*/ 124865 h 160456"/>
                <a:gd name="connsiteX32" fmla="*/ 346608 w 508352"/>
                <a:gd name="connsiteY32" fmla="*/ 142049 h 160456"/>
                <a:gd name="connsiteX33" fmla="*/ 322182 w 508352"/>
                <a:gd name="connsiteY33" fmla="*/ 124865 h 160456"/>
                <a:gd name="connsiteX34" fmla="*/ 346608 w 508352"/>
                <a:gd name="connsiteY34" fmla="*/ 108905 h 160456"/>
                <a:gd name="connsiteX35" fmla="*/ 273134 w 508352"/>
                <a:gd name="connsiteY35" fmla="*/ 0 h 160456"/>
                <a:gd name="connsiteX36" fmla="*/ 246467 w 508352"/>
                <a:gd name="connsiteY36" fmla="*/ 0 h 160456"/>
                <a:gd name="connsiteX37" fmla="*/ 246467 w 508352"/>
                <a:gd name="connsiteY37" fmla="*/ 158913 h 160456"/>
                <a:gd name="connsiteX38" fmla="*/ 273134 w 508352"/>
                <a:gd name="connsiteY38" fmla="*/ 158913 h 160456"/>
                <a:gd name="connsiteX39" fmla="*/ 273134 w 508352"/>
                <a:gd name="connsiteY39" fmla="*/ 0 h 160456"/>
                <a:gd name="connsiteX40" fmla="*/ 171179 w 508352"/>
                <a:gd name="connsiteY40" fmla="*/ 66766 h 160456"/>
                <a:gd name="connsiteX41" fmla="*/ 196886 w 508352"/>
                <a:gd name="connsiteY41" fmla="*/ 103636 h 160456"/>
                <a:gd name="connsiteX42" fmla="*/ 171179 w 508352"/>
                <a:gd name="connsiteY42" fmla="*/ 139866 h 160456"/>
                <a:gd name="connsiteX43" fmla="*/ 145472 w 508352"/>
                <a:gd name="connsiteY43" fmla="*/ 103636 h 160456"/>
                <a:gd name="connsiteX44" fmla="*/ 171179 w 508352"/>
                <a:gd name="connsiteY44" fmla="*/ 66766 h 160456"/>
                <a:gd name="connsiteX45" fmla="*/ 171179 w 508352"/>
                <a:gd name="connsiteY45" fmla="*/ 46389 h 160456"/>
                <a:gd name="connsiteX46" fmla="*/ 118708 w 508352"/>
                <a:gd name="connsiteY46" fmla="*/ 103423 h 160456"/>
                <a:gd name="connsiteX47" fmla="*/ 171179 w 508352"/>
                <a:gd name="connsiteY47" fmla="*/ 160191 h 160456"/>
                <a:gd name="connsiteX48" fmla="*/ 223650 w 508352"/>
                <a:gd name="connsiteY48" fmla="*/ 103423 h 160456"/>
                <a:gd name="connsiteX49" fmla="*/ 171179 w 508352"/>
                <a:gd name="connsiteY49" fmla="*/ 46389 h 160456"/>
                <a:gd name="connsiteX50" fmla="*/ 98763 w 508352"/>
                <a:gd name="connsiteY50" fmla="*/ 77988 h 160456"/>
                <a:gd name="connsiteX51" fmla="*/ 50773 w 508352"/>
                <a:gd name="connsiteY51" fmla="*/ 46389 h 160456"/>
                <a:gd name="connsiteX52" fmla="*/ 9 w 508352"/>
                <a:gd name="connsiteY52" fmla="*/ 77563 h 160456"/>
                <a:gd name="connsiteX53" fmla="*/ 48426 w 508352"/>
                <a:gd name="connsiteY53" fmla="*/ 112090 h 160456"/>
                <a:gd name="connsiteX54" fmla="*/ 76044 w 508352"/>
                <a:gd name="connsiteY54" fmla="*/ 127145 h 160456"/>
                <a:gd name="connsiteX55" fmla="*/ 50764 w 508352"/>
                <a:gd name="connsiteY55" fmla="*/ 141987 h 160456"/>
                <a:gd name="connsiteX56" fmla="*/ 26765 w 508352"/>
                <a:gd name="connsiteY56" fmla="*/ 123951 h 160456"/>
                <a:gd name="connsiteX57" fmla="*/ 0 w 508352"/>
                <a:gd name="connsiteY57" fmla="*/ 123951 h 160456"/>
                <a:gd name="connsiteX58" fmla="*/ 50764 w 508352"/>
                <a:gd name="connsiteY58" fmla="*/ 160182 h 160456"/>
                <a:gd name="connsiteX59" fmla="*/ 102809 w 508352"/>
                <a:gd name="connsiteY59" fmla="*/ 127145 h 160456"/>
                <a:gd name="connsiteX60" fmla="*/ 53112 w 508352"/>
                <a:gd name="connsiteY60" fmla="*/ 91766 h 160456"/>
                <a:gd name="connsiteX61" fmla="*/ 26658 w 508352"/>
                <a:gd name="connsiteY61" fmla="*/ 79266 h 160456"/>
                <a:gd name="connsiteX62" fmla="*/ 50657 w 508352"/>
                <a:gd name="connsiteY62" fmla="*/ 64637 h 160456"/>
                <a:gd name="connsiteX63" fmla="*/ 71989 w 508352"/>
                <a:gd name="connsiteY63" fmla="*/ 77988 h 160456"/>
                <a:gd name="connsiteX64" fmla="*/ 98763 w 508352"/>
                <a:gd name="connsiteY64" fmla="*/ 77988 h 16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08352" h="160456">
                  <a:moveTo>
                    <a:pt x="422866" y="47879"/>
                  </a:moveTo>
                  <a:lnTo>
                    <a:pt x="422866" y="158913"/>
                  </a:lnTo>
                  <a:lnTo>
                    <a:pt x="449532" y="158913"/>
                  </a:lnTo>
                  <a:lnTo>
                    <a:pt x="449532" y="90444"/>
                  </a:lnTo>
                  <a:cubicBezTo>
                    <a:pt x="449106" y="76028"/>
                    <a:pt x="453801" y="66926"/>
                    <a:pt x="469691" y="66926"/>
                  </a:cubicBezTo>
                  <a:cubicBezTo>
                    <a:pt x="482219" y="66926"/>
                    <a:pt x="483286" y="73473"/>
                    <a:pt x="483286" y="84695"/>
                  </a:cubicBezTo>
                  <a:lnTo>
                    <a:pt x="483286" y="90444"/>
                  </a:lnTo>
                  <a:lnTo>
                    <a:pt x="508353" y="90444"/>
                  </a:lnTo>
                  <a:lnTo>
                    <a:pt x="508353" y="81404"/>
                  </a:lnTo>
                  <a:cubicBezTo>
                    <a:pt x="508353" y="60121"/>
                    <a:pt x="502644" y="46397"/>
                    <a:pt x="479080" y="46397"/>
                  </a:cubicBezTo>
                  <a:cubicBezTo>
                    <a:pt x="466125" y="46397"/>
                    <a:pt x="454654" y="50017"/>
                    <a:pt x="449328" y="62357"/>
                  </a:cubicBezTo>
                  <a:lnTo>
                    <a:pt x="448261" y="62357"/>
                  </a:lnTo>
                  <a:lnTo>
                    <a:pt x="449008" y="47888"/>
                  </a:lnTo>
                  <a:lnTo>
                    <a:pt x="422874" y="47888"/>
                  </a:lnTo>
                  <a:close/>
                  <a:moveTo>
                    <a:pt x="371461" y="158913"/>
                  </a:moveTo>
                  <a:lnTo>
                    <a:pt x="398128" y="158913"/>
                  </a:lnTo>
                  <a:lnTo>
                    <a:pt x="398128" y="89220"/>
                  </a:lnTo>
                  <a:cubicBezTo>
                    <a:pt x="398128" y="51977"/>
                    <a:pt x="383252" y="46655"/>
                    <a:pt x="347577" y="46655"/>
                  </a:cubicBezTo>
                  <a:cubicBezTo>
                    <a:pt x="322084" y="46655"/>
                    <a:pt x="299588" y="47932"/>
                    <a:pt x="299588" y="80384"/>
                  </a:cubicBezTo>
                  <a:lnTo>
                    <a:pt x="326255" y="80384"/>
                  </a:lnTo>
                  <a:cubicBezTo>
                    <a:pt x="326255" y="65968"/>
                    <a:pt x="335582" y="64903"/>
                    <a:pt x="347266" y="64903"/>
                  </a:cubicBezTo>
                  <a:cubicBezTo>
                    <a:pt x="369558" y="64903"/>
                    <a:pt x="371052" y="71237"/>
                    <a:pt x="371052" y="89273"/>
                  </a:cubicBezTo>
                  <a:lnTo>
                    <a:pt x="371052" y="103689"/>
                  </a:lnTo>
                  <a:lnTo>
                    <a:pt x="370625" y="103689"/>
                  </a:lnTo>
                  <a:cubicBezTo>
                    <a:pt x="364276" y="91189"/>
                    <a:pt x="350894" y="90976"/>
                    <a:pt x="337298" y="90976"/>
                  </a:cubicBezTo>
                  <a:cubicBezTo>
                    <a:pt x="309680" y="90976"/>
                    <a:pt x="295648" y="98375"/>
                    <a:pt x="295648" y="125078"/>
                  </a:cubicBezTo>
                  <a:cubicBezTo>
                    <a:pt x="295648" y="155187"/>
                    <a:pt x="312018" y="160457"/>
                    <a:pt x="337298" y="160457"/>
                  </a:cubicBezTo>
                  <a:cubicBezTo>
                    <a:pt x="350254" y="160457"/>
                    <a:pt x="366624" y="160031"/>
                    <a:pt x="371906" y="145242"/>
                  </a:cubicBezTo>
                  <a:lnTo>
                    <a:pt x="372546" y="145242"/>
                  </a:lnTo>
                  <a:lnTo>
                    <a:pt x="371479" y="158913"/>
                  </a:lnTo>
                  <a:close/>
                  <a:moveTo>
                    <a:pt x="346608" y="108905"/>
                  </a:moveTo>
                  <a:cubicBezTo>
                    <a:pt x="359777" y="108905"/>
                    <a:pt x="371248" y="109331"/>
                    <a:pt x="371248" y="124865"/>
                  </a:cubicBezTo>
                  <a:cubicBezTo>
                    <a:pt x="371248" y="140399"/>
                    <a:pt x="360586" y="142049"/>
                    <a:pt x="346608" y="142049"/>
                  </a:cubicBezTo>
                  <a:cubicBezTo>
                    <a:pt x="328584" y="142049"/>
                    <a:pt x="322182" y="140558"/>
                    <a:pt x="322182" y="124865"/>
                  </a:cubicBezTo>
                  <a:cubicBezTo>
                    <a:pt x="322182" y="109171"/>
                    <a:pt x="332843" y="108905"/>
                    <a:pt x="346608" y="108905"/>
                  </a:cubicBezTo>
                  <a:moveTo>
                    <a:pt x="273134" y="0"/>
                  </a:moveTo>
                  <a:lnTo>
                    <a:pt x="246467" y="0"/>
                  </a:lnTo>
                  <a:lnTo>
                    <a:pt x="246467" y="158913"/>
                  </a:lnTo>
                  <a:lnTo>
                    <a:pt x="273134" y="158913"/>
                  </a:lnTo>
                  <a:lnTo>
                    <a:pt x="273134" y="0"/>
                  </a:lnTo>
                  <a:close/>
                  <a:moveTo>
                    <a:pt x="171179" y="66766"/>
                  </a:moveTo>
                  <a:cubicBezTo>
                    <a:pt x="194965" y="66766"/>
                    <a:pt x="196886" y="73526"/>
                    <a:pt x="196886" y="103636"/>
                  </a:cubicBezTo>
                  <a:cubicBezTo>
                    <a:pt x="196886" y="133745"/>
                    <a:pt x="194965" y="139866"/>
                    <a:pt x="171179" y="139866"/>
                  </a:cubicBezTo>
                  <a:cubicBezTo>
                    <a:pt x="147393" y="139866"/>
                    <a:pt x="145472" y="133266"/>
                    <a:pt x="145472" y="103636"/>
                  </a:cubicBezTo>
                  <a:cubicBezTo>
                    <a:pt x="145472" y="74005"/>
                    <a:pt x="147393" y="66766"/>
                    <a:pt x="171179" y="66766"/>
                  </a:cubicBezTo>
                  <a:moveTo>
                    <a:pt x="171179" y="46389"/>
                  </a:moveTo>
                  <a:cubicBezTo>
                    <a:pt x="124683" y="46389"/>
                    <a:pt x="118708" y="60166"/>
                    <a:pt x="118708" y="103423"/>
                  </a:cubicBezTo>
                  <a:cubicBezTo>
                    <a:pt x="118708" y="146680"/>
                    <a:pt x="124683" y="160191"/>
                    <a:pt x="171179" y="160191"/>
                  </a:cubicBezTo>
                  <a:cubicBezTo>
                    <a:pt x="217675" y="160191"/>
                    <a:pt x="223650" y="146413"/>
                    <a:pt x="223650" y="103423"/>
                  </a:cubicBezTo>
                  <a:cubicBezTo>
                    <a:pt x="223650" y="60432"/>
                    <a:pt x="217728" y="46389"/>
                    <a:pt x="171179" y="46389"/>
                  </a:cubicBezTo>
                  <a:moveTo>
                    <a:pt x="98763" y="77988"/>
                  </a:moveTo>
                  <a:cubicBezTo>
                    <a:pt x="98763" y="46814"/>
                    <a:pt x="72629" y="46389"/>
                    <a:pt x="50773" y="46389"/>
                  </a:cubicBezTo>
                  <a:cubicBezTo>
                    <a:pt x="22088" y="46389"/>
                    <a:pt x="9" y="47027"/>
                    <a:pt x="9" y="77563"/>
                  </a:cubicBezTo>
                  <a:cubicBezTo>
                    <a:pt x="9" y="105969"/>
                    <a:pt x="7425" y="111717"/>
                    <a:pt x="48426" y="112090"/>
                  </a:cubicBezTo>
                  <a:cubicBezTo>
                    <a:pt x="75404" y="112516"/>
                    <a:pt x="76044" y="117413"/>
                    <a:pt x="76044" y="127145"/>
                  </a:cubicBezTo>
                  <a:cubicBezTo>
                    <a:pt x="76044" y="142412"/>
                    <a:pt x="66716" y="141987"/>
                    <a:pt x="50764" y="141987"/>
                  </a:cubicBezTo>
                  <a:cubicBezTo>
                    <a:pt x="30980" y="141987"/>
                    <a:pt x="27192" y="140070"/>
                    <a:pt x="26765" y="123951"/>
                  </a:cubicBezTo>
                  <a:lnTo>
                    <a:pt x="0" y="123951"/>
                  </a:lnTo>
                  <a:cubicBezTo>
                    <a:pt x="0" y="160182"/>
                    <a:pt x="20371" y="160182"/>
                    <a:pt x="50764" y="160182"/>
                  </a:cubicBezTo>
                  <a:cubicBezTo>
                    <a:pt x="78969" y="160182"/>
                    <a:pt x="102809" y="157254"/>
                    <a:pt x="102809" y="127145"/>
                  </a:cubicBezTo>
                  <a:cubicBezTo>
                    <a:pt x="102809" y="91127"/>
                    <a:pt x="79450" y="93043"/>
                    <a:pt x="53112" y="91766"/>
                  </a:cubicBezTo>
                  <a:cubicBezTo>
                    <a:pt x="29752" y="90701"/>
                    <a:pt x="26658" y="90435"/>
                    <a:pt x="26658" y="79266"/>
                  </a:cubicBezTo>
                  <a:cubicBezTo>
                    <a:pt x="26658" y="64637"/>
                    <a:pt x="36413" y="64637"/>
                    <a:pt x="50657" y="64637"/>
                  </a:cubicBezTo>
                  <a:cubicBezTo>
                    <a:pt x="64902" y="64637"/>
                    <a:pt x="71989" y="64637"/>
                    <a:pt x="71989" y="77988"/>
                  </a:cubicBezTo>
                  <a:lnTo>
                    <a:pt x="98763" y="77988"/>
                  </a:lnTo>
                  <a:close/>
                </a:path>
              </a:pathLst>
            </a:custGeom>
            <a:solidFill>
              <a:schemeClr val="bg1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l" defTabSz="914400" rtl="0" eaLnBrk="1" latinLnBrk="0" hangingPunct="1"/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316442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49C20-CAD9-FFD2-CE2D-5525543FB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463296"/>
            <a:ext cx="11160000" cy="7315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03630-E937-E68D-BE93-B4C7018B1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000" y="2305877"/>
            <a:ext cx="11160000" cy="384827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7D31-CDDE-39A3-0DD6-ED3E256F9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4">
                    <a:lumMod val="20000"/>
                    <a:lumOff val="80000"/>
                    <a:alpha val="50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E7FC2-5991-B5B8-9AD3-AE6D68AE9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>
                    <a:lumMod val="20000"/>
                    <a:lumOff val="80000"/>
                    <a:alpha val="50000"/>
                  </a:schemeClr>
                </a:solidFill>
              </a:defRPr>
            </a:lvl1pPr>
          </a:lstStyle>
          <a:p>
            <a:fld id="{4055E60B-063F-7341-AAD1-65F55D97E323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CB354CA-FCBA-7A93-D38D-4AA6421A029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6000" y="1431235"/>
            <a:ext cx="11160000" cy="675378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200">
                <a:solidFill>
                  <a:schemeClr val="accent2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92395E59-618E-4D11-8C81-6FBE6E307EDC}"/>
              </a:ext>
            </a:extLst>
          </p:cNvPr>
          <p:cNvSpPr/>
          <p:nvPr userDrawn="1"/>
        </p:nvSpPr>
        <p:spPr>
          <a:xfrm>
            <a:off x="10654248" y="6448149"/>
            <a:ext cx="508352" cy="160456"/>
          </a:xfrm>
          <a:custGeom>
            <a:avLst/>
            <a:gdLst>
              <a:gd name="connsiteX0" fmla="*/ 422866 w 508352"/>
              <a:gd name="connsiteY0" fmla="*/ 47879 h 160456"/>
              <a:gd name="connsiteX1" fmla="*/ 422866 w 508352"/>
              <a:gd name="connsiteY1" fmla="*/ 158913 h 160456"/>
              <a:gd name="connsiteX2" fmla="*/ 449532 w 508352"/>
              <a:gd name="connsiteY2" fmla="*/ 158913 h 160456"/>
              <a:gd name="connsiteX3" fmla="*/ 449532 w 508352"/>
              <a:gd name="connsiteY3" fmla="*/ 90444 h 160456"/>
              <a:gd name="connsiteX4" fmla="*/ 469691 w 508352"/>
              <a:gd name="connsiteY4" fmla="*/ 66926 h 160456"/>
              <a:gd name="connsiteX5" fmla="*/ 483286 w 508352"/>
              <a:gd name="connsiteY5" fmla="*/ 84695 h 160456"/>
              <a:gd name="connsiteX6" fmla="*/ 483286 w 508352"/>
              <a:gd name="connsiteY6" fmla="*/ 90444 h 160456"/>
              <a:gd name="connsiteX7" fmla="*/ 508353 w 508352"/>
              <a:gd name="connsiteY7" fmla="*/ 90444 h 160456"/>
              <a:gd name="connsiteX8" fmla="*/ 508353 w 508352"/>
              <a:gd name="connsiteY8" fmla="*/ 81404 h 160456"/>
              <a:gd name="connsiteX9" fmla="*/ 479080 w 508352"/>
              <a:gd name="connsiteY9" fmla="*/ 46397 h 160456"/>
              <a:gd name="connsiteX10" fmla="*/ 449328 w 508352"/>
              <a:gd name="connsiteY10" fmla="*/ 62357 h 160456"/>
              <a:gd name="connsiteX11" fmla="*/ 448261 w 508352"/>
              <a:gd name="connsiteY11" fmla="*/ 62357 h 160456"/>
              <a:gd name="connsiteX12" fmla="*/ 449008 w 508352"/>
              <a:gd name="connsiteY12" fmla="*/ 47888 h 160456"/>
              <a:gd name="connsiteX13" fmla="*/ 422874 w 508352"/>
              <a:gd name="connsiteY13" fmla="*/ 47888 h 160456"/>
              <a:gd name="connsiteX14" fmla="*/ 371461 w 508352"/>
              <a:gd name="connsiteY14" fmla="*/ 158913 h 160456"/>
              <a:gd name="connsiteX15" fmla="*/ 398128 w 508352"/>
              <a:gd name="connsiteY15" fmla="*/ 158913 h 160456"/>
              <a:gd name="connsiteX16" fmla="*/ 398128 w 508352"/>
              <a:gd name="connsiteY16" fmla="*/ 89220 h 160456"/>
              <a:gd name="connsiteX17" fmla="*/ 347577 w 508352"/>
              <a:gd name="connsiteY17" fmla="*/ 46655 h 160456"/>
              <a:gd name="connsiteX18" fmla="*/ 299588 w 508352"/>
              <a:gd name="connsiteY18" fmla="*/ 80384 h 160456"/>
              <a:gd name="connsiteX19" fmla="*/ 326255 w 508352"/>
              <a:gd name="connsiteY19" fmla="*/ 80384 h 160456"/>
              <a:gd name="connsiteX20" fmla="*/ 347266 w 508352"/>
              <a:gd name="connsiteY20" fmla="*/ 64903 h 160456"/>
              <a:gd name="connsiteX21" fmla="*/ 371052 w 508352"/>
              <a:gd name="connsiteY21" fmla="*/ 89273 h 160456"/>
              <a:gd name="connsiteX22" fmla="*/ 371052 w 508352"/>
              <a:gd name="connsiteY22" fmla="*/ 103689 h 160456"/>
              <a:gd name="connsiteX23" fmla="*/ 370625 w 508352"/>
              <a:gd name="connsiteY23" fmla="*/ 103689 h 160456"/>
              <a:gd name="connsiteX24" fmla="*/ 337298 w 508352"/>
              <a:gd name="connsiteY24" fmla="*/ 90976 h 160456"/>
              <a:gd name="connsiteX25" fmla="*/ 295648 w 508352"/>
              <a:gd name="connsiteY25" fmla="*/ 125078 h 160456"/>
              <a:gd name="connsiteX26" fmla="*/ 337298 w 508352"/>
              <a:gd name="connsiteY26" fmla="*/ 160457 h 160456"/>
              <a:gd name="connsiteX27" fmla="*/ 371906 w 508352"/>
              <a:gd name="connsiteY27" fmla="*/ 145242 h 160456"/>
              <a:gd name="connsiteX28" fmla="*/ 372546 w 508352"/>
              <a:gd name="connsiteY28" fmla="*/ 145242 h 160456"/>
              <a:gd name="connsiteX29" fmla="*/ 371479 w 508352"/>
              <a:gd name="connsiteY29" fmla="*/ 158913 h 160456"/>
              <a:gd name="connsiteX30" fmla="*/ 346608 w 508352"/>
              <a:gd name="connsiteY30" fmla="*/ 108905 h 160456"/>
              <a:gd name="connsiteX31" fmla="*/ 371248 w 508352"/>
              <a:gd name="connsiteY31" fmla="*/ 124865 h 160456"/>
              <a:gd name="connsiteX32" fmla="*/ 346608 w 508352"/>
              <a:gd name="connsiteY32" fmla="*/ 142049 h 160456"/>
              <a:gd name="connsiteX33" fmla="*/ 322182 w 508352"/>
              <a:gd name="connsiteY33" fmla="*/ 124865 h 160456"/>
              <a:gd name="connsiteX34" fmla="*/ 346608 w 508352"/>
              <a:gd name="connsiteY34" fmla="*/ 108905 h 160456"/>
              <a:gd name="connsiteX35" fmla="*/ 273134 w 508352"/>
              <a:gd name="connsiteY35" fmla="*/ 0 h 160456"/>
              <a:gd name="connsiteX36" fmla="*/ 246467 w 508352"/>
              <a:gd name="connsiteY36" fmla="*/ 0 h 160456"/>
              <a:gd name="connsiteX37" fmla="*/ 246467 w 508352"/>
              <a:gd name="connsiteY37" fmla="*/ 158913 h 160456"/>
              <a:gd name="connsiteX38" fmla="*/ 273134 w 508352"/>
              <a:gd name="connsiteY38" fmla="*/ 158913 h 160456"/>
              <a:gd name="connsiteX39" fmla="*/ 273134 w 508352"/>
              <a:gd name="connsiteY39" fmla="*/ 0 h 160456"/>
              <a:gd name="connsiteX40" fmla="*/ 171179 w 508352"/>
              <a:gd name="connsiteY40" fmla="*/ 66766 h 160456"/>
              <a:gd name="connsiteX41" fmla="*/ 196886 w 508352"/>
              <a:gd name="connsiteY41" fmla="*/ 103636 h 160456"/>
              <a:gd name="connsiteX42" fmla="*/ 171179 w 508352"/>
              <a:gd name="connsiteY42" fmla="*/ 139866 h 160456"/>
              <a:gd name="connsiteX43" fmla="*/ 145472 w 508352"/>
              <a:gd name="connsiteY43" fmla="*/ 103636 h 160456"/>
              <a:gd name="connsiteX44" fmla="*/ 171179 w 508352"/>
              <a:gd name="connsiteY44" fmla="*/ 66766 h 160456"/>
              <a:gd name="connsiteX45" fmla="*/ 171179 w 508352"/>
              <a:gd name="connsiteY45" fmla="*/ 46389 h 160456"/>
              <a:gd name="connsiteX46" fmla="*/ 118708 w 508352"/>
              <a:gd name="connsiteY46" fmla="*/ 103423 h 160456"/>
              <a:gd name="connsiteX47" fmla="*/ 171179 w 508352"/>
              <a:gd name="connsiteY47" fmla="*/ 160191 h 160456"/>
              <a:gd name="connsiteX48" fmla="*/ 223650 w 508352"/>
              <a:gd name="connsiteY48" fmla="*/ 103423 h 160456"/>
              <a:gd name="connsiteX49" fmla="*/ 171179 w 508352"/>
              <a:gd name="connsiteY49" fmla="*/ 46389 h 160456"/>
              <a:gd name="connsiteX50" fmla="*/ 98763 w 508352"/>
              <a:gd name="connsiteY50" fmla="*/ 77988 h 160456"/>
              <a:gd name="connsiteX51" fmla="*/ 50773 w 508352"/>
              <a:gd name="connsiteY51" fmla="*/ 46389 h 160456"/>
              <a:gd name="connsiteX52" fmla="*/ 9 w 508352"/>
              <a:gd name="connsiteY52" fmla="*/ 77563 h 160456"/>
              <a:gd name="connsiteX53" fmla="*/ 48426 w 508352"/>
              <a:gd name="connsiteY53" fmla="*/ 112090 h 160456"/>
              <a:gd name="connsiteX54" fmla="*/ 76044 w 508352"/>
              <a:gd name="connsiteY54" fmla="*/ 127145 h 160456"/>
              <a:gd name="connsiteX55" fmla="*/ 50764 w 508352"/>
              <a:gd name="connsiteY55" fmla="*/ 141987 h 160456"/>
              <a:gd name="connsiteX56" fmla="*/ 26765 w 508352"/>
              <a:gd name="connsiteY56" fmla="*/ 123951 h 160456"/>
              <a:gd name="connsiteX57" fmla="*/ 0 w 508352"/>
              <a:gd name="connsiteY57" fmla="*/ 123951 h 160456"/>
              <a:gd name="connsiteX58" fmla="*/ 50764 w 508352"/>
              <a:gd name="connsiteY58" fmla="*/ 160182 h 160456"/>
              <a:gd name="connsiteX59" fmla="*/ 102809 w 508352"/>
              <a:gd name="connsiteY59" fmla="*/ 127145 h 160456"/>
              <a:gd name="connsiteX60" fmla="*/ 53112 w 508352"/>
              <a:gd name="connsiteY60" fmla="*/ 91766 h 160456"/>
              <a:gd name="connsiteX61" fmla="*/ 26658 w 508352"/>
              <a:gd name="connsiteY61" fmla="*/ 79266 h 160456"/>
              <a:gd name="connsiteX62" fmla="*/ 50657 w 508352"/>
              <a:gd name="connsiteY62" fmla="*/ 64637 h 160456"/>
              <a:gd name="connsiteX63" fmla="*/ 71989 w 508352"/>
              <a:gd name="connsiteY63" fmla="*/ 77988 h 160456"/>
              <a:gd name="connsiteX64" fmla="*/ 98763 w 508352"/>
              <a:gd name="connsiteY64" fmla="*/ 77988 h 160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508352" h="160456">
                <a:moveTo>
                  <a:pt x="422866" y="47879"/>
                </a:moveTo>
                <a:lnTo>
                  <a:pt x="422866" y="158913"/>
                </a:lnTo>
                <a:lnTo>
                  <a:pt x="449532" y="158913"/>
                </a:lnTo>
                <a:lnTo>
                  <a:pt x="449532" y="90444"/>
                </a:lnTo>
                <a:cubicBezTo>
                  <a:pt x="449106" y="76028"/>
                  <a:pt x="453801" y="66926"/>
                  <a:pt x="469691" y="66926"/>
                </a:cubicBezTo>
                <a:cubicBezTo>
                  <a:pt x="482219" y="66926"/>
                  <a:pt x="483286" y="73473"/>
                  <a:pt x="483286" y="84695"/>
                </a:cubicBezTo>
                <a:lnTo>
                  <a:pt x="483286" y="90444"/>
                </a:lnTo>
                <a:lnTo>
                  <a:pt x="508353" y="90444"/>
                </a:lnTo>
                <a:lnTo>
                  <a:pt x="508353" y="81404"/>
                </a:lnTo>
                <a:cubicBezTo>
                  <a:pt x="508353" y="60121"/>
                  <a:pt x="502644" y="46397"/>
                  <a:pt x="479080" y="46397"/>
                </a:cubicBezTo>
                <a:cubicBezTo>
                  <a:pt x="466125" y="46397"/>
                  <a:pt x="454654" y="50017"/>
                  <a:pt x="449328" y="62357"/>
                </a:cubicBezTo>
                <a:lnTo>
                  <a:pt x="448261" y="62357"/>
                </a:lnTo>
                <a:lnTo>
                  <a:pt x="449008" y="47888"/>
                </a:lnTo>
                <a:lnTo>
                  <a:pt x="422874" y="47888"/>
                </a:lnTo>
                <a:close/>
                <a:moveTo>
                  <a:pt x="371461" y="158913"/>
                </a:moveTo>
                <a:lnTo>
                  <a:pt x="398128" y="158913"/>
                </a:lnTo>
                <a:lnTo>
                  <a:pt x="398128" y="89220"/>
                </a:lnTo>
                <a:cubicBezTo>
                  <a:pt x="398128" y="51977"/>
                  <a:pt x="383252" y="46655"/>
                  <a:pt x="347577" y="46655"/>
                </a:cubicBezTo>
                <a:cubicBezTo>
                  <a:pt x="322084" y="46655"/>
                  <a:pt x="299588" y="47932"/>
                  <a:pt x="299588" y="80384"/>
                </a:cubicBezTo>
                <a:lnTo>
                  <a:pt x="326255" y="80384"/>
                </a:lnTo>
                <a:cubicBezTo>
                  <a:pt x="326255" y="65968"/>
                  <a:pt x="335582" y="64903"/>
                  <a:pt x="347266" y="64903"/>
                </a:cubicBezTo>
                <a:cubicBezTo>
                  <a:pt x="369558" y="64903"/>
                  <a:pt x="371052" y="71237"/>
                  <a:pt x="371052" y="89273"/>
                </a:cubicBezTo>
                <a:lnTo>
                  <a:pt x="371052" y="103689"/>
                </a:lnTo>
                <a:lnTo>
                  <a:pt x="370625" y="103689"/>
                </a:lnTo>
                <a:cubicBezTo>
                  <a:pt x="364276" y="91189"/>
                  <a:pt x="350894" y="90976"/>
                  <a:pt x="337298" y="90976"/>
                </a:cubicBezTo>
                <a:cubicBezTo>
                  <a:pt x="309680" y="90976"/>
                  <a:pt x="295648" y="98375"/>
                  <a:pt x="295648" y="125078"/>
                </a:cubicBezTo>
                <a:cubicBezTo>
                  <a:pt x="295648" y="155187"/>
                  <a:pt x="312018" y="160457"/>
                  <a:pt x="337298" y="160457"/>
                </a:cubicBezTo>
                <a:cubicBezTo>
                  <a:pt x="350254" y="160457"/>
                  <a:pt x="366624" y="160031"/>
                  <a:pt x="371906" y="145242"/>
                </a:cubicBezTo>
                <a:lnTo>
                  <a:pt x="372546" y="145242"/>
                </a:lnTo>
                <a:lnTo>
                  <a:pt x="371479" y="158913"/>
                </a:lnTo>
                <a:close/>
                <a:moveTo>
                  <a:pt x="346608" y="108905"/>
                </a:moveTo>
                <a:cubicBezTo>
                  <a:pt x="359777" y="108905"/>
                  <a:pt x="371248" y="109331"/>
                  <a:pt x="371248" y="124865"/>
                </a:cubicBezTo>
                <a:cubicBezTo>
                  <a:pt x="371248" y="140399"/>
                  <a:pt x="360586" y="142049"/>
                  <a:pt x="346608" y="142049"/>
                </a:cubicBezTo>
                <a:cubicBezTo>
                  <a:pt x="328584" y="142049"/>
                  <a:pt x="322182" y="140558"/>
                  <a:pt x="322182" y="124865"/>
                </a:cubicBezTo>
                <a:cubicBezTo>
                  <a:pt x="322182" y="109171"/>
                  <a:pt x="332843" y="108905"/>
                  <a:pt x="346608" y="108905"/>
                </a:cubicBezTo>
                <a:moveTo>
                  <a:pt x="273134" y="0"/>
                </a:moveTo>
                <a:lnTo>
                  <a:pt x="246467" y="0"/>
                </a:lnTo>
                <a:lnTo>
                  <a:pt x="246467" y="158913"/>
                </a:lnTo>
                <a:lnTo>
                  <a:pt x="273134" y="158913"/>
                </a:lnTo>
                <a:lnTo>
                  <a:pt x="273134" y="0"/>
                </a:lnTo>
                <a:close/>
                <a:moveTo>
                  <a:pt x="171179" y="66766"/>
                </a:moveTo>
                <a:cubicBezTo>
                  <a:pt x="194965" y="66766"/>
                  <a:pt x="196886" y="73526"/>
                  <a:pt x="196886" y="103636"/>
                </a:cubicBezTo>
                <a:cubicBezTo>
                  <a:pt x="196886" y="133745"/>
                  <a:pt x="194965" y="139866"/>
                  <a:pt x="171179" y="139866"/>
                </a:cubicBezTo>
                <a:cubicBezTo>
                  <a:pt x="147393" y="139866"/>
                  <a:pt x="145472" y="133266"/>
                  <a:pt x="145472" y="103636"/>
                </a:cubicBezTo>
                <a:cubicBezTo>
                  <a:pt x="145472" y="74005"/>
                  <a:pt x="147393" y="66766"/>
                  <a:pt x="171179" y="66766"/>
                </a:cubicBezTo>
                <a:moveTo>
                  <a:pt x="171179" y="46389"/>
                </a:moveTo>
                <a:cubicBezTo>
                  <a:pt x="124683" y="46389"/>
                  <a:pt x="118708" y="60166"/>
                  <a:pt x="118708" y="103423"/>
                </a:cubicBezTo>
                <a:cubicBezTo>
                  <a:pt x="118708" y="146680"/>
                  <a:pt x="124683" y="160191"/>
                  <a:pt x="171179" y="160191"/>
                </a:cubicBezTo>
                <a:cubicBezTo>
                  <a:pt x="217675" y="160191"/>
                  <a:pt x="223650" y="146413"/>
                  <a:pt x="223650" y="103423"/>
                </a:cubicBezTo>
                <a:cubicBezTo>
                  <a:pt x="223650" y="60432"/>
                  <a:pt x="217728" y="46389"/>
                  <a:pt x="171179" y="46389"/>
                </a:cubicBezTo>
                <a:moveTo>
                  <a:pt x="98763" y="77988"/>
                </a:moveTo>
                <a:cubicBezTo>
                  <a:pt x="98763" y="46814"/>
                  <a:pt x="72629" y="46389"/>
                  <a:pt x="50773" y="46389"/>
                </a:cubicBezTo>
                <a:cubicBezTo>
                  <a:pt x="22088" y="46389"/>
                  <a:pt x="9" y="47027"/>
                  <a:pt x="9" y="77563"/>
                </a:cubicBezTo>
                <a:cubicBezTo>
                  <a:pt x="9" y="105969"/>
                  <a:pt x="7425" y="111717"/>
                  <a:pt x="48426" y="112090"/>
                </a:cubicBezTo>
                <a:cubicBezTo>
                  <a:pt x="75404" y="112516"/>
                  <a:pt x="76044" y="117413"/>
                  <a:pt x="76044" y="127145"/>
                </a:cubicBezTo>
                <a:cubicBezTo>
                  <a:pt x="76044" y="142412"/>
                  <a:pt x="66716" y="141987"/>
                  <a:pt x="50764" y="141987"/>
                </a:cubicBezTo>
                <a:cubicBezTo>
                  <a:pt x="30980" y="141987"/>
                  <a:pt x="27192" y="140070"/>
                  <a:pt x="26765" y="123951"/>
                </a:cubicBezTo>
                <a:lnTo>
                  <a:pt x="0" y="123951"/>
                </a:lnTo>
                <a:cubicBezTo>
                  <a:pt x="0" y="160182"/>
                  <a:pt x="20371" y="160182"/>
                  <a:pt x="50764" y="160182"/>
                </a:cubicBezTo>
                <a:cubicBezTo>
                  <a:pt x="78969" y="160182"/>
                  <a:pt x="102809" y="157254"/>
                  <a:pt x="102809" y="127145"/>
                </a:cubicBezTo>
                <a:cubicBezTo>
                  <a:pt x="102809" y="91127"/>
                  <a:pt x="79450" y="93043"/>
                  <a:pt x="53112" y="91766"/>
                </a:cubicBezTo>
                <a:cubicBezTo>
                  <a:pt x="29752" y="90701"/>
                  <a:pt x="26658" y="90435"/>
                  <a:pt x="26658" y="79266"/>
                </a:cubicBezTo>
                <a:cubicBezTo>
                  <a:pt x="26658" y="64637"/>
                  <a:pt x="36413" y="64637"/>
                  <a:pt x="50657" y="64637"/>
                </a:cubicBezTo>
                <a:cubicBezTo>
                  <a:pt x="64902" y="64637"/>
                  <a:pt x="71989" y="64637"/>
                  <a:pt x="71989" y="77988"/>
                </a:cubicBezTo>
                <a:lnTo>
                  <a:pt x="98763" y="77988"/>
                </a:lnTo>
                <a:close/>
              </a:path>
            </a:pathLst>
          </a:custGeom>
          <a:solidFill>
            <a:schemeClr val="bg1"/>
          </a:solidFill>
          <a:ln w="882" cap="flat">
            <a:noFill/>
            <a:prstDash val="solid"/>
            <a:miter/>
          </a:ln>
        </p:spPr>
        <p:txBody>
          <a:bodyPr rtlCol="0" anchor="ctr"/>
          <a:lstStyle/>
          <a:p>
            <a:pPr marL="0" algn="l" defTabSz="914400" rtl="0" eaLnBrk="1" latinLnBrk="0" hangingPunct="1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82471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7D31-CDDE-39A3-0DD6-ED3E256F9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E7FC2-5991-B5B8-9AD3-AE6D68AE9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‹#›</a:t>
            </a:fld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A49C20-CAD9-FFD2-CE2D-5525543FB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3852045"/>
            <a:ext cx="3600000" cy="2330093"/>
          </a:xfrm>
        </p:spPr>
        <p:txBody>
          <a:bodyPr>
            <a:no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03630-E937-E68D-BE93-B4C7018B1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00" y="3863163"/>
            <a:ext cx="7380000" cy="2279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A5E8B33C-41D5-C601-28DC-EB67316E3A4C}"/>
              </a:ext>
            </a:extLst>
          </p:cNvPr>
          <p:cNvSpPr/>
          <p:nvPr userDrawn="1"/>
        </p:nvSpPr>
        <p:spPr>
          <a:xfrm>
            <a:off x="592865" y="3770895"/>
            <a:ext cx="540000" cy="36000"/>
          </a:xfrm>
          <a:prstGeom prst="parallelogram">
            <a:avLst>
              <a:gd name="adj" fmla="val 33599"/>
            </a:avLst>
          </a:prstGeom>
          <a:solidFill>
            <a:srgbClr val="FF3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>
              <a:solidFill>
                <a:srgbClr val="FF3232"/>
              </a:solidFill>
            </a:endParaRP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3038852B-0D31-BB0D-A4CC-B5B8777F3F0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429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08561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49C20-CAD9-FFD2-CE2D-5525543FB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000" y="463296"/>
            <a:ext cx="5427600" cy="731520"/>
          </a:xfrm>
        </p:spPr>
        <p:txBody>
          <a:bodyPr/>
          <a:lstStyle/>
          <a:p>
            <a:r>
              <a:rPr lang="en-US"/>
              <a:t>Click to edit title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03630-E937-E68D-BE93-B4C7018B1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000" y="1474149"/>
            <a:ext cx="54276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E7FC2-5991-B5B8-9AD3-AE6D68AE9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‹#›</a:t>
            </a:fld>
            <a:endParaRPr lang="en-IL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E44F1283-EEBE-41D7-8302-9E97D40C0998}"/>
              </a:ext>
            </a:extLst>
          </p:cNvPr>
          <p:cNvSpPr/>
          <p:nvPr userDrawn="1"/>
        </p:nvSpPr>
        <p:spPr>
          <a:xfrm>
            <a:off x="592865" y="388644"/>
            <a:ext cx="540000" cy="36000"/>
          </a:xfrm>
          <a:prstGeom prst="parallelogram">
            <a:avLst>
              <a:gd name="adj" fmla="val 33599"/>
            </a:avLst>
          </a:prstGeom>
          <a:solidFill>
            <a:srgbClr val="FF3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>
              <a:solidFill>
                <a:srgbClr val="FF3232"/>
              </a:solidFill>
            </a:endParaRPr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7C32B4B0-C302-1C77-FFC3-D812528EF5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9175" y="0"/>
            <a:ext cx="6184900" cy="6858000"/>
          </a:xfrm>
          <a:custGeom>
            <a:avLst/>
            <a:gdLst>
              <a:gd name="connsiteX0" fmla="*/ 4813416 w 6096000"/>
              <a:gd name="connsiteY0" fmla="*/ 6557054 h 6858000"/>
              <a:gd name="connsiteX1" fmla="*/ 4838056 w 6096000"/>
              <a:gd name="connsiteY1" fmla="*/ 6573014 h 6858000"/>
              <a:gd name="connsiteX2" fmla="*/ 4813416 w 6096000"/>
              <a:gd name="connsiteY2" fmla="*/ 6590198 h 6858000"/>
              <a:gd name="connsiteX3" fmla="*/ 4788990 w 6096000"/>
              <a:gd name="connsiteY3" fmla="*/ 6573014 h 6858000"/>
              <a:gd name="connsiteX4" fmla="*/ 4813416 w 6096000"/>
              <a:gd name="connsiteY4" fmla="*/ 6557054 h 6858000"/>
              <a:gd name="connsiteX5" fmla="*/ 5371794 w 6096000"/>
              <a:gd name="connsiteY5" fmla="*/ 6556469 h 6858000"/>
              <a:gd name="connsiteX6" fmla="*/ 5396487 w 6096000"/>
              <a:gd name="connsiteY6" fmla="*/ 6588015 h 6858000"/>
              <a:gd name="connsiteX7" fmla="*/ 5421714 w 6096000"/>
              <a:gd name="connsiteY7" fmla="*/ 6571683 h 6858000"/>
              <a:gd name="connsiteX8" fmla="*/ 5436528 w 6096000"/>
              <a:gd name="connsiteY8" fmla="*/ 6571683 h 6858000"/>
              <a:gd name="connsiteX9" fmla="*/ 5441863 w 6096000"/>
              <a:gd name="connsiteY9" fmla="*/ 6556469 h 6858000"/>
              <a:gd name="connsiteX10" fmla="*/ 5396487 w 6096000"/>
              <a:gd name="connsiteY10" fmla="*/ 6515181 h 6858000"/>
              <a:gd name="connsiteX11" fmla="*/ 5371794 w 6096000"/>
              <a:gd name="connsiteY11" fmla="*/ 6539764 h 6858000"/>
              <a:gd name="connsiteX12" fmla="*/ 5371803 w 6096000"/>
              <a:gd name="connsiteY12" fmla="*/ 6539764 h 6858000"/>
              <a:gd name="connsiteX13" fmla="*/ 5421714 w 6096000"/>
              <a:gd name="connsiteY13" fmla="*/ 6539764 h 6858000"/>
              <a:gd name="connsiteX14" fmla="*/ 5396487 w 6096000"/>
              <a:gd name="connsiteY14" fmla="*/ 6515181 h 6858000"/>
              <a:gd name="connsiteX15" fmla="*/ 5277344 w 6096000"/>
              <a:gd name="connsiteY15" fmla="*/ 6514915 h 6858000"/>
              <a:gd name="connsiteX16" fmla="*/ 5253558 w 6096000"/>
              <a:gd name="connsiteY16" fmla="*/ 6548165 h 6858000"/>
              <a:gd name="connsiteX17" fmla="*/ 5277344 w 6096000"/>
              <a:gd name="connsiteY17" fmla="*/ 6588015 h 6858000"/>
              <a:gd name="connsiteX18" fmla="*/ 5304011 w 6096000"/>
              <a:gd name="connsiteY18" fmla="*/ 6548165 h 6858000"/>
              <a:gd name="connsiteX19" fmla="*/ 5277344 w 6096000"/>
              <a:gd name="connsiteY19" fmla="*/ 6514915 h 6858000"/>
              <a:gd name="connsiteX20" fmla="*/ 5158974 w 6096000"/>
              <a:gd name="connsiteY20" fmla="*/ 6514915 h 6858000"/>
              <a:gd name="connsiteX21" fmla="*/ 5135188 w 6096000"/>
              <a:gd name="connsiteY21" fmla="*/ 6548165 h 6858000"/>
              <a:gd name="connsiteX22" fmla="*/ 5158974 w 6096000"/>
              <a:gd name="connsiteY22" fmla="*/ 6588015 h 6858000"/>
              <a:gd name="connsiteX23" fmla="*/ 5185321 w 6096000"/>
              <a:gd name="connsiteY23" fmla="*/ 6548165 h 6858000"/>
              <a:gd name="connsiteX24" fmla="*/ 5158974 w 6096000"/>
              <a:gd name="connsiteY24" fmla="*/ 6514915 h 6858000"/>
              <a:gd name="connsiteX25" fmla="*/ 5042188 w 6096000"/>
              <a:gd name="connsiteY25" fmla="*/ 6514915 h 6858000"/>
              <a:gd name="connsiteX26" fmla="*/ 5042193 w 6096000"/>
              <a:gd name="connsiteY26" fmla="*/ 6514916 h 6858000"/>
              <a:gd name="connsiteX27" fmla="*/ 5021177 w 6096000"/>
              <a:gd name="connsiteY27" fmla="*/ 6519805 h 6858000"/>
              <a:gd name="connsiteX28" fmla="*/ 5017557 w 6096000"/>
              <a:gd name="connsiteY28" fmla="*/ 6539498 h 6858000"/>
              <a:gd name="connsiteX29" fmla="*/ 5067467 w 6096000"/>
              <a:gd name="connsiteY29" fmla="*/ 6539498 h 6858000"/>
              <a:gd name="connsiteX30" fmla="*/ 5063027 w 6096000"/>
              <a:gd name="connsiteY30" fmla="*/ 6518627 h 6858000"/>
              <a:gd name="connsiteX31" fmla="*/ 5042193 w 6096000"/>
              <a:gd name="connsiteY31" fmla="*/ 6514916 h 6858000"/>
              <a:gd name="connsiteX32" fmla="*/ 5042197 w 6096000"/>
              <a:gd name="connsiteY32" fmla="*/ 6514915 h 6858000"/>
              <a:gd name="connsiteX33" fmla="*/ 4637987 w 6096000"/>
              <a:gd name="connsiteY33" fmla="*/ 6514915 h 6858000"/>
              <a:gd name="connsiteX34" fmla="*/ 4663694 w 6096000"/>
              <a:gd name="connsiteY34" fmla="*/ 6551785 h 6858000"/>
              <a:gd name="connsiteX35" fmla="*/ 4637987 w 6096000"/>
              <a:gd name="connsiteY35" fmla="*/ 6588015 h 6858000"/>
              <a:gd name="connsiteX36" fmla="*/ 4612280 w 6096000"/>
              <a:gd name="connsiteY36" fmla="*/ 6551785 h 6858000"/>
              <a:gd name="connsiteX37" fmla="*/ 4637987 w 6096000"/>
              <a:gd name="connsiteY37" fmla="*/ 6514915 h 6858000"/>
              <a:gd name="connsiteX38" fmla="*/ 4814385 w 6096000"/>
              <a:gd name="connsiteY38" fmla="*/ 6494804 h 6858000"/>
              <a:gd name="connsiteX39" fmla="*/ 4766396 w 6096000"/>
              <a:gd name="connsiteY39" fmla="*/ 6528533 h 6858000"/>
              <a:gd name="connsiteX40" fmla="*/ 4793063 w 6096000"/>
              <a:gd name="connsiteY40" fmla="*/ 6528533 h 6858000"/>
              <a:gd name="connsiteX41" fmla="*/ 4814074 w 6096000"/>
              <a:gd name="connsiteY41" fmla="*/ 6513052 h 6858000"/>
              <a:gd name="connsiteX42" fmla="*/ 4837860 w 6096000"/>
              <a:gd name="connsiteY42" fmla="*/ 6537422 h 6858000"/>
              <a:gd name="connsiteX43" fmla="*/ 4837860 w 6096000"/>
              <a:gd name="connsiteY43" fmla="*/ 6551838 h 6858000"/>
              <a:gd name="connsiteX44" fmla="*/ 4837433 w 6096000"/>
              <a:gd name="connsiteY44" fmla="*/ 6551838 h 6858000"/>
              <a:gd name="connsiteX45" fmla="*/ 4804106 w 6096000"/>
              <a:gd name="connsiteY45" fmla="*/ 6539125 h 6858000"/>
              <a:gd name="connsiteX46" fmla="*/ 4762456 w 6096000"/>
              <a:gd name="connsiteY46" fmla="*/ 6573227 h 6858000"/>
              <a:gd name="connsiteX47" fmla="*/ 4804106 w 6096000"/>
              <a:gd name="connsiteY47" fmla="*/ 6608606 h 6858000"/>
              <a:gd name="connsiteX48" fmla="*/ 4838714 w 6096000"/>
              <a:gd name="connsiteY48" fmla="*/ 6593391 h 6858000"/>
              <a:gd name="connsiteX49" fmla="*/ 4839354 w 6096000"/>
              <a:gd name="connsiteY49" fmla="*/ 6593391 h 6858000"/>
              <a:gd name="connsiteX50" fmla="*/ 4838287 w 6096000"/>
              <a:gd name="connsiteY50" fmla="*/ 6607062 h 6858000"/>
              <a:gd name="connsiteX51" fmla="*/ 4864936 w 6096000"/>
              <a:gd name="connsiteY51" fmla="*/ 6607062 h 6858000"/>
              <a:gd name="connsiteX52" fmla="*/ 4864936 w 6096000"/>
              <a:gd name="connsiteY52" fmla="*/ 6537369 h 6858000"/>
              <a:gd name="connsiteX53" fmla="*/ 4814385 w 6096000"/>
              <a:gd name="connsiteY53" fmla="*/ 6494804 h 6858000"/>
              <a:gd name="connsiteX54" fmla="*/ 4945888 w 6096000"/>
              <a:gd name="connsiteY54" fmla="*/ 6494546 h 6858000"/>
              <a:gd name="connsiteX55" fmla="*/ 4916136 w 6096000"/>
              <a:gd name="connsiteY55" fmla="*/ 6510506 h 6858000"/>
              <a:gd name="connsiteX56" fmla="*/ 4915069 w 6096000"/>
              <a:gd name="connsiteY56" fmla="*/ 6510506 h 6858000"/>
              <a:gd name="connsiteX57" fmla="*/ 4915816 w 6096000"/>
              <a:gd name="connsiteY57" fmla="*/ 6496037 h 6858000"/>
              <a:gd name="connsiteX58" fmla="*/ 4889682 w 6096000"/>
              <a:gd name="connsiteY58" fmla="*/ 6496037 h 6858000"/>
              <a:gd name="connsiteX59" fmla="*/ 4889674 w 6096000"/>
              <a:gd name="connsiteY59" fmla="*/ 6496028 h 6858000"/>
              <a:gd name="connsiteX60" fmla="*/ 4889674 w 6096000"/>
              <a:gd name="connsiteY60" fmla="*/ 6607062 h 6858000"/>
              <a:gd name="connsiteX61" fmla="*/ 4916340 w 6096000"/>
              <a:gd name="connsiteY61" fmla="*/ 6607062 h 6858000"/>
              <a:gd name="connsiteX62" fmla="*/ 4916340 w 6096000"/>
              <a:gd name="connsiteY62" fmla="*/ 6538593 h 6858000"/>
              <a:gd name="connsiteX63" fmla="*/ 4936499 w 6096000"/>
              <a:gd name="connsiteY63" fmla="*/ 6515075 h 6858000"/>
              <a:gd name="connsiteX64" fmla="*/ 4950094 w 6096000"/>
              <a:gd name="connsiteY64" fmla="*/ 6532844 h 6858000"/>
              <a:gd name="connsiteX65" fmla="*/ 4950094 w 6096000"/>
              <a:gd name="connsiteY65" fmla="*/ 6538593 h 6858000"/>
              <a:gd name="connsiteX66" fmla="*/ 4975161 w 6096000"/>
              <a:gd name="connsiteY66" fmla="*/ 6538593 h 6858000"/>
              <a:gd name="connsiteX67" fmla="*/ 4975161 w 6096000"/>
              <a:gd name="connsiteY67" fmla="*/ 6529553 h 6858000"/>
              <a:gd name="connsiteX68" fmla="*/ 4945888 w 6096000"/>
              <a:gd name="connsiteY68" fmla="*/ 6494546 h 6858000"/>
              <a:gd name="connsiteX69" fmla="*/ 4637987 w 6096000"/>
              <a:gd name="connsiteY69" fmla="*/ 6494538 h 6858000"/>
              <a:gd name="connsiteX70" fmla="*/ 4585516 w 6096000"/>
              <a:gd name="connsiteY70" fmla="*/ 6551572 h 6858000"/>
              <a:gd name="connsiteX71" fmla="*/ 4637987 w 6096000"/>
              <a:gd name="connsiteY71" fmla="*/ 6608340 h 6858000"/>
              <a:gd name="connsiteX72" fmla="*/ 4690458 w 6096000"/>
              <a:gd name="connsiteY72" fmla="*/ 6551572 h 6858000"/>
              <a:gd name="connsiteX73" fmla="*/ 4637987 w 6096000"/>
              <a:gd name="connsiteY73" fmla="*/ 6494538 h 6858000"/>
              <a:gd name="connsiteX74" fmla="*/ 4517581 w 6096000"/>
              <a:gd name="connsiteY74" fmla="*/ 6494538 h 6858000"/>
              <a:gd name="connsiteX75" fmla="*/ 4466817 w 6096000"/>
              <a:gd name="connsiteY75" fmla="*/ 6525712 h 6858000"/>
              <a:gd name="connsiteX76" fmla="*/ 4515234 w 6096000"/>
              <a:gd name="connsiteY76" fmla="*/ 6560239 h 6858000"/>
              <a:gd name="connsiteX77" fmla="*/ 4542852 w 6096000"/>
              <a:gd name="connsiteY77" fmla="*/ 6575294 h 6858000"/>
              <a:gd name="connsiteX78" fmla="*/ 4517572 w 6096000"/>
              <a:gd name="connsiteY78" fmla="*/ 6590136 h 6858000"/>
              <a:gd name="connsiteX79" fmla="*/ 4493573 w 6096000"/>
              <a:gd name="connsiteY79" fmla="*/ 6572100 h 6858000"/>
              <a:gd name="connsiteX80" fmla="*/ 4466808 w 6096000"/>
              <a:gd name="connsiteY80" fmla="*/ 6572100 h 6858000"/>
              <a:gd name="connsiteX81" fmla="*/ 4517572 w 6096000"/>
              <a:gd name="connsiteY81" fmla="*/ 6608331 h 6858000"/>
              <a:gd name="connsiteX82" fmla="*/ 4569617 w 6096000"/>
              <a:gd name="connsiteY82" fmla="*/ 6575294 h 6858000"/>
              <a:gd name="connsiteX83" fmla="*/ 4519920 w 6096000"/>
              <a:gd name="connsiteY83" fmla="*/ 6539915 h 6858000"/>
              <a:gd name="connsiteX84" fmla="*/ 4493466 w 6096000"/>
              <a:gd name="connsiteY84" fmla="*/ 6527415 h 6858000"/>
              <a:gd name="connsiteX85" fmla="*/ 4517465 w 6096000"/>
              <a:gd name="connsiteY85" fmla="*/ 6512786 h 6858000"/>
              <a:gd name="connsiteX86" fmla="*/ 4538797 w 6096000"/>
              <a:gd name="connsiteY86" fmla="*/ 6526137 h 6858000"/>
              <a:gd name="connsiteX87" fmla="*/ 4565571 w 6096000"/>
              <a:gd name="connsiteY87" fmla="*/ 6526137 h 6858000"/>
              <a:gd name="connsiteX88" fmla="*/ 4517581 w 6096000"/>
              <a:gd name="connsiteY88" fmla="*/ 6494538 h 6858000"/>
              <a:gd name="connsiteX89" fmla="*/ 5045967 w 6096000"/>
              <a:gd name="connsiteY89" fmla="*/ 6448149 h 6858000"/>
              <a:gd name="connsiteX90" fmla="*/ 5025488 w 6096000"/>
              <a:gd name="connsiteY90" fmla="*/ 6462725 h 6858000"/>
              <a:gd name="connsiteX91" fmla="*/ 5013120 w 6096000"/>
              <a:gd name="connsiteY91" fmla="*/ 6498689 h 6858000"/>
              <a:gd name="connsiteX92" fmla="*/ 5042179 w 6096000"/>
              <a:gd name="connsiteY92" fmla="*/ 6494538 h 6858000"/>
              <a:gd name="connsiteX93" fmla="*/ 5094223 w 6096000"/>
              <a:gd name="connsiteY93" fmla="*/ 6556469 h 6858000"/>
              <a:gd name="connsiteX94" fmla="*/ 5017539 w 6096000"/>
              <a:gd name="connsiteY94" fmla="*/ 6556469 h 6858000"/>
              <a:gd name="connsiteX95" fmla="*/ 5042179 w 6096000"/>
              <a:gd name="connsiteY95" fmla="*/ 6588015 h 6858000"/>
              <a:gd name="connsiteX96" fmla="*/ 5067459 w 6096000"/>
              <a:gd name="connsiteY96" fmla="*/ 6571683 h 6858000"/>
              <a:gd name="connsiteX97" fmla="*/ 5094125 w 6096000"/>
              <a:gd name="connsiteY97" fmla="*/ 6571683 h 6858000"/>
              <a:gd name="connsiteX98" fmla="*/ 5042081 w 6096000"/>
              <a:gd name="connsiteY98" fmla="*/ 6608340 h 6858000"/>
              <a:gd name="connsiteX99" fmla="*/ 4990890 w 6096000"/>
              <a:gd name="connsiteY99" fmla="*/ 6562377 h 6858000"/>
              <a:gd name="connsiteX100" fmla="*/ 4964917 w 6096000"/>
              <a:gd name="connsiteY100" fmla="*/ 6637394 h 6858000"/>
              <a:gd name="connsiteX101" fmla="*/ 4975311 w 6096000"/>
              <a:gd name="connsiteY101" fmla="*/ 6651916 h 6858000"/>
              <a:gd name="connsiteX102" fmla="*/ 5247271 w 6096000"/>
              <a:gd name="connsiteY102" fmla="*/ 6651916 h 6858000"/>
              <a:gd name="connsiteX103" fmla="*/ 5231275 w 6096000"/>
              <a:gd name="connsiteY103" fmla="*/ 6618560 h 6858000"/>
              <a:gd name="connsiteX104" fmla="*/ 5256341 w 6096000"/>
              <a:gd name="connsiteY104" fmla="*/ 6618560 h 6858000"/>
              <a:gd name="connsiteX105" fmla="*/ 5277140 w 6096000"/>
              <a:gd name="connsiteY105" fmla="*/ 6636116 h 6858000"/>
              <a:gd name="connsiteX106" fmla="*/ 5304758 w 6096000"/>
              <a:gd name="connsiteY106" fmla="*/ 6612385 h 6858000"/>
              <a:gd name="connsiteX107" fmla="*/ 5304758 w 6096000"/>
              <a:gd name="connsiteY107" fmla="*/ 6591103 h 6858000"/>
              <a:gd name="connsiteX108" fmla="*/ 5304118 w 6096000"/>
              <a:gd name="connsiteY108" fmla="*/ 6591103 h 6858000"/>
              <a:gd name="connsiteX109" fmla="*/ 5269297 w 6096000"/>
              <a:gd name="connsiteY109" fmla="*/ 6608233 h 6858000"/>
              <a:gd name="connsiteX110" fmla="*/ 5226633 w 6096000"/>
              <a:gd name="connsiteY110" fmla="*/ 6554659 h 6858000"/>
              <a:gd name="connsiteX111" fmla="*/ 5269297 w 6096000"/>
              <a:gd name="connsiteY111" fmla="*/ 6494431 h 6858000"/>
              <a:gd name="connsiteX112" fmla="*/ 5304118 w 6096000"/>
              <a:gd name="connsiteY112" fmla="*/ 6512467 h 6858000"/>
              <a:gd name="connsiteX113" fmla="*/ 5304971 w 6096000"/>
              <a:gd name="connsiteY113" fmla="*/ 6512467 h 6858000"/>
              <a:gd name="connsiteX114" fmla="*/ 5304011 w 6096000"/>
              <a:gd name="connsiteY114" fmla="*/ 6496028 h 6858000"/>
              <a:gd name="connsiteX115" fmla="*/ 5330678 w 6096000"/>
              <a:gd name="connsiteY115" fmla="*/ 6496028 h 6858000"/>
              <a:gd name="connsiteX116" fmla="*/ 5330678 w 6096000"/>
              <a:gd name="connsiteY116" fmla="*/ 6606849 h 6858000"/>
              <a:gd name="connsiteX117" fmla="*/ 5310467 w 6096000"/>
              <a:gd name="connsiteY117" fmla="*/ 6651907 h 6858000"/>
              <a:gd name="connsiteX118" fmla="*/ 5393117 w 6096000"/>
              <a:gd name="connsiteY118" fmla="*/ 6651907 h 6858000"/>
              <a:gd name="connsiteX119" fmla="*/ 5413595 w 6096000"/>
              <a:gd name="connsiteY119" fmla="*/ 6637385 h 6858000"/>
              <a:gd name="connsiteX120" fmla="*/ 5424257 w 6096000"/>
              <a:gd name="connsiteY120" fmla="*/ 6606477 h 6858000"/>
              <a:gd name="connsiteX121" fmla="*/ 5396265 w 6096000"/>
              <a:gd name="connsiteY121" fmla="*/ 6608340 h 6858000"/>
              <a:gd name="connsiteX122" fmla="*/ 5344861 w 6096000"/>
              <a:gd name="connsiteY122" fmla="*/ 6551785 h 6858000"/>
              <a:gd name="connsiteX123" fmla="*/ 5396265 w 6096000"/>
              <a:gd name="connsiteY123" fmla="*/ 6494538 h 6858000"/>
              <a:gd name="connsiteX124" fmla="*/ 5447829 w 6096000"/>
              <a:gd name="connsiteY124" fmla="*/ 6538540 h 6858000"/>
              <a:gd name="connsiteX125" fmla="*/ 5474016 w 6096000"/>
              <a:gd name="connsiteY125" fmla="*/ 6462938 h 6858000"/>
              <a:gd name="connsiteX126" fmla="*/ 5463995 w 6096000"/>
              <a:gd name="connsiteY126" fmla="*/ 6448149 h 6858000"/>
              <a:gd name="connsiteX127" fmla="*/ 5463986 w 6096000"/>
              <a:gd name="connsiteY127" fmla="*/ 6448149 h 6858000"/>
              <a:gd name="connsiteX128" fmla="*/ 5212504 w 6096000"/>
              <a:gd name="connsiteY128" fmla="*/ 6448149 h 6858000"/>
              <a:gd name="connsiteX129" fmla="*/ 5212504 w 6096000"/>
              <a:gd name="connsiteY129" fmla="*/ 6607062 h 6858000"/>
              <a:gd name="connsiteX130" fmla="*/ 5185837 w 6096000"/>
              <a:gd name="connsiteY130" fmla="*/ 6607062 h 6858000"/>
              <a:gd name="connsiteX131" fmla="*/ 5186904 w 6096000"/>
              <a:gd name="connsiteY131" fmla="*/ 6590357 h 6858000"/>
              <a:gd name="connsiteX132" fmla="*/ 5186050 w 6096000"/>
              <a:gd name="connsiteY132" fmla="*/ 6590357 h 6858000"/>
              <a:gd name="connsiteX133" fmla="*/ 5151230 w 6096000"/>
              <a:gd name="connsiteY133" fmla="*/ 6608340 h 6858000"/>
              <a:gd name="connsiteX134" fmla="*/ 5108566 w 6096000"/>
              <a:gd name="connsiteY134" fmla="*/ 6548165 h 6858000"/>
              <a:gd name="connsiteX135" fmla="*/ 5151230 w 6096000"/>
              <a:gd name="connsiteY135" fmla="*/ 6494538 h 6858000"/>
              <a:gd name="connsiteX136" fmla="*/ 5184770 w 6096000"/>
              <a:gd name="connsiteY136" fmla="*/ 6510497 h 6858000"/>
              <a:gd name="connsiteX137" fmla="*/ 5185837 w 6096000"/>
              <a:gd name="connsiteY137" fmla="*/ 6510497 h 6858000"/>
              <a:gd name="connsiteX138" fmla="*/ 5185837 w 6096000"/>
              <a:gd name="connsiteY138" fmla="*/ 6448149 h 6858000"/>
              <a:gd name="connsiteX139" fmla="*/ 4713275 w 6096000"/>
              <a:gd name="connsiteY139" fmla="*/ 6448149 h 6858000"/>
              <a:gd name="connsiteX140" fmla="*/ 4713275 w 6096000"/>
              <a:gd name="connsiteY140" fmla="*/ 6607062 h 6858000"/>
              <a:gd name="connsiteX141" fmla="*/ 4739942 w 6096000"/>
              <a:gd name="connsiteY141" fmla="*/ 6607062 h 6858000"/>
              <a:gd name="connsiteX142" fmla="*/ 4739942 w 6096000"/>
              <a:gd name="connsiteY142" fmla="*/ 6448149 h 6858000"/>
              <a:gd name="connsiteX143" fmla="*/ 0 w 6096000"/>
              <a:gd name="connsiteY143" fmla="*/ 0 h 6858000"/>
              <a:gd name="connsiteX144" fmla="*/ 6096000 w 6096000"/>
              <a:gd name="connsiteY144" fmla="*/ 0 h 6858000"/>
              <a:gd name="connsiteX145" fmla="*/ 6096000 w 6096000"/>
              <a:gd name="connsiteY145" fmla="*/ 6858000 h 6858000"/>
              <a:gd name="connsiteX146" fmla="*/ 0 w 6096000"/>
              <a:gd name="connsiteY146" fmla="*/ 6858000 h 6858000"/>
              <a:gd name="connsiteX0" fmla="*/ 4902316 w 6184900"/>
              <a:gd name="connsiteY0" fmla="*/ 6557054 h 6858000"/>
              <a:gd name="connsiteX1" fmla="*/ 4926956 w 6184900"/>
              <a:gd name="connsiteY1" fmla="*/ 6573014 h 6858000"/>
              <a:gd name="connsiteX2" fmla="*/ 4902316 w 6184900"/>
              <a:gd name="connsiteY2" fmla="*/ 6590198 h 6858000"/>
              <a:gd name="connsiteX3" fmla="*/ 4877890 w 6184900"/>
              <a:gd name="connsiteY3" fmla="*/ 6573014 h 6858000"/>
              <a:gd name="connsiteX4" fmla="*/ 4902316 w 6184900"/>
              <a:gd name="connsiteY4" fmla="*/ 6557054 h 6858000"/>
              <a:gd name="connsiteX5" fmla="*/ 5460694 w 6184900"/>
              <a:gd name="connsiteY5" fmla="*/ 6556469 h 6858000"/>
              <a:gd name="connsiteX6" fmla="*/ 5485387 w 6184900"/>
              <a:gd name="connsiteY6" fmla="*/ 6588015 h 6858000"/>
              <a:gd name="connsiteX7" fmla="*/ 5510614 w 6184900"/>
              <a:gd name="connsiteY7" fmla="*/ 6571683 h 6858000"/>
              <a:gd name="connsiteX8" fmla="*/ 5525428 w 6184900"/>
              <a:gd name="connsiteY8" fmla="*/ 6571683 h 6858000"/>
              <a:gd name="connsiteX9" fmla="*/ 5530763 w 6184900"/>
              <a:gd name="connsiteY9" fmla="*/ 6556469 h 6858000"/>
              <a:gd name="connsiteX10" fmla="*/ 5460694 w 6184900"/>
              <a:gd name="connsiteY10" fmla="*/ 6556469 h 6858000"/>
              <a:gd name="connsiteX11" fmla="*/ 5485387 w 6184900"/>
              <a:gd name="connsiteY11" fmla="*/ 6515181 h 6858000"/>
              <a:gd name="connsiteX12" fmla="*/ 5460694 w 6184900"/>
              <a:gd name="connsiteY12" fmla="*/ 6539764 h 6858000"/>
              <a:gd name="connsiteX13" fmla="*/ 5460703 w 6184900"/>
              <a:gd name="connsiteY13" fmla="*/ 6539764 h 6858000"/>
              <a:gd name="connsiteX14" fmla="*/ 5510614 w 6184900"/>
              <a:gd name="connsiteY14" fmla="*/ 6539764 h 6858000"/>
              <a:gd name="connsiteX15" fmla="*/ 5485387 w 6184900"/>
              <a:gd name="connsiteY15" fmla="*/ 6515181 h 6858000"/>
              <a:gd name="connsiteX16" fmla="*/ 5366244 w 6184900"/>
              <a:gd name="connsiteY16" fmla="*/ 6514915 h 6858000"/>
              <a:gd name="connsiteX17" fmla="*/ 5342458 w 6184900"/>
              <a:gd name="connsiteY17" fmla="*/ 6548165 h 6858000"/>
              <a:gd name="connsiteX18" fmla="*/ 5366244 w 6184900"/>
              <a:gd name="connsiteY18" fmla="*/ 6588015 h 6858000"/>
              <a:gd name="connsiteX19" fmla="*/ 5392911 w 6184900"/>
              <a:gd name="connsiteY19" fmla="*/ 6548165 h 6858000"/>
              <a:gd name="connsiteX20" fmla="*/ 5366244 w 6184900"/>
              <a:gd name="connsiteY20" fmla="*/ 6514915 h 6858000"/>
              <a:gd name="connsiteX21" fmla="*/ 5247874 w 6184900"/>
              <a:gd name="connsiteY21" fmla="*/ 6514915 h 6858000"/>
              <a:gd name="connsiteX22" fmla="*/ 5224088 w 6184900"/>
              <a:gd name="connsiteY22" fmla="*/ 6548165 h 6858000"/>
              <a:gd name="connsiteX23" fmla="*/ 5247874 w 6184900"/>
              <a:gd name="connsiteY23" fmla="*/ 6588015 h 6858000"/>
              <a:gd name="connsiteX24" fmla="*/ 5274221 w 6184900"/>
              <a:gd name="connsiteY24" fmla="*/ 6548165 h 6858000"/>
              <a:gd name="connsiteX25" fmla="*/ 5247874 w 6184900"/>
              <a:gd name="connsiteY25" fmla="*/ 6514915 h 6858000"/>
              <a:gd name="connsiteX26" fmla="*/ 5131088 w 6184900"/>
              <a:gd name="connsiteY26" fmla="*/ 6514915 h 6858000"/>
              <a:gd name="connsiteX27" fmla="*/ 5131093 w 6184900"/>
              <a:gd name="connsiteY27" fmla="*/ 6514916 h 6858000"/>
              <a:gd name="connsiteX28" fmla="*/ 5110077 w 6184900"/>
              <a:gd name="connsiteY28" fmla="*/ 6519805 h 6858000"/>
              <a:gd name="connsiteX29" fmla="*/ 5106457 w 6184900"/>
              <a:gd name="connsiteY29" fmla="*/ 6539498 h 6858000"/>
              <a:gd name="connsiteX30" fmla="*/ 5156367 w 6184900"/>
              <a:gd name="connsiteY30" fmla="*/ 6539498 h 6858000"/>
              <a:gd name="connsiteX31" fmla="*/ 5151927 w 6184900"/>
              <a:gd name="connsiteY31" fmla="*/ 6518627 h 6858000"/>
              <a:gd name="connsiteX32" fmla="*/ 5131093 w 6184900"/>
              <a:gd name="connsiteY32" fmla="*/ 6514916 h 6858000"/>
              <a:gd name="connsiteX33" fmla="*/ 5131097 w 6184900"/>
              <a:gd name="connsiteY33" fmla="*/ 6514915 h 6858000"/>
              <a:gd name="connsiteX34" fmla="*/ 5131088 w 6184900"/>
              <a:gd name="connsiteY34" fmla="*/ 6514915 h 6858000"/>
              <a:gd name="connsiteX35" fmla="*/ 4726887 w 6184900"/>
              <a:gd name="connsiteY35" fmla="*/ 6514915 h 6858000"/>
              <a:gd name="connsiteX36" fmla="*/ 4752594 w 6184900"/>
              <a:gd name="connsiteY36" fmla="*/ 6551785 h 6858000"/>
              <a:gd name="connsiteX37" fmla="*/ 4726887 w 6184900"/>
              <a:gd name="connsiteY37" fmla="*/ 6588015 h 6858000"/>
              <a:gd name="connsiteX38" fmla="*/ 4701180 w 6184900"/>
              <a:gd name="connsiteY38" fmla="*/ 6551785 h 6858000"/>
              <a:gd name="connsiteX39" fmla="*/ 4726887 w 6184900"/>
              <a:gd name="connsiteY39" fmla="*/ 6514915 h 6858000"/>
              <a:gd name="connsiteX40" fmla="*/ 4903285 w 6184900"/>
              <a:gd name="connsiteY40" fmla="*/ 6494804 h 6858000"/>
              <a:gd name="connsiteX41" fmla="*/ 4855296 w 6184900"/>
              <a:gd name="connsiteY41" fmla="*/ 6528533 h 6858000"/>
              <a:gd name="connsiteX42" fmla="*/ 4881963 w 6184900"/>
              <a:gd name="connsiteY42" fmla="*/ 6528533 h 6858000"/>
              <a:gd name="connsiteX43" fmla="*/ 4902974 w 6184900"/>
              <a:gd name="connsiteY43" fmla="*/ 6513052 h 6858000"/>
              <a:gd name="connsiteX44" fmla="*/ 4926760 w 6184900"/>
              <a:gd name="connsiteY44" fmla="*/ 6537422 h 6858000"/>
              <a:gd name="connsiteX45" fmla="*/ 4926760 w 6184900"/>
              <a:gd name="connsiteY45" fmla="*/ 6551838 h 6858000"/>
              <a:gd name="connsiteX46" fmla="*/ 4926333 w 6184900"/>
              <a:gd name="connsiteY46" fmla="*/ 6551838 h 6858000"/>
              <a:gd name="connsiteX47" fmla="*/ 4893006 w 6184900"/>
              <a:gd name="connsiteY47" fmla="*/ 6539125 h 6858000"/>
              <a:gd name="connsiteX48" fmla="*/ 4851356 w 6184900"/>
              <a:gd name="connsiteY48" fmla="*/ 6573227 h 6858000"/>
              <a:gd name="connsiteX49" fmla="*/ 4893006 w 6184900"/>
              <a:gd name="connsiteY49" fmla="*/ 6608606 h 6858000"/>
              <a:gd name="connsiteX50" fmla="*/ 4927614 w 6184900"/>
              <a:gd name="connsiteY50" fmla="*/ 6593391 h 6858000"/>
              <a:gd name="connsiteX51" fmla="*/ 4928254 w 6184900"/>
              <a:gd name="connsiteY51" fmla="*/ 6593391 h 6858000"/>
              <a:gd name="connsiteX52" fmla="*/ 4927187 w 6184900"/>
              <a:gd name="connsiteY52" fmla="*/ 6607062 h 6858000"/>
              <a:gd name="connsiteX53" fmla="*/ 4953836 w 6184900"/>
              <a:gd name="connsiteY53" fmla="*/ 6607062 h 6858000"/>
              <a:gd name="connsiteX54" fmla="*/ 4953836 w 6184900"/>
              <a:gd name="connsiteY54" fmla="*/ 6537369 h 6858000"/>
              <a:gd name="connsiteX55" fmla="*/ 4903285 w 6184900"/>
              <a:gd name="connsiteY55" fmla="*/ 6494804 h 6858000"/>
              <a:gd name="connsiteX56" fmla="*/ 5034788 w 6184900"/>
              <a:gd name="connsiteY56" fmla="*/ 6494546 h 6858000"/>
              <a:gd name="connsiteX57" fmla="*/ 5005036 w 6184900"/>
              <a:gd name="connsiteY57" fmla="*/ 6510506 h 6858000"/>
              <a:gd name="connsiteX58" fmla="*/ 5003969 w 6184900"/>
              <a:gd name="connsiteY58" fmla="*/ 6510506 h 6858000"/>
              <a:gd name="connsiteX59" fmla="*/ 5004716 w 6184900"/>
              <a:gd name="connsiteY59" fmla="*/ 6496037 h 6858000"/>
              <a:gd name="connsiteX60" fmla="*/ 4978582 w 6184900"/>
              <a:gd name="connsiteY60" fmla="*/ 6496037 h 6858000"/>
              <a:gd name="connsiteX61" fmla="*/ 4978574 w 6184900"/>
              <a:gd name="connsiteY61" fmla="*/ 6496028 h 6858000"/>
              <a:gd name="connsiteX62" fmla="*/ 4978574 w 6184900"/>
              <a:gd name="connsiteY62" fmla="*/ 6607062 h 6858000"/>
              <a:gd name="connsiteX63" fmla="*/ 5005240 w 6184900"/>
              <a:gd name="connsiteY63" fmla="*/ 6607062 h 6858000"/>
              <a:gd name="connsiteX64" fmla="*/ 5005240 w 6184900"/>
              <a:gd name="connsiteY64" fmla="*/ 6538593 h 6858000"/>
              <a:gd name="connsiteX65" fmla="*/ 5025399 w 6184900"/>
              <a:gd name="connsiteY65" fmla="*/ 6515075 h 6858000"/>
              <a:gd name="connsiteX66" fmla="*/ 5038994 w 6184900"/>
              <a:gd name="connsiteY66" fmla="*/ 6532844 h 6858000"/>
              <a:gd name="connsiteX67" fmla="*/ 5038994 w 6184900"/>
              <a:gd name="connsiteY67" fmla="*/ 6538593 h 6858000"/>
              <a:gd name="connsiteX68" fmla="*/ 5064061 w 6184900"/>
              <a:gd name="connsiteY68" fmla="*/ 6538593 h 6858000"/>
              <a:gd name="connsiteX69" fmla="*/ 5064061 w 6184900"/>
              <a:gd name="connsiteY69" fmla="*/ 6529553 h 6858000"/>
              <a:gd name="connsiteX70" fmla="*/ 5034788 w 6184900"/>
              <a:gd name="connsiteY70" fmla="*/ 6494546 h 6858000"/>
              <a:gd name="connsiteX71" fmla="*/ 4726887 w 6184900"/>
              <a:gd name="connsiteY71" fmla="*/ 6494538 h 6858000"/>
              <a:gd name="connsiteX72" fmla="*/ 4674416 w 6184900"/>
              <a:gd name="connsiteY72" fmla="*/ 6551572 h 6858000"/>
              <a:gd name="connsiteX73" fmla="*/ 4726887 w 6184900"/>
              <a:gd name="connsiteY73" fmla="*/ 6608340 h 6858000"/>
              <a:gd name="connsiteX74" fmla="*/ 4779358 w 6184900"/>
              <a:gd name="connsiteY74" fmla="*/ 6551572 h 6858000"/>
              <a:gd name="connsiteX75" fmla="*/ 4726887 w 6184900"/>
              <a:gd name="connsiteY75" fmla="*/ 6494538 h 6858000"/>
              <a:gd name="connsiteX76" fmla="*/ 4606481 w 6184900"/>
              <a:gd name="connsiteY76" fmla="*/ 6494538 h 6858000"/>
              <a:gd name="connsiteX77" fmla="*/ 4555717 w 6184900"/>
              <a:gd name="connsiteY77" fmla="*/ 6525712 h 6858000"/>
              <a:gd name="connsiteX78" fmla="*/ 4604134 w 6184900"/>
              <a:gd name="connsiteY78" fmla="*/ 6560239 h 6858000"/>
              <a:gd name="connsiteX79" fmla="*/ 4631752 w 6184900"/>
              <a:gd name="connsiteY79" fmla="*/ 6575294 h 6858000"/>
              <a:gd name="connsiteX80" fmla="*/ 4606472 w 6184900"/>
              <a:gd name="connsiteY80" fmla="*/ 6590136 h 6858000"/>
              <a:gd name="connsiteX81" fmla="*/ 4582473 w 6184900"/>
              <a:gd name="connsiteY81" fmla="*/ 6572100 h 6858000"/>
              <a:gd name="connsiteX82" fmla="*/ 4555708 w 6184900"/>
              <a:gd name="connsiteY82" fmla="*/ 6572100 h 6858000"/>
              <a:gd name="connsiteX83" fmla="*/ 4606472 w 6184900"/>
              <a:gd name="connsiteY83" fmla="*/ 6608331 h 6858000"/>
              <a:gd name="connsiteX84" fmla="*/ 4658517 w 6184900"/>
              <a:gd name="connsiteY84" fmla="*/ 6575294 h 6858000"/>
              <a:gd name="connsiteX85" fmla="*/ 4608820 w 6184900"/>
              <a:gd name="connsiteY85" fmla="*/ 6539915 h 6858000"/>
              <a:gd name="connsiteX86" fmla="*/ 4582366 w 6184900"/>
              <a:gd name="connsiteY86" fmla="*/ 6527415 h 6858000"/>
              <a:gd name="connsiteX87" fmla="*/ 4606365 w 6184900"/>
              <a:gd name="connsiteY87" fmla="*/ 6512786 h 6858000"/>
              <a:gd name="connsiteX88" fmla="*/ 4627697 w 6184900"/>
              <a:gd name="connsiteY88" fmla="*/ 6526137 h 6858000"/>
              <a:gd name="connsiteX89" fmla="*/ 4654471 w 6184900"/>
              <a:gd name="connsiteY89" fmla="*/ 6526137 h 6858000"/>
              <a:gd name="connsiteX90" fmla="*/ 4606481 w 6184900"/>
              <a:gd name="connsiteY90" fmla="*/ 6494538 h 6858000"/>
              <a:gd name="connsiteX91" fmla="*/ 5134867 w 6184900"/>
              <a:gd name="connsiteY91" fmla="*/ 6448149 h 6858000"/>
              <a:gd name="connsiteX92" fmla="*/ 5114388 w 6184900"/>
              <a:gd name="connsiteY92" fmla="*/ 6462725 h 6858000"/>
              <a:gd name="connsiteX93" fmla="*/ 5102020 w 6184900"/>
              <a:gd name="connsiteY93" fmla="*/ 6498689 h 6858000"/>
              <a:gd name="connsiteX94" fmla="*/ 5131079 w 6184900"/>
              <a:gd name="connsiteY94" fmla="*/ 6494538 h 6858000"/>
              <a:gd name="connsiteX95" fmla="*/ 5183123 w 6184900"/>
              <a:gd name="connsiteY95" fmla="*/ 6556469 h 6858000"/>
              <a:gd name="connsiteX96" fmla="*/ 5106439 w 6184900"/>
              <a:gd name="connsiteY96" fmla="*/ 6556469 h 6858000"/>
              <a:gd name="connsiteX97" fmla="*/ 5131079 w 6184900"/>
              <a:gd name="connsiteY97" fmla="*/ 6588015 h 6858000"/>
              <a:gd name="connsiteX98" fmla="*/ 5156359 w 6184900"/>
              <a:gd name="connsiteY98" fmla="*/ 6571683 h 6858000"/>
              <a:gd name="connsiteX99" fmla="*/ 5183025 w 6184900"/>
              <a:gd name="connsiteY99" fmla="*/ 6571683 h 6858000"/>
              <a:gd name="connsiteX100" fmla="*/ 5130981 w 6184900"/>
              <a:gd name="connsiteY100" fmla="*/ 6608340 h 6858000"/>
              <a:gd name="connsiteX101" fmla="*/ 5079790 w 6184900"/>
              <a:gd name="connsiteY101" fmla="*/ 6562377 h 6858000"/>
              <a:gd name="connsiteX102" fmla="*/ 5053817 w 6184900"/>
              <a:gd name="connsiteY102" fmla="*/ 6637394 h 6858000"/>
              <a:gd name="connsiteX103" fmla="*/ 5064211 w 6184900"/>
              <a:gd name="connsiteY103" fmla="*/ 6651916 h 6858000"/>
              <a:gd name="connsiteX104" fmla="*/ 5336171 w 6184900"/>
              <a:gd name="connsiteY104" fmla="*/ 6651916 h 6858000"/>
              <a:gd name="connsiteX105" fmla="*/ 5320175 w 6184900"/>
              <a:gd name="connsiteY105" fmla="*/ 6618560 h 6858000"/>
              <a:gd name="connsiteX106" fmla="*/ 5345241 w 6184900"/>
              <a:gd name="connsiteY106" fmla="*/ 6618560 h 6858000"/>
              <a:gd name="connsiteX107" fmla="*/ 5366040 w 6184900"/>
              <a:gd name="connsiteY107" fmla="*/ 6636116 h 6858000"/>
              <a:gd name="connsiteX108" fmla="*/ 5393658 w 6184900"/>
              <a:gd name="connsiteY108" fmla="*/ 6612385 h 6858000"/>
              <a:gd name="connsiteX109" fmla="*/ 5393658 w 6184900"/>
              <a:gd name="connsiteY109" fmla="*/ 6591103 h 6858000"/>
              <a:gd name="connsiteX110" fmla="*/ 5393018 w 6184900"/>
              <a:gd name="connsiteY110" fmla="*/ 6591103 h 6858000"/>
              <a:gd name="connsiteX111" fmla="*/ 5358197 w 6184900"/>
              <a:gd name="connsiteY111" fmla="*/ 6608233 h 6858000"/>
              <a:gd name="connsiteX112" fmla="*/ 5315533 w 6184900"/>
              <a:gd name="connsiteY112" fmla="*/ 6554659 h 6858000"/>
              <a:gd name="connsiteX113" fmla="*/ 5358197 w 6184900"/>
              <a:gd name="connsiteY113" fmla="*/ 6494431 h 6858000"/>
              <a:gd name="connsiteX114" fmla="*/ 5393018 w 6184900"/>
              <a:gd name="connsiteY114" fmla="*/ 6512467 h 6858000"/>
              <a:gd name="connsiteX115" fmla="*/ 5393871 w 6184900"/>
              <a:gd name="connsiteY115" fmla="*/ 6512467 h 6858000"/>
              <a:gd name="connsiteX116" fmla="*/ 5392911 w 6184900"/>
              <a:gd name="connsiteY116" fmla="*/ 6496028 h 6858000"/>
              <a:gd name="connsiteX117" fmla="*/ 5419578 w 6184900"/>
              <a:gd name="connsiteY117" fmla="*/ 6496028 h 6858000"/>
              <a:gd name="connsiteX118" fmla="*/ 5419578 w 6184900"/>
              <a:gd name="connsiteY118" fmla="*/ 6606849 h 6858000"/>
              <a:gd name="connsiteX119" fmla="*/ 5399367 w 6184900"/>
              <a:gd name="connsiteY119" fmla="*/ 6651907 h 6858000"/>
              <a:gd name="connsiteX120" fmla="*/ 5482017 w 6184900"/>
              <a:gd name="connsiteY120" fmla="*/ 6651907 h 6858000"/>
              <a:gd name="connsiteX121" fmla="*/ 5502495 w 6184900"/>
              <a:gd name="connsiteY121" fmla="*/ 6637385 h 6858000"/>
              <a:gd name="connsiteX122" fmla="*/ 5513157 w 6184900"/>
              <a:gd name="connsiteY122" fmla="*/ 6606477 h 6858000"/>
              <a:gd name="connsiteX123" fmla="*/ 5485165 w 6184900"/>
              <a:gd name="connsiteY123" fmla="*/ 6608340 h 6858000"/>
              <a:gd name="connsiteX124" fmla="*/ 5433761 w 6184900"/>
              <a:gd name="connsiteY124" fmla="*/ 6551785 h 6858000"/>
              <a:gd name="connsiteX125" fmla="*/ 5485165 w 6184900"/>
              <a:gd name="connsiteY125" fmla="*/ 6494538 h 6858000"/>
              <a:gd name="connsiteX126" fmla="*/ 5536729 w 6184900"/>
              <a:gd name="connsiteY126" fmla="*/ 6538540 h 6858000"/>
              <a:gd name="connsiteX127" fmla="*/ 5562916 w 6184900"/>
              <a:gd name="connsiteY127" fmla="*/ 6462938 h 6858000"/>
              <a:gd name="connsiteX128" fmla="*/ 5552895 w 6184900"/>
              <a:gd name="connsiteY128" fmla="*/ 6448149 h 6858000"/>
              <a:gd name="connsiteX129" fmla="*/ 5552886 w 6184900"/>
              <a:gd name="connsiteY129" fmla="*/ 6448149 h 6858000"/>
              <a:gd name="connsiteX130" fmla="*/ 5301404 w 6184900"/>
              <a:gd name="connsiteY130" fmla="*/ 6448149 h 6858000"/>
              <a:gd name="connsiteX131" fmla="*/ 5301404 w 6184900"/>
              <a:gd name="connsiteY131" fmla="*/ 6607062 h 6858000"/>
              <a:gd name="connsiteX132" fmla="*/ 5274737 w 6184900"/>
              <a:gd name="connsiteY132" fmla="*/ 6607062 h 6858000"/>
              <a:gd name="connsiteX133" fmla="*/ 5275804 w 6184900"/>
              <a:gd name="connsiteY133" fmla="*/ 6590357 h 6858000"/>
              <a:gd name="connsiteX134" fmla="*/ 5274950 w 6184900"/>
              <a:gd name="connsiteY134" fmla="*/ 6590357 h 6858000"/>
              <a:gd name="connsiteX135" fmla="*/ 5240130 w 6184900"/>
              <a:gd name="connsiteY135" fmla="*/ 6608340 h 6858000"/>
              <a:gd name="connsiteX136" fmla="*/ 5197466 w 6184900"/>
              <a:gd name="connsiteY136" fmla="*/ 6548165 h 6858000"/>
              <a:gd name="connsiteX137" fmla="*/ 5240130 w 6184900"/>
              <a:gd name="connsiteY137" fmla="*/ 6494538 h 6858000"/>
              <a:gd name="connsiteX138" fmla="*/ 5273670 w 6184900"/>
              <a:gd name="connsiteY138" fmla="*/ 6510497 h 6858000"/>
              <a:gd name="connsiteX139" fmla="*/ 5274737 w 6184900"/>
              <a:gd name="connsiteY139" fmla="*/ 6510497 h 6858000"/>
              <a:gd name="connsiteX140" fmla="*/ 5274737 w 6184900"/>
              <a:gd name="connsiteY140" fmla="*/ 6448149 h 6858000"/>
              <a:gd name="connsiteX141" fmla="*/ 5134867 w 6184900"/>
              <a:gd name="connsiteY141" fmla="*/ 6448149 h 6858000"/>
              <a:gd name="connsiteX142" fmla="*/ 4802175 w 6184900"/>
              <a:gd name="connsiteY142" fmla="*/ 6448149 h 6858000"/>
              <a:gd name="connsiteX143" fmla="*/ 4802175 w 6184900"/>
              <a:gd name="connsiteY143" fmla="*/ 6607062 h 6858000"/>
              <a:gd name="connsiteX144" fmla="*/ 4828842 w 6184900"/>
              <a:gd name="connsiteY144" fmla="*/ 6607062 h 6858000"/>
              <a:gd name="connsiteX145" fmla="*/ 4828842 w 6184900"/>
              <a:gd name="connsiteY145" fmla="*/ 6448149 h 6858000"/>
              <a:gd name="connsiteX146" fmla="*/ 4802175 w 6184900"/>
              <a:gd name="connsiteY146" fmla="*/ 6448149 h 6858000"/>
              <a:gd name="connsiteX147" fmla="*/ 0 w 6184900"/>
              <a:gd name="connsiteY147" fmla="*/ 0 h 6858000"/>
              <a:gd name="connsiteX148" fmla="*/ 6184900 w 6184900"/>
              <a:gd name="connsiteY148" fmla="*/ 0 h 6858000"/>
              <a:gd name="connsiteX149" fmla="*/ 6184900 w 6184900"/>
              <a:gd name="connsiteY149" fmla="*/ 6858000 h 6858000"/>
              <a:gd name="connsiteX150" fmla="*/ 88900 w 6184900"/>
              <a:gd name="connsiteY150" fmla="*/ 6858000 h 6858000"/>
              <a:gd name="connsiteX151" fmla="*/ 0 w 6184900"/>
              <a:gd name="connsiteY151" fmla="*/ 0 h 6858000"/>
              <a:gd name="connsiteX0" fmla="*/ 4902316 w 6184900"/>
              <a:gd name="connsiteY0" fmla="*/ 6557054 h 6858000"/>
              <a:gd name="connsiteX1" fmla="*/ 4926956 w 6184900"/>
              <a:gd name="connsiteY1" fmla="*/ 6573014 h 6858000"/>
              <a:gd name="connsiteX2" fmla="*/ 4902316 w 6184900"/>
              <a:gd name="connsiteY2" fmla="*/ 6590198 h 6858000"/>
              <a:gd name="connsiteX3" fmla="*/ 4877890 w 6184900"/>
              <a:gd name="connsiteY3" fmla="*/ 6573014 h 6858000"/>
              <a:gd name="connsiteX4" fmla="*/ 4902316 w 6184900"/>
              <a:gd name="connsiteY4" fmla="*/ 6557054 h 6858000"/>
              <a:gd name="connsiteX5" fmla="*/ 5460694 w 6184900"/>
              <a:gd name="connsiteY5" fmla="*/ 6556469 h 6858000"/>
              <a:gd name="connsiteX6" fmla="*/ 5485387 w 6184900"/>
              <a:gd name="connsiteY6" fmla="*/ 6588015 h 6858000"/>
              <a:gd name="connsiteX7" fmla="*/ 5510614 w 6184900"/>
              <a:gd name="connsiteY7" fmla="*/ 6571683 h 6858000"/>
              <a:gd name="connsiteX8" fmla="*/ 5525428 w 6184900"/>
              <a:gd name="connsiteY8" fmla="*/ 6571683 h 6858000"/>
              <a:gd name="connsiteX9" fmla="*/ 5530763 w 6184900"/>
              <a:gd name="connsiteY9" fmla="*/ 6556469 h 6858000"/>
              <a:gd name="connsiteX10" fmla="*/ 5460694 w 6184900"/>
              <a:gd name="connsiteY10" fmla="*/ 6556469 h 6858000"/>
              <a:gd name="connsiteX11" fmla="*/ 5485387 w 6184900"/>
              <a:gd name="connsiteY11" fmla="*/ 6515181 h 6858000"/>
              <a:gd name="connsiteX12" fmla="*/ 5460694 w 6184900"/>
              <a:gd name="connsiteY12" fmla="*/ 6539764 h 6858000"/>
              <a:gd name="connsiteX13" fmla="*/ 5460703 w 6184900"/>
              <a:gd name="connsiteY13" fmla="*/ 6539764 h 6858000"/>
              <a:gd name="connsiteX14" fmla="*/ 5510614 w 6184900"/>
              <a:gd name="connsiteY14" fmla="*/ 6539764 h 6858000"/>
              <a:gd name="connsiteX15" fmla="*/ 5485387 w 6184900"/>
              <a:gd name="connsiteY15" fmla="*/ 6515181 h 6858000"/>
              <a:gd name="connsiteX16" fmla="*/ 5366244 w 6184900"/>
              <a:gd name="connsiteY16" fmla="*/ 6514915 h 6858000"/>
              <a:gd name="connsiteX17" fmla="*/ 5342458 w 6184900"/>
              <a:gd name="connsiteY17" fmla="*/ 6548165 h 6858000"/>
              <a:gd name="connsiteX18" fmla="*/ 5366244 w 6184900"/>
              <a:gd name="connsiteY18" fmla="*/ 6588015 h 6858000"/>
              <a:gd name="connsiteX19" fmla="*/ 5392911 w 6184900"/>
              <a:gd name="connsiteY19" fmla="*/ 6548165 h 6858000"/>
              <a:gd name="connsiteX20" fmla="*/ 5366244 w 6184900"/>
              <a:gd name="connsiteY20" fmla="*/ 6514915 h 6858000"/>
              <a:gd name="connsiteX21" fmla="*/ 5247874 w 6184900"/>
              <a:gd name="connsiteY21" fmla="*/ 6514915 h 6858000"/>
              <a:gd name="connsiteX22" fmla="*/ 5224088 w 6184900"/>
              <a:gd name="connsiteY22" fmla="*/ 6548165 h 6858000"/>
              <a:gd name="connsiteX23" fmla="*/ 5247874 w 6184900"/>
              <a:gd name="connsiteY23" fmla="*/ 6588015 h 6858000"/>
              <a:gd name="connsiteX24" fmla="*/ 5274221 w 6184900"/>
              <a:gd name="connsiteY24" fmla="*/ 6548165 h 6858000"/>
              <a:gd name="connsiteX25" fmla="*/ 5247874 w 6184900"/>
              <a:gd name="connsiteY25" fmla="*/ 6514915 h 6858000"/>
              <a:gd name="connsiteX26" fmla="*/ 5131088 w 6184900"/>
              <a:gd name="connsiteY26" fmla="*/ 6514915 h 6858000"/>
              <a:gd name="connsiteX27" fmla="*/ 5131093 w 6184900"/>
              <a:gd name="connsiteY27" fmla="*/ 6514916 h 6858000"/>
              <a:gd name="connsiteX28" fmla="*/ 5110077 w 6184900"/>
              <a:gd name="connsiteY28" fmla="*/ 6519805 h 6858000"/>
              <a:gd name="connsiteX29" fmla="*/ 5106457 w 6184900"/>
              <a:gd name="connsiteY29" fmla="*/ 6539498 h 6858000"/>
              <a:gd name="connsiteX30" fmla="*/ 5156367 w 6184900"/>
              <a:gd name="connsiteY30" fmla="*/ 6539498 h 6858000"/>
              <a:gd name="connsiteX31" fmla="*/ 5151927 w 6184900"/>
              <a:gd name="connsiteY31" fmla="*/ 6518627 h 6858000"/>
              <a:gd name="connsiteX32" fmla="*/ 5131093 w 6184900"/>
              <a:gd name="connsiteY32" fmla="*/ 6514916 h 6858000"/>
              <a:gd name="connsiteX33" fmla="*/ 5131097 w 6184900"/>
              <a:gd name="connsiteY33" fmla="*/ 6514915 h 6858000"/>
              <a:gd name="connsiteX34" fmla="*/ 5131088 w 6184900"/>
              <a:gd name="connsiteY34" fmla="*/ 6514915 h 6858000"/>
              <a:gd name="connsiteX35" fmla="*/ 4726887 w 6184900"/>
              <a:gd name="connsiteY35" fmla="*/ 6514915 h 6858000"/>
              <a:gd name="connsiteX36" fmla="*/ 4752594 w 6184900"/>
              <a:gd name="connsiteY36" fmla="*/ 6551785 h 6858000"/>
              <a:gd name="connsiteX37" fmla="*/ 4726887 w 6184900"/>
              <a:gd name="connsiteY37" fmla="*/ 6588015 h 6858000"/>
              <a:gd name="connsiteX38" fmla="*/ 4701180 w 6184900"/>
              <a:gd name="connsiteY38" fmla="*/ 6551785 h 6858000"/>
              <a:gd name="connsiteX39" fmla="*/ 4726887 w 6184900"/>
              <a:gd name="connsiteY39" fmla="*/ 6514915 h 6858000"/>
              <a:gd name="connsiteX40" fmla="*/ 4903285 w 6184900"/>
              <a:gd name="connsiteY40" fmla="*/ 6494804 h 6858000"/>
              <a:gd name="connsiteX41" fmla="*/ 4855296 w 6184900"/>
              <a:gd name="connsiteY41" fmla="*/ 6528533 h 6858000"/>
              <a:gd name="connsiteX42" fmla="*/ 4881963 w 6184900"/>
              <a:gd name="connsiteY42" fmla="*/ 6528533 h 6858000"/>
              <a:gd name="connsiteX43" fmla="*/ 4902974 w 6184900"/>
              <a:gd name="connsiteY43" fmla="*/ 6513052 h 6858000"/>
              <a:gd name="connsiteX44" fmla="*/ 4926760 w 6184900"/>
              <a:gd name="connsiteY44" fmla="*/ 6537422 h 6858000"/>
              <a:gd name="connsiteX45" fmla="*/ 4926760 w 6184900"/>
              <a:gd name="connsiteY45" fmla="*/ 6551838 h 6858000"/>
              <a:gd name="connsiteX46" fmla="*/ 4926333 w 6184900"/>
              <a:gd name="connsiteY46" fmla="*/ 6551838 h 6858000"/>
              <a:gd name="connsiteX47" fmla="*/ 4893006 w 6184900"/>
              <a:gd name="connsiteY47" fmla="*/ 6539125 h 6858000"/>
              <a:gd name="connsiteX48" fmla="*/ 4851356 w 6184900"/>
              <a:gd name="connsiteY48" fmla="*/ 6573227 h 6858000"/>
              <a:gd name="connsiteX49" fmla="*/ 4893006 w 6184900"/>
              <a:gd name="connsiteY49" fmla="*/ 6608606 h 6858000"/>
              <a:gd name="connsiteX50" fmla="*/ 4927614 w 6184900"/>
              <a:gd name="connsiteY50" fmla="*/ 6593391 h 6858000"/>
              <a:gd name="connsiteX51" fmla="*/ 4928254 w 6184900"/>
              <a:gd name="connsiteY51" fmla="*/ 6593391 h 6858000"/>
              <a:gd name="connsiteX52" fmla="*/ 4927187 w 6184900"/>
              <a:gd name="connsiteY52" fmla="*/ 6607062 h 6858000"/>
              <a:gd name="connsiteX53" fmla="*/ 4953836 w 6184900"/>
              <a:gd name="connsiteY53" fmla="*/ 6607062 h 6858000"/>
              <a:gd name="connsiteX54" fmla="*/ 4953836 w 6184900"/>
              <a:gd name="connsiteY54" fmla="*/ 6537369 h 6858000"/>
              <a:gd name="connsiteX55" fmla="*/ 4903285 w 6184900"/>
              <a:gd name="connsiteY55" fmla="*/ 6494804 h 6858000"/>
              <a:gd name="connsiteX56" fmla="*/ 5034788 w 6184900"/>
              <a:gd name="connsiteY56" fmla="*/ 6494546 h 6858000"/>
              <a:gd name="connsiteX57" fmla="*/ 5005036 w 6184900"/>
              <a:gd name="connsiteY57" fmla="*/ 6510506 h 6858000"/>
              <a:gd name="connsiteX58" fmla="*/ 5003969 w 6184900"/>
              <a:gd name="connsiteY58" fmla="*/ 6510506 h 6858000"/>
              <a:gd name="connsiteX59" fmla="*/ 5004716 w 6184900"/>
              <a:gd name="connsiteY59" fmla="*/ 6496037 h 6858000"/>
              <a:gd name="connsiteX60" fmla="*/ 4978582 w 6184900"/>
              <a:gd name="connsiteY60" fmla="*/ 6496037 h 6858000"/>
              <a:gd name="connsiteX61" fmla="*/ 4978574 w 6184900"/>
              <a:gd name="connsiteY61" fmla="*/ 6496028 h 6858000"/>
              <a:gd name="connsiteX62" fmla="*/ 4978574 w 6184900"/>
              <a:gd name="connsiteY62" fmla="*/ 6607062 h 6858000"/>
              <a:gd name="connsiteX63" fmla="*/ 5005240 w 6184900"/>
              <a:gd name="connsiteY63" fmla="*/ 6607062 h 6858000"/>
              <a:gd name="connsiteX64" fmla="*/ 5005240 w 6184900"/>
              <a:gd name="connsiteY64" fmla="*/ 6538593 h 6858000"/>
              <a:gd name="connsiteX65" fmla="*/ 5025399 w 6184900"/>
              <a:gd name="connsiteY65" fmla="*/ 6515075 h 6858000"/>
              <a:gd name="connsiteX66" fmla="*/ 5038994 w 6184900"/>
              <a:gd name="connsiteY66" fmla="*/ 6532844 h 6858000"/>
              <a:gd name="connsiteX67" fmla="*/ 5038994 w 6184900"/>
              <a:gd name="connsiteY67" fmla="*/ 6538593 h 6858000"/>
              <a:gd name="connsiteX68" fmla="*/ 5064061 w 6184900"/>
              <a:gd name="connsiteY68" fmla="*/ 6538593 h 6858000"/>
              <a:gd name="connsiteX69" fmla="*/ 5064061 w 6184900"/>
              <a:gd name="connsiteY69" fmla="*/ 6529553 h 6858000"/>
              <a:gd name="connsiteX70" fmla="*/ 5034788 w 6184900"/>
              <a:gd name="connsiteY70" fmla="*/ 6494546 h 6858000"/>
              <a:gd name="connsiteX71" fmla="*/ 4726887 w 6184900"/>
              <a:gd name="connsiteY71" fmla="*/ 6494538 h 6858000"/>
              <a:gd name="connsiteX72" fmla="*/ 4674416 w 6184900"/>
              <a:gd name="connsiteY72" fmla="*/ 6551572 h 6858000"/>
              <a:gd name="connsiteX73" fmla="*/ 4726887 w 6184900"/>
              <a:gd name="connsiteY73" fmla="*/ 6608340 h 6858000"/>
              <a:gd name="connsiteX74" fmla="*/ 4779358 w 6184900"/>
              <a:gd name="connsiteY74" fmla="*/ 6551572 h 6858000"/>
              <a:gd name="connsiteX75" fmla="*/ 4726887 w 6184900"/>
              <a:gd name="connsiteY75" fmla="*/ 6494538 h 6858000"/>
              <a:gd name="connsiteX76" fmla="*/ 4606481 w 6184900"/>
              <a:gd name="connsiteY76" fmla="*/ 6494538 h 6858000"/>
              <a:gd name="connsiteX77" fmla="*/ 4555717 w 6184900"/>
              <a:gd name="connsiteY77" fmla="*/ 6525712 h 6858000"/>
              <a:gd name="connsiteX78" fmla="*/ 4604134 w 6184900"/>
              <a:gd name="connsiteY78" fmla="*/ 6560239 h 6858000"/>
              <a:gd name="connsiteX79" fmla="*/ 4631752 w 6184900"/>
              <a:gd name="connsiteY79" fmla="*/ 6575294 h 6858000"/>
              <a:gd name="connsiteX80" fmla="*/ 4606472 w 6184900"/>
              <a:gd name="connsiteY80" fmla="*/ 6590136 h 6858000"/>
              <a:gd name="connsiteX81" fmla="*/ 4582473 w 6184900"/>
              <a:gd name="connsiteY81" fmla="*/ 6572100 h 6858000"/>
              <a:gd name="connsiteX82" fmla="*/ 4555708 w 6184900"/>
              <a:gd name="connsiteY82" fmla="*/ 6572100 h 6858000"/>
              <a:gd name="connsiteX83" fmla="*/ 4606472 w 6184900"/>
              <a:gd name="connsiteY83" fmla="*/ 6608331 h 6858000"/>
              <a:gd name="connsiteX84" fmla="*/ 4658517 w 6184900"/>
              <a:gd name="connsiteY84" fmla="*/ 6575294 h 6858000"/>
              <a:gd name="connsiteX85" fmla="*/ 4608820 w 6184900"/>
              <a:gd name="connsiteY85" fmla="*/ 6539915 h 6858000"/>
              <a:gd name="connsiteX86" fmla="*/ 4582366 w 6184900"/>
              <a:gd name="connsiteY86" fmla="*/ 6527415 h 6858000"/>
              <a:gd name="connsiteX87" fmla="*/ 4606365 w 6184900"/>
              <a:gd name="connsiteY87" fmla="*/ 6512786 h 6858000"/>
              <a:gd name="connsiteX88" fmla="*/ 4627697 w 6184900"/>
              <a:gd name="connsiteY88" fmla="*/ 6526137 h 6858000"/>
              <a:gd name="connsiteX89" fmla="*/ 4654471 w 6184900"/>
              <a:gd name="connsiteY89" fmla="*/ 6526137 h 6858000"/>
              <a:gd name="connsiteX90" fmla="*/ 4606481 w 6184900"/>
              <a:gd name="connsiteY90" fmla="*/ 6494538 h 6858000"/>
              <a:gd name="connsiteX91" fmla="*/ 5134867 w 6184900"/>
              <a:gd name="connsiteY91" fmla="*/ 6448149 h 6858000"/>
              <a:gd name="connsiteX92" fmla="*/ 5114388 w 6184900"/>
              <a:gd name="connsiteY92" fmla="*/ 6462725 h 6858000"/>
              <a:gd name="connsiteX93" fmla="*/ 5102020 w 6184900"/>
              <a:gd name="connsiteY93" fmla="*/ 6498689 h 6858000"/>
              <a:gd name="connsiteX94" fmla="*/ 5131079 w 6184900"/>
              <a:gd name="connsiteY94" fmla="*/ 6494538 h 6858000"/>
              <a:gd name="connsiteX95" fmla="*/ 5183123 w 6184900"/>
              <a:gd name="connsiteY95" fmla="*/ 6556469 h 6858000"/>
              <a:gd name="connsiteX96" fmla="*/ 5106439 w 6184900"/>
              <a:gd name="connsiteY96" fmla="*/ 6556469 h 6858000"/>
              <a:gd name="connsiteX97" fmla="*/ 5131079 w 6184900"/>
              <a:gd name="connsiteY97" fmla="*/ 6588015 h 6858000"/>
              <a:gd name="connsiteX98" fmla="*/ 5156359 w 6184900"/>
              <a:gd name="connsiteY98" fmla="*/ 6571683 h 6858000"/>
              <a:gd name="connsiteX99" fmla="*/ 5183025 w 6184900"/>
              <a:gd name="connsiteY99" fmla="*/ 6571683 h 6858000"/>
              <a:gd name="connsiteX100" fmla="*/ 5130981 w 6184900"/>
              <a:gd name="connsiteY100" fmla="*/ 6608340 h 6858000"/>
              <a:gd name="connsiteX101" fmla="*/ 5079790 w 6184900"/>
              <a:gd name="connsiteY101" fmla="*/ 6562377 h 6858000"/>
              <a:gd name="connsiteX102" fmla="*/ 5053817 w 6184900"/>
              <a:gd name="connsiteY102" fmla="*/ 6637394 h 6858000"/>
              <a:gd name="connsiteX103" fmla="*/ 5064211 w 6184900"/>
              <a:gd name="connsiteY103" fmla="*/ 6651916 h 6858000"/>
              <a:gd name="connsiteX104" fmla="*/ 5336171 w 6184900"/>
              <a:gd name="connsiteY104" fmla="*/ 6651916 h 6858000"/>
              <a:gd name="connsiteX105" fmla="*/ 5320175 w 6184900"/>
              <a:gd name="connsiteY105" fmla="*/ 6618560 h 6858000"/>
              <a:gd name="connsiteX106" fmla="*/ 5345241 w 6184900"/>
              <a:gd name="connsiteY106" fmla="*/ 6618560 h 6858000"/>
              <a:gd name="connsiteX107" fmla="*/ 5366040 w 6184900"/>
              <a:gd name="connsiteY107" fmla="*/ 6636116 h 6858000"/>
              <a:gd name="connsiteX108" fmla="*/ 5393658 w 6184900"/>
              <a:gd name="connsiteY108" fmla="*/ 6612385 h 6858000"/>
              <a:gd name="connsiteX109" fmla="*/ 5393658 w 6184900"/>
              <a:gd name="connsiteY109" fmla="*/ 6591103 h 6858000"/>
              <a:gd name="connsiteX110" fmla="*/ 5393018 w 6184900"/>
              <a:gd name="connsiteY110" fmla="*/ 6591103 h 6858000"/>
              <a:gd name="connsiteX111" fmla="*/ 5358197 w 6184900"/>
              <a:gd name="connsiteY111" fmla="*/ 6608233 h 6858000"/>
              <a:gd name="connsiteX112" fmla="*/ 5315533 w 6184900"/>
              <a:gd name="connsiteY112" fmla="*/ 6554659 h 6858000"/>
              <a:gd name="connsiteX113" fmla="*/ 5358197 w 6184900"/>
              <a:gd name="connsiteY113" fmla="*/ 6494431 h 6858000"/>
              <a:gd name="connsiteX114" fmla="*/ 5393018 w 6184900"/>
              <a:gd name="connsiteY114" fmla="*/ 6512467 h 6858000"/>
              <a:gd name="connsiteX115" fmla="*/ 5393871 w 6184900"/>
              <a:gd name="connsiteY115" fmla="*/ 6512467 h 6858000"/>
              <a:gd name="connsiteX116" fmla="*/ 5392911 w 6184900"/>
              <a:gd name="connsiteY116" fmla="*/ 6496028 h 6858000"/>
              <a:gd name="connsiteX117" fmla="*/ 5419578 w 6184900"/>
              <a:gd name="connsiteY117" fmla="*/ 6496028 h 6858000"/>
              <a:gd name="connsiteX118" fmla="*/ 5419578 w 6184900"/>
              <a:gd name="connsiteY118" fmla="*/ 6606849 h 6858000"/>
              <a:gd name="connsiteX119" fmla="*/ 5399367 w 6184900"/>
              <a:gd name="connsiteY119" fmla="*/ 6651907 h 6858000"/>
              <a:gd name="connsiteX120" fmla="*/ 5482017 w 6184900"/>
              <a:gd name="connsiteY120" fmla="*/ 6651907 h 6858000"/>
              <a:gd name="connsiteX121" fmla="*/ 5502495 w 6184900"/>
              <a:gd name="connsiteY121" fmla="*/ 6637385 h 6858000"/>
              <a:gd name="connsiteX122" fmla="*/ 5513157 w 6184900"/>
              <a:gd name="connsiteY122" fmla="*/ 6606477 h 6858000"/>
              <a:gd name="connsiteX123" fmla="*/ 5485165 w 6184900"/>
              <a:gd name="connsiteY123" fmla="*/ 6608340 h 6858000"/>
              <a:gd name="connsiteX124" fmla="*/ 5433761 w 6184900"/>
              <a:gd name="connsiteY124" fmla="*/ 6551785 h 6858000"/>
              <a:gd name="connsiteX125" fmla="*/ 5485165 w 6184900"/>
              <a:gd name="connsiteY125" fmla="*/ 6494538 h 6858000"/>
              <a:gd name="connsiteX126" fmla="*/ 5536729 w 6184900"/>
              <a:gd name="connsiteY126" fmla="*/ 6538540 h 6858000"/>
              <a:gd name="connsiteX127" fmla="*/ 5562916 w 6184900"/>
              <a:gd name="connsiteY127" fmla="*/ 6462938 h 6858000"/>
              <a:gd name="connsiteX128" fmla="*/ 5552895 w 6184900"/>
              <a:gd name="connsiteY128" fmla="*/ 6448149 h 6858000"/>
              <a:gd name="connsiteX129" fmla="*/ 5552886 w 6184900"/>
              <a:gd name="connsiteY129" fmla="*/ 6448149 h 6858000"/>
              <a:gd name="connsiteX130" fmla="*/ 5301404 w 6184900"/>
              <a:gd name="connsiteY130" fmla="*/ 6448149 h 6858000"/>
              <a:gd name="connsiteX131" fmla="*/ 5301404 w 6184900"/>
              <a:gd name="connsiteY131" fmla="*/ 6607062 h 6858000"/>
              <a:gd name="connsiteX132" fmla="*/ 5274737 w 6184900"/>
              <a:gd name="connsiteY132" fmla="*/ 6607062 h 6858000"/>
              <a:gd name="connsiteX133" fmla="*/ 5275804 w 6184900"/>
              <a:gd name="connsiteY133" fmla="*/ 6590357 h 6858000"/>
              <a:gd name="connsiteX134" fmla="*/ 5274950 w 6184900"/>
              <a:gd name="connsiteY134" fmla="*/ 6590357 h 6858000"/>
              <a:gd name="connsiteX135" fmla="*/ 5240130 w 6184900"/>
              <a:gd name="connsiteY135" fmla="*/ 6608340 h 6858000"/>
              <a:gd name="connsiteX136" fmla="*/ 5197466 w 6184900"/>
              <a:gd name="connsiteY136" fmla="*/ 6548165 h 6858000"/>
              <a:gd name="connsiteX137" fmla="*/ 5240130 w 6184900"/>
              <a:gd name="connsiteY137" fmla="*/ 6494538 h 6858000"/>
              <a:gd name="connsiteX138" fmla="*/ 5273670 w 6184900"/>
              <a:gd name="connsiteY138" fmla="*/ 6510497 h 6858000"/>
              <a:gd name="connsiteX139" fmla="*/ 5274737 w 6184900"/>
              <a:gd name="connsiteY139" fmla="*/ 6510497 h 6858000"/>
              <a:gd name="connsiteX140" fmla="*/ 5274737 w 6184900"/>
              <a:gd name="connsiteY140" fmla="*/ 6448149 h 6858000"/>
              <a:gd name="connsiteX141" fmla="*/ 5134867 w 6184900"/>
              <a:gd name="connsiteY141" fmla="*/ 6448149 h 6858000"/>
              <a:gd name="connsiteX142" fmla="*/ 4802175 w 6184900"/>
              <a:gd name="connsiteY142" fmla="*/ 6448149 h 6858000"/>
              <a:gd name="connsiteX143" fmla="*/ 4802175 w 6184900"/>
              <a:gd name="connsiteY143" fmla="*/ 6607062 h 6858000"/>
              <a:gd name="connsiteX144" fmla="*/ 4828842 w 6184900"/>
              <a:gd name="connsiteY144" fmla="*/ 6607062 h 6858000"/>
              <a:gd name="connsiteX145" fmla="*/ 4828842 w 6184900"/>
              <a:gd name="connsiteY145" fmla="*/ 6448149 h 6858000"/>
              <a:gd name="connsiteX146" fmla="*/ 4802175 w 6184900"/>
              <a:gd name="connsiteY146" fmla="*/ 6448149 h 6858000"/>
              <a:gd name="connsiteX147" fmla="*/ 0 w 6184900"/>
              <a:gd name="connsiteY147" fmla="*/ 0 h 6858000"/>
              <a:gd name="connsiteX148" fmla="*/ 6184900 w 6184900"/>
              <a:gd name="connsiteY148" fmla="*/ 0 h 6858000"/>
              <a:gd name="connsiteX149" fmla="*/ 6184900 w 6184900"/>
              <a:gd name="connsiteY149" fmla="*/ 6858000 h 6858000"/>
              <a:gd name="connsiteX150" fmla="*/ 0 w 6184900"/>
              <a:gd name="connsiteY150" fmla="*/ 6858000 h 6858000"/>
              <a:gd name="connsiteX151" fmla="*/ 0 w 6184900"/>
              <a:gd name="connsiteY1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</a:cxnLst>
            <a:rect l="l" t="t" r="r" b="b"/>
            <a:pathLst>
              <a:path w="6184900" h="6858000">
                <a:moveTo>
                  <a:pt x="4902316" y="6557054"/>
                </a:moveTo>
                <a:lnTo>
                  <a:pt x="4926956" y="6573014"/>
                </a:lnTo>
                <a:cubicBezTo>
                  <a:pt x="4926956" y="6588548"/>
                  <a:pt x="4916294" y="6590198"/>
                  <a:pt x="4902316" y="6590198"/>
                </a:cubicBezTo>
                <a:cubicBezTo>
                  <a:pt x="4884292" y="6590198"/>
                  <a:pt x="4877890" y="6588707"/>
                  <a:pt x="4877890" y="6573014"/>
                </a:cubicBezTo>
                <a:cubicBezTo>
                  <a:pt x="4877890" y="6557320"/>
                  <a:pt x="4888551" y="6557054"/>
                  <a:pt x="4902316" y="6557054"/>
                </a:cubicBezTo>
                <a:close/>
                <a:moveTo>
                  <a:pt x="5460694" y="6556469"/>
                </a:moveTo>
                <a:cubicBezTo>
                  <a:pt x="5460694" y="6580413"/>
                  <a:pt x="5461335" y="6588015"/>
                  <a:pt x="5485387" y="6588015"/>
                </a:cubicBezTo>
                <a:cubicBezTo>
                  <a:pt x="5500210" y="6588015"/>
                  <a:pt x="5510614" y="6588015"/>
                  <a:pt x="5510614" y="6571683"/>
                </a:cubicBezTo>
                <a:lnTo>
                  <a:pt x="5525428" y="6571683"/>
                </a:lnTo>
                <a:lnTo>
                  <a:pt x="5530763" y="6556469"/>
                </a:lnTo>
                <a:lnTo>
                  <a:pt x="5460694" y="6556469"/>
                </a:lnTo>
                <a:close/>
                <a:moveTo>
                  <a:pt x="5485387" y="6515181"/>
                </a:moveTo>
                <a:cubicBezTo>
                  <a:pt x="5462188" y="6515181"/>
                  <a:pt x="5460694" y="6520025"/>
                  <a:pt x="5460694" y="6539764"/>
                </a:cubicBezTo>
                <a:lnTo>
                  <a:pt x="5460703" y="6539764"/>
                </a:lnTo>
                <a:lnTo>
                  <a:pt x="5510614" y="6539764"/>
                </a:lnTo>
                <a:cubicBezTo>
                  <a:pt x="5510614" y="6516885"/>
                  <a:pt x="5507253" y="6515181"/>
                  <a:pt x="5485387" y="6515181"/>
                </a:cubicBezTo>
                <a:close/>
                <a:moveTo>
                  <a:pt x="5366244" y="6514915"/>
                </a:moveTo>
                <a:cubicBezTo>
                  <a:pt x="5347793" y="6514915"/>
                  <a:pt x="5342458" y="6520238"/>
                  <a:pt x="5342458" y="6548165"/>
                </a:cubicBezTo>
                <a:cubicBezTo>
                  <a:pt x="5342458" y="6573386"/>
                  <a:pt x="5342458" y="6588015"/>
                  <a:pt x="5366244" y="6588015"/>
                </a:cubicBezTo>
                <a:cubicBezTo>
                  <a:pt x="5392911" y="6588015"/>
                  <a:pt x="5392911" y="6574664"/>
                  <a:pt x="5392911" y="6548165"/>
                </a:cubicBezTo>
                <a:cubicBezTo>
                  <a:pt x="5392911" y="6524434"/>
                  <a:pt x="5389283" y="6514915"/>
                  <a:pt x="5366244" y="6514915"/>
                </a:cubicBezTo>
                <a:close/>
                <a:moveTo>
                  <a:pt x="5247874" y="6514915"/>
                </a:moveTo>
                <a:cubicBezTo>
                  <a:pt x="5229424" y="6514915"/>
                  <a:pt x="5224088" y="6520238"/>
                  <a:pt x="5224088" y="6548165"/>
                </a:cubicBezTo>
                <a:cubicBezTo>
                  <a:pt x="5224088" y="6573386"/>
                  <a:pt x="5223448" y="6588015"/>
                  <a:pt x="5247874" y="6588015"/>
                </a:cubicBezTo>
                <a:cubicBezTo>
                  <a:pt x="5275279" y="6588015"/>
                  <a:pt x="5274221" y="6574664"/>
                  <a:pt x="5274221" y="6548165"/>
                </a:cubicBezTo>
                <a:cubicBezTo>
                  <a:pt x="5274221" y="6524434"/>
                  <a:pt x="5271074" y="6514915"/>
                  <a:pt x="5247874" y="6514915"/>
                </a:cubicBezTo>
                <a:close/>
                <a:moveTo>
                  <a:pt x="5131088" y="6514915"/>
                </a:moveTo>
                <a:cubicBezTo>
                  <a:pt x="5131090" y="6514915"/>
                  <a:pt x="5131091" y="6514916"/>
                  <a:pt x="5131093" y="6514916"/>
                </a:cubicBezTo>
                <a:lnTo>
                  <a:pt x="5110077" y="6519805"/>
                </a:lnTo>
                <a:cubicBezTo>
                  <a:pt x="5106817" y="6523483"/>
                  <a:pt x="5106457" y="6529629"/>
                  <a:pt x="5106457" y="6539498"/>
                </a:cubicBezTo>
                <a:lnTo>
                  <a:pt x="5156367" y="6539498"/>
                </a:lnTo>
                <a:cubicBezTo>
                  <a:pt x="5156367" y="6528058"/>
                  <a:pt x="5155513" y="6521913"/>
                  <a:pt x="5151927" y="6518627"/>
                </a:cubicBezTo>
                <a:lnTo>
                  <a:pt x="5131093" y="6514916"/>
                </a:lnTo>
                <a:cubicBezTo>
                  <a:pt x="5131094" y="6514916"/>
                  <a:pt x="5131096" y="6514915"/>
                  <a:pt x="5131097" y="6514915"/>
                </a:cubicBezTo>
                <a:lnTo>
                  <a:pt x="5131088" y="6514915"/>
                </a:lnTo>
                <a:close/>
                <a:moveTo>
                  <a:pt x="4726887" y="6514915"/>
                </a:moveTo>
                <a:cubicBezTo>
                  <a:pt x="4750673" y="6514915"/>
                  <a:pt x="4752594" y="6521675"/>
                  <a:pt x="4752594" y="6551785"/>
                </a:cubicBezTo>
                <a:cubicBezTo>
                  <a:pt x="4752594" y="6581894"/>
                  <a:pt x="4750673" y="6588015"/>
                  <a:pt x="4726887" y="6588015"/>
                </a:cubicBezTo>
                <a:cubicBezTo>
                  <a:pt x="4703101" y="6588015"/>
                  <a:pt x="4701180" y="6581415"/>
                  <a:pt x="4701180" y="6551785"/>
                </a:cubicBezTo>
                <a:cubicBezTo>
                  <a:pt x="4701180" y="6522154"/>
                  <a:pt x="4703101" y="6514915"/>
                  <a:pt x="4726887" y="6514915"/>
                </a:cubicBezTo>
                <a:close/>
                <a:moveTo>
                  <a:pt x="4903285" y="6494804"/>
                </a:moveTo>
                <a:cubicBezTo>
                  <a:pt x="4877792" y="6494804"/>
                  <a:pt x="4855296" y="6496081"/>
                  <a:pt x="4855296" y="6528533"/>
                </a:cubicBezTo>
                <a:lnTo>
                  <a:pt x="4881963" y="6528533"/>
                </a:lnTo>
                <a:cubicBezTo>
                  <a:pt x="4881963" y="6514117"/>
                  <a:pt x="4891290" y="6513052"/>
                  <a:pt x="4902974" y="6513052"/>
                </a:cubicBezTo>
                <a:cubicBezTo>
                  <a:pt x="4925266" y="6513052"/>
                  <a:pt x="4926760" y="6519386"/>
                  <a:pt x="4926760" y="6537422"/>
                </a:cubicBezTo>
                <a:lnTo>
                  <a:pt x="4926760" y="6551838"/>
                </a:lnTo>
                <a:lnTo>
                  <a:pt x="4926333" y="6551838"/>
                </a:lnTo>
                <a:cubicBezTo>
                  <a:pt x="4919984" y="6539338"/>
                  <a:pt x="4906602" y="6539125"/>
                  <a:pt x="4893006" y="6539125"/>
                </a:cubicBezTo>
                <a:cubicBezTo>
                  <a:pt x="4865388" y="6539125"/>
                  <a:pt x="4851356" y="6546524"/>
                  <a:pt x="4851356" y="6573227"/>
                </a:cubicBezTo>
                <a:cubicBezTo>
                  <a:pt x="4851356" y="6603336"/>
                  <a:pt x="4867726" y="6608606"/>
                  <a:pt x="4893006" y="6608606"/>
                </a:cubicBezTo>
                <a:cubicBezTo>
                  <a:pt x="4905962" y="6608606"/>
                  <a:pt x="4922332" y="6608180"/>
                  <a:pt x="4927614" y="6593391"/>
                </a:cubicBezTo>
                <a:lnTo>
                  <a:pt x="4928254" y="6593391"/>
                </a:lnTo>
                <a:cubicBezTo>
                  <a:pt x="4927898" y="6597948"/>
                  <a:pt x="4927543" y="6602505"/>
                  <a:pt x="4927187" y="6607062"/>
                </a:cubicBezTo>
                <a:lnTo>
                  <a:pt x="4953836" y="6607062"/>
                </a:lnTo>
                <a:lnTo>
                  <a:pt x="4953836" y="6537369"/>
                </a:lnTo>
                <a:cubicBezTo>
                  <a:pt x="4953836" y="6500126"/>
                  <a:pt x="4938960" y="6494804"/>
                  <a:pt x="4903285" y="6494804"/>
                </a:cubicBezTo>
                <a:close/>
                <a:moveTo>
                  <a:pt x="5034788" y="6494546"/>
                </a:moveTo>
                <a:cubicBezTo>
                  <a:pt x="5021833" y="6494546"/>
                  <a:pt x="5010362" y="6498166"/>
                  <a:pt x="5005036" y="6510506"/>
                </a:cubicBezTo>
                <a:lnTo>
                  <a:pt x="5003969" y="6510506"/>
                </a:lnTo>
                <a:lnTo>
                  <a:pt x="5004716" y="6496037"/>
                </a:lnTo>
                <a:lnTo>
                  <a:pt x="4978582" y="6496037"/>
                </a:lnTo>
                <a:cubicBezTo>
                  <a:pt x="4978579" y="6496034"/>
                  <a:pt x="4978577" y="6496031"/>
                  <a:pt x="4978574" y="6496028"/>
                </a:cubicBezTo>
                <a:lnTo>
                  <a:pt x="4978574" y="6607062"/>
                </a:lnTo>
                <a:lnTo>
                  <a:pt x="5005240" y="6607062"/>
                </a:lnTo>
                <a:lnTo>
                  <a:pt x="5005240" y="6538593"/>
                </a:lnTo>
                <a:cubicBezTo>
                  <a:pt x="5004814" y="6524177"/>
                  <a:pt x="5009509" y="6515075"/>
                  <a:pt x="5025399" y="6515075"/>
                </a:cubicBezTo>
                <a:cubicBezTo>
                  <a:pt x="5037927" y="6515075"/>
                  <a:pt x="5038994" y="6521622"/>
                  <a:pt x="5038994" y="6532844"/>
                </a:cubicBezTo>
                <a:lnTo>
                  <a:pt x="5038994" y="6538593"/>
                </a:lnTo>
                <a:lnTo>
                  <a:pt x="5064061" y="6538593"/>
                </a:lnTo>
                <a:lnTo>
                  <a:pt x="5064061" y="6529553"/>
                </a:lnTo>
                <a:cubicBezTo>
                  <a:pt x="5064061" y="6508270"/>
                  <a:pt x="5058352" y="6494546"/>
                  <a:pt x="5034788" y="6494546"/>
                </a:cubicBezTo>
                <a:close/>
                <a:moveTo>
                  <a:pt x="4726887" y="6494538"/>
                </a:moveTo>
                <a:cubicBezTo>
                  <a:pt x="4680391" y="6494538"/>
                  <a:pt x="4674416" y="6508315"/>
                  <a:pt x="4674416" y="6551572"/>
                </a:cubicBezTo>
                <a:cubicBezTo>
                  <a:pt x="4674416" y="6594829"/>
                  <a:pt x="4680391" y="6608340"/>
                  <a:pt x="4726887" y="6608340"/>
                </a:cubicBezTo>
                <a:cubicBezTo>
                  <a:pt x="4773383" y="6608340"/>
                  <a:pt x="4779358" y="6594562"/>
                  <a:pt x="4779358" y="6551572"/>
                </a:cubicBezTo>
                <a:cubicBezTo>
                  <a:pt x="4779358" y="6508581"/>
                  <a:pt x="4773436" y="6494538"/>
                  <a:pt x="4726887" y="6494538"/>
                </a:cubicBezTo>
                <a:close/>
                <a:moveTo>
                  <a:pt x="4606481" y="6494538"/>
                </a:moveTo>
                <a:cubicBezTo>
                  <a:pt x="4577796" y="6494538"/>
                  <a:pt x="4555717" y="6495176"/>
                  <a:pt x="4555717" y="6525712"/>
                </a:cubicBezTo>
                <a:cubicBezTo>
                  <a:pt x="4555717" y="6554118"/>
                  <a:pt x="4563133" y="6559866"/>
                  <a:pt x="4604134" y="6560239"/>
                </a:cubicBezTo>
                <a:cubicBezTo>
                  <a:pt x="4631112" y="6560665"/>
                  <a:pt x="4631752" y="6565562"/>
                  <a:pt x="4631752" y="6575294"/>
                </a:cubicBezTo>
                <a:cubicBezTo>
                  <a:pt x="4631752" y="6590561"/>
                  <a:pt x="4622424" y="6590136"/>
                  <a:pt x="4606472" y="6590136"/>
                </a:cubicBezTo>
                <a:cubicBezTo>
                  <a:pt x="4586688" y="6590136"/>
                  <a:pt x="4582900" y="6588219"/>
                  <a:pt x="4582473" y="6572100"/>
                </a:cubicBezTo>
                <a:lnTo>
                  <a:pt x="4555708" y="6572100"/>
                </a:lnTo>
                <a:cubicBezTo>
                  <a:pt x="4555708" y="6608331"/>
                  <a:pt x="4576079" y="6608331"/>
                  <a:pt x="4606472" y="6608331"/>
                </a:cubicBezTo>
                <a:cubicBezTo>
                  <a:pt x="4634677" y="6608331"/>
                  <a:pt x="4658517" y="6605403"/>
                  <a:pt x="4658517" y="6575294"/>
                </a:cubicBezTo>
                <a:cubicBezTo>
                  <a:pt x="4658517" y="6539276"/>
                  <a:pt x="4635158" y="6541192"/>
                  <a:pt x="4608820" y="6539915"/>
                </a:cubicBezTo>
                <a:cubicBezTo>
                  <a:pt x="4585460" y="6538850"/>
                  <a:pt x="4582366" y="6538584"/>
                  <a:pt x="4582366" y="6527415"/>
                </a:cubicBezTo>
                <a:cubicBezTo>
                  <a:pt x="4582366" y="6512786"/>
                  <a:pt x="4592121" y="6512786"/>
                  <a:pt x="4606365" y="6512786"/>
                </a:cubicBezTo>
                <a:cubicBezTo>
                  <a:pt x="4620610" y="6512786"/>
                  <a:pt x="4627697" y="6512786"/>
                  <a:pt x="4627697" y="6526137"/>
                </a:cubicBezTo>
                <a:lnTo>
                  <a:pt x="4654471" y="6526137"/>
                </a:lnTo>
                <a:cubicBezTo>
                  <a:pt x="4654471" y="6494963"/>
                  <a:pt x="4628337" y="6494538"/>
                  <a:pt x="4606481" y="6494538"/>
                </a:cubicBezTo>
                <a:close/>
                <a:moveTo>
                  <a:pt x="5134867" y="6448149"/>
                </a:moveTo>
                <a:cubicBezTo>
                  <a:pt x="5125690" y="6448362"/>
                  <a:pt x="5117581" y="6454137"/>
                  <a:pt x="5114388" y="6462725"/>
                </a:cubicBezTo>
                <a:lnTo>
                  <a:pt x="5102020" y="6498689"/>
                </a:lnTo>
                <a:cubicBezTo>
                  <a:pt x="5111374" y="6495567"/>
                  <a:pt x="5121226" y="6494165"/>
                  <a:pt x="5131079" y="6494538"/>
                </a:cubicBezTo>
                <a:cubicBezTo>
                  <a:pt x="5176934" y="6494538"/>
                  <a:pt x="5183123" y="6507889"/>
                  <a:pt x="5183123" y="6556469"/>
                </a:cubicBezTo>
                <a:lnTo>
                  <a:pt x="5106439" y="6556469"/>
                </a:lnTo>
                <a:cubicBezTo>
                  <a:pt x="5106439" y="6580413"/>
                  <a:pt x="5107079" y="6588015"/>
                  <a:pt x="5131079" y="6588015"/>
                </a:cubicBezTo>
                <a:cubicBezTo>
                  <a:pt x="5145955" y="6588015"/>
                  <a:pt x="5156359" y="6588015"/>
                  <a:pt x="5156359" y="6571683"/>
                </a:cubicBezTo>
                <a:lnTo>
                  <a:pt x="5183025" y="6571683"/>
                </a:lnTo>
                <a:cubicBezTo>
                  <a:pt x="5183025" y="6606690"/>
                  <a:pt x="5162814" y="6608340"/>
                  <a:pt x="5130981" y="6608340"/>
                </a:cubicBezTo>
                <a:cubicBezTo>
                  <a:pt x="5092052" y="6608340"/>
                  <a:pt x="5081390" y="6597011"/>
                  <a:pt x="5079790" y="6562377"/>
                </a:cubicBezTo>
                <a:lnTo>
                  <a:pt x="5053817" y="6637394"/>
                </a:lnTo>
                <a:cubicBezTo>
                  <a:pt x="5053817" y="6637394"/>
                  <a:pt x="5048481" y="6651916"/>
                  <a:pt x="5064211" y="6651916"/>
                </a:cubicBezTo>
                <a:lnTo>
                  <a:pt x="5336171" y="6651916"/>
                </a:lnTo>
                <a:cubicBezTo>
                  <a:pt x="5325510" y="6647072"/>
                  <a:pt x="5319428" y="6637447"/>
                  <a:pt x="5320175" y="6618560"/>
                </a:cubicBezTo>
                <a:lnTo>
                  <a:pt x="5345241" y="6618560"/>
                </a:lnTo>
                <a:cubicBezTo>
                  <a:pt x="5345241" y="6633774"/>
                  <a:pt x="5350950" y="6636116"/>
                  <a:pt x="5366040" y="6636116"/>
                </a:cubicBezTo>
                <a:cubicBezTo>
                  <a:pt x="5388758" y="6636116"/>
                  <a:pt x="5393658" y="6631432"/>
                  <a:pt x="5393658" y="6612385"/>
                </a:cubicBezTo>
                <a:lnTo>
                  <a:pt x="5393658" y="6591103"/>
                </a:lnTo>
                <a:lnTo>
                  <a:pt x="5393018" y="6591103"/>
                </a:lnTo>
                <a:cubicBezTo>
                  <a:pt x="5385975" y="6605678"/>
                  <a:pt x="5371686" y="6608233"/>
                  <a:pt x="5358197" y="6608233"/>
                </a:cubicBezTo>
                <a:cubicBezTo>
                  <a:pt x="5319961" y="6608233"/>
                  <a:pt x="5315533" y="6587270"/>
                  <a:pt x="5315533" y="6554659"/>
                </a:cubicBezTo>
                <a:cubicBezTo>
                  <a:pt x="5315533" y="6522048"/>
                  <a:pt x="5316814" y="6494431"/>
                  <a:pt x="5358197" y="6494431"/>
                </a:cubicBezTo>
                <a:cubicBezTo>
                  <a:pt x="5373873" y="6494431"/>
                  <a:pt x="5386189" y="6497838"/>
                  <a:pt x="5393018" y="6512467"/>
                </a:cubicBezTo>
                <a:lnTo>
                  <a:pt x="5393871" y="6512467"/>
                </a:lnTo>
                <a:lnTo>
                  <a:pt x="5392911" y="6496028"/>
                </a:lnTo>
                <a:lnTo>
                  <a:pt x="5419578" y="6496028"/>
                </a:lnTo>
                <a:lnTo>
                  <a:pt x="5419578" y="6606849"/>
                </a:lnTo>
                <a:cubicBezTo>
                  <a:pt x="5419578" y="6632763"/>
                  <a:pt x="5414243" y="6645901"/>
                  <a:pt x="5399367" y="6651907"/>
                </a:cubicBezTo>
                <a:lnTo>
                  <a:pt x="5482017" y="6651907"/>
                </a:lnTo>
                <a:cubicBezTo>
                  <a:pt x="5491176" y="6651703"/>
                  <a:pt x="5499285" y="6645946"/>
                  <a:pt x="5502495" y="6637385"/>
                </a:cubicBezTo>
                <a:lnTo>
                  <a:pt x="5513157" y="6606477"/>
                </a:lnTo>
                <a:cubicBezTo>
                  <a:pt x="5503909" y="6608020"/>
                  <a:pt x="5494528" y="6608641"/>
                  <a:pt x="5485165" y="6608340"/>
                </a:cubicBezTo>
                <a:cubicBezTo>
                  <a:pt x="5442501" y="6608340"/>
                  <a:pt x="5433761" y="6594775"/>
                  <a:pt x="5433761" y="6551785"/>
                </a:cubicBezTo>
                <a:cubicBezTo>
                  <a:pt x="5433761" y="6511934"/>
                  <a:pt x="5440109" y="6494538"/>
                  <a:pt x="5485165" y="6494538"/>
                </a:cubicBezTo>
                <a:cubicBezTo>
                  <a:pt x="5524734" y="6494538"/>
                  <a:pt x="5534755" y="6504536"/>
                  <a:pt x="5536729" y="6538540"/>
                </a:cubicBezTo>
                <a:lnTo>
                  <a:pt x="5562916" y="6462938"/>
                </a:lnTo>
                <a:cubicBezTo>
                  <a:pt x="5562916" y="6462938"/>
                  <a:pt x="5568198" y="6448149"/>
                  <a:pt x="5552895" y="6448149"/>
                </a:cubicBezTo>
                <a:lnTo>
                  <a:pt x="5552886" y="6448149"/>
                </a:lnTo>
                <a:lnTo>
                  <a:pt x="5301404" y="6448149"/>
                </a:lnTo>
                <a:lnTo>
                  <a:pt x="5301404" y="6607062"/>
                </a:lnTo>
                <a:lnTo>
                  <a:pt x="5274737" y="6607062"/>
                </a:lnTo>
                <a:cubicBezTo>
                  <a:pt x="5275093" y="6601494"/>
                  <a:pt x="5275448" y="6595925"/>
                  <a:pt x="5275804" y="6590357"/>
                </a:cubicBezTo>
                <a:lnTo>
                  <a:pt x="5274950" y="6590357"/>
                </a:lnTo>
                <a:cubicBezTo>
                  <a:pt x="5268175" y="6604986"/>
                  <a:pt x="5255859" y="6608340"/>
                  <a:pt x="5240130" y="6608340"/>
                </a:cubicBezTo>
                <a:cubicBezTo>
                  <a:pt x="5198693" y="6608340"/>
                  <a:pt x="5197466" y="6582267"/>
                  <a:pt x="5197466" y="6548165"/>
                </a:cubicBezTo>
                <a:cubicBezTo>
                  <a:pt x="5197466" y="6514063"/>
                  <a:pt x="5201948" y="6494538"/>
                  <a:pt x="5240130" y="6494538"/>
                </a:cubicBezTo>
                <a:cubicBezTo>
                  <a:pt x="5253725" y="6494538"/>
                  <a:pt x="5267961" y="6497092"/>
                  <a:pt x="5273670" y="6510497"/>
                </a:cubicBezTo>
                <a:lnTo>
                  <a:pt x="5274737" y="6510497"/>
                </a:lnTo>
                <a:lnTo>
                  <a:pt x="5274737" y="6448149"/>
                </a:lnTo>
                <a:lnTo>
                  <a:pt x="5134867" y="6448149"/>
                </a:lnTo>
                <a:close/>
                <a:moveTo>
                  <a:pt x="4802175" y="6448149"/>
                </a:moveTo>
                <a:lnTo>
                  <a:pt x="4802175" y="6607062"/>
                </a:lnTo>
                <a:lnTo>
                  <a:pt x="4828842" y="6607062"/>
                </a:lnTo>
                <a:lnTo>
                  <a:pt x="4828842" y="6448149"/>
                </a:lnTo>
                <a:lnTo>
                  <a:pt x="4802175" y="6448149"/>
                </a:lnTo>
                <a:close/>
                <a:moveTo>
                  <a:pt x="0" y="0"/>
                </a:moveTo>
                <a:lnTo>
                  <a:pt x="6184900" y="0"/>
                </a:lnTo>
                <a:lnTo>
                  <a:pt x="61849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7D31-CDDE-39A3-0DD6-ED3E256F9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0546" y="6356350"/>
            <a:ext cx="5040000" cy="365125"/>
          </a:xfrm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8690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D1917E99-AB11-B164-8391-B4BBD8F84C70}"/>
              </a:ext>
            </a:extLst>
          </p:cNvPr>
          <p:cNvGrpSpPr/>
          <p:nvPr userDrawn="1"/>
        </p:nvGrpSpPr>
        <p:grpSpPr>
          <a:xfrm>
            <a:off x="6096000" y="0"/>
            <a:ext cx="6096000" cy="6858000"/>
            <a:chOff x="6096000" y="0"/>
            <a:chExt cx="6096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7665DDE-92C2-A272-A795-9FD903344FF8}"/>
                </a:ext>
              </a:extLst>
            </p:cNvPr>
            <p:cNvSpPr/>
            <p:nvPr/>
          </p:nvSpPr>
          <p:spPr>
            <a:xfrm>
              <a:off x="6096000" y="0"/>
              <a:ext cx="6096000" cy="685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DF29C92-28FE-9D8D-0BB2-09F4F241EC2E}"/>
                </a:ext>
              </a:extLst>
            </p:cNvPr>
            <p:cNvSpPr/>
            <p:nvPr/>
          </p:nvSpPr>
          <p:spPr>
            <a:xfrm>
              <a:off x="11151485" y="6448149"/>
              <a:ext cx="510852" cy="203766"/>
            </a:xfrm>
            <a:custGeom>
              <a:avLst/>
              <a:gdLst>
                <a:gd name="connsiteX0" fmla="*/ 457660 w 510852"/>
                <a:gd name="connsiteY0" fmla="*/ 123534 h 203766"/>
                <a:gd name="connsiteX1" fmla="*/ 472483 w 510852"/>
                <a:gd name="connsiteY1" fmla="*/ 123534 h 203766"/>
                <a:gd name="connsiteX2" fmla="*/ 477818 w 510852"/>
                <a:gd name="connsiteY2" fmla="*/ 108320 h 203766"/>
                <a:gd name="connsiteX3" fmla="*/ 407749 w 510852"/>
                <a:gd name="connsiteY3" fmla="*/ 108320 h 203766"/>
                <a:gd name="connsiteX4" fmla="*/ 432442 w 510852"/>
                <a:gd name="connsiteY4" fmla="*/ 139866 h 203766"/>
                <a:gd name="connsiteX5" fmla="*/ 457669 w 510852"/>
                <a:gd name="connsiteY5" fmla="*/ 123534 h 203766"/>
                <a:gd name="connsiteX6" fmla="*/ 407758 w 510852"/>
                <a:gd name="connsiteY6" fmla="*/ 91615 h 203766"/>
                <a:gd name="connsiteX7" fmla="*/ 457669 w 510852"/>
                <a:gd name="connsiteY7" fmla="*/ 91615 h 203766"/>
                <a:gd name="connsiteX8" fmla="*/ 432442 w 510852"/>
                <a:gd name="connsiteY8" fmla="*/ 67032 h 203766"/>
                <a:gd name="connsiteX9" fmla="*/ 407749 w 510852"/>
                <a:gd name="connsiteY9" fmla="*/ 91615 h 203766"/>
                <a:gd name="connsiteX10" fmla="*/ 499941 w 510852"/>
                <a:gd name="connsiteY10" fmla="*/ 0 h 203766"/>
                <a:gd name="connsiteX11" fmla="*/ 248459 w 510852"/>
                <a:gd name="connsiteY11" fmla="*/ 0 h 203766"/>
                <a:gd name="connsiteX12" fmla="*/ 248459 w 510852"/>
                <a:gd name="connsiteY12" fmla="*/ 158913 h 203766"/>
                <a:gd name="connsiteX13" fmla="*/ 221792 w 510852"/>
                <a:gd name="connsiteY13" fmla="*/ 158913 h 203766"/>
                <a:gd name="connsiteX14" fmla="*/ 222859 w 510852"/>
                <a:gd name="connsiteY14" fmla="*/ 142208 h 203766"/>
                <a:gd name="connsiteX15" fmla="*/ 222005 w 510852"/>
                <a:gd name="connsiteY15" fmla="*/ 142208 h 203766"/>
                <a:gd name="connsiteX16" fmla="*/ 187185 w 510852"/>
                <a:gd name="connsiteY16" fmla="*/ 160191 h 203766"/>
                <a:gd name="connsiteX17" fmla="*/ 144521 w 510852"/>
                <a:gd name="connsiteY17" fmla="*/ 100016 h 203766"/>
                <a:gd name="connsiteX18" fmla="*/ 187185 w 510852"/>
                <a:gd name="connsiteY18" fmla="*/ 46389 h 203766"/>
                <a:gd name="connsiteX19" fmla="*/ 220725 w 510852"/>
                <a:gd name="connsiteY19" fmla="*/ 62348 h 203766"/>
                <a:gd name="connsiteX20" fmla="*/ 221792 w 510852"/>
                <a:gd name="connsiteY20" fmla="*/ 62348 h 203766"/>
                <a:gd name="connsiteX21" fmla="*/ 221792 w 510852"/>
                <a:gd name="connsiteY21" fmla="*/ 0 h 203766"/>
                <a:gd name="connsiteX22" fmla="*/ 81922 w 510852"/>
                <a:gd name="connsiteY22" fmla="*/ 0 h 203766"/>
                <a:gd name="connsiteX23" fmla="*/ 61443 w 510852"/>
                <a:gd name="connsiteY23" fmla="*/ 14576 h 203766"/>
                <a:gd name="connsiteX24" fmla="*/ 49075 w 510852"/>
                <a:gd name="connsiteY24" fmla="*/ 50540 h 203766"/>
                <a:gd name="connsiteX25" fmla="*/ 78134 w 510852"/>
                <a:gd name="connsiteY25" fmla="*/ 46389 h 203766"/>
                <a:gd name="connsiteX26" fmla="*/ 130178 w 510852"/>
                <a:gd name="connsiteY26" fmla="*/ 108320 h 203766"/>
                <a:gd name="connsiteX27" fmla="*/ 53494 w 510852"/>
                <a:gd name="connsiteY27" fmla="*/ 108320 h 203766"/>
                <a:gd name="connsiteX28" fmla="*/ 78134 w 510852"/>
                <a:gd name="connsiteY28" fmla="*/ 139866 h 203766"/>
                <a:gd name="connsiteX29" fmla="*/ 103414 w 510852"/>
                <a:gd name="connsiteY29" fmla="*/ 123534 h 203766"/>
                <a:gd name="connsiteX30" fmla="*/ 130080 w 510852"/>
                <a:gd name="connsiteY30" fmla="*/ 123534 h 203766"/>
                <a:gd name="connsiteX31" fmla="*/ 78036 w 510852"/>
                <a:gd name="connsiteY31" fmla="*/ 160191 h 203766"/>
                <a:gd name="connsiteX32" fmla="*/ 26845 w 510852"/>
                <a:gd name="connsiteY32" fmla="*/ 114228 h 203766"/>
                <a:gd name="connsiteX33" fmla="*/ 872 w 510852"/>
                <a:gd name="connsiteY33" fmla="*/ 189245 h 203766"/>
                <a:gd name="connsiteX34" fmla="*/ 11266 w 510852"/>
                <a:gd name="connsiteY34" fmla="*/ 203767 h 203766"/>
                <a:gd name="connsiteX35" fmla="*/ 283226 w 510852"/>
                <a:gd name="connsiteY35" fmla="*/ 203767 h 203766"/>
                <a:gd name="connsiteX36" fmla="*/ 267230 w 510852"/>
                <a:gd name="connsiteY36" fmla="*/ 170411 h 203766"/>
                <a:gd name="connsiteX37" fmla="*/ 292296 w 510852"/>
                <a:gd name="connsiteY37" fmla="*/ 170411 h 203766"/>
                <a:gd name="connsiteX38" fmla="*/ 313095 w 510852"/>
                <a:gd name="connsiteY38" fmla="*/ 187967 h 203766"/>
                <a:gd name="connsiteX39" fmla="*/ 340713 w 510852"/>
                <a:gd name="connsiteY39" fmla="*/ 164236 h 203766"/>
                <a:gd name="connsiteX40" fmla="*/ 340713 w 510852"/>
                <a:gd name="connsiteY40" fmla="*/ 142954 h 203766"/>
                <a:gd name="connsiteX41" fmla="*/ 340073 w 510852"/>
                <a:gd name="connsiteY41" fmla="*/ 142954 h 203766"/>
                <a:gd name="connsiteX42" fmla="*/ 305252 w 510852"/>
                <a:gd name="connsiteY42" fmla="*/ 160084 h 203766"/>
                <a:gd name="connsiteX43" fmla="*/ 262588 w 510852"/>
                <a:gd name="connsiteY43" fmla="*/ 106510 h 203766"/>
                <a:gd name="connsiteX44" fmla="*/ 305252 w 510852"/>
                <a:gd name="connsiteY44" fmla="*/ 46282 h 203766"/>
                <a:gd name="connsiteX45" fmla="*/ 340073 w 510852"/>
                <a:gd name="connsiteY45" fmla="*/ 64318 h 203766"/>
                <a:gd name="connsiteX46" fmla="*/ 340926 w 510852"/>
                <a:gd name="connsiteY46" fmla="*/ 64318 h 203766"/>
                <a:gd name="connsiteX47" fmla="*/ 339966 w 510852"/>
                <a:gd name="connsiteY47" fmla="*/ 47879 h 203766"/>
                <a:gd name="connsiteX48" fmla="*/ 366633 w 510852"/>
                <a:gd name="connsiteY48" fmla="*/ 47879 h 203766"/>
                <a:gd name="connsiteX49" fmla="*/ 366633 w 510852"/>
                <a:gd name="connsiteY49" fmla="*/ 158700 h 203766"/>
                <a:gd name="connsiteX50" fmla="*/ 346422 w 510852"/>
                <a:gd name="connsiteY50" fmla="*/ 203758 h 203766"/>
                <a:gd name="connsiteX51" fmla="*/ 429072 w 510852"/>
                <a:gd name="connsiteY51" fmla="*/ 203758 h 203766"/>
                <a:gd name="connsiteX52" fmla="*/ 449550 w 510852"/>
                <a:gd name="connsiteY52" fmla="*/ 189236 h 203766"/>
                <a:gd name="connsiteX53" fmla="*/ 460212 w 510852"/>
                <a:gd name="connsiteY53" fmla="*/ 158328 h 203766"/>
                <a:gd name="connsiteX54" fmla="*/ 432220 w 510852"/>
                <a:gd name="connsiteY54" fmla="*/ 160191 h 203766"/>
                <a:gd name="connsiteX55" fmla="*/ 380816 w 510852"/>
                <a:gd name="connsiteY55" fmla="*/ 103636 h 203766"/>
                <a:gd name="connsiteX56" fmla="*/ 432220 w 510852"/>
                <a:gd name="connsiteY56" fmla="*/ 46389 h 203766"/>
                <a:gd name="connsiteX57" fmla="*/ 483784 w 510852"/>
                <a:gd name="connsiteY57" fmla="*/ 90391 h 203766"/>
                <a:gd name="connsiteX58" fmla="*/ 509971 w 510852"/>
                <a:gd name="connsiteY58" fmla="*/ 14789 h 203766"/>
                <a:gd name="connsiteX59" fmla="*/ 499950 w 510852"/>
                <a:gd name="connsiteY59" fmla="*/ 0 h 203766"/>
                <a:gd name="connsiteX60" fmla="*/ 221276 w 510852"/>
                <a:gd name="connsiteY60" fmla="*/ 100016 h 203766"/>
                <a:gd name="connsiteX61" fmla="*/ 194929 w 510852"/>
                <a:gd name="connsiteY61" fmla="*/ 66766 h 203766"/>
                <a:gd name="connsiteX62" fmla="*/ 171143 w 510852"/>
                <a:gd name="connsiteY62" fmla="*/ 100016 h 203766"/>
                <a:gd name="connsiteX63" fmla="*/ 194929 w 510852"/>
                <a:gd name="connsiteY63" fmla="*/ 139866 h 203766"/>
                <a:gd name="connsiteX64" fmla="*/ 221276 w 510852"/>
                <a:gd name="connsiteY64" fmla="*/ 100016 h 203766"/>
                <a:gd name="connsiteX65" fmla="*/ 78152 w 510852"/>
                <a:gd name="connsiteY65" fmla="*/ 66766 h 203766"/>
                <a:gd name="connsiteX66" fmla="*/ 53512 w 510852"/>
                <a:gd name="connsiteY66" fmla="*/ 91349 h 203766"/>
                <a:gd name="connsiteX67" fmla="*/ 103422 w 510852"/>
                <a:gd name="connsiteY67" fmla="*/ 91349 h 203766"/>
                <a:gd name="connsiteX68" fmla="*/ 78143 w 510852"/>
                <a:gd name="connsiteY68" fmla="*/ 66766 h 203766"/>
                <a:gd name="connsiteX69" fmla="*/ 339966 w 510852"/>
                <a:gd name="connsiteY69" fmla="*/ 100016 h 203766"/>
                <a:gd name="connsiteX70" fmla="*/ 313299 w 510852"/>
                <a:gd name="connsiteY70" fmla="*/ 66766 h 203766"/>
                <a:gd name="connsiteX71" fmla="*/ 289513 w 510852"/>
                <a:gd name="connsiteY71" fmla="*/ 100016 h 203766"/>
                <a:gd name="connsiteX72" fmla="*/ 313299 w 510852"/>
                <a:gd name="connsiteY72" fmla="*/ 139866 h 203766"/>
                <a:gd name="connsiteX73" fmla="*/ 339966 w 510852"/>
                <a:gd name="connsiteY73" fmla="*/ 100016 h 20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510852" h="203766">
                  <a:moveTo>
                    <a:pt x="457660" y="123534"/>
                  </a:moveTo>
                  <a:lnTo>
                    <a:pt x="472483" y="123534"/>
                  </a:lnTo>
                  <a:lnTo>
                    <a:pt x="477818" y="108320"/>
                  </a:lnTo>
                  <a:lnTo>
                    <a:pt x="407749" y="108320"/>
                  </a:lnTo>
                  <a:cubicBezTo>
                    <a:pt x="407749" y="132264"/>
                    <a:pt x="408390" y="139866"/>
                    <a:pt x="432442" y="139866"/>
                  </a:cubicBezTo>
                  <a:cubicBezTo>
                    <a:pt x="447265" y="139866"/>
                    <a:pt x="457669" y="139866"/>
                    <a:pt x="457669" y="123534"/>
                  </a:cubicBezTo>
                  <a:moveTo>
                    <a:pt x="407758" y="91615"/>
                  </a:moveTo>
                  <a:lnTo>
                    <a:pt x="457669" y="91615"/>
                  </a:lnTo>
                  <a:cubicBezTo>
                    <a:pt x="457669" y="68736"/>
                    <a:pt x="454308" y="67032"/>
                    <a:pt x="432442" y="67032"/>
                  </a:cubicBezTo>
                  <a:cubicBezTo>
                    <a:pt x="409243" y="67032"/>
                    <a:pt x="407749" y="71876"/>
                    <a:pt x="407749" y="91615"/>
                  </a:cubicBezTo>
                  <a:moveTo>
                    <a:pt x="499941" y="0"/>
                  </a:moveTo>
                  <a:lnTo>
                    <a:pt x="248459" y="0"/>
                  </a:lnTo>
                  <a:lnTo>
                    <a:pt x="248459" y="158913"/>
                  </a:lnTo>
                  <a:lnTo>
                    <a:pt x="221792" y="158913"/>
                  </a:lnTo>
                  <a:lnTo>
                    <a:pt x="222859" y="142208"/>
                  </a:lnTo>
                  <a:lnTo>
                    <a:pt x="222005" y="142208"/>
                  </a:lnTo>
                  <a:cubicBezTo>
                    <a:pt x="215230" y="156837"/>
                    <a:pt x="202914" y="160191"/>
                    <a:pt x="187185" y="160191"/>
                  </a:cubicBezTo>
                  <a:cubicBezTo>
                    <a:pt x="145748" y="160191"/>
                    <a:pt x="144521" y="134118"/>
                    <a:pt x="144521" y="100016"/>
                  </a:cubicBezTo>
                  <a:cubicBezTo>
                    <a:pt x="144521" y="65914"/>
                    <a:pt x="149003" y="46389"/>
                    <a:pt x="187185" y="46389"/>
                  </a:cubicBezTo>
                  <a:cubicBezTo>
                    <a:pt x="200780" y="46389"/>
                    <a:pt x="215016" y="48943"/>
                    <a:pt x="220725" y="62348"/>
                  </a:cubicBezTo>
                  <a:lnTo>
                    <a:pt x="221792" y="62348"/>
                  </a:lnTo>
                  <a:lnTo>
                    <a:pt x="221792" y="0"/>
                  </a:lnTo>
                  <a:lnTo>
                    <a:pt x="81922" y="0"/>
                  </a:lnTo>
                  <a:cubicBezTo>
                    <a:pt x="72745" y="213"/>
                    <a:pt x="64636" y="5988"/>
                    <a:pt x="61443" y="14576"/>
                  </a:cubicBezTo>
                  <a:lnTo>
                    <a:pt x="49075" y="50540"/>
                  </a:lnTo>
                  <a:cubicBezTo>
                    <a:pt x="58429" y="47418"/>
                    <a:pt x="68281" y="46016"/>
                    <a:pt x="78134" y="46389"/>
                  </a:cubicBezTo>
                  <a:cubicBezTo>
                    <a:pt x="123989" y="46389"/>
                    <a:pt x="130178" y="59740"/>
                    <a:pt x="130178" y="108320"/>
                  </a:cubicBezTo>
                  <a:lnTo>
                    <a:pt x="53494" y="108320"/>
                  </a:lnTo>
                  <a:cubicBezTo>
                    <a:pt x="53494" y="132264"/>
                    <a:pt x="54134" y="139866"/>
                    <a:pt x="78134" y="139866"/>
                  </a:cubicBezTo>
                  <a:cubicBezTo>
                    <a:pt x="93010" y="139866"/>
                    <a:pt x="103414" y="139866"/>
                    <a:pt x="103414" y="123534"/>
                  </a:cubicBezTo>
                  <a:lnTo>
                    <a:pt x="130080" y="123534"/>
                  </a:lnTo>
                  <a:cubicBezTo>
                    <a:pt x="130080" y="158541"/>
                    <a:pt x="109869" y="160191"/>
                    <a:pt x="78036" y="160191"/>
                  </a:cubicBezTo>
                  <a:cubicBezTo>
                    <a:pt x="39107" y="160191"/>
                    <a:pt x="28445" y="148862"/>
                    <a:pt x="26845" y="114228"/>
                  </a:cubicBezTo>
                  <a:lnTo>
                    <a:pt x="872" y="189245"/>
                  </a:lnTo>
                  <a:cubicBezTo>
                    <a:pt x="872" y="189245"/>
                    <a:pt x="-4464" y="203767"/>
                    <a:pt x="11266" y="203767"/>
                  </a:cubicBezTo>
                  <a:lnTo>
                    <a:pt x="283226" y="203767"/>
                  </a:lnTo>
                  <a:cubicBezTo>
                    <a:pt x="272565" y="198923"/>
                    <a:pt x="266483" y="189298"/>
                    <a:pt x="267230" y="170411"/>
                  </a:cubicBezTo>
                  <a:lnTo>
                    <a:pt x="292296" y="170411"/>
                  </a:lnTo>
                  <a:cubicBezTo>
                    <a:pt x="292296" y="185625"/>
                    <a:pt x="298005" y="187967"/>
                    <a:pt x="313095" y="187967"/>
                  </a:cubicBezTo>
                  <a:cubicBezTo>
                    <a:pt x="335813" y="187967"/>
                    <a:pt x="340713" y="183283"/>
                    <a:pt x="340713" y="164236"/>
                  </a:cubicBezTo>
                  <a:lnTo>
                    <a:pt x="340713" y="142954"/>
                  </a:lnTo>
                  <a:lnTo>
                    <a:pt x="340073" y="142954"/>
                  </a:lnTo>
                  <a:cubicBezTo>
                    <a:pt x="333030" y="157529"/>
                    <a:pt x="318741" y="160084"/>
                    <a:pt x="305252" y="160084"/>
                  </a:cubicBezTo>
                  <a:cubicBezTo>
                    <a:pt x="267016" y="160084"/>
                    <a:pt x="262588" y="139121"/>
                    <a:pt x="262588" y="106510"/>
                  </a:cubicBezTo>
                  <a:cubicBezTo>
                    <a:pt x="262588" y="73899"/>
                    <a:pt x="263869" y="46282"/>
                    <a:pt x="305252" y="46282"/>
                  </a:cubicBezTo>
                  <a:cubicBezTo>
                    <a:pt x="320928" y="46282"/>
                    <a:pt x="333244" y="49689"/>
                    <a:pt x="340073" y="64318"/>
                  </a:cubicBezTo>
                  <a:lnTo>
                    <a:pt x="340926" y="64318"/>
                  </a:lnTo>
                  <a:lnTo>
                    <a:pt x="339966" y="47879"/>
                  </a:lnTo>
                  <a:lnTo>
                    <a:pt x="366633" y="47879"/>
                  </a:lnTo>
                  <a:lnTo>
                    <a:pt x="366633" y="158700"/>
                  </a:lnTo>
                  <a:cubicBezTo>
                    <a:pt x="366633" y="184614"/>
                    <a:pt x="361298" y="197752"/>
                    <a:pt x="346422" y="203758"/>
                  </a:cubicBezTo>
                  <a:lnTo>
                    <a:pt x="429072" y="203758"/>
                  </a:lnTo>
                  <a:cubicBezTo>
                    <a:pt x="438231" y="203554"/>
                    <a:pt x="446340" y="197797"/>
                    <a:pt x="449550" y="189236"/>
                  </a:cubicBezTo>
                  <a:lnTo>
                    <a:pt x="460212" y="158328"/>
                  </a:lnTo>
                  <a:cubicBezTo>
                    <a:pt x="450964" y="159871"/>
                    <a:pt x="441583" y="160492"/>
                    <a:pt x="432220" y="160191"/>
                  </a:cubicBezTo>
                  <a:cubicBezTo>
                    <a:pt x="389556" y="160191"/>
                    <a:pt x="380816" y="146626"/>
                    <a:pt x="380816" y="103636"/>
                  </a:cubicBezTo>
                  <a:cubicBezTo>
                    <a:pt x="380816" y="63785"/>
                    <a:pt x="387164" y="46389"/>
                    <a:pt x="432220" y="46389"/>
                  </a:cubicBezTo>
                  <a:cubicBezTo>
                    <a:pt x="471789" y="46389"/>
                    <a:pt x="481810" y="56387"/>
                    <a:pt x="483784" y="90391"/>
                  </a:cubicBezTo>
                  <a:lnTo>
                    <a:pt x="509971" y="14789"/>
                  </a:lnTo>
                  <a:cubicBezTo>
                    <a:pt x="509971" y="14789"/>
                    <a:pt x="515253" y="0"/>
                    <a:pt x="499950" y="0"/>
                  </a:cubicBezTo>
                  <a:moveTo>
                    <a:pt x="221276" y="100016"/>
                  </a:moveTo>
                  <a:cubicBezTo>
                    <a:pt x="221276" y="76285"/>
                    <a:pt x="218129" y="66766"/>
                    <a:pt x="194929" y="66766"/>
                  </a:cubicBezTo>
                  <a:cubicBezTo>
                    <a:pt x="176479" y="66766"/>
                    <a:pt x="171143" y="72089"/>
                    <a:pt x="171143" y="100016"/>
                  </a:cubicBezTo>
                  <a:cubicBezTo>
                    <a:pt x="171143" y="125237"/>
                    <a:pt x="170503" y="139866"/>
                    <a:pt x="194929" y="139866"/>
                  </a:cubicBezTo>
                  <a:cubicBezTo>
                    <a:pt x="222334" y="139866"/>
                    <a:pt x="221276" y="126515"/>
                    <a:pt x="221276" y="100016"/>
                  </a:cubicBezTo>
                  <a:moveTo>
                    <a:pt x="78152" y="66766"/>
                  </a:moveTo>
                  <a:cubicBezTo>
                    <a:pt x="54952" y="66766"/>
                    <a:pt x="53512" y="71610"/>
                    <a:pt x="53512" y="91349"/>
                  </a:cubicBezTo>
                  <a:lnTo>
                    <a:pt x="103422" y="91349"/>
                  </a:lnTo>
                  <a:cubicBezTo>
                    <a:pt x="103422" y="68469"/>
                    <a:pt x="100008" y="66766"/>
                    <a:pt x="78143" y="66766"/>
                  </a:cubicBezTo>
                  <a:moveTo>
                    <a:pt x="339966" y="100016"/>
                  </a:moveTo>
                  <a:cubicBezTo>
                    <a:pt x="339966" y="76285"/>
                    <a:pt x="336338" y="66766"/>
                    <a:pt x="313299" y="66766"/>
                  </a:cubicBezTo>
                  <a:cubicBezTo>
                    <a:pt x="294848" y="66766"/>
                    <a:pt x="289513" y="72089"/>
                    <a:pt x="289513" y="100016"/>
                  </a:cubicBezTo>
                  <a:cubicBezTo>
                    <a:pt x="289513" y="125237"/>
                    <a:pt x="289513" y="139866"/>
                    <a:pt x="313299" y="139866"/>
                  </a:cubicBezTo>
                  <a:cubicBezTo>
                    <a:pt x="339966" y="139866"/>
                    <a:pt x="339966" y="126515"/>
                    <a:pt x="339966" y="100016"/>
                  </a:cubicBezTo>
                </a:path>
              </a:pathLst>
            </a:custGeom>
            <a:solidFill>
              <a:srgbClr val="FF3232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r" defTabSz="914400" rtl="1" eaLnBrk="1" latinLnBrk="0" hangingPunct="1"/>
              <a:endParaRPr lang="en-IL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664D957-A473-1F45-51E8-88C5A302C759}"/>
                </a:ext>
              </a:extLst>
            </p:cNvPr>
            <p:cNvSpPr/>
            <p:nvPr/>
          </p:nvSpPr>
          <p:spPr>
            <a:xfrm>
              <a:off x="10654248" y="6448149"/>
              <a:ext cx="508352" cy="160456"/>
            </a:xfrm>
            <a:custGeom>
              <a:avLst/>
              <a:gdLst>
                <a:gd name="connsiteX0" fmla="*/ 422866 w 508352"/>
                <a:gd name="connsiteY0" fmla="*/ 47879 h 160456"/>
                <a:gd name="connsiteX1" fmla="*/ 422866 w 508352"/>
                <a:gd name="connsiteY1" fmla="*/ 158913 h 160456"/>
                <a:gd name="connsiteX2" fmla="*/ 449532 w 508352"/>
                <a:gd name="connsiteY2" fmla="*/ 158913 h 160456"/>
                <a:gd name="connsiteX3" fmla="*/ 449532 w 508352"/>
                <a:gd name="connsiteY3" fmla="*/ 90444 h 160456"/>
                <a:gd name="connsiteX4" fmla="*/ 469691 w 508352"/>
                <a:gd name="connsiteY4" fmla="*/ 66926 h 160456"/>
                <a:gd name="connsiteX5" fmla="*/ 483286 w 508352"/>
                <a:gd name="connsiteY5" fmla="*/ 84695 h 160456"/>
                <a:gd name="connsiteX6" fmla="*/ 483286 w 508352"/>
                <a:gd name="connsiteY6" fmla="*/ 90444 h 160456"/>
                <a:gd name="connsiteX7" fmla="*/ 508353 w 508352"/>
                <a:gd name="connsiteY7" fmla="*/ 90444 h 160456"/>
                <a:gd name="connsiteX8" fmla="*/ 508353 w 508352"/>
                <a:gd name="connsiteY8" fmla="*/ 81404 h 160456"/>
                <a:gd name="connsiteX9" fmla="*/ 479080 w 508352"/>
                <a:gd name="connsiteY9" fmla="*/ 46397 h 160456"/>
                <a:gd name="connsiteX10" fmla="*/ 449328 w 508352"/>
                <a:gd name="connsiteY10" fmla="*/ 62357 h 160456"/>
                <a:gd name="connsiteX11" fmla="*/ 448261 w 508352"/>
                <a:gd name="connsiteY11" fmla="*/ 62357 h 160456"/>
                <a:gd name="connsiteX12" fmla="*/ 449008 w 508352"/>
                <a:gd name="connsiteY12" fmla="*/ 47888 h 160456"/>
                <a:gd name="connsiteX13" fmla="*/ 422874 w 508352"/>
                <a:gd name="connsiteY13" fmla="*/ 47888 h 160456"/>
                <a:gd name="connsiteX14" fmla="*/ 371461 w 508352"/>
                <a:gd name="connsiteY14" fmla="*/ 158913 h 160456"/>
                <a:gd name="connsiteX15" fmla="*/ 398128 w 508352"/>
                <a:gd name="connsiteY15" fmla="*/ 158913 h 160456"/>
                <a:gd name="connsiteX16" fmla="*/ 398128 w 508352"/>
                <a:gd name="connsiteY16" fmla="*/ 89220 h 160456"/>
                <a:gd name="connsiteX17" fmla="*/ 347577 w 508352"/>
                <a:gd name="connsiteY17" fmla="*/ 46655 h 160456"/>
                <a:gd name="connsiteX18" fmla="*/ 299588 w 508352"/>
                <a:gd name="connsiteY18" fmla="*/ 80384 h 160456"/>
                <a:gd name="connsiteX19" fmla="*/ 326255 w 508352"/>
                <a:gd name="connsiteY19" fmla="*/ 80384 h 160456"/>
                <a:gd name="connsiteX20" fmla="*/ 347266 w 508352"/>
                <a:gd name="connsiteY20" fmla="*/ 64903 h 160456"/>
                <a:gd name="connsiteX21" fmla="*/ 371052 w 508352"/>
                <a:gd name="connsiteY21" fmla="*/ 89273 h 160456"/>
                <a:gd name="connsiteX22" fmla="*/ 371052 w 508352"/>
                <a:gd name="connsiteY22" fmla="*/ 103689 h 160456"/>
                <a:gd name="connsiteX23" fmla="*/ 370625 w 508352"/>
                <a:gd name="connsiteY23" fmla="*/ 103689 h 160456"/>
                <a:gd name="connsiteX24" fmla="*/ 337298 w 508352"/>
                <a:gd name="connsiteY24" fmla="*/ 90976 h 160456"/>
                <a:gd name="connsiteX25" fmla="*/ 295648 w 508352"/>
                <a:gd name="connsiteY25" fmla="*/ 125078 h 160456"/>
                <a:gd name="connsiteX26" fmla="*/ 337298 w 508352"/>
                <a:gd name="connsiteY26" fmla="*/ 160457 h 160456"/>
                <a:gd name="connsiteX27" fmla="*/ 371906 w 508352"/>
                <a:gd name="connsiteY27" fmla="*/ 145242 h 160456"/>
                <a:gd name="connsiteX28" fmla="*/ 372546 w 508352"/>
                <a:gd name="connsiteY28" fmla="*/ 145242 h 160456"/>
                <a:gd name="connsiteX29" fmla="*/ 371479 w 508352"/>
                <a:gd name="connsiteY29" fmla="*/ 158913 h 160456"/>
                <a:gd name="connsiteX30" fmla="*/ 346608 w 508352"/>
                <a:gd name="connsiteY30" fmla="*/ 108905 h 160456"/>
                <a:gd name="connsiteX31" fmla="*/ 371248 w 508352"/>
                <a:gd name="connsiteY31" fmla="*/ 124865 h 160456"/>
                <a:gd name="connsiteX32" fmla="*/ 346608 w 508352"/>
                <a:gd name="connsiteY32" fmla="*/ 142049 h 160456"/>
                <a:gd name="connsiteX33" fmla="*/ 322182 w 508352"/>
                <a:gd name="connsiteY33" fmla="*/ 124865 h 160456"/>
                <a:gd name="connsiteX34" fmla="*/ 346608 w 508352"/>
                <a:gd name="connsiteY34" fmla="*/ 108905 h 160456"/>
                <a:gd name="connsiteX35" fmla="*/ 273134 w 508352"/>
                <a:gd name="connsiteY35" fmla="*/ 0 h 160456"/>
                <a:gd name="connsiteX36" fmla="*/ 246467 w 508352"/>
                <a:gd name="connsiteY36" fmla="*/ 0 h 160456"/>
                <a:gd name="connsiteX37" fmla="*/ 246467 w 508352"/>
                <a:gd name="connsiteY37" fmla="*/ 158913 h 160456"/>
                <a:gd name="connsiteX38" fmla="*/ 273134 w 508352"/>
                <a:gd name="connsiteY38" fmla="*/ 158913 h 160456"/>
                <a:gd name="connsiteX39" fmla="*/ 273134 w 508352"/>
                <a:gd name="connsiteY39" fmla="*/ 0 h 160456"/>
                <a:gd name="connsiteX40" fmla="*/ 171179 w 508352"/>
                <a:gd name="connsiteY40" fmla="*/ 66766 h 160456"/>
                <a:gd name="connsiteX41" fmla="*/ 196886 w 508352"/>
                <a:gd name="connsiteY41" fmla="*/ 103636 h 160456"/>
                <a:gd name="connsiteX42" fmla="*/ 171179 w 508352"/>
                <a:gd name="connsiteY42" fmla="*/ 139866 h 160456"/>
                <a:gd name="connsiteX43" fmla="*/ 145472 w 508352"/>
                <a:gd name="connsiteY43" fmla="*/ 103636 h 160456"/>
                <a:gd name="connsiteX44" fmla="*/ 171179 w 508352"/>
                <a:gd name="connsiteY44" fmla="*/ 66766 h 160456"/>
                <a:gd name="connsiteX45" fmla="*/ 171179 w 508352"/>
                <a:gd name="connsiteY45" fmla="*/ 46389 h 160456"/>
                <a:gd name="connsiteX46" fmla="*/ 118708 w 508352"/>
                <a:gd name="connsiteY46" fmla="*/ 103423 h 160456"/>
                <a:gd name="connsiteX47" fmla="*/ 171179 w 508352"/>
                <a:gd name="connsiteY47" fmla="*/ 160191 h 160456"/>
                <a:gd name="connsiteX48" fmla="*/ 223650 w 508352"/>
                <a:gd name="connsiteY48" fmla="*/ 103423 h 160456"/>
                <a:gd name="connsiteX49" fmla="*/ 171179 w 508352"/>
                <a:gd name="connsiteY49" fmla="*/ 46389 h 160456"/>
                <a:gd name="connsiteX50" fmla="*/ 98763 w 508352"/>
                <a:gd name="connsiteY50" fmla="*/ 77988 h 160456"/>
                <a:gd name="connsiteX51" fmla="*/ 50773 w 508352"/>
                <a:gd name="connsiteY51" fmla="*/ 46389 h 160456"/>
                <a:gd name="connsiteX52" fmla="*/ 9 w 508352"/>
                <a:gd name="connsiteY52" fmla="*/ 77563 h 160456"/>
                <a:gd name="connsiteX53" fmla="*/ 48426 w 508352"/>
                <a:gd name="connsiteY53" fmla="*/ 112090 h 160456"/>
                <a:gd name="connsiteX54" fmla="*/ 76044 w 508352"/>
                <a:gd name="connsiteY54" fmla="*/ 127145 h 160456"/>
                <a:gd name="connsiteX55" fmla="*/ 50764 w 508352"/>
                <a:gd name="connsiteY55" fmla="*/ 141987 h 160456"/>
                <a:gd name="connsiteX56" fmla="*/ 26765 w 508352"/>
                <a:gd name="connsiteY56" fmla="*/ 123951 h 160456"/>
                <a:gd name="connsiteX57" fmla="*/ 0 w 508352"/>
                <a:gd name="connsiteY57" fmla="*/ 123951 h 160456"/>
                <a:gd name="connsiteX58" fmla="*/ 50764 w 508352"/>
                <a:gd name="connsiteY58" fmla="*/ 160182 h 160456"/>
                <a:gd name="connsiteX59" fmla="*/ 102809 w 508352"/>
                <a:gd name="connsiteY59" fmla="*/ 127145 h 160456"/>
                <a:gd name="connsiteX60" fmla="*/ 53112 w 508352"/>
                <a:gd name="connsiteY60" fmla="*/ 91766 h 160456"/>
                <a:gd name="connsiteX61" fmla="*/ 26658 w 508352"/>
                <a:gd name="connsiteY61" fmla="*/ 79266 h 160456"/>
                <a:gd name="connsiteX62" fmla="*/ 50657 w 508352"/>
                <a:gd name="connsiteY62" fmla="*/ 64637 h 160456"/>
                <a:gd name="connsiteX63" fmla="*/ 71989 w 508352"/>
                <a:gd name="connsiteY63" fmla="*/ 77988 h 160456"/>
                <a:gd name="connsiteX64" fmla="*/ 98763 w 508352"/>
                <a:gd name="connsiteY64" fmla="*/ 77988 h 16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08352" h="160456">
                  <a:moveTo>
                    <a:pt x="422866" y="47879"/>
                  </a:moveTo>
                  <a:lnTo>
                    <a:pt x="422866" y="158913"/>
                  </a:lnTo>
                  <a:lnTo>
                    <a:pt x="449532" y="158913"/>
                  </a:lnTo>
                  <a:lnTo>
                    <a:pt x="449532" y="90444"/>
                  </a:lnTo>
                  <a:cubicBezTo>
                    <a:pt x="449106" y="76028"/>
                    <a:pt x="453801" y="66926"/>
                    <a:pt x="469691" y="66926"/>
                  </a:cubicBezTo>
                  <a:cubicBezTo>
                    <a:pt x="482219" y="66926"/>
                    <a:pt x="483286" y="73473"/>
                    <a:pt x="483286" y="84695"/>
                  </a:cubicBezTo>
                  <a:lnTo>
                    <a:pt x="483286" y="90444"/>
                  </a:lnTo>
                  <a:lnTo>
                    <a:pt x="508353" y="90444"/>
                  </a:lnTo>
                  <a:lnTo>
                    <a:pt x="508353" y="81404"/>
                  </a:lnTo>
                  <a:cubicBezTo>
                    <a:pt x="508353" y="60121"/>
                    <a:pt x="502644" y="46397"/>
                    <a:pt x="479080" y="46397"/>
                  </a:cubicBezTo>
                  <a:cubicBezTo>
                    <a:pt x="466125" y="46397"/>
                    <a:pt x="454654" y="50017"/>
                    <a:pt x="449328" y="62357"/>
                  </a:cubicBezTo>
                  <a:lnTo>
                    <a:pt x="448261" y="62357"/>
                  </a:lnTo>
                  <a:lnTo>
                    <a:pt x="449008" y="47888"/>
                  </a:lnTo>
                  <a:lnTo>
                    <a:pt x="422874" y="47888"/>
                  </a:lnTo>
                  <a:close/>
                  <a:moveTo>
                    <a:pt x="371461" y="158913"/>
                  </a:moveTo>
                  <a:lnTo>
                    <a:pt x="398128" y="158913"/>
                  </a:lnTo>
                  <a:lnTo>
                    <a:pt x="398128" y="89220"/>
                  </a:lnTo>
                  <a:cubicBezTo>
                    <a:pt x="398128" y="51977"/>
                    <a:pt x="383252" y="46655"/>
                    <a:pt x="347577" y="46655"/>
                  </a:cubicBezTo>
                  <a:cubicBezTo>
                    <a:pt x="322084" y="46655"/>
                    <a:pt x="299588" y="47932"/>
                    <a:pt x="299588" y="80384"/>
                  </a:cubicBezTo>
                  <a:lnTo>
                    <a:pt x="326255" y="80384"/>
                  </a:lnTo>
                  <a:cubicBezTo>
                    <a:pt x="326255" y="65968"/>
                    <a:pt x="335582" y="64903"/>
                    <a:pt x="347266" y="64903"/>
                  </a:cubicBezTo>
                  <a:cubicBezTo>
                    <a:pt x="369558" y="64903"/>
                    <a:pt x="371052" y="71237"/>
                    <a:pt x="371052" y="89273"/>
                  </a:cubicBezTo>
                  <a:lnTo>
                    <a:pt x="371052" y="103689"/>
                  </a:lnTo>
                  <a:lnTo>
                    <a:pt x="370625" y="103689"/>
                  </a:lnTo>
                  <a:cubicBezTo>
                    <a:pt x="364276" y="91189"/>
                    <a:pt x="350894" y="90976"/>
                    <a:pt x="337298" y="90976"/>
                  </a:cubicBezTo>
                  <a:cubicBezTo>
                    <a:pt x="309680" y="90976"/>
                    <a:pt x="295648" y="98375"/>
                    <a:pt x="295648" y="125078"/>
                  </a:cubicBezTo>
                  <a:cubicBezTo>
                    <a:pt x="295648" y="155187"/>
                    <a:pt x="312018" y="160457"/>
                    <a:pt x="337298" y="160457"/>
                  </a:cubicBezTo>
                  <a:cubicBezTo>
                    <a:pt x="350254" y="160457"/>
                    <a:pt x="366624" y="160031"/>
                    <a:pt x="371906" y="145242"/>
                  </a:cubicBezTo>
                  <a:lnTo>
                    <a:pt x="372546" y="145242"/>
                  </a:lnTo>
                  <a:lnTo>
                    <a:pt x="371479" y="158913"/>
                  </a:lnTo>
                  <a:close/>
                  <a:moveTo>
                    <a:pt x="346608" y="108905"/>
                  </a:moveTo>
                  <a:cubicBezTo>
                    <a:pt x="359777" y="108905"/>
                    <a:pt x="371248" y="109331"/>
                    <a:pt x="371248" y="124865"/>
                  </a:cubicBezTo>
                  <a:cubicBezTo>
                    <a:pt x="371248" y="140399"/>
                    <a:pt x="360586" y="142049"/>
                    <a:pt x="346608" y="142049"/>
                  </a:cubicBezTo>
                  <a:cubicBezTo>
                    <a:pt x="328584" y="142049"/>
                    <a:pt x="322182" y="140558"/>
                    <a:pt x="322182" y="124865"/>
                  </a:cubicBezTo>
                  <a:cubicBezTo>
                    <a:pt x="322182" y="109171"/>
                    <a:pt x="332843" y="108905"/>
                    <a:pt x="346608" y="108905"/>
                  </a:cubicBezTo>
                  <a:moveTo>
                    <a:pt x="273134" y="0"/>
                  </a:moveTo>
                  <a:lnTo>
                    <a:pt x="246467" y="0"/>
                  </a:lnTo>
                  <a:lnTo>
                    <a:pt x="246467" y="158913"/>
                  </a:lnTo>
                  <a:lnTo>
                    <a:pt x="273134" y="158913"/>
                  </a:lnTo>
                  <a:lnTo>
                    <a:pt x="273134" y="0"/>
                  </a:lnTo>
                  <a:close/>
                  <a:moveTo>
                    <a:pt x="171179" y="66766"/>
                  </a:moveTo>
                  <a:cubicBezTo>
                    <a:pt x="194965" y="66766"/>
                    <a:pt x="196886" y="73526"/>
                    <a:pt x="196886" y="103636"/>
                  </a:cubicBezTo>
                  <a:cubicBezTo>
                    <a:pt x="196886" y="133745"/>
                    <a:pt x="194965" y="139866"/>
                    <a:pt x="171179" y="139866"/>
                  </a:cubicBezTo>
                  <a:cubicBezTo>
                    <a:pt x="147393" y="139866"/>
                    <a:pt x="145472" y="133266"/>
                    <a:pt x="145472" y="103636"/>
                  </a:cubicBezTo>
                  <a:cubicBezTo>
                    <a:pt x="145472" y="74005"/>
                    <a:pt x="147393" y="66766"/>
                    <a:pt x="171179" y="66766"/>
                  </a:cubicBezTo>
                  <a:moveTo>
                    <a:pt x="171179" y="46389"/>
                  </a:moveTo>
                  <a:cubicBezTo>
                    <a:pt x="124683" y="46389"/>
                    <a:pt x="118708" y="60166"/>
                    <a:pt x="118708" y="103423"/>
                  </a:cubicBezTo>
                  <a:cubicBezTo>
                    <a:pt x="118708" y="146680"/>
                    <a:pt x="124683" y="160191"/>
                    <a:pt x="171179" y="160191"/>
                  </a:cubicBezTo>
                  <a:cubicBezTo>
                    <a:pt x="217675" y="160191"/>
                    <a:pt x="223650" y="146413"/>
                    <a:pt x="223650" y="103423"/>
                  </a:cubicBezTo>
                  <a:cubicBezTo>
                    <a:pt x="223650" y="60432"/>
                    <a:pt x="217728" y="46389"/>
                    <a:pt x="171179" y="46389"/>
                  </a:cubicBezTo>
                  <a:moveTo>
                    <a:pt x="98763" y="77988"/>
                  </a:moveTo>
                  <a:cubicBezTo>
                    <a:pt x="98763" y="46814"/>
                    <a:pt x="72629" y="46389"/>
                    <a:pt x="50773" y="46389"/>
                  </a:cubicBezTo>
                  <a:cubicBezTo>
                    <a:pt x="22088" y="46389"/>
                    <a:pt x="9" y="47027"/>
                    <a:pt x="9" y="77563"/>
                  </a:cubicBezTo>
                  <a:cubicBezTo>
                    <a:pt x="9" y="105969"/>
                    <a:pt x="7425" y="111717"/>
                    <a:pt x="48426" y="112090"/>
                  </a:cubicBezTo>
                  <a:cubicBezTo>
                    <a:pt x="75404" y="112516"/>
                    <a:pt x="76044" y="117413"/>
                    <a:pt x="76044" y="127145"/>
                  </a:cubicBezTo>
                  <a:cubicBezTo>
                    <a:pt x="76044" y="142412"/>
                    <a:pt x="66716" y="141987"/>
                    <a:pt x="50764" y="141987"/>
                  </a:cubicBezTo>
                  <a:cubicBezTo>
                    <a:pt x="30980" y="141987"/>
                    <a:pt x="27192" y="140070"/>
                    <a:pt x="26765" y="123951"/>
                  </a:cubicBezTo>
                  <a:lnTo>
                    <a:pt x="0" y="123951"/>
                  </a:lnTo>
                  <a:cubicBezTo>
                    <a:pt x="0" y="160182"/>
                    <a:pt x="20371" y="160182"/>
                    <a:pt x="50764" y="160182"/>
                  </a:cubicBezTo>
                  <a:cubicBezTo>
                    <a:pt x="78969" y="160182"/>
                    <a:pt x="102809" y="157254"/>
                    <a:pt x="102809" y="127145"/>
                  </a:cubicBezTo>
                  <a:cubicBezTo>
                    <a:pt x="102809" y="91127"/>
                    <a:pt x="79450" y="93043"/>
                    <a:pt x="53112" y="91766"/>
                  </a:cubicBezTo>
                  <a:cubicBezTo>
                    <a:pt x="29752" y="90701"/>
                    <a:pt x="26658" y="90435"/>
                    <a:pt x="26658" y="79266"/>
                  </a:cubicBezTo>
                  <a:cubicBezTo>
                    <a:pt x="26658" y="64637"/>
                    <a:pt x="36413" y="64637"/>
                    <a:pt x="50657" y="64637"/>
                  </a:cubicBezTo>
                  <a:cubicBezTo>
                    <a:pt x="64902" y="64637"/>
                    <a:pt x="71989" y="64637"/>
                    <a:pt x="71989" y="77988"/>
                  </a:cubicBezTo>
                  <a:lnTo>
                    <a:pt x="98763" y="77988"/>
                  </a:lnTo>
                  <a:close/>
                </a:path>
              </a:pathLst>
            </a:custGeom>
            <a:solidFill>
              <a:schemeClr val="bg1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l" defTabSz="914400" rtl="0" eaLnBrk="1" latinLnBrk="0" hangingPunct="1"/>
              <a:endParaRPr lang="en-IL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B9C007F-BD8B-09BA-F328-D72DF6B18B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001" y="463296"/>
            <a:ext cx="5364000" cy="1067330"/>
          </a:xfrm>
        </p:spPr>
        <p:txBody>
          <a:bodyPr/>
          <a:lstStyle/>
          <a:p>
            <a:r>
              <a:rPr lang="en-US"/>
              <a:t>Click to edit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A8CEB-8694-EA37-7BA0-FDAD45965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6001" y="1681163"/>
            <a:ext cx="5400000" cy="823912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EA84F-FD1F-BAC2-8046-8983299085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6001" y="2505075"/>
            <a:ext cx="540000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DBF64-FDEA-B621-4A52-5A1EC7D873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6000" y="1681163"/>
            <a:ext cx="5400000" cy="823912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7C6ABF-8EC2-A975-58E5-887C9D96A9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6000" y="2505075"/>
            <a:ext cx="5400000" cy="36845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3FDF2E-A52A-6137-A0DA-310FD4356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D1ED1D-EC77-FD5D-38C5-FE40F4AD3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51083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49C20-CAD9-FFD2-CE2D-5525543FB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463295"/>
            <a:ext cx="4334296" cy="130586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03630-E937-E68D-BE93-B4C7018B1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000" y="2045155"/>
            <a:ext cx="4334296" cy="39079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7D31-CDDE-39A3-0DD6-ED3E256F9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E7FC2-5991-B5B8-9AD3-AE6D68AE9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‹#›</a:t>
            </a:fld>
            <a:endParaRPr lang="en-IL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F33FC7A-6F25-BD5D-6C1C-94F77D5722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72063" y="1076325"/>
            <a:ext cx="6357937" cy="4095749"/>
          </a:xfrm>
          <a:prstGeom prst="roundRect">
            <a:avLst>
              <a:gd name="adj" fmla="val 2501"/>
            </a:avLst>
          </a:prstGeom>
          <a:solidFill>
            <a:schemeClr val="bg2"/>
          </a:solidFill>
        </p:spPr>
        <p:txBody>
          <a:bodyPr lIns="90000" tIns="1080000"/>
          <a:lstStyle>
            <a:lvl1pPr marL="0" indent="0" algn="ctr">
              <a:buFontTx/>
              <a:buNone/>
              <a:defRPr sz="1050" b="1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Drag &amp; drop photo here or click icon to add picture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8266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49C20-CAD9-FFD2-CE2D-5525543FB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99" y="463295"/>
            <a:ext cx="6401635" cy="13058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03630-E937-E68D-BE93-B4C7018B1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99" y="2045155"/>
            <a:ext cx="6401635" cy="39079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7D31-CDDE-39A3-0DD6-ED3E256F9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E7FC2-5991-B5B8-9AD3-AE6D68AE9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‹#›</a:t>
            </a:fld>
            <a:endParaRPr lang="en-IL"/>
          </a:p>
        </p:txBody>
      </p:sp>
      <p:sp>
        <p:nvSpPr>
          <p:cNvPr id="4" name="Рисунок 13">
            <a:extLst>
              <a:ext uri="{FF2B5EF4-FFF2-40B4-BE49-F238E27FC236}">
                <a16:creationId xmlns:a16="http://schemas.microsoft.com/office/drawing/2014/main" id="{703DF917-C371-2EE1-EEC8-B1EF6E5FFAE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895965" y="554724"/>
            <a:ext cx="2689989" cy="5748552"/>
          </a:xfrm>
          <a:custGeom>
            <a:avLst/>
            <a:gdLst>
              <a:gd name="connsiteX0" fmla="*/ 466924 w 4408266"/>
              <a:gd name="connsiteY0" fmla="*/ 0 h 9420405"/>
              <a:gd name="connsiteX1" fmla="*/ 1057794 w 4408266"/>
              <a:gd name="connsiteY1" fmla="*/ 0 h 9420405"/>
              <a:gd name="connsiteX2" fmla="*/ 1057794 w 4408266"/>
              <a:gd name="connsiteY2" fmla="*/ 111037 h 9420405"/>
              <a:gd name="connsiteX3" fmla="*/ 1248692 w 4408266"/>
              <a:gd name="connsiteY3" fmla="*/ 301936 h 9420405"/>
              <a:gd name="connsiteX4" fmla="*/ 3161000 w 4408266"/>
              <a:gd name="connsiteY4" fmla="*/ 301936 h 9420405"/>
              <a:gd name="connsiteX5" fmla="*/ 3351900 w 4408266"/>
              <a:gd name="connsiteY5" fmla="*/ 111037 h 9420405"/>
              <a:gd name="connsiteX6" fmla="*/ 3351900 w 4408266"/>
              <a:gd name="connsiteY6" fmla="*/ 0 h 9420405"/>
              <a:gd name="connsiteX7" fmla="*/ 3941342 w 4408266"/>
              <a:gd name="connsiteY7" fmla="*/ 0 h 9420405"/>
              <a:gd name="connsiteX8" fmla="*/ 4408266 w 4408266"/>
              <a:gd name="connsiteY8" fmla="*/ 466923 h 9420405"/>
              <a:gd name="connsiteX9" fmla="*/ 4408266 w 4408266"/>
              <a:gd name="connsiteY9" fmla="*/ 8953482 h 9420405"/>
              <a:gd name="connsiteX10" fmla="*/ 3941342 w 4408266"/>
              <a:gd name="connsiteY10" fmla="*/ 9420405 h 9420405"/>
              <a:gd name="connsiteX11" fmla="*/ 466924 w 4408266"/>
              <a:gd name="connsiteY11" fmla="*/ 9420405 h 9420405"/>
              <a:gd name="connsiteX12" fmla="*/ 0 w 4408266"/>
              <a:gd name="connsiteY12" fmla="*/ 8953482 h 9420405"/>
              <a:gd name="connsiteX13" fmla="*/ 0 w 4408266"/>
              <a:gd name="connsiteY13" fmla="*/ 466923 h 9420405"/>
              <a:gd name="connsiteX14" fmla="*/ 466924 w 4408266"/>
              <a:gd name="connsiteY14" fmla="*/ 0 h 9420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408266" h="9420405">
                <a:moveTo>
                  <a:pt x="466924" y="0"/>
                </a:moveTo>
                <a:lnTo>
                  <a:pt x="1057794" y="0"/>
                </a:lnTo>
                <a:lnTo>
                  <a:pt x="1057794" y="111037"/>
                </a:lnTo>
                <a:cubicBezTo>
                  <a:pt x="1057794" y="216468"/>
                  <a:pt x="1143262" y="301936"/>
                  <a:pt x="1248692" y="301936"/>
                </a:cubicBezTo>
                <a:lnTo>
                  <a:pt x="3161000" y="301936"/>
                </a:lnTo>
                <a:cubicBezTo>
                  <a:pt x="3266430" y="301936"/>
                  <a:pt x="3351900" y="216468"/>
                  <a:pt x="3351900" y="111037"/>
                </a:cubicBezTo>
                <a:lnTo>
                  <a:pt x="3351900" y="0"/>
                </a:lnTo>
                <a:lnTo>
                  <a:pt x="3941342" y="0"/>
                </a:lnTo>
                <a:cubicBezTo>
                  <a:pt x="4199216" y="0"/>
                  <a:pt x="4408266" y="209049"/>
                  <a:pt x="4408266" y="466923"/>
                </a:cubicBezTo>
                <a:lnTo>
                  <a:pt x="4408266" y="8953482"/>
                </a:lnTo>
                <a:cubicBezTo>
                  <a:pt x="4408266" y="9211356"/>
                  <a:pt x="4199216" y="9420405"/>
                  <a:pt x="3941342" y="9420405"/>
                </a:cubicBezTo>
                <a:lnTo>
                  <a:pt x="466924" y="9420405"/>
                </a:lnTo>
                <a:cubicBezTo>
                  <a:pt x="209050" y="9420405"/>
                  <a:pt x="0" y="9211356"/>
                  <a:pt x="0" y="8953482"/>
                </a:cubicBezTo>
                <a:lnTo>
                  <a:pt x="0" y="466923"/>
                </a:lnTo>
                <a:cubicBezTo>
                  <a:pt x="0" y="209049"/>
                  <a:pt x="209050" y="0"/>
                  <a:pt x="466924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0" tIns="2015999" rIns="360000" bIns="0" rtlCol="0" anchor="t">
            <a:noAutofit/>
          </a:bodyPr>
          <a:lstStyle>
            <a:lvl1pPr marL="0" indent="0" algn="ctr">
              <a:buFontTx/>
              <a:buNone/>
              <a:defRPr lang="en-US" sz="1050" b="1">
                <a:solidFill>
                  <a:schemeClr val="tx2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Drag &amp; drop photo here or click icon to add picture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99088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86843-798F-9528-D4D9-3655F6C01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3617FA-3534-F19B-98B2-AE7DCF46A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368E83-62E0-E2E2-274E-E676247B0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20687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59DDDC-957F-114E-5FCD-A9EC022B3109}"/>
              </a:ext>
            </a:extLst>
          </p:cNvPr>
          <p:cNvSpPr/>
          <p:nvPr userDrawn="1"/>
        </p:nvSpPr>
        <p:spPr>
          <a:xfrm>
            <a:off x="1" y="0"/>
            <a:ext cx="7920000" cy="6858000"/>
          </a:xfrm>
          <a:prstGeom prst="rect">
            <a:avLst/>
          </a:prstGeom>
          <a:gradFill>
            <a:gsLst>
              <a:gs pos="15000">
                <a:schemeClr val="tx2">
                  <a:alpha val="80000"/>
                </a:schemeClr>
              </a:gs>
              <a:gs pos="100000">
                <a:schemeClr val="tx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8D0E3BD-378B-80F3-2D20-131BC3DE9F9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85274" y="4830420"/>
            <a:ext cx="1692000" cy="342004"/>
            <a:chOff x="10307382" y="4588869"/>
            <a:chExt cx="1008089" cy="20376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47D4FB8-58A8-DFCE-D26E-22DFD7BFC978}"/>
                </a:ext>
              </a:extLst>
            </p:cNvPr>
            <p:cNvSpPr/>
            <p:nvPr/>
          </p:nvSpPr>
          <p:spPr>
            <a:xfrm>
              <a:off x="10804619" y="4588869"/>
              <a:ext cx="510852" cy="203766"/>
            </a:xfrm>
            <a:custGeom>
              <a:avLst/>
              <a:gdLst>
                <a:gd name="connsiteX0" fmla="*/ 457660 w 510852"/>
                <a:gd name="connsiteY0" fmla="*/ 123534 h 203766"/>
                <a:gd name="connsiteX1" fmla="*/ 472483 w 510852"/>
                <a:gd name="connsiteY1" fmla="*/ 123534 h 203766"/>
                <a:gd name="connsiteX2" fmla="*/ 477818 w 510852"/>
                <a:gd name="connsiteY2" fmla="*/ 108320 h 203766"/>
                <a:gd name="connsiteX3" fmla="*/ 407749 w 510852"/>
                <a:gd name="connsiteY3" fmla="*/ 108320 h 203766"/>
                <a:gd name="connsiteX4" fmla="*/ 432442 w 510852"/>
                <a:gd name="connsiteY4" fmla="*/ 139866 h 203766"/>
                <a:gd name="connsiteX5" fmla="*/ 457669 w 510852"/>
                <a:gd name="connsiteY5" fmla="*/ 123534 h 203766"/>
                <a:gd name="connsiteX6" fmla="*/ 407758 w 510852"/>
                <a:gd name="connsiteY6" fmla="*/ 91615 h 203766"/>
                <a:gd name="connsiteX7" fmla="*/ 457669 w 510852"/>
                <a:gd name="connsiteY7" fmla="*/ 91615 h 203766"/>
                <a:gd name="connsiteX8" fmla="*/ 432442 w 510852"/>
                <a:gd name="connsiteY8" fmla="*/ 67032 h 203766"/>
                <a:gd name="connsiteX9" fmla="*/ 407749 w 510852"/>
                <a:gd name="connsiteY9" fmla="*/ 91615 h 203766"/>
                <a:gd name="connsiteX10" fmla="*/ 499941 w 510852"/>
                <a:gd name="connsiteY10" fmla="*/ 0 h 203766"/>
                <a:gd name="connsiteX11" fmla="*/ 248459 w 510852"/>
                <a:gd name="connsiteY11" fmla="*/ 0 h 203766"/>
                <a:gd name="connsiteX12" fmla="*/ 248459 w 510852"/>
                <a:gd name="connsiteY12" fmla="*/ 158913 h 203766"/>
                <a:gd name="connsiteX13" fmla="*/ 221792 w 510852"/>
                <a:gd name="connsiteY13" fmla="*/ 158913 h 203766"/>
                <a:gd name="connsiteX14" fmla="*/ 222859 w 510852"/>
                <a:gd name="connsiteY14" fmla="*/ 142208 h 203766"/>
                <a:gd name="connsiteX15" fmla="*/ 222005 w 510852"/>
                <a:gd name="connsiteY15" fmla="*/ 142208 h 203766"/>
                <a:gd name="connsiteX16" fmla="*/ 187185 w 510852"/>
                <a:gd name="connsiteY16" fmla="*/ 160191 h 203766"/>
                <a:gd name="connsiteX17" fmla="*/ 144521 w 510852"/>
                <a:gd name="connsiteY17" fmla="*/ 100016 h 203766"/>
                <a:gd name="connsiteX18" fmla="*/ 187185 w 510852"/>
                <a:gd name="connsiteY18" fmla="*/ 46389 h 203766"/>
                <a:gd name="connsiteX19" fmla="*/ 220725 w 510852"/>
                <a:gd name="connsiteY19" fmla="*/ 62348 h 203766"/>
                <a:gd name="connsiteX20" fmla="*/ 221792 w 510852"/>
                <a:gd name="connsiteY20" fmla="*/ 62348 h 203766"/>
                <a:gd name="connsiteX21" fmla="*/ 221792 w 510852"/>
                <a:gd name="connsiteY21" fmla="*/ 0 h 203766"/>
                <a:gd name="connsiteX22" fmla="*/ 81922 w 510852"/>
                <a:gd name="connsiteY22" fmla="*/ 0 h 203766"/>
                <a:gd name="connsiteX23" fmla="*/ 61443 w 510852"/>
                <a:gd name="connsiteY23" fmla="*/ 14576 h 203766"/>
                <a:gd name="connsiteX24" fmla="*/ 49075 w 510852"/>
                <a:gd name="connsiteY24" fmla="*/ 50540 h 203766"/>
                <a:gd name="connsiteX25" fmla="*/ 78134 w 510852"/>
                <a:gd name="connsiteY25" fmla="*/ 46389 h 203766"/>
                <a:gd name="connsiteX26" fmla="*/ 130178 w 510852"/>
                <a:gd name="connsiteY26" fmla="*/ 108320 h 203766"/>
                <a:gd name="connsiteX27" fmla="*/ 53494 w 510852"/>
                <a:gd name="connsiteY27" fmla="*/ 108320 h 203766"/>
                <a:gd name="connsiteX28" fmla="*/ 78134 w 510852"/>
                <a:gd name="connsiteY28" fmla="*/ 139866 h 203766"/>
                <a:gd name="connsiteX29" fmla="*/ 103414 w 510852"/>
                <a:gd name="connsiteY29" fmla="*/ 123534 h 203766"/>
                <a:gd name="connsiteX30" fmla="*/ 130080 w 510852"/>
                <a:gd name="connsiteY30" fmla="*/ 123534 h 203766"/>
                <a:gd name="connsiteX31" fmla="*/ 78036 w 510852"/>
                <a:gd name="connsiteY31" fmla="*/ 160191 h 203766"/>
                <a:gd name="connsiteX32" fmla="*/ 26845 w 510852"/>
                <a:gd name="connsiteY32" fmla="*/ 114228 h 203766"/>
                <a:gd name="connsiteX33" fmla="*/ 872 w 510852"/>
                <a:gd name="connsiteY33" fmla="*/ 189245 h 203766"/>
                <a:gd name="connsiteX34" fmla="*/ 11266 w 510852"/>
                <a:gd name="connsiteY34" fmla="*/ 203767 h 203766"/>
                <a:gd name="connsiteX35" fmla="*/ 283226 w 510852"/>
                <a:gd name="connsiteY35" fmla="*/ 203767 h 203766"/>
                <a:gd name="connsiteX36" fmla="*/ 267230 w 510852"/>
                <a:gd name="connsiteY36" fmla="*/ 170411 h 203766"/>
                <a:gd name="connsiteX37" fmla="*/ 292296 w 510852"/>
                <a:gd name="connsiteY37" fmla="*/ 170411 h 203766"/>
                <a:gd name="connsiteX38" fmla="*/ 313095 w 510852"/>
                <a:gd name="connsiteY38" fmla="*/ 187967 h 203766"/>
                <a:gd name="connsiteX39" fmla="*/ 340713 w 510852"/>
                <a:gd name="connsiteY39" fmla="*/ 164236 h 203766"/>
                <a:gd name="connsiteX40" fmla="*/ 340713 w 510852"/>
                <a:gd name="connsiteY40" fmla="*/ 142954 h 203766"/>
                <a:gd name="connsiteX41" fmla="*/ 340073 w 510852"/>
                <a:gd name="connsiteY41" fmla="*/ 142954 h 203766"/>
                <a:gd name="connsiteX42" fmla="*/ 305252 w 510852"/>
                <a:gd name="connsiteY42" fmla="*/ 160084 h 203766"/>
                <a:gd name="connsiteX43" fmla="*/ 262588 w 510852"/>
                <a:gd name="connsiteY43" fmla="*/ 106510 h 203766"/>
                <a:gd name="connsiteX44" fmla="*/ 305252 w 510852"/>
                <a:gd name="connsiteY44" fmla="*/ 46282 h 203766"/>
                <a:gd name="connsiteX45" fmla="*/ 340073 w 510852"/>
                <a:gd name="connsiteY45" fmla="*/ 64318 h 203766"/>
                <a:gd name="connsiteX46" fmla="*/ 340926 w 510852"/>
                <a:gd name="connsiteY46" fmla="*/ 64318 h 203766"/>
                <a:gd name="connsiteX47" fmla="*/ 339966 w 510852"/>
                <a:gd name="connsiteY47" fmla="*/ 47879 h 203766"/>
                <a:gd name="connsiteX48" fmla="*/ 366633 w 510852"/>
                <a:gd name="connsiteY48" fmla="*/ 47879 h 203766"/>
                <a:gd name="connsiteX49" fmla="*/ 366633 w 510852"/>
                <a:gd name="connsiteY49" fmla="*/ 158700 h 203766"/>
                <a:gd name="connsiteX50" fmla="*/ 346422 w 510852"/>
                <a:gd name="connsiteY50" fmla="*/ 203758 h 203766"/>
                <a:gd name="connsiteX51" fmla="*/ 429072 w 510852"/>
                <a:gd name="connsiteY51" fmla="*/ 203758 h 203766"/>
                <a:gd name="connsiteX52" fmla="*/ 449550 w 510852"/>
                <a:gd name="connsiteY52" fmla="*/ 189236 h 203766"/>
                <a:gd name="connsiteX53" fmla="*/ 460212 w 510852"/>
                <a:gd name="connsiteY53" fmla="*/ 158328 h 203766"/>
                <a:gd name="connsiteX54" fmla="*/ 432220 w 510852"/>
                <a:gd name="connsiteY54" fmla="*/ 160191 h 203766"/>
                <a:gd name="connsiteX55" fmla="*/ 380816 w 510852"/>
                <a:gd name="connsiteY55" fmla="*/ 103636 h 203766"/>
                <a:gd name="connsiteX56" fmla="*/ 432220 w 510852"/>
                <a:gd name="connsiteY56" fmla="*/ 46389 h 203766"/>
                <a:gd name="connsiteX57" fmla="*/ 483784 w 510852"/>
                <a:gd name="connsiteY57" fmla="*/ 90391 h 203766"/>
                <a:gd name="connsiteX58" fmla="*/ 509971 w 510852"/>
                <a:gd name="connsiteY58" fmla="*/ 14789 h 203766"/>
                <a:gd name="connsiteX59" fmla="*/ 499950 w 510852"/>
                <a:gd name="connsiteY59" fmla="*/ 0 h 203766"/>
                <a:gd name="connsiteX60" fmla="*/ 221276 w 510852"/>
                <a:gd name="connsiteY60" fmla="*/ 100016 h 203766"/>
                <a:gd name="connsiteX61" fmla="*/ 194929 w 510852"/>
                <a:gd name="connsiteY61" fmla="*/ 66766 h 203766"/>
                <a:gd name="connsiteX62" fmla="*/ 171143 w 510852"/>
                <a:gd name="connsiteY62" fmla="*/ 100016 h 203766"/>
                <a:gd name="connsiteX63" fmla="*/ 194929 w 510852"/>
                <a:gd name="connsiteY63" fmla="*/ 139866 h 203766"/>
                <a:gd name="connsiteX64" fmla="*/ 221276 w 510852"/>
                <a:gd name="connsiteY64" fmla="*/ 100016 h 203766"/>
                <a:gd name="connsiteX65" fmla="*/ 78152 w 510852"/>
                <a:gd name="connsiteY65" fmla="*/ 66766 h 203766"/>
                <a:gd name="connsiteX66" fmla="*/ 53512 w 510852"/>
                <a:gd name="connsiteY66" fmla="*/ 91349 h 203766"/>
                <a:gd name="connsiteX67" fmla="*/ 103422 w 510852"/>
                <a:gd name="connsiteY67" fmla="*/ 91349 h 203766"/>
                <a:gd name="connsiteX68" fmla="*/ 78143 w 510852"/>
                <a:gd name="connsiteY68" fmla="*/ 66766 h 203766"/>
                <a:gd name="connsiteX69" fmla="*/ 339966 w 510852"/>
                <a:gd name="connsiteY69" fmla="*/ 100016 h 203766"/>
                <a:gd name="connsiteX70" fmla="*/ 313299 w 510852"/>
                <a:gd name="connsiteY70" fmla="*/ 66766 h 203766"/>
                <a:gd name="connsiteX71" fmla="*/ 289513 w 510852"/>
                <a:gd name="connsiteY71" fmla="*/ 100016 h 203766"/>
                <a:gd name="connsiteX72" fmla="*/ 313299 w 510852"/>
                <a:gd name="connsiteY72" fmla="*/ 139866 h 203766"/>
                <a:gd name="connsiteX73" fmla="*/ 339966 w 510852"/>
                <a:gd name="connsiteY73" fmla="*/ 100016 h 20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510852" h="203766">
                  <a:moveTo>
                    <a:pt x="457660" y="123534"/>
                  </a:moveTo>
                  <a:lnTo>
                    <a:pt x="472483" y="123534"/>
                  </a:lnTo>
                  <a:lnTo>
                    <a:pt x="477818" y="108320"/>
                  </a:lnTo>
                  <a:lnTo>
                    <a:pt x="407749" y="108320"/>
                  </a:lnTo>
                  <a:cubicBezTo>
                    <a:pt x="407749" y="132264"/>
                    <a:pt x="408390" y="139866"/>
                    <a:pt x="432442" y="139866"/>
                  </a:cubicBezTo>
                  <a:cubicBezTo>
                    <a:pt x="447265" y="139866"/>
                    <a:pt x="457669" y="139866"/>
                    <a:pt x="457669" y="123534"/>
                  </a:cubicBezTo>
                  <a:moveTo>
                    <a:pt x="407758" y="91615"/>
                  </a:moveTo>
                  <a:lnTo>
                    <a:pt x="457669" y="91615"/>
                  </a:lnTo>
                  <a:cubicBezTo>
                    <a:pt x="457669" y="68736"/>
                    <a:pt x="454308" y="67032"/>
                    <a:pt x="432442" y="67032"/>
                  </a:cubicBezTo>
                  <a:cubicBezTo>
                    <a:pt x="409243" y="67032"/>
                    <a:pt x="407749" y="71876"/>
                    <a:pt x="407749" y="91615"/>
                  </a:cubicBezTo>
                  <a:moveTo>
                    <a:pt x="499941" y="0"/>
                  </a:moveTo>
                  <a:lnTo>
                    <a:pt x="248459" y="0"/>
                  </a:lnTo>
                  <a:lnTo>
                    <a:pt x="248459" y="158913"/>
                  </a:lnTo>
                  <a:lnTo>
                    <a:pt x="221792" y="158913"/>
                  </a:lnTo>
                  <a:lnTo>
                    <a:pt x="222859" y="142208"/>
                  </a:lnTo>
                  <a:lnTo>
                    <a:pt x="222005" y="142208"/>
                  </a:lnTo>
                  <a:cubicBezTo>
                    <a:pt x="215230" y="156837"/>
                    <a:pt x="202914" y="160191"/>
                    <a:pt x="187185" y="160191"/>
                  </a:cubicBezTo>
                  <a:cubicBezTo>
                    <a:pt x="145748" y="160191"/>
                    <a:pt x="144521" y="134118"/>
                    <a:pt x="144521" y="100016"/>
                  </a:cubicBezTo>
                  <a:cubicBezTo>
                    <a:pt x="144521" y="65914"/>
                    <a:pt x="149003" y="46389"/>
                    <a:pt x="187185" y="46389"/>
                  </a:cubicBezTo>
                  <a:cubicBezTo>
                    <a:pt x="200780" y="46389"/>
                    <a:pt x="215016" y="48943"/>
                    <a:pt x="220725" y="62348"/>
                  </a:cubicBezTo>
                  <a:lnTo>
                    <a:pt x="221792" y="62348"/>
                  </a:lnTo>
                  <a:lnTo>
                    <a:pt x="221792" y="0"/>
                  </a:lnTo>
                  <a:lnTo>
                    <a:pt x="81922" y="0"/>
                  </a:lnTo>
                  <a:cubicBezTo>
                    <a:pt x="72745" y="213"/>
                    <a:pt x="64636" y="5988"/>
                    <a:pt x="61443" y="14576"/>
                  </a:cubicBezTo>
                  <a:lnTo>
                    <a:pt x="49075" y="50540"/>
                  </a:lnTo>
                  <a:cubicBezTo>
                    <a:pt x="58429" y="47418"/>
                    <a:pt x="68281" y="46016"/>
                    <a:pt x="78134" y="46389"/>
                  </a:cubicBezTo>
                  <a:cubicBezTo>
                    <a:pt x="123989" y="46389"/>
                    <a:pt x="130178" y="59740"/>
                    <a:pt x="130178" y="108320"/>
                  </a:cubicBezTo>
                  <a:lnTo>
                    <a:pt x="53494" y="108320"/>
                  </a:lnTo>
                  <a:cubicBezTo>
                    <a:pt x="53494" y="132264"/>
                    <a:pt x="54134" y="139866"/>
                    <a:pt x="78134" y="139866"/>
                  </a:cubicBezTo>
                  <a:cubicBezTo>
                    <a:pt x="93010" y="139866"/>
                    <a:pt x="103414" y="139866"/>
                    <a:pt x="103414" y="123534"/>
                  </a:cubicBezTo>
                  <a:lnTo>
                    <a:pt x="130080" y="123534"/>
                  </a:lnTo>
                  <a:cubicBezTo>
                    <a:pt x="130080" y="158541"/>
                    <a:pt x="109869" y="160191"/>
                    <a:pt x="78036" y="160191"/>
                  </a:cubicBezTo>
                  <a:cubicBezTo>
                    <a:pt x="39107" y="160191"/>
                    <a:pt x="28445" y="148862"/>
                    <a:pt x="26845" y="114228"/>
                  </a:cubicBezTo>
                  <a:lnTo>
                    <a:pt x="872" y="189245"/>
                  </a:lnTo>
                  <a:cubicBezTo>
                    <a:pt x="872" y="189245"/>
                    <a:pt x="-4464" y="203767"/>
                    <a:pt x="11266" y="203767"/>
                  </a:cubicBezTo>
                  <a:lnTo>
                    <a:pt x="283226" y="203767"/>
                  </a:lnTo>
                  <a:cubicBezTo>
                    <a:pt x="272565" y="198923"/>
                    <a:pt x="266483" y="189298"/>
                    <a:pt x="267230" y="170411"/>
                  </a:cubicBezTo>
                  <a:lnTo>
                    <a:pt x="292296" y="170411"/>
                  </a:lnTo>
                  <a:cubicBezTo>
                    <a:pt x="292296" y="185625"/>
                    <a:pt x="298005" y="187967"/>
                    <a:pt x="313095" y="187967"/>
                  </a:cubicBezTo>
                  <a:cubicBezTo>
                    <a:pt x="335813" y="187967"/>
                    <a:pt x="340713" y="183283"/>
                    <a:pt x="340713" y="164236"/>
                  </a:cubicBezTo>
                  <a:lnTo>
                    <a:pt x="340713" y="142954"/>
                  </a:lnTo>
                  <a:lnTo>
                    <a:pt x="340073" y="142954"/>
                  </a:lnTo>
                  <a:cubicBezTo>
                    <a:pt x="333030" y="157529"/>
                    <a:pt x="318741" y="160084"/>
                    <a:pt x="305252" y="160084"/>
                  </a:cubicBezTo>
                  <a:cubicBezTo>
                    <a:pt x="267016" y="160084"/>
                    <a:pt x="262588" y="139121"/>
                    <a:pt x="262588" y="106510"/>
                  </a:cubicBezTo>
                  <a:cubicBezTo>
                    <a:pt x="262588" y="73899"/>
                    <a:pt x="263869" y="46282"/>
                    <a:pt x="305252" y="46282"/>
                  </a:cubicBezTo>
                  <a:cubicBezTo>
                    <a:pt x="320928" y="46282"/>
                    <a:pt x="333244" y="49689"/>
                    <a:pt x="340073" y="64318"/>
                  </a:cubicBezTo>
                  <a:lnTo>
                    <a:pt x="340926" y="64318"/>
                  </a:lnTo>
                  <a:lnTo>
                    <a:pt x="339966" y="47879"/>
                  </a:lnTo>
                  <a:lnTo>
                    <a:pt x="366633" y="47879"/>
                  </a:lnTo>
                  <a:lnTo>
                    <a:pt x="366633" y="158700"/>
                  </a:lnTo>
                  <a:cubicBezTo>
                    <a:pt x="366633" y="184614"/>
                    <a:pt x="361298" y="197752"/>
                    <a:pt x="346422" y="203758"/>
                  </a:cubicBezTo>
                  <a:lnTo>
                    <a:pt x="429072" y="203758"/>
                  </a:lnTo>
                  <a:cubicBezTo>
                    <a:pt x="438231" y="203554"/>
                    <a:pt x="446340" y="197797"/>
                    <a:pt x="449550" y="189236"/>
                  </a:cubicBezTo>
                  <a:lnTo>
                    <a:pt x="460212" y="158328"/>
                  </a:lnTo>
                  <a:cubicBezTo>
                    <a:pt x="450964" y="159871"/>
                    <a:pt x="441583" y="160492"/>
                    <a:pt x="432220" y="160191"/>
                  </a:cubicBezTo>
                  <a:cubicBezTo>
                    <a:pt x="389556" y="160191"/>
                    <a:pt x="380816" y="146626"/>
                    <a:pt x="380816" y="103636"/>
                  </a:cubicBezTo>
                  <a:cubicBezTo>
                    <a:pt x="380816" y="63785"/>
                    <a:pt x="387164" y="46389"/>
                    <a:pt x="432220" y="46389"/>
                  </a:cubicBezTo>
                  <a:cubicBezTo>
                    <a:pt x="471789" y="46389"/>
                    <a:pt x="481810" y="56387"/>
                    <a:pt x="483784" y="90391"/>
                  </a:cubicBezTo>
                  <a:lnTo>
                    <a:pt x="509971" y="14789"/>
                  </a:lnTo>
                  <a:cubicBezTo>
                    <a:pt x="509971" y="14789"/>
                    <a:pt x="515253" y="0"/>
                    <a:pt x="499950" y="0"/>
                  </a:cubicBezTo>
                  <a:moveTo>
                    <a:pt x="221276" y="100016"/>
                  </a:moveTo>
                  <a:cubicBezTo>
                    <a:pt x="221276" y="76285"/>
                    <a:pt x="218129" y="66766"/>
                    <a:pt x="194929" y="66766"/>
                  </a:cubicBezTo>
                  <a:cubicBezTo>
                    <a:pt x="176479" y="66766"/>
                    <a:pt x="171143" y="72089"/>
                    <a:pt x="171143" y="100016"/>
                  </a:cubicBezTo>
                  <a:cubicBezTo>
                    <a:pt x="171143" y="125237"/>
                    <a:pt x="170503" y="139866"/>
                    <a:pt x="194929" y="139866"/>
                  </a:cubicBezTo>
                  <a:cubicBezTo>
                    <a:pt x="222334" y="139866"/>
                    <a:pt x="221276" y="126515"/>
                    <a:pt x="221276" y="100016"/>
                  </a:cubicBezTo>
                  <a:moveTo>
                    <a:pt x="78152" y="66766"/>
                  </a:moveTo>
                  <a:cubicBezTo>
                    <a:pt x="54952" y="66766"/>
                    <a:pt x="53512" y="71610"/>
                    <a:pt x="53512" y="91349"/>
                  </a:cubicBezTo>
                  <a:lnTo>
                    <a:pt x="103422" y="91349"/>
                  </a:lnTo>
                  <a:cubicBezTo>
                    <a:pt x="103422" y="68469"/>
                    <a:pt x="100008" y="66766"/>
                    <a:pt x="78143" y="66766"/>
                  </a:cubicBezTo>
                  <a:moveTo>
                    <a:pt x="339966" y="100016"/>
                  </a:moveTo>
                  <a:cubicBezTo>
                    <a:pt x="339966" y="76285"/>
                    <a:pt x="336338" y="66766"/>
                    <a:pt x="313299" y="66766"/>
                  </a:cubicBezTo>
                  <a:cubicBezTo>
                    <a:pt x="294848" y="66766"/>
                    <a:pt x="289513" y="72089"/>
                    <a:pt x="289513" y="100016"/>
                  </a:cubicBezTo>
                  <a:cubicBezTo>
                    <a:pt x="289513" y="125237"/>
                    <a:pt x="289513" y="139866"/>
                    <a:pt x="313299" y="139866"/>
                  </a:cubicBezTo>
                  <a:cubicBezTo>
                    <a:pt x="339966" y="139866"/>
                    <a:pt x="339966" y="126515"/>
                    <a:pt x="339966" y="100016"/>
                  </a:cubicBezTo>
                </a:path>
              </a:pathLst>
            </a:custGeom>
            <a:solidFill>
              <a:srgbClr val="FF3232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r" defTabSz="914400" rtl="1" eaLnBrk="1" latinLnBrk="0" hangingPunct="1"/>
              <a:endParaRPr lang="en-IL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74E73EA-E9FC-1AF9-A150-E1F5ACE986CA}"/>
                </a:ext>
              </a:extLst>
            </p:cNvPr>
            <p:cNvSpPr/>
            <p:nvPr/>
          </p:nvSpPr>
          <p:spPr>
            <a:xfrm>
              <a:off x="10307382" y="4588869"/>
              <a:ext cx="508352" cy="160456"/>
            </a:xfrm>
            <a:custGeom>
              <a:avLst/>
              <a:gdLst>
                <a:gd name="connsiteX0" fmla="*/ 422866 w 508352"/>
                <a:gd name="connsiteY0" fmla="*/ 47879 h 160456"/>
                <a:gd name="connsiteX1" fmla="*/ 422866 w 508352"/>
                <a:gd name="connsiteY1" fmla="*/ 158913 h 160456"/>
                <a:gd name="connsiteX2" fmla="*/ 449532 w 508352"/>
                <a:gd name="connsiteY2" fmla="*/ 158913 h 160456"/>
                <a:gd name="connsiteX3" fmla="*/ 449532 w 508352"/>
                <a:gd name="connsiteY3" fmla="*/ 90444 h 160456"/>
                <a:gd name="connsiteX4" fmla="*/ 469691 w 508352"/>
                <a:gd name="connsiteY4" fmla="*/ 66926 h 160456"/>
                <a:gd name="connsiteX5" fmla="*/ 483286 w 508352"/>
                <a:gd name="connsiteY5" fmla="*/ 84695 h 160456"/>
                <a:gd name="connsiteX6" fmla="*/ 483286 w 508352"/>
                <a:gd name="connsiteY6" fmla="*/ 90444 h 160456"/>
                <a:gd name="connsiteX7" fmla="*/ 508353 w 508352"/>
                <a:gd name="connsiteY7" fmla="*/ 90444 h 160456"/>
                <a:gd name="connsiteX8" fmla="*/ 508353 w 508352"/>
                <a:gd name="connsiteY8" fmla="*/ 81404 h 160456"/>
                <a:gd name="connsiteX9" fmla="*/ 479080 w 508352"/>
                <a:gd name="connsiteY9" fmla="*/ 46397 h 160456"/>
                <a:gd name="connsiteX10" fmla="*/ 449328 w 508352"/>
                <a:gd name="connsiteY10" fmla="*/ 62357 h 160456"/>
                <a:gd name="connsiteX11" fmla="*/ 448261 w 508352"/>
                <a:gd name="connsiteY11" fmla="*/ 62357 h 160456"/>
                <a:gd name="connsiteX12" fmla="*/ 449008 w 508352"/>
                <a:gd name="connsiteY12" fmla="*/ 47888 h 160456"/>
                <a:gd name="connsiteX13" fmla="*/ 422874 w 508352"/>
                <a:gd name="connsiteY13" fmla="*/ 47888 h 160456"/>
                <a:gd name="connsiteX14" fmla="*/ 371461 w 508352"/>
                <a:gd name="connsiteY14" fmla="*/ 158913 h 160456"/>
                <a:gd name="connsiteX15" fmla="*/ 398128 w 508352"/>
                <a:gd name="connsiteY15" fmla="*/ 158913 h 160456"/>
                <a:gd name="connsiteX16" fmla="*/ 398128 w 508352"/>
                <a:gd name="connsiteY16" fmla="*/ 89220 h 160456"/>
                <a:gd name="connsiteX17" fmla="*/ 347577 w 508352"/>
                <a:gd name="connsiteY17" fmla="*/ 46655 h 160456"/>
                <a:gd name="connsiteX18" fmla="*/ 299588 w 508352"/>
                <a:gd name="connsiteY18" fmla="*/ 80384 h 160456"/>
                <a:gd name="connsiteX19" fmla="*/ 326255 w 508352"/>
                <a:gd name="connsiteY19" fmla="*/ 80384 h 160456"/>
                <a:gd name="connsiteX20" fmla="*/ 347266 w 508352"/>
                <a:gd name="connsiteY20" fmla="*/ 64903 h 160456"/>
                <a:gd name="connsiteX21" fmla="*/ 371052 w 508352"/>
                <a:gd name="connsiteY21" fmla="*/ 89273 h 160456"/>
                <a:gd name="connsiteX22" fmla="*/ 371052 w 508352"/>
                <a:gd name="connsiteY22" fmla="*/ 103689 h 160456"/>
                <a:gd name="connsiteX23" fmla="*/ 370625 w 508352"/>
                <a:gd name="connsiteY23" fmla="*/ 103689 h 160456"/>
                <a:gd name="connsiteX24" fmla="*/ 337298 w 508352"/>
                <a:gd name="connsiteY24" fmla="*/ 90976 h 160456"/>
                <a:gd name="connsiteX25" fmla="*/ 295648 w 508352"/>
                <a:gd name="connsiteY25" fmla="*/ 125078 h 160456"/>
                <a:gd name="connsiteX26" fmla="*/ 337298 w 508352"/>
                <a:gd name="connsiteY26" fmla="*/ 160457 h 160456"/>
                <a:gd name="connsiteX27" fmla="*/ 371906 w 508352"/>
                <a:gd name="connsiteY27" fmla="*/ 145242 h 160456"/>
                <a:gd name="connsiteX28" fmla="*/ 372546 w 508352"/>
                <a:gd name="connsiteY28" fmla="*/ 145242 h 160456"/>
                <a:gd name="connsiteX29" fmla="*/ 371479 w 508352"/>
                <a:gd name="connsiteY29" fmla="*/ 158913 h 160456"/>
                <a:gd name="connsiteX30" fmla="*/ 346608 w 508352"/>
                <a:gd name="connsiteY30" fmla="*/ 108905 h 160456"/>
                <a:gd name="connsiteX31" fmla="*/ 371248 w 508352"/>
                <a:gd name="connsiteY31" fmla="*/ 124865 h 160456"/>
                <a:gd name="connsiteX32" fmla="*/ 346608 w 508352"/>
                <a:gd name="connsiteY32" fmla="*/ 142049 h 160456"/>
                <a:gd name="connsiteX33" fmla="*/ 322182 w 508352"/>
                <a:gd name="connsiteY33" fmla="*/ 124865 h 160456"/>
                <a:gd name="connsiteX34" fmla="*/ 346608 w 508352"/>
                <a:gd name="connsiteY34" fmla="*/ 108905 h 160456"/>
                <a:gd name="connsiteX35" fmla="*/ 273134 w 508352"/>
                <a:gd name="connsiteY35" fmla="*/ 0 h 160456"/>
                <a:gd name="connsiteX36" fmla="*/ 246467 w 508352"/>
                <a:gd name="connsiteY36" fmla="*/ 0 h 160456"/>
                <a:gd name="connsiteX37" fmla="*/ 246467 w 508352"/>
                <a:gd name="connsiteY37" fmla="*/ 158913 h 160456"/>
                <a:gd name="connsiteX38" fmla="*/ 273134 w 508352"/>
                <a:gd name="connsiteY38" fmla="*/ 158913 h 160456"/>
                <a:gd name="connsiteX39" fmla="*/ 273134 w 508352"/>
                <a:gd name="connsiteY39" fmla="*/ 0 h 160456"/>
                <a:gd name="connsiteX40" fmla="*/ 171179 w 508352"/>
                <a:gd name="connsiteY40" fmla="*/ 66766 h 160456"/>
                <a:gd name="connsiteX41" fmla="*/ 196886 w 508352"/>
                <a:gd name="connsiteY41" fmla="*/ 103636 h 160456"/>
                <a:gd name="connsiteX42" fmla="*/ 171179 w 508352"/>
                <a:gd name="connsiteY42" fmla="*/ 139866 h 160456"/>
                <a:gd name="connsiteX43" fmla="*/ 145472 w 508352"/>
                <a:gd name="connsiteY43" fmla="*/ 103636 h 160456"/>
                <a:gd name="connsiteX44" fmla="*/ 171179 w 508352"/>
                <a:gd name="connsiteY44" fmla="*/ 66766 h 160456"/>
                <a:gd name="connsiteX45" fmla="*/ 171179 w 508352"/>
                <a:gd name="connsiteY45" fmla="*/ 46389 h 160456"/>
                <a:gd name="connsiteX46" fmla="*/ 118708 w 508352"/>
                <a:gd name="connsiteY46" fmla="*/ 103423 h 160456"/>
                <a:gd name="connsiteX47" fmla="*/ 171179 w 508352"/>
                <a:gd name="connsiteY47" fmla="*/ 160191 h 160456"/>
                <a:gd name="connsiteX48" fmla="*/ 223650 w 508352"/>
                <a:gd name="connsiteY48" fmla="*/ 103423 h 160456"/>
                <a:gd name="connsiteX49" fmla="*/ 171179 w 508352"/>
                <a:gd name="connsiteY49" fmla="*/ 46389 h 160456"/>
                <a:gd name="connsiteX50" fmla="*/ 98763 w 508352"/>
                <a:gd name="connsiteY50" fmla="*/ 77988 h 160456"/>
                <a:gd name="connsiteX51" fmla="*/ 50773 w 508352"/>
                <a:gd name="connsiteY51" fmla="*/ 46389 h 160456"/>
                <a:gd name="connsiteX52" fmla="*/ 9 w 508352"/>
                <a:gd name="connsiteY52" fmla="*/ 77563 h 160456"/>
                <a:gd name="connsiteX53" fmla="*/ 48426 w 508352"/>
                <a:gd name="connsiteY53" fmla="*/ 112090 h 160456"/>
                <a:gd name="connsiteX54" fmla="*/ 76044 w 508352"/>
                <a:gd name="connsiteY54" fmla="*/ 127145 h 160456"/>
                <a:gd name="connsiteX55" fmla="*/ 50764 w 508352"/>
                <a:gd name="connsiteY55" fmla="*/ 141987 h 160456"/>
                <a:gd name="connsiteX56" fmla="*/ 26765 w 508352"/>
                <a:gd name="connsiteY56" fmla="*/ 123951 h 160456"/>
                <a:gd name="connsiteX57" fmla="*/ 0 w 508352"/>
                <a:gd name="connsiteY57" fmla="*/ 123951 h 160456"/>
                <a:gd name="connsiteX58" fmla="*/ 50764 w 508352"/>
                <a:gd name="connsiteY58" fmla="*/ 160182 h 160456"/>
                <a:gd name="connsiteX59" fmla="*/ 102809 w 508352"/>
                <a:gd name="connsiteY59" fmla="*/ 127145 h 160456"/>
                <a:gd name="connsiteX60" fmla="*/ 53112 w 508352"/>
                <a:gd name="connsiteY60" fmla="*/ 91766 h 160456"/>
                <a:gd name="connsiteX61" fmla="*/ 26658 w 508352"/>
                <a:gd name="connsiteY61" fmla="*/ 79266 h 160456"/>
                <a:gd name="connsiteX62" fmla="*/ 50657 w 508352"/>
                <a:gd name="connsiteY62" fmla="*/ 64637 h 160456"/>
                <a:gd name="connsiteX63" fmla="*/ 71989 w 508352"/>
                <a:gd name="connsiteY63" fmla="*/ 77988 h 160456"/>
                <a:gd name="connsiteX64" fmla="*/ 98763 w 508352"/>
                <a:gd name="connsiteY64" fmla="*/ 77988 h 16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08352" h="160456">
                  <a:moveTo>
                    <a:pt x="422866" y="47879"/>
                  </a:moveTo>
                  <a:lnTo>
                    <a:pt x="422866" y="158913"/>
                  </a:lnTo>
                  <a:lnTo>
                    <a:pt x="449532" y="158913"/>
                  </a:lnTo>
                  <a:lnTo>
                    <a:pt x="449532" y="90444"/>
                  </a:lnTo>
                  <a:cubicBezTo>
                    <a:pt x="449106" y="76028"/>
                    <a:pt x="453801" y="66926"/>
                    <a:pt x="469691" y="66926"/>
                  </a:cubicBezTo>
                  <a:cubicBezTo>
                    <a:pt x="482219" y="66926"/>
                    <a:pt x="483286" y="73473"/>
                    <a:pt x="483286" y="84695"/>
                  </a:cubicBezTo>
                  <a:lnTo>
                    <a:pt x="483286" y="90444"/>
                  </a:lnTo>
                  <a:lnTo>
                    <a:pt x="508353" y="90444"/>
                  </a:lnTo>
                  <a:lnTo>
                    <a:pt x="508353" y="81404"/>
                  </a:lnTo>
                  <a:cubicBezTo>
                    <a:pt x="508353" y="60121"/>
                    <a:pt x="502644" y="46397"/>
                    <a:pt x="479080" y="46397"/>
                  </a:cubicBezTo>
                  <a:cubicBezTo>
                    <a:pt x="466125" y="46397"/>
                    <a:pt x="454654" y="50017"/>
                    <a:pt x="449328" y="62357"/>
                  </a:cubicBezTo>
                  <a:lnTo>
                    <a:pt x="448261" y="62357"/>
                  </a:lnTo>
                  <a:lnTo>
                    <a:pt x="449008" y="47888"/>
                  </a:lnTo>
                  <a:lnTo>
                    <a:pt x="422874" y="47888"/>
                  </a:lnTo>
                  <a:close/>
                  <a:moveTo>
                    <a:pt x="371461" y="158913"/>
                  </a:moveTo>
                  <a:lnTo>
                    <a:pt x="398128" y="158913"/>
                  </a:lnTo>
                  <a:lnTo>
                    <a:pt x="398128" y="89220"/>
                  </a:lnTo>
                  <a:cubicBezTo>
                    <a:pt x="398128" y="51977"/>
                    <a:pt x="383252" y="46655"/>
                    <a:pt x="347577" y="46655"/>
                  </a:cubicBezTo>
                  <a:cubicBezTo>
                    <a:pt x="322084" y="46655"/>
                    <a:pt x="299588" y="47932"/>
                    <a:pt x="299588" y="80384"/>
                  </a:cubicBezTo>
                  <a:lnTo>
                    <a:pt x="326255" y="80384"/>
                  </a:lnTo>
                  <a:cubicBezTo>
                    <a:pt x="326255" y="65968"/>
                    <a:pt x="335582" y="64903"/>
                    <a:pt x="347266" y="64903"/>
                  </a:cubicBezTo>
                  <a:cubicBezTo>
                    <a:pt x="369558" y="64903"/>
                    <a:pt x="371052" y="71237"/>
                    <a:pt x="371052" y="89273"/>
                  </a:cubicBezTo>
                  <a:lnTo>
                    <a:pt x="371052" y="103689"/>
                  </a:lnTo>
                  <a:lnTo>
                    <a:pt x="370625" y="103689"/>
                  </a:lnTo>
                  <a:cubicBezTo>
                    <a:pt x="364276" y="91189"/>
                    <a:pt x="350894" y="90976"/>
                    <a:pt x="337298" y="90976"/>
                  </a:cubicBezTo>
                  <a:cubicBezTo>
                    <a:pt x="309680" y="90976"/>
                    <a:pt x="295648" y="98375"/>
                    <a:pt x="295648" y="125078"/>
                  </a:cubicBezTo>
                  <a:cubicBezTo>
                    <a:pt x="295648" y="155187"/>
                    <a:pt x="312018" y="160457"/>
                    <a:pt x="337298" y="160457"/>
                  </a:cubicBezTo>
                  <a:cubicBezTo>
                    <a:pt x="350254" y="160457"/>
                    <a:pt x="366624" y="160031"/>
                    <a:pt x="371906" y="145242"/>
                  </a:cubicBezTo>
                  <a:lnTo>
                    <a:pt x="372546" y="145242"/>
                  </a:lnTo>
                  <a:lnTo>
                    <a:pt x="371479" y="158913"/>
                  </a:lnTo>
                  <a:close/>
                  <a:moveTo>
                    <a:pt x="346608" y="108905"/>
                  </a:moveTo>
                  <a:cubicBezTo>
                    <a:pt x="359777" y="108905"/>
                    <a:pt x="371248" y="109331"/>
                    <a:pt x="371248" y="124865"/>
                  </a:cubicBezTo>
                  <a:cubicBezTo>
                    <a:pt x="371248" y="140399"/>
                    <a:pt x="360586" y="142049"/>
                    <a:pt x="346608" y="142049"/>
                  </a:cubicBezTo>
                  <a:cubicBezTo>
                    <a:pt x="328584" y="142049"/>
                    <a:pt x="322182" y="140558"/>
                    <a:pt x="322182" y="124865"/>
                  </a:cubicBezTo>
                  <a:cubicBezTo>
                    <a:pt x="322182" y="109171"/>
                    <a:pt x="332843" y="108905"/>
                    <a:pt x="346608" y="108905"/>
                  </a:cubicBezTo>
                  <a:moveTo>
                    <a:pt x="273134" y="0"/>
                  </a:moveTo>
                  <a:lnTo>
                    <a:pt x="246467" y="0"/>
                  </a:lnTo>
                  <a:lnTo>
                    <a:pt x="246467" y="158913"/>
                  </a:lnTo>
                  <a:lnTo>
                    <a:pt x="273134" y="158913"/>
                  </a:lnTo>
                  <a:lnTo>
                    <a:pt x="273134" y="0"/>
                  </a:lnTo>
                  <a:close/>
                  <a:moveTo>
                    <a:pt x="171179" y="66766"/>
                  </a:moveTo>
                  <a:cubicBezTo>
                    <a:pt x="194965" y="66766"/>
                    <a:pt x="196886" y="73526"/>
                    <a:pt x="196886" y="103636"/>
                  </a:cubicBezTo>
                  <a:cubicBezTo>
                    <a:pt x="196886" y="133745"/>
                    <a:pt x="194965" y="139866"/>
                    <a:pt x="171179" y="139866"/>
                  </a:cubicBezTo>
                  <a:cubicBezTo>
                    <a:pt x="147393" y="139866"/>
                    <a:pt x="145472" y="133266"/>
                    <a:pt x="145472" y="103636"/>
                  </a:cubicBezTo>
                  <a:cubicBezTo>
                    <a:pt x="145472" y="74005"/>
                    <a:pt x="147393" y="66766"/>
                    <a:pt x="171179" y="66766"/>
                  </a:cubicBezTo>
                  <a:moveTo>
                    <a:pt x="171179" y="46389"/>
                  </a:moveTo>
                  <a:cubicBezTo>
                    <a:pt x="124683" y="46389"/>
                    <a:pt x="118708" y="60166"/>
                    <a:pt x="118708" y="103423"/>
                  </a:cubicBezTo>
                  <a:cubicBezTo>
                    <a:pt x="118708" y="146680"/>
                    <a:pt x="124683" y="160191"/>
                    <a:pt x="171179" y="160191"/>
                  </a:cubicBezTo>
                  <a:cubicBezTo>
                    <a:pt x="217675" y="160191"/>
                    <a:pt x="223650" y="146413"/>
                    <a:pt x="223650" y="103423"/>
                  </a:cubicBezTo>
                  <a:cubicBezTo>
                    <a:pt x="223650" y="60432"/>
                    <a:pt x="217728" y="46389"/>
                    <a:pt x="171179" y="46389"/>
                  </a:cubicBezTo>
                  <a:moveTo>
                    <a:pt x="98763" y="77988"/>
                  </a:moveTo>
                  <a:cubicBezTo>
                    <a:pt x="98763" y="46814"/>
                    <a:pt x="72629" y="46389"/>
                    <a:pt x="50773" y="46389"/>
                  </a:cubicBezTo>
                  <a:cubicBezTo>
                    <a:pt x="22088" y="46389"/>
                    <a:pt x="9" y="47027"/>
                    <a:pt x="9" y="77563"/>
                  </a:cubicBezTo>
                  <a:cubicBezTo>
                    <a:pt x="9" y="105969"/>
                    <a:pt x="7425" y="111717"/>
                    <a:pt x="48426" y="112090"/>
                  </a:cubicBezTo>
                  <a:cubicBezTo>
                    <a:pt x="75404" y="112516"/>
                    <a:pt x="76044" y="117413"/>
                    <a:pt x="76044" y="127145"/>
                  </a:cubicBezTo>
                  <a:cubicBezTo>
                    <a:pt x="76044" y="142412"/>
                    <a:pt x="66716" y="141987"/>
                    <a:pt x="50764" y="141987"/>
                  </a:cubicBezTo>
                  <a:cubicBezTo>
                    <a:pt x="30980" y="141987"/>
                    <a:pt x="27192" y="140070"/>
                    <a:pt x="26765" y="123951"/>
                  </a:cubicBezTo>
                  <a:lnTo>
                    <a:pt x="0" y="123951"/>
                  </a:lnTo>
                  <a:cubicBezTo>
                    <a:pt x="0" y="160182"/>
                    <a:pt x="20371" y="160182"/>
                    <a:pt x="50764" y="160182"/>
                  </a:cubicBezTo>
                  <a:cubicBezTo>
                    <a:pt x="78969" y="160182"/>
                    <a:pt x="102809" y="157254"/>
                    <a:pt x="102809" y="127145"/>
                  </a:cubicBezTo>
                  <a:cubicBezTo>
                    <a:pt x="102809" y="91127"/>
                    <a:pt x="79450" y="93043"/>
                    <a:pt x="53112" y="91766"/>
                  </a:cubicBezTo>
                  <a:cubicBezTo>
                    <a:pt x="29752" y="90701"/>
                    <a:pt x="26658" y="90435"/>
                    <a:pt x="26658" y="79266"/>
                  </a:cubicBezTo>
                  <a:cubicBezTo>
                    <a:pt x="26658" y="64637"/>
                    <a:pt x="36413" y="64637"/>
                    <a:pt x="50657" y="64637"/>
                  </a:cubicBezTo>
                  <a:cubicBezTo>
                    <a:pt x="64902" y="64637"/>
                    <a:pt x="71989" y="64637"/>
                    <a:pt x="71989" y="77988"/>
                  </a:cubicBezTo>
                  <a:lnTo>
                    <a:pt x="98763" y="77988"/>
                  </a:lnTo>
                  <a:close/>
                </a:path>
              </a:pathLst>
            </a:custGeom>
            <a:solidFill>
              <a:schemeClr val="bg1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l" defTabSz="914400" rtl="0" eaLnBrk="1" latinLnBrk="0" hangingPunct="1"/>
              <a:endParaRPr lang="en-IL">
                <a:solidFill>
                  <a:schemeClr val="bg1"/>
                </a:solidFill>
              </a:endParaRPr>
            </a:p>
          </p:txBody>
        </p:sp>
      </p:grp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8EE9470B-C5AD-0F15-8B9B-AD6021CF7E18}"/>
              </a:ext>
            </a:extLst>
          </p:cNvPr>
          <p:cNvSpPr/>
          <p:nvPr userDrawn="1"/>
        </p:nvSpPr>
        <p:spPr>
          <a:xfrm>
            <a:off x="592865" y="3173033"/>
            <a:ext cx="540000" cy="36000"/>
          </a:xfrm>
          <a:prstGeom prst="parallelogram">
            <a:avLst>
              <a:gd name="adj" fmla="val 33599"/>
            </a:avLst>
          </a:prstGeom>
          <a:solidFill>
            <a:srgbClr val="FF3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>
              <a:solidFill>
                <a:srgbClr val="FF3232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D15FC0-C4CE-0F9E-269E-25052389689C}"/>
              </a:ext>
            </a:extLst>
          </p:cNvPr>
          <p:cNvSpPr txBox="1"/>
          <p:nvPr userDrawn="1"/>
        </p:nvSpPr>
        <p:spPr>
          <a:xfrm>
            <a:off x="516834" y="3160643"/>
            <a:ext cx="51484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540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02489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96D6CD-E275-52E5-E5E5-CA6ED5C18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463296"/>
            <a:ext cx="11160000" cy="731520"/>
          </a:xfrm>
          <a:prstGeom prst="rect">
            <a:avLst/>
          </a:prstGeom>
        </p:spPr>
        <p:txBody>
          <a:bodyPr vert="horz" lIns="9000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A12A79-011F-0DE4-6069-17488F04A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6000" y="1474149"/>
            <a:ext cx="11160000" cy="4680000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B7779-FFBD-F7C5-6561-BCF406F514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95124" y="6356350"/>
            <a:ext cx="504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 b="0" i="0">
                <a:solidFill>
                  <a:schemeClr val="accent4">
                    <a:alpha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algn="r" defTabSz="914400" rtl="1" eaLnBrk="1" latinLnBrk="0" hangingPunct="1"/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08AB0-89D8-CED5-6B2A-58F67C7896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3467" y="6356350"/>
            <a:ext cx="348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accent4">
                    <a:alpha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4055E60B-063F-7341-AAD1-65F55D97E323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26BDAF46-1CFB-C32B-89A2-46BC182FCE6D}"/>
              </a:ext>
            </a:extLst>
          </p:cNvPr>
          <p:cNvSpPr/>
          <p:nvPr userDrawn="1"/>
        </p:nvSpPr>
        <p:spPr>
          <a:xfrm>
            <a:off x="592865" y="388644"/>
            <a:ext cx="540000" cy="36000"/>
          </a:xfrm>
          <a:prstGeom prst="parallelogram">
            <a:avLst>
              <a:gd name="adj" fmla="val 33599"/>
            </a:avLst>
          </a:prstGeom>
          <a:solidFill>
            <a:srgbClr val="FF3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>
              <a:solidFill>
                <a:srgbClr val="FF3232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C7FC6D1-A5C0-8E8A-9549-29A37B9EDE15}"/>
              </a:ext>
            </a:extLst>
          </p:cNvPr>
          <p:cNvGrpSpPr/>
          <p:nvPr userDrawn="1"/>
        </p:nvGrpSpPr>
        <p:grpSpPr>
          <a:xfrm>
            <a:off x="10654248" y="6448149"/>
            <a:ext cx="1008089" cy="203766"/>
            <a:chOff x="10654248" y="6448149"/>
            <a:chExt cx="1008089" cy="20376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6EE7C6F-0807-B49E-1E40-B6469F7F0A3A}"/>
                </a:ext>
              </a:extLst>
            </p:cNvPr>
            <p:cNvSpPr/>
            <p:nvPr/>
          </p:nvSpPr>
          <p:spPr>
            <a:xfrm>
              <a:off x="11151485" y="6448149"/>
              <a:ext cx="510852" cy="203766"/>
            </a:xfrm>
            <a:custGeom>
              <a:avLst/>
              <a:gdLst>
                <a:gd name="connsiteX0" fmla="*/ 457660 w 510852"/>
                <a:gd name="connsiteY0" fmla="*/ 123534 h 203766"/>
                <a:gd name="connsiteX1" fmla="*/ 472483 w 510852"/>
                <a:gd name="connsiteY1" fmla="*/ 123534 h 203766"/>
                <a:gd name="connsiteX2" fmla="*/ 477818 w 510852"/>
                <a:gd name="connsiteY2" fmla="*/ 108320 h 203766"/>
                <a:gd name="connsiteX3" fmla="*/ 407749 w 510852"/>
                <a:gd name="connsiteY3" fmla="*/ 108320 h 203766"/>
                <a:gd name="connsiteX4" fmla="*/ 432442 w 510852"/>
                <a:gd name="connsiteY4" fmla="*/ 139866 h 203766"/>
                <a:gd name="connsiteX5" fmla="*/ 457669 w 510852"/>
                <a:gd name="connsiteY5" fmla="*/ 123534 h 203766"/>
                <a:gd name="connsiteX6" fmla="*/ 407758 w 510852"/>
                <a:gd name="connsiteY6" fmla="*/ 91615 h 203766"/>
                <a:gd name="connsiteX7" fmla="*/ 457669 w 510852"/>
                <a:gd name="connsiteY7" fmla="*/ 91615 h 203766"/>
                <a:gd name="connsiteX8" fmla="*/ 432442 w 510852"/>
                <a:gd name="connsiteY8" fmla="*/ 67032 h 203766"/>
                <a:gd name="connsiteX9" fmla="*/ 407749 w 510852"/>
                <a:gd name="connsiteY9" fmla="*/ 91615 h 203766"/>
                <a:gd name="connsiteX10" fmla="*/ 499941 w 510852"/>
                <a:gd name="connsiteY10" fmla="*/ 0 h 203766"/>
                <a:gd name="connsiteX11" fmla="*/ 248459 w 510852"/>
                <a:gd name="connsiteY11" fmla="*/ 0 h 203766"/>
                <a:gd name="connsiteX12" fmla="*/ 248459 w 510852"/>
                <a:gd name="connsiteY12" fmla="*/ 158913 h 203766"/>
                <a:gd name="connsiteX13" fmla="*/ 221792 w 510852"/>
                <a:gd name="connsiteY13" fmla="*/ 158913 h 203766"/>
                <a:gd name="connsiteX14" fmla="*/ 222859 w 510852"/>
                <a:gd name="connsiteY14" fmla="*/ 142208 h 203766"/>
                <a:gd name="connsiteX15" fmla="*/ 222005 w 510852"/>
                <a:gd name="connsiteY15" fmla="*/ 142208 h 203766"/>
                <a:gd name="connsiteX16" fmla="*/ 187185 w 510852"/>
                <a:gd name="connsiteY16" fmla="*/ 160191 h 203766"/>
                <a:gd name="connsiteX17" fmla="*/ 144521 w 510852"/>
                <a:gd name="connsiteY17" fmla="*/ 100016 h 203766"/>
                <a:gd name="connsiteX18" fmla="*/ 187185 w 510852"/>
                <a:gd name="connsiteY18" fmla="*/ 46389 h 203766"/>
                <a:gd name="connsiteX19" fmla="*/ 220725 w 510852"/>
                <a:gd name="connsiteY19" fmla="*/ 62348 h 203766"/>
                <a:gd name="connsiteX20" fmla="*/ 221792 w 510852"/>
                <a:gd name="connsiteY20" fmla="*/ 62348 h 203766"/>
                <a:gd name="connsiteX21" fmla="*/ 221792 w 510852"/>
                <a:gd name="connsiteY21" fmla="*/ 0 h 203766"/>
                <a:gd name="connsiteX22" fmla="*/ 81922 w 510852"/>
                <a:gd name="connsiteY22" fmla="*/ 0 h 203766"/>
                <a:gd name="connsiteX23" fmla="*/ 61443 w 510852"/>
                <a:gd name="connsiteY23" fmla="*/ 14576 h 203766"/>
                <a:gd name="connsiteX24" fmla="*/ 49075 w 510852"/>
                <a:gd name="connsiteY24" fmla="*/ 50540 h 203766"/>
                <a:gd name="connsiteX25" fmla="*/ 78134 w 510852"/>
                <a:gd name="connsiteY25" fmla="*/ 46389 h 203766"/>
                <a:gd name="connsiteX26" fmla="*/ 130178 w 510852"/>
                <a:gd name="connsiteY26" fmla="*/ 108320 h 203766"/>
                <a:gd name="connsiteX27" fmla="*/ 53494 w 510852"/>
                <a:gd name="connsiteY27" fmla="*/ 108320 h 203766"/>
                <a:gd name="connsiteX28" fmla="*/ 78134 w 510852"/>
                <a:gd name="connsiteY28" fmla="*/ 139866 h 203766"/>
                <a:gd name="connsiteX29" fmla="*/ 103414 w 510852"/>
                <a:gd name="connsiteY29" fmla="*/ 123534 h 203766"/>
                <a:gd name="connsiteX30" fmla="*/ 130080 w 510852"/>
                <a:gd name="connsiteY30" fmla="*/ 123534 h 203766"/>
                <a:gd name="connsiteX31" fmla="*/ 78036 w 510852"/>
                <a:gd name="connsiteY31" fmla="*/ 160191 h 203766"/>
                <a:gd name="connsiteX32" fmla="*/ 26845 w 510852"/>
                <a:gd name="connsiteY32" fmla="*/ 114228 h 203766"/>
                <a:gd name="connsiteX33" fmla="*/ 872 w 510852"/>
                <a:gd name="connsiteY33" fmla="*/ 189245 h 203766"/>
                <a:gd name="connsiteX34" fmla="*/ 11266 w 510852"/>
                <a:gd name="connsiteY34" fmla="*/ 203767 h 203766"/>
                <a:gd name="connsiteX35" fmla="*/ 283226 w 510852"/>
                <a:gd name="connsiteY35" fmla="*/ 203767 h 203766"/>
                <a:gd name="connsiteX36" fmla="*/ 267230 w 510852"/>
                <a:gd name="connsiteY36" fmla="*/ 170411 h 203766"/>
                <a:gd name="connsiteX37" fmla="*/ 292296 w 510852"/>
                <a:gd name="connsiteY37" fmla="*/ 170411 h 203766"/>
                <a:gd name="connsiteX38" fmla="*/ 313095 w 510852"/>
                <a:gd name="connsiteY38" fmla="*/ 187967 h 203766"/>
                <a:gd name="connsiteX39" fmla="*/ 340713 w 510852"/>
                <a:gd name="connsiteY39" fmla="*/ 164236 h 203766"/>
                <a:gd name="connsiteX40" fmla="*/ 340713 w 510852"/>
                <a:gd name="connsiteY40" fmla="*/ 142954 h 203766"/>
                <a:gd name="connsiteX41" fmla="*/ 340073 w 510852"/>
                <a:gd name="connsiteY41" fmla="*/ 142954 h 203766"/>
                <a:gd name="connsiteX42" fmla="*/ 305252 w 510852"/>
                <a:gd name="connsiteY42" fmla="*/ 160084 h 203766"/>
                <a:gd name="connsiteX43" fmla="*/ 262588 w 510852"/>
                <a:gd name="connsiteY43" fmla="*/ 106510 h 203766"/>
                <a:gd name="connsiteX44" fmla="*/ 305252 w 510852"/>
                <a:gd name="connsiteY44" fmla="*/ 46282 h 203766"/>
                <a:gd name="connsiteX45" fmla="*/ 340073 w 510852"/>
                <a:gd name="connsiteY45" fmla="*/ 64318 h 203766"/>
                <a:gd name="connsiteX46" fmla="*/ 340926 w 510852"/>
                <a:gd name="connsiteY46" fmla="*/ 64318 h 203766"/>
                <a:gd name="connsiteX47" fmla="*/ 339966 w 510852"/>
                <a:gd name="connsiteY47" fmla="*/ 47879 h 203766"/>
                <a:gd name="connsiteX48" fmla="*/ 366633 w 510852"/>
                <a:gd name="connsiteY48" fmla="*/ 47879 h 203766"/>
                <a:gd name="connsiteX49" fmla="*/ 366633 w 510852"/>
                <a:gd name="connsiteY49" fmla="*/ 158700 h 203766"/>
                <a:gd name="connsiteX50" fmla="*/ 346422 w 510852"/>
                <a:gd name="connsiteY50" fmla="*/ 203758 h 203766"/>
                <a:gd name="connsiteX51" fmla="*/ 429072 w 510852"/>
                <a:gd name="connsiteY51" fmla="*/ 203758 h 203766"/>
                <a:gd name="connsiteX52" fmla="*/ 449550 w 510852"/>
                <a:gd name="connsiteY52" fmla="*/ 189236 h 203766"/>
                <a:gd name="connsiteX53" fmla="*/ 460212 w 510852"/>
                <a:gd name="connsiteY53" fmla="*/ 158328 h 203766"/>
                <a:gd name="connsiteX54" fmla="*/ 432220 w 510852"/>
                <a:gd name="connsiteY54" fmla="*/ 160191 h 203766"/>
                <a:gd name="connsiteX55" fmla="*/ 380816 w 510852"/>
                <a:gd name="connsiteY55" fmla="*/ 103636 h 203766"/>
                <a:gd name="connsiteX56" fmla="*/ 432220 w 510852"/>
                <a:gd name="connsiteY56" fmla="*/ 46389 h 203766"/>
                <a:gd name="connsiteX57" fmla="*/ 483784 w 510852"/>
                <a:gd name="connsiteY57" fmla="*/ 90391 h 203766"/>
                <a:gd name="connsiteX58" fmla="*/ 509971 w 510852"/>
                <a:gd name="connsiteY58" fmla="*/ 14789 h 203766"/>
                <a:gd name="connsiteX59" fmla="*/ 499950 w 510852"/>
                <a:gd name="connsiteY59" fmla="*/ 0 h 203766"/>
                <a:gd name="connsiteX60" fmla="*/ 221276 w 510852"/>
                <a:gd name="connsiteY60" fmla="*/ 100016 h 203766"/>
                <a:gd name="connsiteX61" fmla="*/ 194929 w 510852"/>
                <a:gd name="connsiteY61" fmla="*/ 66766 h 203766"/>
                <a:gd name="connsiteX62" fmla="*/ 171143 w 510852"/>
                <a:gd name="connsiteY62" fmla="*/ 100016 h 203766"/>
                <a:gd name="connsiteX63" fmla="*/ 194929 w 510852"/>
                <a:gd name="connsiteY63" fmla="*/ 139866 h 203766"/>
                <a:gd name="connsiteX64" fmla="*/ 221276 w 510852"/>
                <a:gd name="connsiteY64" fmla="*/ 100016 h 203766"/>
                <a:gd name="connsiteX65" fmla="*/ 78152 w 510852"/>
                <a:gd name="connsiteY65" fmla="*/ 66766 h 203766"/>
                <a:gd name="connsiteX66" fmla="*/ 53512 w 510852"/>
                <a:gd name="connsiteY66" fmla="*/ 91349 h 203766"/>
                <a:gd name="connsiteX67" fmla="*/ 103422 w 510852"/>
                <a:gd name="connsiteY67" fmla="*/ 91349 h 203766"/>
                <a:gd name="connsiteX68" fmla="*/ 78143 w 510852"/>
                <a:gd name="connsiteY68" fmla="*/ 66766 h 203766"/>
                <a:gd name="connsiteX69" fmla="*/ 339966 w 510852"/>
                <a:gd name="connsiteY69" fmla="*/ 100016 h 203766"/>
                <a:gd name="connsiteX70" fmla="*/ 313299 w 510852"/>
                <a:gd name="connsiteY70" fmla="*/ 66766 h 203766"/>
                <a:gd name="connsiteX71" fmla="*/ 289513 w 510852"/>
                <a:gd name="connsiteY71" fmla="*/ 100016 h 203766"/>
                <a:gd name="connsiteX72" fmla="*/ 313299 w 510852"/>
                <a:gd name="connsiteY72" fmla="*/ 139866 h 203766"/>
                <a:gd name="connsiteX73" fmla="*/ 339966 w 510852"/>
                <a:gd name="connsiteY73" fmla="*/ 100016 h 20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510852" h="203766">
                  <a:moveTo>
                    <a:pt x="457660" y="123534"/>
                  </a:moveTo>
                  <a:lnTo>
                    <a:pt x="472483" y="123534"/>
                  </a:lnTo>
                  <a:lnTo>
                    <a:pt x="477818" y="108320"/>
                  </a:lnTo>
                  <a:lnTo>
                    <a:pt x="407749" y="108320"/>
                  </a:lnTo>
                  <a:cubicBezTo>
                    <a:pt x="407749" y="132264"/>
                    <a:pt x="408390" y="139866"/>
                    <a:pt x="432442" y="139866"/>
                  </a:cubicBezTo>
                  <a:cubicBezTo>
                    <a:pt x="447265" y="139866"/>
                    <a:pt x="457669" y="139866"/>
                    <a:pt x="457669" y="123534"/>
                  </a:cubicBezTo>
                  <a:moveTo>
                    <a:pt x="407758" y="91615"/>
                  </a:moveTo>
                  <a:lnTo>
                    <a:pt x="457669" y="91615"/>
                  </a:lnTo>
                  <a:cubicBezTo>
                    <a:pt x="457669" y="68736"/>
                    <a:pt x="454308" y="67032"/>
                    <a:pt x="432442" y="67032"/>
                  </a:cubicBezTo>
                  <a:cubicBezTo>
                    <a:pt x="409243" y="67032"/>
                    <a:pt x="407749" y="71876"/>
                    <a:pt x="407749" y="91615"/>
                  </a:cubicBezTo>
                  <a:moveTo>
                    <a:pt x="499941" y="0"/>
                  </a:moveTo>
                  <a:lnTo>
                    <a:pt x="248459" y="0"/>
                  </a:lnTo>
                  <a:lnTo>
                    <a:pt x="248459" y="158913"/>
                  </a:lnTo>
                  <a:lnTo>
                    <a:pt x="221792" y="158913"/>
                  </a:lnTo>
                  <a:lnTo>
                    <a:pt x="222859" y="142208"/>
                  </a:lnTo>
                  <a:lnTo>
                    <a:pt x="222005" y="142208"/>
                  </a:lnTo>
                  <a:cubicBezTo>
                    <a:pt x="215230" y="156837"/>
                    <a:pt x="202914" y="160191"/>
                    <a:pt x="187185" y="160191"/>
                  </a:cubicBezTo>
                  <a:cubicBezTo>
                    <a:pt x="145748" y="160191"/>
                    <a:pt x="144521" y="134118"/>
                    <a:pt x="144521" y="100016"/>
                  </a:cubicBezTo>
                  <a:cubicBezTo>
                    <a:pt x="144521" y="65914"/>
                    <a:pt x="149003" y="46389"/>
                    <a:pt x="187185" y="46389"/>
                  </a:cubicBezTo>
                  <a:cubicBezTo>
                    <a:pt x="200780" y="46389"/>
                    <a:pt x="215016" y="48943"/>
                    <a:pt x="220725" y="62348"/>
                  </a:cubicBezTo>
                  <a:lnTo>
                    <a:pt x="221792" y="62348"/>
                  </a:lnTo>
                  <a:lnTo>
                    <a:pt x="221792" y="0"/>
                  </a:lnTo>
                  <a:lnTo>
                    <a:pt x="81922" y="0"/>
                  </a:lnTo>
                  <a:cubicBezTo>
                    <a:pt x="72745" y="213"/>
                    <a:pt x="64636" y="5988"/>
                    <a:pt x="61443" y="14576"/>
                  </a:cubicBezTo>
                  <a:lnTo>
                    <a:pt x="49075" y="50540"/>
                  </a:lnTo>
                  <a:cubicBezTo>
                    <a:pt x="58429" y="47418"/>
                    <a:pt x="68281" y="46016"/>
                    <a:pt x="78134" y="46389"/>
                  </a:cubicBezTo>
                  <a:cubicBezTo>
                    <a:pt x="123989" y="46389"/>
                    <a:pt x="130178" y="59740"/>
                    <a:pt x="130178" y="108320"/>
                  </a:cubicBezTo>
                  <a:lnTo>
                    <a:pt x="53494" y="108320"/>
                  </a:lnTo>
                  <a:cubicBezTo>
                    <a:pt x="53494" y="132264"/>
                    <a:pt x="54134" y="139866"/>
                    <a:pt x="78134" y="139866"/>
                  </a:cubicBezTo>
                  <a:cubicBezTo>
                    <a:pt x="93010" y="139866"/>
                    <a:pt x="103414" y="139866"/>
                    <a:pt x="103414" y="123534"/>
                  </a:cubicBezTo>
                  <a:lnTo>
                    <a:pt x="130080" y="123534"/>
                  </a:lnTo>
                  <a:cubicBezTo>
                    <a:pt x="130080" y="158541"/>
                    <a:pt x="109869" y="160191"/>
                    <a:pt x="78036" y="160191"/>
                  </a:cubicBezTo>
                  <a:cubicBezTo>
                    <a:pt x="39107" y="160191"/>
                    <a:pt x="28445" y="148862"/>
                    <a:pt x="26845" y="114228"/>
                  </a:cubicBezTo>
                  <a:lnTo>
                    <a:pt x="872" y="189245"/>
                  </a:lnTo>
                  <a:cubicBezTo>
                    <a:pt x="872" y="189245"/>
                    <a:pt x="-4464" y="203767"/>
                    <a:pt x="11266" y="203767"/>
                  </a:cubicBezTo>
                  <a:lnTo>
                    <a:pt x="283226" y="203767"/>
                  </a:lnTo>
                  <a:cubicBezTo>
                    <a:pt x="272565" y="198923"/>
                    <a:pt x="266483" y="189298"/>
                    <a:pt x="267230" y="170411"/>
                  </a:cubicBezTo>
                  <a:lnTo>
                    <a:pt x="292296" y="170411"/>
                  </a:lnTo>
                  <a:cubicBezTo>
                    <a:pt x="292296" y="185625"/>
                    <a:pt x="298005" y="187967"/>
                    <a:pt x="313095" y="187967"/>
                  </a:cubicBezTo>
                  <a:cubicBezTo>
                    <a:pt x="335813" y="187967"/>
                    <a:pt x="340713" y="183283"/>
                    <a:pt x="340713" y="164236"/>
                  </a:cubicBezTo>
                  <a:lnTo>
                    <a:pt x="340713" y="142954"/>
                  </a:lnTo>
                  <a:lnTo>
                    <a:pt x="340073" y="142954"/>
                  </a:lnTo>
                  <a:cubicBezTo>
                    <a:pt x="333030" y="157529"/>
                    <a:pt x="318741" y="160084"/>
                    <a:pt x="305252" y="160084"/>
                  </a:cubicBezTo>
                  <a:cubicBezTo>
                    <a:pt x="267016" y="160084"/>
                    <a:pt x="262588" y="139121"/>
                    <a:pt x="262588" y="106510"/>
                  </a:cubicBezTo>
                  <a:cubicBezTo>
                    <a:pt x="262588" y="73899"/>
                    <a:pt x="263869" y="46282"/>
                    <a:pt x="305252" y="46282"/>
                  </a:cubicBezTo>
                  <a:cubicBezTo>
                    <a:pt x="320928" y="46282"/>
                    <a:pt x="333244" y="49689"/>
                    <a:pt x="340073" y="64318"/>
                  </a:cubicBezTo>
                  <a:lnTo>
                    <a:pt x="340926" y="64318"/>
                  </a:lnTo>
                  <a:lnTo>
                    <a:pt x="339966" y="47879"/>
                  </a:lnTo>
                  <a:lnTo>
                    <a:pt x="366633" y="47879"/>
                  </a:lnTo>
                  <a:lnTo>
                    <a:pt x="366633" y="158700"/>
                  </a:lnTo>
                  <a:cubicBezTo>
                    <a:pt x="366633" y="184614"/>
                    <a:pt x="361298" y="197752"/>
                    <a:pt x="346422" y="203758"/>
                  </a:cubicBezTo>
                  <a:lnTo>
                    <a:pt x="429072" y="203758"/>
                  </a:lnTo>
                  <a:cubicBezTo>
                    <a:pt x="438231" y="203554"/>
                    <a:pt x="446340" y="197797"/>
                    <a:pt x="449550" y="189236"/>
                  </a:cubicBezTo>
                  <a:lnTo>
                    <a:pt x="460212" y="158328"/>
                  </a:lnTo>
                  <a:cubicBezTo>
                    <a:pt x="450964" y="159871"/>
                    <a:pt x="441583" y="160492"/>
                    <a:pt x="432220" y="160191"/>
                  </a:cubicBezTo>
                  <a:cubicBezTo>
                    <a:pt x="389556" y="160191"/>
                    <a:pt x="380816" y="146626"/>
                    <a:pt x="380816" y="103636"/>
                  </a:cubicBezTo>
                  <a:cubicBezTo>
                    <a:pt x="380816" y="63785"/>
                    <a:pt x="387164" y="46389"/>
                    <a:pt x="432220" y="46389"/>
                  </a:cubicBezTo>
                  <a:cubicBezTo>
                    <a:pt x="471789" y="46389"/>
                    <a:pt x="481810" y="56387"/>
                    <a:pt x="483784" y="90391"/>
                  </a:cubicBezTo>
                  <a:lnTo>
                    <a:pt x="509971" y="14789"/>
                  </a:lnTo>
                  <a:cubicBezTo>
                    <a:pt x="509971" y="14789"/>
                    <a:pt x="515253" y="0"/>
                    <a:pt x="499950" y="0"/>
                  </a:cubicBezTo>
                  <a:moveTo>
                    <a:pt x="221276" y="100016"/>
                  </a:moveTo>
                  <a:cubicBezTo>
                    <a:pt x="221276" y="76285"/>
                    <a:pt x="218129" y="66766"/>
                    <a:pt x="194929" y="66766"/>
                  </a:cubicBezTo>
                  <a:cubicBezTo>
                    <a:pt x="176479" y="66766"/>
                    <a:pt x="171143" y="72089"/>
                    <a:pt x="171143" y="100016"/>
                  </a:cubicBezTo>
                  <a:cubicBezTo>
                    <a:pt x="171143" y="125237"/>
                    <a:pt x="170503" y="139866"/>
                    <a:pt x="194929" y="139866"/>
                  </a:cubicBezTo>
                  <a:cubicBezTo>
                    <a:pt x="222334" y="139866"/>
                    <a:pt x="221276" y="126515"/>
                    <a:pt x="221276" y="100016"/>
                  </a:cubicBezTo>
                  <a:moveTo>
                    <a:pt x="78152" y="66766"/>
                  </a:moveTo>
                  <a:cubicBezTo>
                    <a:pt x="54952" y="66766"/>
                    <a:pt x="53512" y="71610"/>
                    <a:pt x="53512" y="91349"/>
                  </a:cubicBezTo>
                  <a:lnTo>
                    <a:pt x="103422" y="91349"/>
                  </a:lnTo>
                  <a:cubicBezTo>
                    <a:pt x="103422" y="68469"/>
                    <a:pt x="100008" y="66766"/>
                    <a:pt x="78143" y="66766"/>
                  </a:cubicBezTo>
                  <a:moveTo>
                    <a:pt x="339966" y="100016"/>
                  </a:moveTo>
                  <a:cubicBezTo>
                    <a:pt x="339966" y="76285"/>
                    <a:pt x="336338" y="66766"/>
                    <a:pt x="313299" y="66766"/>
                  </a:cubicBezTo>
                  <a:cubicBezTo>
                    <a:pt x="294848" y="66766"/>
                    <a:pt x="289513" y="72089"/>
                    <a:pt x="289513" y="100016"/>
                  </a:cubicBezTo>
                  <a:cubicBezTo>
                    <a:pt x="289513" y="125237"/>
                    <a:pt x="289513" y="139866"/>
                    <a:pt x="313299" y="139866"/>
                  </a:cubicBezTo>
                  <a:cubicBezTo>
                    <a:pt x="339966" y="139866"/>
                    <a:pt x="339966" y="126515"/>
                    <a:pt x="339966" y="100016"/>
                  </a:cubicBezTo>
                </a:path>
              </a:pathLst>
            </a:custGeom>
            <a:solidFill>
              <a:srgbClr val="FF3232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l" defTabSz="914400" rtl="0" eaLnBrk="1" latinLnBrk="0" hangingPunct="1"/>
              <a:endParaRPr lang="en-IL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BE81851-DE74-F229-8630-9E3E96D18699}"/>
                </a:ext>
              </a:extLst>
            </p:cNvPr>
            <p:cNvSpPr/>
            <p:nvPr/>
          </p:nvSpPr>
          <p:spPr>
            <a:xfrm>
              <a:off x="10654248" y="6448149"/>
              <a:ext cx="508352" cy="160456"/>
            </a:xfrm>
            <a:custGeom>
              <a:avLst/>
              <a:gdLst>
                <a:gd name="connsiteX0" fmla="*/ 422866 w 508352"/>
                <a:gd name="connsiteY0" fmla="*/ 47879 h 160456"/>
                <a:gd name="connsiteX1" fmla="*/ 422866 w 508352"/>
                <a:gd name="connsiteY1" fmla="*/ 158913 h 160456"/>
                <a:gd name="connsiteX2" fmla="*/ 449532 w 508352"/>
                <a:gd name="connsiteY2" fmla="*/ 158913 h 160456"/>
                <a:gd name="connsiteX3" fmla="*/ 449532 w 508352"/>
                <a:gd name="connsiteY3" fmla="*/ 90444 h 160456"/>
                <a:gd name="connsiteX4" fmla="*/ 469691 w 508352"/>
                <a:gd name="connsiteY4" fmla="*/ 66926 h 160456"/>
                <a:gd name="connsiteX5" fmla="*/ 483286 w 508352"/>
                <a:gd name="connsiteY5" fmla="*/ 84695 h 160456"/>
                <a:gd name="connsiteX6" fmla="*/ 483286 w 508352"/>
                <a:gd name="connsiteY6" fmla="*/ 90444 h 160456"/>
                <a:gd name="connsiteX7" fmla="*/ 508353 w 508352"/>
                <a:gd name="connsiteY7" fmla="*/ 90444 h 160456"/>
                <a:gd name="connsiteX8" fmla="*/ 508353 w 508352"/>
                <a:gd name="connsiteY8" fmla="*/ 81404 h 160456"/>
                <a:gd name="connsiteX9" fmla="*/ 479080 w 508352"/>
                <a:gd name="connsiteY9" fmla="*/ 46397 h 160456"/>
                <a:gd name="connsiteX10" fmla="*/ 449328 w 508352"/>
                <a:gd name="connsiteY10" fmla="*/ 62357 h 160456"/>
                <a:gd name="connsiteX11" fmla="*/ 448261 w 508352"/>
                <a:gd name="connsiteY11" fmla="*/ 62357 h 160456"/>
                <a:gd name="connsiteX12" fmla="*/ 449008 w 508352"/>
                <a:gd name="connsiteY12" fmla="*/ 47888 h 160456"/>
                <a:gd name="connsiteX13" fmla="*/ 422874 w 508352"/>
                <a:gd name="connsiteY13" fmla="*/ 47888 h 160456"/>
                <a:gd name="connsiteX14" fmla="*/ 371461 w 508352"/>
                <a:gd name="connsiteY14" fmla="*/ 158913 h 160456"/>
                <a:gd name="connsiteX15" fmla="*/ 398128 w 508352"/>
                <a:gd name="connsiteY15" fmla="*/ 158913 h 160456"/>
                <a:gd name="connsiteX16" fmla="*/ 398128 w 508352"/>
                <a:gd name="connsiteY16" fmla="*/ 89220 h 160456"/>
                <a:gd name="connsiteX17" fmla="*/ 347577 w 508352"/>
                <a:gd name="connsiteY17" fmla="*/ 46655 h 160456"/>
                <a:gd name="connsiteX18" fmla="*/ 299588 w 508352"/>
                <a:gd name="connsiteY18" fmla="*/ 80384 h 160456"/>
                <a:gd name="connsiteX19" fmla="*/ 326255 w 508352"/>
                <a:gd name="connsiteY19" fmla="*/ 80384 h 160456"/>
                <a:gd name="connsiteX20" fmla="*/ 347266 w 508352"/>
                <a:gd name="connsiteY20" fmla="*/ 64903 h 160456"/>
                <a:gd name="connsiteX21" fmla="*/ 371052 w 508352"/>
                <a:gd name="connsiteY21" fmla="*/ 89273 h 160456"/>
                <a:gd name="connsiteX22" fmla="*/ 371052 w 508352"/>
                <a:gd name="connsiteY22" fmla="*/ 103689 h 160456"/>
                <a:gd name="connsiteX23" fmla="*/ 370625 w 508352"/>
                <a:gd name="connsiteY23" fmla="*/ 103689 h 160456"/>
                <a:gd name="connsiteX24" fmla="*/ 337298 w 508352"/>
                <a:gd name="connsiteY24" fmla="*/ 90976 h 160456"/>
                <a:gd name="connsiteX25" fmla="*/ 295648 w 508352"/>
                <a:gd name="connsiteY25" fmla="*/ 125078 h 160456"/>
                <a:gd name="connsiteX26" fmla="*/ 337298 w 508352"/>
                <a:gd name="connsiteY26" fmla="*/ 160457 h 160456"/>
                <a:gd name="connsiteX27" fmla="*/ 371906 w 508352"/>
                <a:gd name="connsiteY27" fmla="*/ 145242 h 160456"/>
                <a:gd name="connsiteX28" fmla="*/ 372546 w 508352"/>
                <a:gd name="connsiteY28" fmla="*/ 145242 h 160456"/>
                <a:gd name="connsiteX29" fmla="*/ 371479 w 508352"/>
                <a:gd name="connsiteY29" fmla="*/ 158913 h 160456"/>
                <a:gd name="connsiteX30" fmla="*/ 346608 w 508352"/>
                <a:gd name="connsiteY30" fmla="*/ 108905 h 160456"/>
                <a:gd name="connsiteX31" fmla="*/ 371248 w 508352"/>
                <a:gd name="connsiteY31" fmla="*/ 124865 h 160456"/>
                <a:gd name="connsiteX32" fmla="*/ 346608 w 508352"/>
                <a:gd name="connsiteY32" fmla="*/ 142049 h 160456"/>
                <a:gd name="connsiteX33" fmla="*/ 322182 w 508352"/>
                <a:gd name="connsiteY33" fmla="*/ 124865 h 160456"/>
                <a:gd name="connsiteX34" fmla="*/ 346608 w 508352"/>
                <a:gd name="connsiteY34" fmla="*/ 108905 h 160456"/>
                <a:gd name="connsiteX35" fmla="*/ 273134 w 508352"/>
                <a:gd name="connsiteY35" fmla="*/ 0 h 160456"/>
                <a:gd name="connsiteX36" fmla="*/ 246467 w 508352"/>
                <a:gd name="connsiteY36" fmla="*/ 0 h 160456"/>
                <a:gd name="connsiteX37" fmla="*/ 246467 w 508352"/>
                <a:gd name="connsiteY37" fmla="*/ 158913 h 160456"/>
                <a:gd name="connsiteX38" fmla="*/ 273134 w 508352"/>
                <a:gd name="connsiteY38" fmla="*/ 158913 h 160456"/>
                <a:gd name="connsiteX39" fmla="*/ 273134 w 508352"/>
                <a:gd name="connsiteY39" fmla="*/ 0 h 160456"/>
                <a:gd name="connsiteX40" fmla="*/ 171179 w 508352"/>
                <a:gd name="connsiteY40" fmla="*/ 66766 h 160456"/>
                <a:gd name="connsiteX41" fmla="*/ 196886 w 508352"/>
                <a:gd name="connsiteY41" fmla="*/ 103636 h 160456"/>
                <a:gd name="connsiteX42" fmla="*/ 171179 w 508352"/>
                <a:gd name="connsiteY42" fmla="*/ 139866 h 160456"/>
                <a:gd name="connsiteX43" fmla="*/ 145472 w 508352"/>
                <a:gd name="connsiteY43" fmla="*/ 103636 h 160456"/>
                <a:gd name="connsiteX44" fmla="*/ 171179 w 508352"/>
                <a:gd name="connsiteY44" fmla="*/ 66766 h 160456"/>
                <a:gd name="connsiteX45" fmla="*/ 171179 w 508352"/>
                <a:gd name="connsiteY45" fmla="*/ 46389 h 160456"/>
                <a:gd name="connsiteX46" fmla="*/ 118708 w 508352"/>
                <a:gd name="connsiteY46" fmla="*/ 103423 h 160456"/>
                <a:gd name="connsiteX47" fmla="*/ 171179 w 508352"/>
                <a:gd name="connsiteY47" fmla="*/ 160191 h 160456"/>
                <a:gd name="connsiteX48" fmla="*/ 223650 w 508352"/>
                <a:gd name="connsiteY48" fmla="*/ 103423 h 160456"/>
                <a:gd name="connsiteX49" fmla="*/ 171179 w 508352"/>
                <a:gd name="connsiteY49" fmla="*/ 46389 h 160456"/>
                <a:gd name="connsiteX50" fmla="*/ 98763 w 508352"/>
                <a:gd name="connsiteY50" fmla="*/ 77988 h 160456"/>
                <a:gd name="connsiteX51" fmla="*/ 50773 w 508352"/>
                <a:gd name="connsiteY51" fmla="*/ 46389 h 160456"/>
                <a:gd name="connsiteX52" fmla="*/ 9 w 508352"/>
                <a:gd name="connsiteY52" fmla="*/ 77563 h 160456"/>
                <a:gd name="connsiteX53" fmla="*/ 48426 w 508352"/>
                <a:gd name="connsiteY53" fmla="*/ 112090 h 160456"/>
                <a:gd name="connsiteX54" fmla="*/ 76044 w 508352"/>
                <a:gd name="connsiteY54" fmla="*/ 127145 h 160456"/>
                <a:gd name="connsiteX55" fmla="*/ 50764 w 508352"/>
                <a:gd name="connsiteY55" fmla="*/ 141987 h 160456"/>
                <a:gd name="connsiteX56" fmla="*/ 26765 w 508352"/>
                <a:gd name="connsiteY56" fmla="*/ 123951 h 160456"/>
                <a:gd name="connsiteX57" fmla="*/ 0 w 508352"/>
                <a:gd name="connsiteY57" fmla="*/ 123951 h 160456"/>
                <a:gd name="connsiteX58" fmla="*/ 50764 w 508352"/>
                <a:gd name="connsiteY58" fmla="*/ 160182 h 160456"/>
                <a:gd name="connsiteX59" fmla="*/ 102809 w 508352"/>
                <a:gd name="connsiteY59" fmla="*/ 127145 h 160456"/>
                <a:gd name="connsiteX60" fmla="*/ 53112 w 508352"/>
                <a:gd name="connsiteY60" fmla="*/ 91766 h 160456"/>
                <a:gd name="connsiteX61" fmla="*/ 26658 w 508352"/>
                <a:gd name="connsiteY61" fmla="*/ 79266 h 160456"/>
                <a:gd name="connsiteX62" fmla="*/ 50657 w 508352"/>
                <a:gd name="connsiteY62" fmla="*/ 64637 h 160456"/>
                <a:gd name="connsiteX63" fmla="*/ 71989 w 508352"/>
                <a:gd name="connsiteY63" fmla="*/ 77988 h 160456"/>
                <a:gd name="connsiteX64" fmla="*/ 98763 w 508352"/>
                <a:gd name="connsiteY64" fmla="*/ 77988 h 16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08352" h="160456">
                  <a:moveTo>
                    <a:pt x="422866" y="47879"/>
                  </a:moveTo>
                  <a:lnTo>
                    <a:pt x="422866" y="158913"/>
                  </a:lnTo>
                  <a:lnTo>
                    <a:pt x="449532" y="158913"/>
                  </a:lnTo>
                  <a:lnTo>
                    <a:pt x="449532" y="90444"/>
                  </a:lnTo>
                  <a:cubicBezTo>
                    <a:pt x="449106" y="76028"/>
                    <a:pt x="453801" y="66926"/>
                    <a:pt x="469691" y="66926"/>
                  </a:cubicBezTo>
                  <a:cubicBezTo>
                    <a:pt x="482219" y="66926"/>
                    <a:pt x="483286" y="73473"/>
                    <a:pt x="483286" y="84695"/>
                  </a:cubicBezTo>
                  <a:lnTo>
                    <a:pt x="483286" y="90444"/>
                  </a:lnTo>
                  <a:lnTo>
                    <a:pt x="508353" y="90444"/>
                  </a:lnTo>
                  <a:lnTo>
                    <a:pt x="508353" y="81404"/>
                  </a:lnTo>
                  <a:cubicBezTo>
                    <a:pt x="508353" y="60121"/>
                    <a:pt x="502644" y="46397"/>
                    <a:pt x="479080" y="46397"/>
                  </a:cubicBezTo>
                  <a:cubicBezTo>
                    <a:pt x="466125" y="46397"/>
                    <a:pt x="454654" y="50017"/>
                    <a:pt x="449328" y="62357"/>
                  </a:cubicBezTo>
                  <a:lnTo>
                    <a:pt x="448261" y="62357"/>
                  </a:lnTo>
                  <a:lnTo>
                    <a:pt x="449008" y="47888"/>
                  </a:lnTo>
                  <a:lnTo>
                    <a:pt x="422874" y="47888"/>
                  </a:lnTo>
                  <a:close/>
                  <a:moveTo>
                    <a:pt x="371461" y="158913"/>
                  </a:moveTo>
                  <a:lnTo>
                    <a:pt x="398128" y="158913"/>
                  </a:lnTo>
                  <a:lnTo>
                    <a:pt x="398128" y="89220"/>
                  </a:lnTo>
                  <a:cubicBezTo>
                    <a:pt x="398128" y="51977"/>
                    <a:pt x="383252" y="46655"/>
                    <a:pt x="347577" y="46655"/>
                  </a:cubicBezTo>
                  <a:cubicBezTo>
                    <a:pt x="322084" y="46655"/>
                    <a:pt x="299588" y="47932"/>
                    <a:pt x="299588" y="80384"/>
                  </a:cubicBezTo>
                  <a:lnTo>
                    <a:pt x="326255" y="80384"/>
                  </a:lnTo>
                  <a:cubicBezTo>
                    <a:pt x="326255" y="65968"/>
                    <a:pt x="335582" y="64903"/>
                    <a:pt x="347266" y="64903"/>
                  </a:cubicBezTo>
                  <a:cubicBezTo>
                    <a:pt x="369558" y="64903"/>
                    <a:pt x="371052" y="71237"/>
                    <a:pt x="371052" y="89273"/>
                  </a:cubicBezTo>
                  <a:lnTo>
                    <a:pt x="371052" y="103689"/>
                  </a:lnTo>
                  <a:lnTo>
                    <a:pt x="370625" y="103689"/>
                  </a:lnTo>
                  <a:cubicBezTo>
                    <a:pt x="364276" y="91189"/>
                    <a:pt x="350894" y="90976"/>
                    <a:pt x="337298" y="90976"/>
                  </a:cubicBezTo>
                  <a:cubicBezTo>
                    <a:pt x="309680" y="90976"/>
                    <a:pt x="295648" y="98375"/>
                    <a:pt x="295648" y="125078"/>
                  </a:cubicBezTo>
                  <a:cubicBezTo>
                    <a:pt x="295648" y="155187"/>
                    <a:pt x="312018" y="160457"/>
                    <a:pt x="337298" y="160457"/>
                  </a:cubicBezTo>
                  <a:cubicBezTo>
                    <a:pt x="350254" y="160457"/>
                    <a:pt x="366624" y="160031"/>
                    <a:pt x="371906" y="145242"/>
                  </a:cubicBezTo>
                  <a:lnTo>
                    <a:pt x="372546" y="145242"/>
                  </a:lnTo>
                  <a:lnTo>
                    <a:pt x="371479" y="158913"/>
                  </a:lnTo>
                  <a:close/>
                  <a:moveTo>
                    <a:pt x="346608" y="108905"/>
                  </a:moveTo>
                  <a:cubicBezTo>
                    <a:pt x="359777" y="108905"/>
                    <a:pt x="371248" y="109331"/>
                    <a:pt x="371248" y="124865"/>
                  </a:cubicBezTo>
                  <a:cubicBezTo>
                    <a:pt x="371248" y="140399"/>
                    <a:pt x="360586" y="142049"/>
                    <a:pt x="346608" y="142049"/>
                  </a:cubicBezTo>
                  <a:cubicBezTo>
                    <a:pt x="328584" y="142049"/>
                    <a:pt x="322182" y="140558"/>
                    <a:pt x="322182" y="124865"/>
                  </a:cubicBezTo>
                  <a:cubicBezTo>
                    <a:pt x="322182" y="109171"/>
                    <a:pt x="332843" y="108905"/>
                    <a:pt x="346608" y="108905"/>
                  </a:cubicBezTo>
                  <a:moveTo>
                    <a:pt x="273134" y="0"/>
                  </a:moveTo>
                  <a:lnTo>
                    <a:pt x="246467" y="0"/>
                  </a:lnTo>
                  <a:lnTo>
                    <a:pt x="246467" y="158913"/>
                  </a:lnTo>
                  <a:lnTo>
                    <a:pt x="273134" y="158913"/>
                  </a:lnTo>
                  <a:lnTo>
                    <a:pt x="273134" y="0"/>
                  </a:lnTo>
                  <a:close/>
                  <a:moveTo>
                    <a:pt x="171179" y="66766"/>
                  </a:moveTo>
                  <a:cubicBezTo>
                    <a:pt x="194965" y="66766"/>
                    <a:pt x="196886" y="73526"/>
                    <a:pt x="196886" y="103636"/>
                  </a:cubicBezTo>
                  <a:cubicBezTo>
                    <a:pt x="196886" y="133745"/>
                    <a:pt x="194965" y="139866"/>
                    <a:pt x="171179" y="139866"/>
                  </a:cubicBezTo>
                  <a:cubicBezTo>
                    <a:pt x="147393" y="139866"/>
                    <a:pt x="145472" y="133266"/>
                    <a:pt x="145472" y="103636"/>
                  </a:cubicBezTo>
                  <a:cubicBezTo>
                    <a:pt x="145472" y="74005"/>
                    <a:pt x="147393" y="66766"/>
                    <a:pt x="171179" y="66766"/>
                  </a:cubicBezTo>
                  <a:moveTo>
                    <a:pt x="171179" y="46389"/>
                  </a:moveTo>
                  <a:cubicBezTo>
                    <a:pt x="124683" y="46389"/>
                    <a:pt x="118708" y="60166"/>
                    <a:pt x="118708" y="103423"/>
                  </a:cubicBezTo>
                  <a:cubicBezTo>
                    <a:pt x="118708" y="146680"/>
                    <a:pt x="124683" y="160191"/>
                    <a:pt x="171179" y="160191"/>
                  </a:cubicBezTo>
                  <a:cubicBezTo>
                    <a:pt x="217675" y="160191"/>
                    <a:pt x="223650" y="146413"/>
                    <a:pt x="223650" y="103423"/>
                  </a:cubicBezTo>
                  <a:cubicBezTo>
                    <a:pt x="223650" y="60432"/>
                    <a:pt x="217728" y="46389"/>
                    <a:pt x="171179" y="46389"/>
                  </a:cubicBezTo>
                  <a:moveTo>
                    <a:pt x="98763" y="77988"/>
                  </a:moveTo>
                  <a:cubicBezTo>
                    <a:pt x="98763" y="46814"/>
                    <a:pt x="72629" y="46389"/>
                    <a:pt x="50773" y="46389"/>
                  </a:cubicBezTo>
                  <a:cubicBezTo>
                    <a:pt x="22088" y="46389"/>
                    <a:pt x="9" y="47027"/>
                    <a:pt x="9" y="77563"/>
                  </a:cubicBezTo>
                  <a:cubicBezTo>
                    <a:pt x="9" y="105969"/>
                    <a:pt x="7425" y="111717"/>
                    <a:pt x="48426" y="112090"/>
                  </a:cubicBezTo>
                  <a:cubicBezTo>
                    <a:pt x="75404" y="112516"/>
                    <a:pt x="76044" y="117413"/>
                    <a:pt x="76044" y="127145"/>
                  </a:cubicBezTo>
                  <a:cubicBezTo>
                    <a:pt x="76044" y="142412"/>
                    <a:pt x="66716" y="141987"/>
                    <a:pt x="50764" y="141987"/>
                  </a:cubicBezTo>
                  <a:cubicBezTo>
                    <a:pt x="30980" y="141987"/>
                    <a:pt x="27192" y="140070"/>
                    <a:pt x="26765" y="123951"/>
                  </a:cubicBezTo>
                  <a:lnTo>
                    <a:pt x="0" y="123951"/>
                  </a:lnTo>
                  <a:cubicBezTo>
                    <a:pt x="0" y="160182"/>
                    <a:pt x="20371" y="160182"/>
                    <a:pt x="50764" y="160182"/>
                  </a:cubicBezTo>
                  <a:cubicBezTo>
                    <a:pt x="78969" y="160182"/>
                    <a:pt x="102809" y="157254"/>
                    <a:pt x="102809" y="127145"/>
                  </a:cubicBezTo>
                  <a:cubicBezTo>
                    <a:pt x="102809" y="91127"/>
                    <a:pt x="79450" y="93043"/>
                    <a:pt x="53112" y="91766"/>
                  </a:cubicBezTo>
                  <a:cubicBezTo>
                    <a:pt x="29752" y="90701"/>
                    <a:pt x="26658" y="90435"/>
                    <a:pt x="26658" y="79266"/>
                  </a:cubicBezTo>
                  <a:cubicBezTo>
                    <a:pt x="26658" y="64637"/>
                    <a:pt x="36413" y="64637"/>
                    <a:pt x="50657" y="64637"/>
                  </a:cubicBezTo>
                  <a:cubicBezTo>
                    <a:pt x="64902" y="64637"/>
                    <a:pt x="71989" y="64637"/>
                    <a:pt x="71989" y="77988"/>
                  </a:cubicBezTo>
                  <a:lnTo>
                    <a:pt x="98763" y="77988"/>
                  </a:lnTo>
                  <a:close/>
                </a:path>
              </a:pathLst>
            </a:custGeom>
            <a:solidFill>
              <a:srgbClr val="000000"/>
            </a:solidFill>
            <a:ln w="8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l" defTabSz="914400" rtl="0" eaLnBrk="1" latinLnBrk="0" hangingPunct="1"/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835682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61" r:id="rId5"/>
    <p:sldLayoutId id="2147483662" r:id="rId6"/>
    <p:sldLayoutId id="2147483663" r:id="rId7"/>
    <p:sldLayoutId id="2147483653" r:id="rId8"/>
    <p:sldLayoutId id="2147483664" r:id="rId9"/>
    <p:sldLayoutId id="2147483665" r:id="rId10"/>
    <p:sldLayoutId id="2147483654" r:id="rId11"/>
    <p:sldLayoutId id="2147483666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tx2"/>
          </a:solidFill>
          <a:latin typeface="+mj-lt"/>
          <a:ea typeface="+mj-ea"/>
          <a:cs typeface="Segoe UI Semibold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4"/>
        </a:buBlip>
        <a:defRPr sz="2000" b="0" i="0" kern="1200">
          <a:solidFill>
            <a:schemeClr val="tx2"/>
          </a:solidFill>
          <a:latin typeface="+mn-lt"/>
          <a:ea typeface="+mn-ea"/>
          <a:cs typeface="Segoe UI Light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3232"/>
        </a:buClr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+mn-lt"/>
          <a:ea typeface="+mn-ea"/>
          <a:cs typeface="Segoe UI Light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3232"/>
        </a:buClr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+mn-lt"/>
          <a:ea typeface="+mn-ea"/>
          <a:cs typeface="Segoe UI Light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3232"/>
        </a:buClr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+mn-lt"/>
          <a:ea typeface="+mn-ea"/>
          <a:cs typeface="Segoe UI Light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3232"/>
        </a:buClr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+mn-lt"/>
          <a:ea typeface="+mn-ea"/>
          <a:cs typeface="Segoe UI Light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www.advancedpcb.com/en-us/tools/trace-width-calculator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circuitcalculator.com/4pcb/trace_width_4pcb.ht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5CF83-17C7-0535-D59E-CF8385CADF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Layout course-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438298-3FE9-7FA1-7EB3-479205CE50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/>
              <a:t>Mechanical considerations</a:t>
            </a:r>
            <a:br>
              <a:rPr lang="en-US" sz="2400"/>
            </a:br>
            <a:br>
              <a:rPr lang="en-US" sz="2400"/>
            </a:br>
            <a:br>
              <a:rPr lang="en-US" sz="2400"/>
            </a:br>
            <a:r>
              <a:rPr lang="en-US" sz="1800"/>
              <a:t>Oren S.</a:t>
            </a:r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6815B-FE35-0B1E-8A8E-04E624950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pPr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07165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5905D-FE93-5187-68C6-44BAFFD78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Segoe UI Semibold"/>
              </a:rPr>
              <a:t>Agenda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A26D0-C910-8B3B-B1FD-8F39BD61F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0000" tIns="45720" rIns="91440" bIns="45720" rtlCol="0" anchor="t">
            <a:noAutofit/>
          </a:bodyPr>
          <a:lstStyle/>
          <a:p>
            <a:r>
              <a:rPr lang="en-US" sz="2400">
                <a:cs typeface="Segoe UI Light"/>
              </a:rPr>
              <a:t>Electronic designer preparations</a:t>
            </a:r>
          </a:p>
          <a:p>
            <a:r>
              <a:rPr lang="en-US" sz="2400">
                <a:cs typeface="Segoe UI Light"/>
              </a:rPr>
              <a:t>Mechanical designer tasks/ documents</a:t>
            </a:r>
          </a:p>
          <a:p>
            <a:r>
              <a:rPr lang="en-US" sz="2400">
                <a:cs typeface="Segoe UI Light"/>
              </a:rPr>
              <a:t>Mechanical design considerations and constrains</a:t>
            </a:r>
            <a:endParaRPr lang="en-US" sz="2400"/>
          </a:p>
          <a:p>
            <a:r>
              <a:rPr lang="en-US" sz="2400">
                <a:cs typeface="Segoe UI Light"/>
              </a:rPr>
              <a:t>Thermal considerations</a:t>
            </a:r>
          </a:p>
          <a:p>
            <a:r>
              <a:rPr lang="en-US" sz="2400">
                <a:cs typeface="Segoe UI Light"/>
              </a:rPr>
              <a:t>Production considerations and constrains</a:t>
            </a:r>
            <a:endParaRPr lang="en-US" sz="2400"/>
          </a:p>
          <a:p>
            <a:endParaRPr lang="en-US" sz="2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089DC-0211-0FED-3A7D-67DEE0DAD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10349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D4385-D373-C77A-8D6D-33AA00D18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856" y="347522"/>
            <a:ext cx="11160000" cy="731520"/>
          </a:xfrm>
        </p:spPr>
        <p:txBody>
          <a:bodyPr/>
          <a:lstStyle/>
          <a:p>
            <a:r>
              <a:rPr lang="en-US" b="0" i="0">
                <a:solidFill>
                  <a:srgbClr val="000000"/>
                </a:solidFill>
                <a:effectLst/>
                <a:latin typeface="WordVisi_MSFontService"/>
              </a:rPr>
              <a:t>Mec Design for layout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CBA55-E672-6166-9867-DD81CC88D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440" y="1079042"/>
            <a:ext cx="11160000" cy="4680000"/>
          </a:xfrm>
        </p:spPr>
        <p:txBody>
          <a:bodyPr/>
          <a:lstStyle/>
          <a:p>
            <a:pPr marL="0" indent="0">
              <a:buNone/>
            </a:pPr>
            <a:r>
              <a:rPr lang="en-US" sz="2400"/>
              <a:t>The Mec. PCB considerations are defined by: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Product type and requirement- Power/ Logic/ RF, low/ high voltage, accessible or embedded,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External Interfaces- Connectors, Display, RF, daughter boards, 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Enclosure type and restrictions- </a:t>
            </a:r>
          </a:p>
          <a:p>
            <a:pPr lvl="1"/>
            <a:r>
              <a:rPr lang="en-US" sz="2400"/>
              <a:t>Plastic/ Sheet Metal/ Die Cast</a:t>
            </a:r>
          </a:p>
          <a:p>
            <a:pPr lvl="1"/>
            <a:r>
              <a:rPr lang="en-US" sz="2400"/>
              <a:t>Type of heat sink: extruded, die cast, or other, passive or forced air.</a:t>
            </a:r>
          </a:p>
          <a:p>
            <a:pPr lvl="1"/>
            <a:r>
              <a:rPr lang="en-US" sz="2400"/>
              <a:t>Dimensions: width-Height-Length-Weight-Look-Accessibility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Manufacturing and assembly sequence and process- </a:t>
            </a:r>
          </a:p>
          <a:p>
            <a:pPr lvl="1"/>
            <a:r>
              <a:rPr lang="en-US" sz="2400"/>
              <a:t>what sits on top other, etc.</a:t>
            </a:r>
          </a:p>
          <a:p>
            <a:pPr lvl="1"/>
            <a:r>
              <a:rPr lang="en-US" sz="2400"/>
              <a:t>Manufacturing Quantity (P/T, / Samples/ Mass Production)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Standards and Regulations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Cost target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9CA04-E1C3-5E10-6523-025922BF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36967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FF26B-4477-3DD9-3D6D-BDC510326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627B3-A7B3-9187-5FF5-274FC8ACE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>
                <a:solidFill>
                  <a:srgbClr val="000000"/>
                </a:solidFill>
                <a:effectLst/>
                <a:latin typeface="WordVisi_MSFontService"/>
              </a:rPr>
              <a:t>Mec Engineer preparations for layout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4CB19-B8F0-0C77-C2F2-06684ADAF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440" y="1858912"/>
            <a:ext cx="11160000" cy="46800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The Mec. Engineer will build a 3D model based on the above.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This model will be the base design for the PCB.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From the 3D Model, The Mec engineer will produce a DXF file with instructions to the Layout Editor.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The Layout Editor will embed this DXF file in the PCB Layout CAD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7B160-9FE0-34F8-C9A7-D9B35612E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69344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BA2F9-7394-2C66-68DC-622271AC5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FB637-896A-3809-3594-D1B5C42C0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>
                <a:solidFill>
                  <a:srgbClr val="000000"/>
                </a:solidFill>
                <a:effectLst/>
                <a:latin typeface="WordVisi_MSFontService"/>
              </a:rPr>
              <a:t>DXF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3A100-2B66-57AB-3631-4B169D5A7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 rtl="0" fontAlgn="base">
              <a:lnSpc>
                <a:spcPts val="1564"/>
              </a:lnSpc>
              <a:buNone/>
            </a:pPr>
            <a:r>
              <a:rPr lang="en-US" sz="2800" b="0" i="0" spc="9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Bear in mind, that the first DXF is the base design guideline; </a:t>
            </a:r>
            <a:br>
              <a:rPr lang="en-US" sz="2800" b="0" i="0" spc="9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</a:br>
            <a:br>
              <a:rPr lang="en-US" sz="2800" b="0" i="0" spc="9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</a:br>
            <a:r>
              <a:rPr lang="en-US" sz="2800" b="0" i="0" spc="9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It can be changed during the layout process.</a:t>
            </a:r>
            <a:br>
              <a:rPr lang="en-US" sz="2800" b="0" i="0" spc="9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</a:br>
            <a:br>
              <a:rPr lang="en-US" sz="2800" b="0" i="0" spc="9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</a:br>
            <a:r>
              <a:rPr lang="en-US" sz="2800" b="0" i="0" spc="9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ptos" panose="020B0004020202020204" pitchFamily="34" charset="0"/>
              </a:rPr>
              <a:t>You must know the restriction and flexible points</a:t>
            </a:r>
          </a:p>
          <a:p>
            <a:pPr marL="0" indent="0" algn="l" rtl="0" fontAlgn="base">
              <a:lnSpc>
                <a:spcPts val="1564"/>
              </a:lnSpc>
              <a:buNone/>
            </a:pPr>
            <a:endParaRPr lang="en-US" sz="240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L="0" indent="0" algn="l" rtl="0" fontAlgn="base">
              <a:lnSpc>
                <a:spcPts val="1564"/>
              </a:lnSpc>
              <a:buNone/>
            </a:pPr>
            <a:r>
              <a:rPr lang="en-US" sz="2400" b="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DXF file includes:</a:t>
            </a:r>
          </a:p>
          <a:p>
            <a:pPr algn="l" rtl="0" fontAlgn="base">
              <a:lnSpc>
                <a:spcPts val="1564"/>
              </a:lnSpc>
              <a:buFont typeface="Arial" panose="020B0604020202020204" pitchFamily="34" charset="0"/>
              <a:buChar char="•"/>
            </a:pPr>
            <a:r>
              <a:rPr lang="en-US" sz="2400" b="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Boundaries/ Outlines </a:t>
            </a:r>
          </a:p>
          <a:p>
            <a:pPr algn="l" rtl="0" fontAlgn="base">
              <a:lnSpc>
                <a:spcPts val="1564"/>
              </a:lnSpc>
              <a:buFont typeface="Arial" panose="020B0604020202020204" pitchFamily="34" charset="0"/>
              <a:buChar char="•"/>
            </a:pPr>
            <a:r>
              <a:rPr lang="en-US" sz="2400" b="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Restricted areas</a:t>
            </a:r>
          </a:p>
          <a:p>
            <a:pPr algn="l" rtl="0" fontAlgn="base">
              <a:lnSpc>
                <a:spcPts val="1564"/>
              </a:lnSpc>
              <a:buFont typeface="Arial" panose="020B0604020202020204" pitchFamily="34" charset="0"/>
              <a:buChar char="•"/>
            </a:pPr>
            <a:r>
              <a:rPr lang="en-US" sz="2400" b="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Mec holes </a:t>
            </a:r>
          </a:p>
          <a:p>
            <a:pPr algn="l" rtl="0" fontAlgn="base">
              <a:lnSpc>
                <a:spcPts val="1564"/>
              </a:lnSpc>
              <a:buFont typeface="Arial" panose="020B0604020202020204" pitchFamily="34" charset="0"/>
              <a:buChar char="•"/>
            </a:pPr>
            <a:r>
              <a:rPr lang="en-US" sz="2400" b="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Height map</a:t>
            </a:r>
          </a:p>
          <a:p>
            <a:pPr algn="l" rtl="0" fontAlgn="base">
              <a:lnSpc>
                <a:spcPts val="1564"/>
              </a:lnSpc>
              <a:buFont typeface="Arial" panose="020B0604020202020204" pitchFamily="34" charset="0"/>
              <a:buChar char="•"/>
            </a:pPr>
            <a:r>
              <a:rPr lang="en-US" sz="2400" b="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Connectors </a:t>
            </a:r>
          </a:p>
          <a:p>
            <a:pPr algn="l" rtl="0" fontAlgn="base">
              <a:lnSpc>
                <a:spcPts val="1564"/>
              </a:lnSpc>
              <a:buFont typeface="Arial" panose="020B0604020202020204" pitchFamily="34" charset="0"/>
              <a:buChar char="•"/>
            </a:pPr>
            <a:r>
              <a:rPr lang="en-US" sz="2400" b="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Clearance Creepage to enclosure </a:t>
            </a:r>
          </a:p>
          <a:p>
            <a:pPr algn="l" rtl="0" fontAlgn="base">
              <a:lnSpc>
                <a:spcPts val="1564"/>
              </a:lnSpc>
              <a:buFont typeface="Arial" panose="020B0604020202020204" pitchFamily="34" charset="0"/>
              <a:buChar char="•"/>
            </a:pPr>
            <a:r>
              <a:rPr lang="en-US" sz="2400" b="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Large/ Tall components Position </a:t>
            </a:r>
          </a:p>
          <a:p>
            <a:pPr algn="l" rtl="0" fontAlgn="base">
              <a:lnSpc>
                <a:spcPts val="1564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0000"/>
                </a:solidFill>
                <a:latin typeface="Aptos" panose="020B0004020202020204" pitchFamily="34" charset="0"/>
              </a:rPr>
              <a:t>Stiffener (if needed)</a:t>
            </a:r>
            <a:endParaRPr lang="en-US" sz="2400" b="0" i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D4446-4066-226D-F2F3-F95B157B0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09384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92AAE-24EE-9A89-752A-A8ACE5096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1E8D7-43E3-2DB1-BC25-ECE4AA7AF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DXF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6DA6E3-9438-4870-1198-0FE84AE65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6</a:t>
            </a:fld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55C337-FC5F-5768-BBE2-158E1507CCF9}"/>
              </a:ext>
            </a:extLst>
          </p:cNvPr>
          <p:cNvSpPr txBox="1"/>
          <p:nvPr/>
        </p:nvSpPr>
        <p:spPr>
          <a:xfrm>
            <a:off x="156229" y="5270461"/>
            <a:ext cx="1582484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Height Restrictions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6874756-9CDB-BC5E-FF93-948EBC5E0E00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947471" y="5578238"/>
            <a:ext cx="850849" cy="2676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74C77E96-3374-8FB9-BF09-C34BEB3DC8FB}"/>
              </a:ext>
            </a:extLst>
          </p:cNvPr>
          <p:cNvSpPr/>
          <p:nvPr/>
        </p:nvSpPr>
        <p:spPr>
          <a:xfrm>
            <a:off x="5015620" y="1219200"/>
            <a:ext cx="2824681" cy="1530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D6AC2F5-5A90-61FE-4B74-66540F22F7EA}"/>
              </a:ext>
            </a:extLst>
          </p:cNvPr>
          <p:cNvCxnSpPr>
            <a:cxnSpLocks/>
          </p:cNvCxnSpPr>
          <p:nvPr/>
        </p:nvCxnSpPr>
        <p:spPr>
          <a:xfrm flipH="1" flipV="1">
            <a:off x="6225540" y="5173980"/>
            <a:ext cx="1088681" cy="7991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E9D618D-5FEF-EF2F-494C-EA35C82E4B0E}"/>
              </a:ext>
            </a:extLst>
          </p:cNvPr>
          <p:cNvSpPr txBox="1"/>
          <p:nvPr/>
        </p:nvSpPr>
        <p:spPr>
          <a:xfrm>
            <a:off x="7314221" y="5809085"/>
            <a:ext cx="928459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Clearance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9AC0AE-414E-FD18-CABB-2573DF71777E}"/>
              </a:ext>
            </a:extLst>
          </p:cNvPr>
          <p:cNvSpPr txBox="1"/>
          <p:nvPr/>
        </p:nvSpPr>
        <p:spPr>
          <a:xfrm>
            <a:off x="714234" y="2637151"/>
            <a:ext cx="1047210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Connectors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90C8F3E-47FC-7AB1-31AC-58CD881B506A}"/>
              </a:ext>
            </a:extLst>
          </p:cNvPr>
          <p:cNvCxnSpPr>
            <a:cxnSpLocks/>
          </p:cNvCxnSpPr>
          <p:nvPr/>
        </p:nvCxnSpPr>
        <p:spPr>
          <a:xfrm>
            <a:off x="1830245" y="2819503"/>
            <a:ext cx="1526699" cy="4716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7CC1575-9AAC-EFC3-B0E5-FDD72DC654F7}"/>
              </a:ext>
            </a:extLst>
          </p:cNvPr>
          <p:cNvCxnSpPr>
            <a:cxnSpLocks/>
          </p:cNvCxnSpPr>
          <p:nvPr/>
        </p:nvCxnSpPr>
        <p:spPr>
          <a:xfrm flipH="1">
            <a:off x="6427960" y="1995385"/>
            <a:ext cx="1258432" cy="1774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37C574A-18A1-46F0-2D2D-41BFFF65A472}"/>
              </a:ext>
            </a:extLst>
          </p:cNvPr>
          <p:cNvSpPr txBox="1"/>
          <p:nvPr/>
        </p:nvSpPr>
        <p:spPr>
          <a:xfrm>
            <a:off x="7686392" y="1791780"/>
            <a:ext cx="1016625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Mec. Holes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10FA859-4331-006C-BCA5-DB442E1992BD}"/>
              </a:ext>
            </a:extLst>
          </p:cNvPr>
          <p:cNvCxnSpPr>
            <a:cxnSpLocks/>
          </p:cNvCxnSpPr>
          <p:nvPr/>
        </p:nvCxnSpPr>
        <p:spPr>
          <a:xfrm flipH="1" flipV="1">
            <a:off x="5829300" y="3028101"/>
            <a:ext cx="2555341" cy="3277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E08B624-B1A5-9088-74B0-D37EA1F0E7B5}"/>
              </a:ext>
            </a:extLst>
          </p:cNvPr>
          <p:cNvCxnSpPr>
            <a:cxnSpLocks/>
          </p:cNvCxnSpPr>
          <p:nvPr/>
        </p:nvCxnSpPr>
        <p:spPr>
          <a:xfrm flipH="1">
            <a:off x="5981700" y="3427698"/>
            <a:ext cx="2402941" cy="7834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C6C8144-E774-A08A-F6AF-D338E922A3E0}"/>
              </a:ext>
            </a:extLst>
          </p:cNvPr>
          <p:cNvSpPr txBox="1"/>
          <p:nvPr/>
        </p:nvSpPr>
        <p:spPr>
          <a:xfrm>
            <a:off x="8097030" y="2961330"/>
            <a:ext cx="1929887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Large/ Tall components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7833050-0F15-17C9-089B-471D8FE79588}"/>
              </a:ext>
            </a:extLst>
          </p:cNvPr>
          <p:cNvGrpSpPr/>
          <p:nvPr/>
        </p:nvGrpSpPr>
        <p:grpSpPr>
          <a:xfrm>
            <a:off x="1156848" y="1092007"/>
            <a:ext cx="8174143" cy="5765993"/>
            <a:chOff x="1156848" y="1092007"/>
            <a:chExt cx="8174143" cy="5765993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8216CB9C-E7B9-D9E9-FB2D-BA1AF5FD9F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56848" y="1092007"/>
              <a:ext cx="8174143" cy="5765993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5AFE818-FCB5-1672-404D-3C324A6C8E78}"/>
                </a:ext>
              </a:extLst>
            </p:cNvPr>
            <p:cNvSpPr/>
            <p:nvPr/>
          </p:nvSpPr>
          <p:spPr>
            <a:xfrm>
              <a:off x="8845236" y="1194816"/>
              <a:ext cx="389299" cy="1774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87905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E389B-4B81-1248-75F6-E9033E2A2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3D- </a:t>
            </a:r>
            <a:r>
              <a:rPr lang="en-US" b="0" i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eDrawings</a:t>
            </a:r>
            <a:r>
              <a:rPr lang="en-US" b="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 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95B1F-B6A5-2491-09DB-19E4FC0E0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Example: </a:t>
            </a:r>
            <a:r>
              <a:rPr lang="en-US" err="1"/>
              <a:t>GoKart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9F597-CDA5-9F8A-AD50-83D3F68C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7</a:t>
            </a:fld>
            <a:endParaRPr lang="en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C73721-EF01-48CC-ED2F-8F9CF5DAD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37" y="1771375"/>
            <a:ext cx="8167971" cy="50580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E1CD59-F980-7F50-EA79-FEF4B5434A1C}"/>
              </a:ext>
            </a:extLst>
          </p:cNvPr>
          <p:cNvSpPr txBox="1"/>
          <p:nvPr/>
        </p:nvSpPr>
        <p:spPr>
          <a:xfrm>
            <a:off x="787652" y="6204077"/>
            <a:ext cx="1652486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Board to board connection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90E0343-848E-90D9-33B1-AA73EADA72F6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2440138" y="5513560"/>
            <a:ext cx="1235569" cy="9521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6336832-B9D5-FC88-1EC9-BA462D286038}"/>
              </a:ext>
            </a:extLst>
          </p:cNvPr>
          <p:cNvSpPr txBox="1"/>
          <p:nvPr/>
        </p:nvSpPr>
        <p:spPr>
          <a:xfrm>
            <a:off x="6681458" y="5950280"/>
            <a:ext cx="1652486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Aluminum Caps holder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5E9DFE5-FF28-545E-9DD5-57DC74BE2D83}"/>
              </a:ext>
            </a:extLst>
          </p:cNvPr>
          <p:cNvCxnSpPr>
            <a:cxnSpLocks/>
          </p:cNvCxnSpPr>
          <p:nvPr/>
        </p:nvCxnSpPr>
        <p:spPr>
          <a:xfrm flipH="1" flipV="1">
            <a:off x="5445889" y="5115303"/>
            <a:ext cx="1235569" cy="10965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4844FE3-FABC-411A-2DB7-51CB2ED5AF54}"/>
              </a:ext>
            </a:extLst>
          </p:cNvPr>
          <p:cNvCxnSpPr>
            <a:cxnSpLocks/>
          </p:cNvCxnSpPr>
          <p:nvPr/>
        </p:nvCxnSpPr>
        <p:spPr>
          <a:xfrm flipH="1">
            <a:off x="6853474" y="3195873"/>
            <a:ext cx="1385179" cy="13177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AC16328-0DE5-1C7B-3000-E68A3D1D734C}"/>
              </a:ext>
            </a:extLst>
          </p:cNvPr>
          <p:cNvSpPr txBox="1"/>
          <p:nvPr/>
        </p:nvSpPr>
        <p:spPr>
          <a:xfrm>
            <a:off x="8238653" y="3041984"/>
            <a:ext cx="165248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Cables routing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4F1D5EB-DA48-EAE7-44AE-DC9E44E7651F}"/>
              </a:ext>
            </a:extLst>
          </p:cNvPr>
          <p:cNvCxnSpPr>
            <a:cxnSpLocks/>
          </p:cNvCxnSpPr>
          <p:nvPr/>
        </p:nvCxnSpPr>
        <p:spPr>
          <a:xfrm flipH="1" flipV="1">
            <a:off x="6242594" y="3814149"/>
            <a:ext cx="438864" cy="2389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F532DF6-DF69-32E2-239C-2872450A8169}"/>
              </a:ext>
            </a:extLst>
          </p:cNvPr>
          <p:cNvSpPr txBox="1"/>
          <p:nvPr/>
        </p:nvSpPr>
        <p:spPr>
          <a:xfrm>
            <a:off x="1168652" y="2355977"/>
            <a:ext cx="165248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External connector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EB76953-C852-F5E5-1F2A-F6CDACE6CACE}"/>
              </a:ext>
            </a:extLst>
          </p:cNvPr>
          <p:cNvCxnSpPr>
            <a:cxnSpLocks/>
          </p:cNvCxnSpPr>
          <p:nvPr/>
        </p:nvCxnSpPr>
        <p:spPr>
          <a:xfrm>
            <a:off x="2821138" y="2617587"/>
            <a:ext cx="810392" cy="5409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317FD56-DEFC-8116-C690-988334C6B096}"/>
              </a:ext>
            </a:extLst>
          </p:cNvPr>
          <p:cNvSpPr txBox="1"/>
          <p:nvPr/>
        </p:nvSpPr>
        <p:spPr>
          <a:xfrm>
            <a:off x="4191756" y="6334780"/>
            <a:ext cx="1040644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Power FETs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01AEBA9-84A7-48CF-36A0-5FFB75D1E424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4712078" y="5663596"/>
            <a:ext cx="851049" cy="6711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939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9F81B-A9F4-59BB-D817-09C951E24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>
                <a:solidFill>
                  <a:srgbClr val="000000"/>
                </a:solidFill>
                <a:effectLst/>
                <a:latin typeface="WordVisi_MSFontService"/>
              </a:rPr>
              <a:t>PCB Thickness </a:t>
            </a:r>
            <a:r>
              <a:rPr lang="en-US" b="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70DD6-B2DF-539B-830D-8E922AD89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Standard thicknesses:</a:t>
            </a:r>
          </a:p>
          <a:p>
            <a:pPr lvl="1"/>
            <a:r>
              <a:rPr lang="en-US"/>
              <a:t>multiplications of 0.8mm (0.8, 1.6, 2.4, 3.2mm)</a:t>
            </a:r>
          </a:p>
          <a:p>
            <a:pPr lvl="1"/>
            <a:r>
              <a:rPr lang="en-US"/>
              <a:t>multiplications of 1.0mm (1.0, 2.0, 3.0mm)</a:t>
            </a:r>
          </a:p>
          <a:p>
            <a:r>
              <a:rPr lang="en-US"/>
              <a:t>Considerations-</a:t>
            </a:r>
          </a:p>
          <a:p>
            <a:pPr lvl="1"/>
            <a:r>
              <a:rPr lang="en-US"/>
              <a:t>PCB stiffness/ Flexibility  (large size, heavy components, production mobility)</a:t>
            </a:r>
          </a:p>
          <a:p>
            <a:pPr lvl="1"/>
            <a:r>
              <a:rPr lang="en-US"/>
              <a:t>User / </a:t>
            </a:r>
            <a:r>
              <a:rPr lang="en-US" err="1"/>
              <a:t>mec</a:t>
            </a:r>
            <a:r>
              <a:rPr lang="en-US"/>
              <a:t>. Support- connectors assembly, vibrations</a:t>
            </a:r>
          </a:p>
          <a:p>
            <a:pPr lvl="1"/>
            <a:r>
              <a:rPr lang="en-US"/>
              <a:t>Thermal</a:t>
            </a:r>
          </a:p>
          <a:p>
            <a:r>
              <a:rPr lang="en-US"/>
              <a:t>For thick PCBs (&gt;2mm), need to check TH components compatibility; </a:t>
            </a:r>
            <a:br>
              <a:rPr lang="en-US"/>
            </a:br>
            <a:r>
              <a:rPr lang="en-US"/>
              <a:t>TH pin should be 1.0-3mm out of the PS surface</a:t>
            </a:r>
          </a:p>
          <a:p>
            <a:r>
              <a:rPr lang="en-US"/>
              <a:t>Thick PCB has unique FP for TH components</a:t>
            </a:r>
          </a:p>
          <a:p>
            <a:r>
              <a:rPr lang="en-US"/>
              <a:t>PCB Thickness should be part of the </a:t>
            </a:r>
            <a:r>
              <a:rPr lang="en-US" err="1"/>
              <a:t>mec</a:t>
            </a:r>
            <a:r>
              <a:rPr lang="en-US"/>
              <a:t>.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C98B00-6508-322C-2994-307270C1B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58673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6D3EC-11A6-70CD-BD49-3FE665379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>
                <a:solidFill>
                  <a:srgbClr val="000000"/>
                </a:solidFill>
                <a:effectLst/>
                <a:latin typeface="WordVisi_MSFontService"/>
              </a:rPr>
              <a:t>PCB Warpage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CE377-3048-03E5-B802-B1EBA5E14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953" y="1072834"/>
            <a:ext cx="11160000" cy="4680000"/>
          </a:xfrm>
        </p:spPr>
        <p:txBody>
          <a:bodyPr/>
          <a:lstStyle/>
          <a:p>
            <a:r>
              <a:rPr lang="en-US"/>
              <a:t>The IPC defines max allowed  PCB warpage.</a:t>
            </a:r>
            <a:br>
              <a:rPr lang="en-US"/>
            </a:br>
            <a:r>
              <a:rPr lang="en-US"/>
              <a:t>This Warpage is caused due to </a:t>
            </a:r>
            <a:r>
              <a:rPr lang="en-US" err="1"/>
              <a:t>mec</a:t>
            </a:r>
            <a:r>
              <a:rPr lang="en-US"/>
              <a:t>. Tolerances and PCB production deformation</a:t>
            </a:r>
          </a:p>
          <a:p>
            <a:pPr lvl="1"/>
            <a:r>
              <a:rPr lang="en-US"/>
              <a:t>According to IPC standards, the permissible warpage </a:t>
            </a:r>
            <a:br>
              <a:rPr lang="en-US"/>
            </a:br>
            <a:r>
              <a:rPr lang="en-US"/>
              <a:t>for a PCB board with </a:t>
            </a:r>
            <a:r>
              <a:rPr lang="en-US" b="1"/>
              <a:t>surface mount </a:t>
            </a:r>
            <a:r>
              <a:rPr lang="en-US"/>
              <a:t>components is </a:t>
            </a:r>
            <a:r>
              <a:rPr lang="en-US">
                <a:highlight>
                  <a:srgbClr val="FFFF00"/>
                </a:highlight>
              </a:rPr>
              <a:t>0.75%</a:t>
            </a:r>
            <a:r>
              <a:rPr lang="en-US"/>
              <a:t>, </a:t>
            </a:r>
            <a:br>
              <a:rPr lang="en-US"/>
            </a:br>
            <a:r>
              <a:rPr lang="en-US"/>
              <a:t>whereas for a PCB board without surface mount components, </a:t>
            </a:r>
            <a:br>
              <a:rPr lang="en-US"/>
            </a:br>
            <a:r>
              <a:rPr lang="en-US"/>
              <a:t>it is </a:t>
            </a:r>
            <a:r>
              <a:rPr lang="en-US">
                <a:highlight>
                  <a:srgbClr val="FFFF00"/>
                </a:highlight>
              </a:rPr>
              <a:t>1.5%</a:t>
            </a:r>
            <a:r>
              <a:rPr lang="en-US"/>
              <a:t>. </a:t>
            </a:r>
          </a:p>
          <a:p>
            <a:pPr lvl="1"/>
            <a:r>
              <a:rPr lang="en-US"/>
              <a:t>For high-precision and high-speed placement, </a:t>
            </a:r>
            <a:br>
              <a:rPr lang="en-US"/>
            </a:br>
            <a:r>
              <a:rPr lang="en-US"/>
              <a:t>some electronic assembly manufacturers </a:t>
            </a:r>
            <a:br>
              <a:rPr lang="en-US"/>
            </a:br>
            <a:r>
              <a:rPr lang="en-US"/>
              <a:t>have stricter requirements for warpage. </a:t>
            </a:r>
            <a:br>
              <a:rPr lang="en-US"/>
            </a:br>
            <a:r>
              <a:rPr lang="en-US"/>
              <a:t>Some requirements allow for </a:t>
            </a:r>
            <a:r>
              <a:rPr lang="en-US">
                <a:highlight>
                  <a:srgbClr val="FFFF00"/>
                </a:highlight>
              </a:rPr>
              <a:t>0.5%</a:t>
            </a:r>
            <a:r>
              <a:rPr lang="en-US"/>
              <a:t> warpage, </a:t>
            </a:r>
            <a:br>
              <a:rPr lang="en-US"/>
            </a:br>
            <a:r>
              <a:rPr lang="en-US"/>
              <a:t>and a few, such as BGA, requires </a:t>
            </a:r>
            <a:r>
              <a:rPr lang="en-US" b="0" i="0">
                <a:solidFill>
                  <a:srgbClr val="000000"/>
                </a:solidFill>
                <a:effectLst/>
                <a:latin typeface="ArialMT"/>
              </a:rPr>
              <a:t>0.3%</a:t>
            </a:r>
          </a:p>
          <a:p>
            <a:r>
              <a:rPr lang="en-US"/>
              <a:t>Assembly Warpage is defined by the </a:t>
            </a:r>
            <a:br>
              <a:rPr lang="en-US"/>
            </a:br>
            <a:r>
              <a:rPr lang="en-US"/>
              <a:t>height tolerance and the distance </a:t>
            </a:r>
            <a:br>
              <a:rPr lang="en-US"/>
            </a:br>
            <a:r>
              <a:rPr lang="en-US"/>
              <a:t>between opposite anchor points.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F1D81-F193-6B8C-CE71-890281C78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9</a:t>
            </a:fld>
            <a:endParaRPr lang="en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FDB0C3-A6A6-6BA6-DB8F-726D811E5CA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D"/>
              </a:clrFrom>
              <a:clrTo>
                <a:srgbClr val="FFFF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95999" y="2625437"/>
            <a:ext cx="5480977" cy="391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100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DA09C-9BD7-41C6-4AB2-A8300E74C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7A621F7-7A32-D324-BB52-5210F2AC1AD1}"/>
              </a:ext>
            </a:extLst>
          </p:cNvPr>
          <p:cNvCxnSpPr/>
          <p:nvPr/>
        </p:nvCxnSpPr>
        <p:spPr>
          <a:xfrm>
            <a:off x="5246411" y="2712723"/>
            <a:ext cx="0" cy="367861"/>
          </a:xfrm>
          <a:prstGeom prst="line">
            <a:avLst/>
          </a:prstGeom>
          <a:ln w="571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73EB5D9-9EED-259F-2991-41E6CD2E6747}"/>
              </a:ext>
            </a:extLst>
          </p:cNvPr>
          <p:cNvCxnSpPr/>
          <p:nvPr/>
        </p:nvCxnSpPr>
        <p:spPr>
          <a:xfrm>
            <a:off x="4245047" y="2712723"/>
            <a:ext cx="0" cy="367861"/>
          </a:xfrm>
          <a:prstGeom prst="line">
            <a:avLst/>
          </a:prstGeom>
          <a:ln w="571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5DC6EE8-4545-C473-91FA-7BCDFB47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28" y="361009"/>
            <a:ext cx="8482702" cy="712470"/>
          </a:xfrm>
        </p:spPr>
        <p:txBody>
          <a:bodyPr/>
          <a:lstStyle/>
          <a:p>
            <a:r>
              <a:rPr lang="en-US" b="0" i="0">
                <a:solidFill>
                  <a:srgbClr val="000000"/>
                </a:solidFill>
                <a:effectLst/>
                <a:latin typeface="WordVisi_MSFontService"/>
                <a:cs typeface="Segoe UI Semibold"/>
              </a:rPr>
              <a:t>PCB </a:t>
            </a:r>
            <a:r>
              <a:rPr lang="en-US">
                <a:solidFill>
                  <a:srgbClr val="000000"/>
                </a:solidFill>
                <a:latin typeface="WordVisi_MSFontService"/>
                <a:cs typeface="Segoe UI Semibold"/>
              </a:rPr>
              <a:t>Deformation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2DFCC-8132-26F6-AEC9-209CA899A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953" y="1072834"/>
            <a:ext cx="11160000" cy="4680000"/>
          </a:xfrm>
        </p:spPr>
        <p:txBody>
          <a:bodyPr vert="horz" lIns="90000" tIns="45720" rIns="91440" bIns="45720" rtlCol="0" anchor="t">
            <a:noAutofit/>
          </a:bodyPr>
          <a:lstStyle/>
          <a:p>
            <a:r>
              <a:rPr lang="en-US">
                <a:cs typeface="Segoe UI Light"/>
              </a:rPr>
              <a:t>Deformation calc. Example: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A789D-5CB3-4716-B179-AE320732D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10</a:t>
            </a:fld>
            <a:endParaRPr lang="en-IL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D8D89EF-21E5-9E17-DF20-0C2728BAD290}"/>
              </a:ext>
            </a:extLst>
          </p:cNvPr>
          <p:cNvGrpSpPr/>
          <p:nvPr/>
        </p:nvGrpSpPr>
        <p:grpSpPr>
          <a:xfrm>
            <a:off x="1606801" y="2610850"/>
            <a:ext cx="4392099" cy="389299"/>
            <a:chOff x="1457608" y="3023857"/>
            <a:chExt cx="3542994" cy="38929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3CE1370-8ACF-1026-7DE6-045FC2E3FFF8}"/>
                </a:ext>
              </a:extLst>
            </p:cNvPr>
            <p:cNvSpPr/>
            <p:nvPr/>
          </p:nvSpPr>
          <p:spPr>
            <a:xfrm>
              <a:off x="1475715" y="3023857"/>
              <a:ext cx="3521798" cy="389299"/>
            </a:xfrm>
            <a:custGeom>
              <a:avLst/>
              <a:gdLst>
                <a:gd name="connsiteX0" fmla="*/ 27160 w 3521798"/>
                <a:gd name="connsiteY0" fmla="*/ 0 h 389299"/>
                <a:gd name="connsiteX1" fmla="*/ 1186004 w 3521798"/>
                <a:gd name="connsiteY1" fmla="*/ 27161 h 389299"/>
                <a:gd name="connsiteX2" fmla="*/ 1330859 w 3521798"/>
                <a:gd name="connsiteY2" fmla="*/ 45268 h 389299"/>
                <a:gd name="connsiteX3" fmla="*/ 1421394 w 3521798"/>
                <a:gd name="connsiteY3" fmla="*/ 63375 h 389299"/>
                <a:gd name="connsiteX4" fmla="*/ 1674891 w 3521798"/>
                <a:gd name="connsiteY4" fmla="*/ 162963 h 389299"/>
                <a:gd name="connsiteX5" fmla="*/ 1874067 w 3521798"/>
                <a:gd name="connsiteY5" fmla="*/ 226337 h 389299"/>
                <a:gd name="connsiteX6" fmla="*/ 2009869 w 3521798"/>
                <a:gd name="connsiteY6" fmla="*/ 253497 h 389299"/>
                <a:gd name="connsiteX7" fmla="*/ 3521798 w 3521798"/>
                <a:gd name="connsiteY7" fmla="*/ 289711 h 389299"/>
                <a:gd name="connsiteX8" fmla="*/ 3521798 w 3521798"/>
                <a:gd name="connsiteY8" fmla="*/ 389299 h 389299"/>
                <a:gd name="connsiteX9" fmla="*/ 2064190 w 3521798"/>
                <a:gd name="connsiteY9" fmla="*/ 371193 h 389299"/>
                <a:gd name="connsiteX10" fmla="*/ 1846907 w 3521798"/>
                <a:gd name="connsiteY10" fmla="*/ 325925 h 389299"/>
                <a:gd name="connsiteX11" fmla="*/ 1511929 w 3521798"/>
                <a:gd name="connsiteY11" fmla="*/ 208230 h 389299"/>
                <a:gd name="connsiteX12" fmla="*/ 1385180 w 3521798"/>
                <a:gd name="connsiteY12" fmla="*/ 153909 h 389299"/>
                <a:gd name="connsiteX13" fmla="*/ 1213164 w 3521798"/>
                <a:gd name="connsiteY13" fmla="*/ 126749 h 389299"/>
                <a:gd name="connsiteX14" fmla="*/ 0 w 3521798"/>
                <a:gd name="connsiteY14" fmla="*/ 99589 h 389299"/>
                <a:gd name="connsiteX15" fmla="*/ 27160 w 3521798"/>
                <a:gd name="connsiteY15" fmla="*/ 0 h 389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21798" h="389299">
                  <a:moveTo>
                    <a:pt x="27160" y="0"/>
                  </a:moveTo>
                  <a:lnTo>
                    <a:pt x="1186004" y="27161"/>
                  </a:lnTo>
                  <a:lnTo>
                    <a:pt x="1330859" y="45268"/>
                  </a:lnTo>
                  <a:lnTo>
                    <a:pt x="1421394" y="63375"/>
                  </a:lnTo>
                  <a:lnTo>
                    <a:pt x="1674891" y="162963"/>
                  </a:lnTo>
                  <a:lnTo>
                    <a:pt x="1874067" y="226337"/>
                  </a:lnTo>
                  <a:lnTo>
                    <a:pt x="2009869" y="253497"/>
                  </a:lnTo>
                  <a:lnTo>
                    <a:pt x="3521798" y="289711"/>
                  </a:lnTo>
                  <a:lnTo>
                    <a:pt x="3521798" y="389299"/>
                  </a:lnTo>
                  <a:lnTo>
                    <a:pt x="2064190" y="371193"/>
                  </a:lnTo>
                  <a:lnTo>
                    <a:pt x="1846907" y="325925"/>
                  </a:lnTo>
                  <a:lnTo>
                    <a:pt x="1511929" y="208230"/>
                  </a:lnTo>
                  <a:lnTo>
                    <a:pt x="1385180" y="153909"/>
                  </a:lnTo>
                  <a:lnTo>
                    <a:pt x="1213164" y="126749"/>
                  </a:lnTo>
                  <a:lnTo>
                    <a:pt x="0" y="99589"/>
                  </a:lnTo>
                  <a:lnTo>
                    <a:pt x="27160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D70072E-BFEC-4A87-F46C-5BD0B2BE965E}"/>
                </a:ext>
              </a:extLst>
            </p:cNvPr>
            <p:cNvSpPr/>
            <p:nvPr/>
          </p:nvSpPr>
          <p:spPr>
            <a:xfrm>
              <a:off x="1457608" y="3032911"/>
              <a:ext cx="3542994" cy="275088"/>
            </a:xfrm>
            <a:custGeom>
              <a:avLst/>
              <a:gdLst>
                <a:gd name="connsiteX0" fmla="*/ 0 w 3542994"/>
                <a:gd name="connsiteY0" fmla="*/ 0 h 275088"/>
                <a:gd name="connsiteX1" fmla="*/ 1267485 w 3542994"/>
                <a:gd name="connsiteY1" fmla="*/ 18107 h 275088"/>
                <a:gd name="connsiteX2" fmla="*/ 1991762 w 3542994"/>
                <a:gd name="connsiteY2" fmla="*/ 235390 h 275088"/>
                <a:gd name="connsiteX3" fmla="*/ 3404103 w 3542994"/>
                <a:gd name="connsiteY3" fmla="*/ 271604 h 275088"/>
                <a:gd name="connsiteX4" fmla="*/ 3413156 w 3542994"/>
                <a:gd name="connsiteY4" fmla="*/ 271604 h 275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2994" h="275088">
                  <a:moveTo>
                    <a:pt x="0" y="0"/>
                  </a:moveTo>
                  <a:lnTo>
                    <a:pt x="1267485" y="18107"/>
                  </a:lnTo>
                  <a:cubicBezTo>
                    <a:pt x="1599445" y="57339"/>
                    <a:pt x="1635659" y="193141"/>
                    <a:pt x="1991762" y="235390"/>
                  </a:cubicBezTo>
                  <a:cubicBezTo>
                    <a:pt x="2347865" y="277640"/>
                    <a:pt x="3404103" y="271604"/>
                    <a:pt x="3404103" y="271604"/>
                  </a:cubicBezTo>
                  <a:cubicBezTo>
                    <a:pt x="3641002" y="277640"/>
                    <a:pt x="3527079" y="274622"/>
                    <a:pt x="3413156" y="271604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3FE2E42-26FC-D791-323E-51275B30BE96}"/>
                </a:ext>
              </a:extLst>
            </p:cNvPr>
            <p:cNvSpPr/>
            <p:nvPr/>
          </p:nvSpPr>
          <p:spPr>
            <a:xfrm>
              <a:off x="1457608" y="3137746"/>
              <a:ext cx="3542994" cy="275088"/>
            </a:xfrm>
            <a:custGeom>
              <a:avLst/>
              <a:gdLst>
                <a:gd name="connsiteX0" fmla="*/ 0 w 3542994"/>
                <a:gd name="connsiteY0" fmla="*/ 0 h 275088"/>
                <a:gd name="connsiteX1" fmla="*/ 1267485 w 3542994"/>
                <a:gd name="connsiteY1" fmla="*/ 18107 h 275088"/>
                <a:gd name="connsiteX2" fmla="*/ 1991762 w 3542994"/>
                <a:gd name="connsiteY2" fmla="*/ 235390 h 275088"/>
                <a:gd name="connsiteX3" fmla="*/ 3404103 w 3542994"/>
                <a:gd name="connsiteY3" fmla="*/ 271604 h 275088"/>
                <a:gd name="connsiteX4" fmla="*/ 3413156 w 3542994"/>
                <a:gd name="connsiteY4" fmla="*/ 271604 h 275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2994" h="275088">
                  <a:moveTo>
                    <a:pt x="0" y="0"/>
                  </a:moveTo>
                  <a:lnTo>
                    <a:pt x="1267485" y="18107"/>
                  </a:lnTo>
                  <a:cubicBezTo>
                    <a:pt x="1599445" y="57339"/>
                    <a:pt x="1635659" y="193141"/>
                    <a:pt x="1991762" y="235390"/>
                  </a:cubicBezTo>
                  <a:cubicBezTo>
                    <a:pt x="2347865" y="277640"/>
                    <a:pt x="3404103" y="271604"/>
                    <a:pt x="3404103" y="271604"/>
                  </a:cubicBezTo>
                  <a:cubicBezTo>
                    <a:pt x="3641002" y="277640"/>
                    <a:pt x="3527079" y="274622"/>
                    <a:pt x="3413156" y="271604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D979B0E-A2A9-C18B-5B90-8D76C5C2A6F4}"/>
              </a:ext>
            </a:extLst>
          </p:cNvPr>
          <p:cNvGrpSpPr/>
          <p:nvPr/>
        </p:nvGrpSpPr>
        <p:grpSpPr>
          <a:xfrm>
            <a:off x="1782495" y="3414349"/>
            <a:ext cx="3621401" cy="552119"/>
            <a:chOff x="1330858" y="4300538"/>
            <a:chExt cx="3621401" cy="552119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41FA72A-D7F8-EC93-1C7B-B97A546A7FFD}"/>
                </a:ext>
              </a:extLst>
            </p:cNvPr>
            <p:cNvGrpSpPr/>
            <p:nvPr/>
          </p:nvGrpSpPr>
          <p:grpSpPr>
            <a:xfrm>
              <a:off x="1330859" y="4463358"/>
              <a:ext cx="3621400" cy="389299"/>
              <a:chOff x="1330859" y="4463358"/>
              <a:chExt cx="3621400" cy="389299"/>
            </a:xfrm>
          </p:grpSpPr>
          <p:sp>
            <p:nvSpPr>
              <p:cNvPr id="9" name="Isosceles Triangle 8">
                <a:extLst>
                  <a:ext uri="{FF2B5EF4-FFF2-40B4-BE49-F238E27FC236}">
                    <a16:creationId xmlns:a16="http://schemas.microsoft.com/office/drawing/2014/main" id="{A2894EF0-BB39-1B8C-3C67-312B11B6E855}"/>
                  </a:ext>
                </a:extLst>
              </p:cNvPr>
              <p:cNvSpPr/>
              <p:nvPr/>
            </p:nvSpPr>
            <p:spPr>
              <a:xfrm rot="10800000">
                <a:off x="1330859" y="4463358"/>
                <a:ext cx="144856" cy="389299"/>
              </a:xfrm>
              <a:prstGeom prst="triangl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Isosceles Triangle 9">
                <a:extLst>
                  <a:ext uri="{FF2B5EF4-FFF2-40B4-BE49-F238E27FC236}">
                    <a16:creationId xmlns:a16="http://schemas.microsoft.com/office/drawing/2014/main" id="{6B44F06D-00FC-1EDF-3AE9-A7CBCF8F6924}"/>
                  </a:ext>
                </a:extLst>
              </p:cNvPr>
              <p:cNvSpPr/>
              <p:nvPr/>
            </p:nvSpPr>
            <p:spPr>
              <a:xfrm rot="10800000">
                <a:off x="1475715" y="4463358"/>
                <a:ext cx="144856" cy="389299"/>
              </a:xfrm>
              <a:prstGeom prst="triangl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Isosceles Triangle 10">
                <a:extLst>
                  <a:ext uri="{FF2B5EF4-FFF2-40B4-BE49-F238E27FC236}">
                    <a16:creationId xmlns:a16="http://schemas.microsoft.com/office/drawing/2014/main" id="{D14FE999-35C9-AB3F-7ADB-997147A02D4B}"/>
                  </a:ext>
                </a:extLst>
              </p:cNvPr>
              <p:cNvSpPr/>
              <p:nvPr/>
            </p:nvSpPr>
            <p:spPr>
              <a:xfrm rot="10800000">
                <a:off x="1620571" y="4463358"/>
                <a:ext cx="144856" cy="389299"/>
              </a:xfrm>
              <a:prstGeom prst="triangl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Isosceles Triangle 11">
                <a:extLst>
                  <a:ext uri="{FF2B5EF4-FFF2-40B4-BE49-F238E27FC236}">
                    <a16:creationId xmlns:a16="http://schemas.microsoft.com/office/drawing/2014/main" id="{E64C4535-9FF4-FBE3-2FE3-B84FBCC95A1B}"/>
                  </a:ext>
                </a:extLst>
              </p:cNvPr>
              <p:cNvSpPr/>
              <p:nvPr/>
            </p:nvSpPr>
            <p:spPr>
              <a:xfrm rot="10800000">
                <a:off x="1765427" y="4463358"/>
                <a:ext cx="144856" cy="389299"/>
              </a:xfrm>
              <a:prstGeom prst="triangl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Isosceles Triangle 12">
                <a:extLst>
                  <a:ext uri="{FF2B5EF4-FFF2-40B4-BE49-F238E27FC236}">
                    <a16:creationId xmlns:a16="http://schemas.microsoft.com/office/drawing/2014/main" id="{C25E8354-4254-A697-D790-84FEEE6ED0B6}"/>
                  </a:ext>
                </a:extLst>
              </p:cNvPr>
              <p:cNvSpPr/>
              <p:nvPr/>
            </p:nvSpPr>
            <p:spPr>
              <a:xfrm rot="10800000">
                <a:off x="1910283" y="4463358"/>
                <a:ext cx="144856" cy="389299"/>
              </a:xfrm>
              <a:prstGeom prst="triangl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Isosceles Triangle 13">
                <a:extLst>
                  <a:ext uri="{FF2B5EF4-FFF2-40B4-BE49-F238E27FC236}">
                    <a16:creationId xmlns:a16="http://schemas.microsoft.com/office/drawing/2014/main" id="{4C12B78E-E9D1-A6BC-468A-809D7F47EA5B}"/>
                  </a:ext>
                </a:extLst>
              </p:cNvPr>
              <p:cNvSpPr/>
              <p:nvPr/>
            </p:nvSpPr>
            <p:spPr>
              <a:xfrm rot="10800000">
                <a:off x="2055139" y="4463358"/>
                <a:ext cx="144856" cy="389299"/>
              </a:xfrm>
              <a:prstGeom prst="triangl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Isosceles Triangle 14">
                <a:extLst>
                  <a:ext uri="{FF2B5EF4-FFF2-40B4-BE49-F238E27FC236}">
                    <a16:creationId xmlns:a16="http://schemas.microsoft.com/office/drawing/2014/main" id="{356CCC7A-E2E8-B46C-FF6C-8D0CFCAB240C}"/>
                  </a:ext>
                </a:extLst>
              </p:cNvPr>
              <p:cNvSpPr/>
              <p:nvPr/>
            </p:nvSpPr>
            <p:spPr>
              <a:xfrm rot="10800000">
                <a:off x="2199995" y="4463358"/>
                <a:ext cx="144856" cy="389299"/>
              </a:xfrm>
              <a:prstGeom prst="triangl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Isosceles Triangle 15">
                <a:extLst>
                  <a:ext uri="{FF2B5EF4-FFF2-40B4-BE49-F238E27FC236}">
                    <a16:creationId xmlns:a16="http://schemas.microsoft.com/office/drawing/2014/main" id="{135662A2-6047-6388-1F89-67F1165E1E8C}"/>
                  </a:ext>
                </a:extLst>
              </p:cNvPr>
              <p:cNvSpPr/>
              <p:nvPr/>
            </p:nvSpPr>
            <p:spPr>
              <a:xfrm rot="10800000">
                <a:off x="2344851" y="4463358"/>
                <a:ext cx="144856" cy="389299"/>
              </a:xfrm>
              <a:prstGeom prst="triangl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Isosceles Triangle 16">
                <a:extLst>
                  <a:ext uri="{FF2B5EF4-FFF2-40B4-BE49-F238E27FC236}">
                    <a16:creationId xmlns:a16="http://schemas.microsoft.com/office/drawing/2014/main" id="{967916E5-5EAE-6BD4-ECBB-53249E5120DE}"/>
                  </a:ext>
                </a:extLst>
              </p:cNvPr>
              <p:cNvSpPr/>
              <p:nvPr/>
            </p:nvSpPr>
            <p:spPr>
              <a:xfrm rot="10800000">
                <a:off x="2489707" y="4463358"/>
                <a:ext cx="144856" cy="389299"/>
              </a:xfrm>
              <a:prstGeom prst="triangl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Isosceles Triangle 17">
                <a:extLst>
                  <a:ext uri="{FF2B5EF4-FFF2-40B4-BE49-F238E27FC236}">
                    <a16:creationId xmlns:a16="http://schemas.microsoft.com/office/drawing/2014/main" id="{1ACA9465-EC9F-0BBE-ACC4-1A33B0BAE232}"/>
                  </a:ext>
                </a:extLst>
              </p:cNvPr>
              <p:cNvSpPr/>
              <p:nvPr/>
            </p:nvSpPr>
            <p:spPr>
              <a:xfrm rot="10800000">
                <a:off x="2634563" y="4463358"/>
                <a:ext cx="144856" cy="389299"/>
              </a:xfrm>
              <a:prstGeom prst="triangl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Isosceles Triangle 18">
                <a:extLst>
                  <a:ext uri="{FF2B5EF4-FFF2-40B4-BE49-F238E27FC236}">
                    <a16:creationId xmlns:a16="http://schemas.microsoft.com/office/drawing/2014/main" id="{BE5A7A97-9AE9-348E-7E91-6C5A604C846A}"/>
                  </a:ext>
                </a:extLst>
              </p:cNvPr>
              <p:cNvSpPr/>
              <p:nvPr/>
            </p:nvSpPr>
            <p:spPr>
              <a:xfrm rot="10800000">
                <a:off x="2779419" y="4463358"/>
                <a:ext cx="144856" cy="389299"/>
              </a:xfrm>
              <a:prstGeom prst="triangl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Isosceles Triangle 19">
                <a:extLst>
                  <a:ext uri="{FF2B5EF4-FFF2-40B4-BE49-F238E27FC236}">
                    <a16:creationId xmlns:a16="http://schemas.microsoft.com/office/drawing/2014/main" id="{F3F7037B-AD20-EF40-6BB6-63F0914E4049}"/>
                  </a:ext>
                </a:extLst>
              </p:cNvPr>
              <p:cNvSpPr/>
              <p:nvPr/>
            </p:nvSpPr>
            <p:spPr>
              <a:xfrm rot="10800000">
                <a:off x="2924275" y="4463358"/>
                <a:ext cx="144856" cy="389299"/>
              </a:xfrm>
              <a:prstGeom prst="triangl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Isosceles Triangle 20">
                <a:extLst>
                  <a:ext uri="{FF2B5EF4-FFF2-40B4-BE49-F238E27FC236}">
                    <a16:creationId xmlns:a16="http://schemas.microsoft.com/office/drawing/2014/main" id="{7ECC636E-B5DF-5809-BFF1-F643D48D6392}"/>
                  </a:ext>
                </a:extLst>
              </p:cNvPr>
              <p:cNvSpPr/>
              <p:nvPr/>
            </p:nvSpPr>
            <p:spPr>
              <a:xfrm rot="10800000">
                <a:off x="3069131" y="4463358"/>
                <a:ext cx="144856" cy="389299"/>
              </a:xfrm>
              <a:prstGeom prst="triangl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Isosceles Triangle 21">
                <a:extLst>
                  <a:ext uri="{FF2B5EF4-FFF2-40B4-BE49-F238E27FC236}">
                    <a16:creationId xmlns:a16="http://schemas.microsoft.com/office/drawing/2014/main" id="{EEED6770-BFB0-487D-7C65-4FD8A340DF69}"/>
                  </a:ext>
                </a:extLst>
              </p:cNvPr>
              <p:cNvSpPr/>
              <p:nvPr/>
            </p:nvSpPr>
            <p:spPr>
              <a:xfrm rot="10800000">
                <a:off x="3213987" y="4463358"/>
                <a:ext cx="144856" cy="389299"/>
              </a:xfrm>
              <a:prstGeom prst="triangl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Isosceles Triangle 22">
                <a:extLst>
                  <a:ext uri="{FF2B5EF4-FFF2-40B4-BE49-F238E27FC236}">
                    <a16:creationId xmlns:a16="http://schemas.microsoft.com/office/drawing/2014/main" id="{B2AB7BC2-4E26-CDF4-3603-CF3CE1437A30}"/>
                  </a:ext>
                </a:extLst>
              </p:cNvPr>
              <p:cNvSpPr/>
              <p:nvPr/>
            </p:nvSpPr>
            <p:spPr>
              <a:xfrm rot="10800000">
                <a:off x="3358843" y="4463358"/>
                <a:ext cx="144856" cy="389299"/>
              </a:xfrm>
              <a:prstGeom prst="triangl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Isosceles Triangle 23">
                <a:extLst>
                  <a:ext uri="{FF2B5EF4-FFF2-40B4-BE49-F238E27FC236}">
                    <a16:creationId xmlns:a16="http://schemas.microsoft.com/office/drawing/2014/main" id="{55D35F74-927F-6F1B-179A-5D20439E722F}"/>
                  </a:ext>
                </a:extLst>
              </p:cNvPr>
              <p:cNvSpPr/>
              <p:nvPr/>
            </p:nvSpPr>
            <p:spPr>
              <a:xfrm rot="10800000">
                <a:off x="3503699" y="4463358"/>
                <a:ext cx="144856" cy="389299"/>
              </a:xfrm>
              <a:prstGeom prst="triangl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Isosceles Triangle 24">
                <a:extLst>
                  <a:ext uri="{FF2B5EF4-FFF2-40B4-BE49-F238E27FC236}">
                    <a16:creationId xmlns:a16="http://schemas.microsoft.com/office/drawing/2014/main" id="{0B236A70-5F2D-2FD6-F067-806F4A93A827}"/>
                  </a:ext>
                </a:extLst>
              </p:cNvPr>
              <p:cNvSpPr/>
              <p:nvPr/>
            </p:nvSpPr>
            <p:spPr>
              <a:xfrm rot="10800000">
                <a:off x="3648555" y="4463358"/>
                <a:ext cx="144856" cy="389299"/>
              </a:xfrm>
              <a:prstGeom prst="triangl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Isosceles Triangle 25">
                <a:extLst>
                  <a:ext uri="{FF2B5EF4-FFF2-40B4-BE49-F238E27FC236}">
                    <a16:creationId xmlns:a16="http://schemas.microsoft.com/office/drawing/2014/main" id="{C4F84BD7-C5CC-60C6-0379-8181B6160A3C}"/>
                  </a:ext>
                </a:extLst>
              </p:cNvPr>
              <p:cNvSpPr/>
              <p:nvPr/>
            </p:nvSpPr>
            <p:spPr>
              <a:xfrm rot="10800000">
                <a:off x="3793411" y="4463358"/>
                <a:ext cx="144856" cy="389299"/>
              </a:xfrm>
              <a:prstGeom prst="triangl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Isosceles Triangle 26">
                <a:extLst>
                  <a:ext uri="{FF2B5EF4-FFF2-40B4-BE49-F238E27FC236}">
                    <a16:creationId xmlns:a16="http://schemas.microsoft.com/office/drawing/2014/main" id="{6BD50316-1067-F460-32EF-3E2B66E9D94C}"/>
                  </a:ext>
                </a:extLst>
              </p:cNvPr>
              <p:cNvSpPr/>
              <p:nvPr/>
            </p:nvSpPr>
            <p:spPr>
              <a:xfrm rot="10800000">
                <a:off x="3938267" y="4463358"/>
                <a:ext cx="144856" cy="389299"/>
              </a:xfrm>
              <a:prstGeom prst="triangl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Isosceles Triangle 27">
                <a:extLst>
                  <a:ext uri="{FF2B5EF4-FFF2-40B4-BE49-F238E27FC236}">
                    <a16:creationId xmlns:a16="http://schemas.microsoft.com/office/drawing/2014/main" id="{D32C57EC-E14B-FB20-E816-A466E2076E16}"/>
                  </a:ext>
                </a:extLst>
              </p:cNvPr>
              <p:cNvSpPr/>
              <p:nvPr/>
            </p:nvSpPr>
            <p:spPr>
              <a:xfrm rot="10800000">
                <a:off x="4083123" y="4463358"/>
                <a:ext cx="144856" cy="389299"/>
              </a:xfrm>
              <a:prstGeom prst="triangl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Isosceles Triangle 28">
                <a:extLst>
                  <a:ext uri="{FF2B5EF4-FFF2-40B4-BE49-F238E27FC236}">
                    <a16:creationId xmlns:a16="http://schemas.microsoft.com/office/drawing/2014/main" id="{238FEB89-98EC-91F4-B8C6-5CC83AAFE4CF}"/>
                  </a:ext>
                </a:extLst>
              </p:cNvPr>
              <p:cNvSpPr/>
              <p:nvPr/>
            </p:nvSpPr>
            <p:spPr>
              <a:xfrm rot="10800000">
                <a:off x="4227979" y="4463358"/>
                <a:ext cx="144856" cy="389299"/>
              </a:xfrm>
              <a:prstGeom prst="triangl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Isosceles Triangle 29">
                <a:extLst>
                  <a:ext uri="{FF2B5EF4-FFF2-40B4-BE49-F238E27FC236}">
                    <a16:creationId xmlns:a16="http://schemas.microsoft.com/office/drawing/2014/main" id="{8785E705-5F39-FC38-355E-AE0E564162B1}"/>
                  </a:ext>
                </a:extLst>
              </p:cNvPr>
              <p:cNvSpPr/>
              <p:nvPr/>
            </p:nvSpPr>
            <p:spPr>
              <a:xfrm rot="10800000">
                <a:off x="4372835" y="4463358"/>
                <a:ext cx="144856" cy="389299"/>
              </a:xfrm>
              <a:prstGeom prst="triangl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Isosceles Triangle 30">
                <a:extLst>
                  <a:ext uri="{FF2B5EF4-FFF2-40B4-BE49-F238E27FC236}">
                    <a16:creationId xmlns:a16="http://schemas.microsoft.com/office/drawing/2014/main" id="{96C2CF30-7D1D-498A-4AB5-786714AE7074}"/>
                  </a:ext>
                </a:extLst>
              </p:cNvPr>
              <p:cNvSpPr/>
              <p:nvPr/>
            </p:nvSpPr>
            <p:spPr>
              <a:xfrm rot="10800000">
                <a:off x="4517691" y="4463358"/>
                <a:ext cx="144856" cy="389299"/>
              </a:xfrm>
              <a:prstGeom prst="triangl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Isosceles Triangle 31">
                <a:extLst>
                  <a:ext uri="{FF2B5EF4-FFF2-40B4-BE49-F238E27FC236}">
                    <a16:creationId xmlns:a16="http://schemas.microsoft.com/office/drawing/2014/main" id="{1F328BA1-AAE4-3DC0-C514-39251A2FAD4A}"/>
                  </a:ext>
                </a:extLst>
              </p:cNvPr>
              <p:cNvSpPr/>
              <p:nvPr/>
            </p:nvSpPr>
            <p:spPr>
              <a:xfrm rot="10800000">
                <a:off x="4662547" y="4463358"/>
                <a:ext cx="144856" cy="389299"/>
              </a:xfrm>
              <a:prstGeom prst="triangl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Isosceles Triangle 32">
                <a:extLst>
                  <a:ext uri="{FF2B5EF4-FFF2-40B4-BE49-F238E27FC236}">
                    <a16:creationId xmlns:a16="http://schemas.microsoft.com/office/drawing/2014/main" id="{50695517-DE4D-6593-3A50-2E323CEB4243}"/>
                  </a:ext>
                </a:extLst>
              </p:cNvPr>
              <p:cNvSpPr/>
              <p:nvPr/>
            </p:nvSpPr>
            <p:spPr>
              <a:xfrm rot="10800000">
                <a:off x="4807403" y="4463358"/>
                <a:ext cx="144856" cy="389299"/>
              </a:xfrm>
              <a:prstGeom prst="triangl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B05AE86-045F-7DE1-4967-3306DE4F662E}"/>
                </a:ext>
              </a:extLst>
            </p:cNvPr>
            <p:cNvSpPr/>
            <p:nvPr/>
          </p:nvSpPr>
          <p:spPr>
            <a:xfrm>
              <a:off x="1330858" y="4300538"/>
              <a:ext cx="3621401" cy="16249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E23F5F1E-1037-AA26-BD69-18A93B18D810}"/>
              </a:ext>
            </a:extLst>
          </p:cNvPr>
          <p:cNvSpPr/>
          <p:nvPr/>
        </p:nvSpPr>
        <p:spPr>
          <a:xfrm>
            <a:off x="1782495" y="2733449"/>
            <a:ext cx="289712" cy="70642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21F2525-61F0-9C00-E70C-4E42A6E4B6A1}"/>
              </a:ext>
            </a:extLst>
          </p:cNvPr>
          <p:cNvCxnSpPr>
            <a:cxnSpLocks/>
          </p:cNvCxnSpPr>
          <p:nvPr/>
        </p:nvCxnSpPr>
        <p:spPr>
          <a:xfrm>
            <a:off x="1343025" y="2712723"/>
            <a:ext cx="0" cy="271260"/>
          </a:xfrm>
          <a:prstGeom prst="straightConnector1">
            <a:avLst/>
          </a:prstGeom>
          <a:ln w="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010ACDE-C344-F3BD-F1F3-62E2A06A3477}"/>
              </a:ext>
            </a:extLst>
          </p:cNvPr>
          <p:cNvCxnSpPr>
            <a:cxnSpLocks/>
            <a:stCxn id="7" idx="0"/>
          </p:cNvCxnSpPr>
          <p:nvPr/>
        </p:nvCxnSpPr>
        <p:spPr>
          <a:xfrm flipH="1">
            <a:off x="955675" y="2724739"/>
            <a:ext cx="651126" cy="8710"/>
          </a:xfrm>
          <a:prstGeom prst="line">
            <a:avLst/>
          </a:prstGeom>
          <a:ln w="63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A3E0D48-28E3-EDAB-BC67-53A1283693F7}"/>
              </a:ext>
            </a:extLst>
          </p:cNvPr>
          <p:cNvCxnSpPr>
            <a:cxnSpLocks/>
          </p:cNvCxnSpPr>
          <p:nvPr/>
        </p:nvCxnSpPr>
        <p:spPr>
          <a:xfrm flipH="1" flipV="1">
            <a:off x="955675" y="2983983"/>
            <a:ext cx="2999660" cy="15844"/>
          </a:xfrm>
          <a:prstGeom prst="line">
            <a:avLst/>
          </a:prstGeom>
          <a:ln w="63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BD01609F-2C49-0C43-8E16-322120A998A3}"/>
              </a:ext>
            </a:extLst>
          </p:cNvPr>
          <p:cNvSpPr txBox="1"/>
          <p:nvPr/>
        </p:nvSpPr>
        <p:spPr>
          <a:xfrm>
            <a:off x="601069" y="272524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accent2">
                    <a:lumMod val="75000"/>
                  </a:schemeClr>
                </a:solidFill>
              </a:rPr>
              <a:t>Tolerance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83DEA48-384C-201D-846D-AF14E017C80B}"/>
              </a:ext>
            </a:extLst>
          </p:cNvPr>
          <p:cNvSpPr txBox="1"/>
          <p:nvPr/>
        </p:nvSpPr>
        <p:spPr>
          <a:xfrm>
            <a:off x="1262188" y="3080584"/>
            <a:ext cx="5485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Spacer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A3BBAED-9AAA-E441-890F-87CFF12C1FF5}"/>
              </a:ext>
            </a:extLst>
          </p:cNvPr>
          <p:cNvSpPr/>
          <p:nvPr/>
        </p:nvSpPr>
        <p:spPr>
          <a:xfrm>
            <a:off x="4121404" y="2991905"/>
            <a:ext cx="1222618" cy="30936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78BE7BC-18B5-9F37-ACDC-D182F5DBCC22}"/>
              </a:ext>
            </a:extLst>
          </p:cNvPr>
          <p:cNvSpPr txBox="1"/>
          <p:nvPr/>
        </p:nvSpPr>
        <p:spPr>
          <a:xfrm>
            <a:off x="4453130" y="3023476"/>
            <a:ext cx="6639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Power IC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DCFE5F5-55C7-17F5-9E59-1BB0C194B186}"/>
              </a:ext>
            </a:extLst>
          </p:cNvPr>
          <p:cNvSpPr/>
          <p:nvPr/>
        </p:nvSpPr>
        <p:spPr>
          <a:xfrm>
            <a:off x="3955335" y="3326805"/>
            <a:ext cx="1584758" cy="87222"/>
          </a:xfrm>
          <a:prstGeom prst="rect">
            <a:avLst/>
          </a:prstGeom>
          <a:solidFill>
            <a:srgbClr val="FFC00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11C6425-D62C-7CE8-E99E-FD5105721995}"/>
              </a:ext>
            </a:extLst>
          </p:cNvPr>
          <p:cNvSpPr txBox="1"/>
          <p:nvPr/>
        </p:nvSpPr>
        <p:spPr>
          <a:xfrm>
            <a:off x="5637659" y="3233332"/>
            <a:ext cx="3866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TIM</a:t>
            </a:r>
          </a:p>
        </p:txBody>
      </p:sp>
      <p:sp>
        <p:nvSpPr>
          <p:cNvPr id="56" name="Flowchart: Delay 55">
            <a:extLst>
              <a:ext uri="{FF2B5EF4-FFF2-40B4-BE49-F238E27FC236}">
                <a16:creationId xmlns:a16="http://schemas.microsoft.com/office/drawing/2014/main" id="{28CEFDFE-7513-AB52-457A-FD0A7DC953B4}"/>
              </a:ext>
            </a:extLst>
          </p:cNvPr>
          <p:cNvSpPr/>
          <p:nvPr/>
        </p:nvSpPr>
        <p:spPr>
          <a:xfrm rot="16200000">
            <a:off x="1888152" y="2458372"/>
            <a:ext cx="78399" cy="197810"/>
          </a:xfrm>
          <a:prstGeom prst="flowChartDelay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lowchart: Delay 57">
            <a:extLst>
              <a:ext uri="{FF2B5EF4-FFF2-40B4-BE49-F238E27FC236}">
                <a16:creationId xmlns:a16="http://schemas.microsoft.com/office/drawing/2014/main" id="{746BCD30-53C7-195F-381D-802837277D59}"/>
              </a:ext>
            </a:extLst>
          </p:cNvPr>
          <p:cNvSpPr/>
          <p:nvPr/>
        </p:nvSpPr>
        <p:spPr>
          <a:xfrm rot="16200000">
            <a:off x="4708515" y="2722042"/>
            <a:ext cx="78399" cy="197810"/>
          </a:xfrm>
          <a:prstGeom prst="flowChartDelay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800F86F-0273-9158-172C-4E8D702E7CC5}"/>
              </a:ext>
            </a:extLst>
          </p:cNvPr>
          <p:cNvSpPr txBox="1"/>
          <p:nvPr/>
        </p:nvSpPr>
        <p:spPr>
          <a:xfrm>
            <a:off x="3218887" y="2050639"/>
            <a:ext cx="9348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PCB Warpage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5AEE545-7B25-815F-12CE-6A97927F6ED0}"/>
              </a:ext>
            </a:extLst>
          </p:cNvPr>
          <p:cNvCxnSpPr/>
          <p:nvPr/>
        </p:nvCxnSpPr>
        <p:spPr>
          <a:xfrm flipH="1">
            <a:off x="3448339" y="2276014"/>
            <a:ext cx="217284" cy="3093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89E1F776-BD21-4228-0DB1-C773F24BDD44}"/>
              </a:ext>
            </a:extLst>
          </p:cNvPr>
          <p:cNvSpPr txBox="1"/>
          <p:nvPr/>
        </p:nvSpPr>
        <p:spPr>
          <a:xfrm>
            <a:off x="1019785" y="1791915"/>
            <a:ext cx="6094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Anchor </a:t>
            </a:r>
            <a:br>
              <a:rPr lang="en-US" sz="1000"/>
            </a:br>
            <a:r>
              <a:rPr lang="en-US" sz="1000"/>
              <a:t>point 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18E2CB3-F601-9997-F7BB-723EDCCAD5AA}"/>
              </a:ext>
            </a:extLst>
          </p:cNvPr>
          <p:cNvSpPr txBox="1"/>
          <p:nvPr/>
        </p:nvSpPr>
        <p:spPr>
          <a:xfrm>
            <a:off x="5034877" y="2157167"/>
            <a:ext cx="6094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Anchor </a:t>
            </a:r>
            <a:br>
              <a:rPr lang="en-US" sz="1000"/>
            </a:br>
            <a:r>
              <a:rPr lang="en-US" sz="1000"/>
              <a:t>point 2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39D4100-F050-7F3B-4A8B-6484F012BECA}"/>
              </a:ext>
            </a:extLst>
          </p:cNvPr>
          <p:cNvCxnSpPr>
            <a:cxnSpLocks/>
          </p:cNvCxnSpPr>
          <p:nvPr/>
        </p:nvCxnSpPr>
        <p:spPr>
          <a:xfrm>
            <a:off x="1475019" y="2191421"/>
            <a:ext cx="316939" cy="2906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587C1CE-BDA2-C4AF-9618-C70895E2E1E4}"/>
              </a:ext>
            </a:extLst>
          </p:cNvPr>
          <p:cNvCxnSpPr/>
          <p:nvPr/>
        </p:nvCxnSpPr>
        <p:spPr>
          <a:xfrm flipH="1">
            <a:off x="4836830" y="2437601"/>
            <a:ext cx="217284" cy="3093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509FBD6-DD29-BF28-2648-7CB15111B069}"/>
              </a:ext>
            </a:extLst>
          </p:cNvPr>
          <p:cNvCxnSpPr>
            <a:cxnSpLocks/>
          </p:cNvCxnSpPr>
          <p:nvPr/>
        </p:nvCxnSpPr>
        <p:spPr>
          <a:xfrm flipH="1" flipV="1">
            <a:off x="2017012" y="1963135"/>
            <a:ext cx="2434" cy="620928"/>
          </a:xfrm>
          <a:prstGeom prst="line">
            <a:avLst/>
          </a:prstGeom>
          <a:ln w="635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8C60D50-F0A8-8529-16E8-4C5B857FFF52}"/>
              </a:ext>
            </a:extLst>
          </p:cNvPr>
          <p:cNvCxnSpPr>
            <a:cxnSpLocks/>
          </p:cNvCxnSpPr>
          <p:nvPr/>
        </p:nvCxnSpPr>
        <p:spPr>
          <a:xfrm flipV="1">
            <a:off x="4245047" y="1928722"/>
            <a:ext cx="0" cy="904034"/>
          </a:xfrm>
          <a:prstGeom prst="line">
            <a:avLst/>
          </a:prstGeom>
          <a:ln w="635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4B3BEDF-B688-BD5C-5460-5D48C7339288}"/>
              </a:ext>
            </a:extLst>
          </p:cNvPr>
          <p:cNvCxnSpPr>
            <a:cxnSpLocks/>
          </p:cNvCxnSpPr>
          <p:nvPr/>
        </p:nvCxnSpPr>
        <p:spPr>
          <a:xfrm>
            <a:off x="1999780" y="1943095"/>
            <a:ext cx="2226114" cy="10631"/>
          </a:xfrm>
          <a:prstGeom prst="straightConnector1">
            <a:avLst/>
          </a:prstGeom>
          <a:ln w="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AD7A4B0B-6E8B-046B-33F9-24DEF6D2A9EC}"/>
              </a:ext>
            </a:extLst>
          </p:cNvPr>
          <p:cNvSpPr txBox="1"/>
          <p:nvPr/>
        </p:nvSpPr>
        <p:spPr>
          <a:xfrm>
            <a:off x="2743339" y="1682501"/>
            <a:ext cx="13628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rgbClr val="FF0000"/>
                </a:solidFill>
              </a:rPr>
              <a:t>Anchor point distance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C667377-4E9F-7214-B9D9-AC01221CD54F}"/>
              </a:ext>
            </a:extLst>
          </p:cNvPr>
          <p:cNvSpPr txBox="1"/>
          <p:nvPr/>
        </p:nvSpPr>
        <p:spPr>
          <a:xfrm>
            <a:off x="704809" y="4009519"/>
            <a:ext cx="605794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Warpage [%] = (</a:t>
            </a: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Tolerance) </a:t>
            </a:r>
            <a:r>
              <a:rPr lang="en-US"/>
              <a:t>/ (</a:t>
            </a:r>
            <a:r>
              <a:rPr lang="en-US">
                <a:solidFill>
                  <a:srgbClr val="FF0000"/>
                </a:solidFill>
              </a:rPr>
              <a:t>Anchor point distance</a:t>
            </a:r>
            <a:r>
              <a:rPr lang="en-US"/>
              <a:t>) *100%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3D258FE-32CB-21DD-DF83-C07E2840F67A}"/>
                  </a:ext>
                </a:extLst>
              </p:cNvPr>
              <p:cNvSpPr txBox="1"/>
              <p:nvPr/>
            </p:nvSpPr>
            <p:spPr>
              <a:xfrm>
                <a:off x="376952" y="4506716"/>
                <a:ext cx="3969933" cy="1453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Example: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Accumulated Mec. Tolerance 500µm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/>
                  <a:t>Max Warpage 0.75%</a:t>
                </a:r>
              </a:p>
              <a:p>
                <a:r>
                  <a:rPr lang="en-US"/>
                  <a:t>Min Distance: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0.5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𝑚𝑚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0.0075</m:t>
                        </m:r>
                      </m:den>
                    </m:f>
                  </m:oMath>
                </a14:m>
                <a:r>
                  <a:rPr lang="en-US" sz="2400"/>
                  <a:t>=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66.6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𝑚𝑚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3D258FE-32CB-21DD-DF83-C07E2840F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52" y="4506716"/>
                <a:ext cx="3969933" cy="1453218"/>
              </a:xfrm>
              <a:prstGeom prst="rect">
                <a:avLst/>
              </a:prstGeom>
              <a:blipFill>
                <a:blip r:embed="rId2"/>
                <a:stretch>
                  <a:fillRect l="-1382" t="-1674" r="-768" b="-2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TextBox 83">
            <a:extLst>
              <a:ext uri="{FF2B5EF4-FFF2-40B4-BE49-F238E27FC236}">
                <a16:creationId xmlns:a16="http://schemas.microsoft.com/office/drawing/2014/main" id="{1E0720DA-CD18-3269-D14A-9189A7C05C67}"/>
              </a:ext>
            </a:extLst>
          </p:cNvPr>
          <p:cNvSpPr txBox="1"/>
          <p:nvPr/>
        </p:nvSpPr>
        <p:spPr>
          <a:xfrm>
            <a:off x="6484070" y="3110832"/>
            <a:ext cx="23631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chemeClr val="accent2">
                    <a:lumMod val="75000"/>
                  </a:schemeClr>
                </a:solidFill>
              </a:rPr>
              <a:t>Accumulated Tolerance </a:t>
            </a:r>
            <a:br>
              <a:rPr lang="en-US" sz="1600">
                <a:solidFill>
                  <a:schemeClr val="accent2">
                    <a:lumMod val="75000"/>
                  </a:schemeClr>
                </a:solidFill>
              </a:rPr>
            </a:br>
            <a:r>
              <a:rPr lang="el-GR" sz="1600">
                <a:solidFill>
                  <a:schemeClr val="accent2">
                    <a:lumMod val="75000"/>
                  </a:schemeClr>
                </a:solidFill>
              </a:rPr>
              <a:t>Σ</a:t>
            </a:r>
            <a:r>
              <a:rPr lang="en-US" sz="1600">
                <a:solidFill>
                  <a:schemeClr val="accent2">
                    <a:lumMod val="75000"/>
                  </a:schemeClr>
                </a:solidFill>
              </a:rPr>
              <a:t>{Mec + Chip + TIM + …}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ADF86E-7A89-F756-B5B3-B081B23F4241}"/>
              </a:ext>
            </a:extLst>
          </p:cNvPr>
          <p:cNvSpPr txBox="1"/>
          <p:nvPr/>
        </p:nvSpPr>
        <p:spPr>
          <a:xfrm>
            <a:off x="6096000" y="4704977"/>
            <a:ext cx="51684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Distance between anchoring points should consider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PCB flexibility (leads to larger distance)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Vibrations (leads to shorter distance)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8E7BBAC-98B8-A225-35BD-6CCA8D7773CC}"/>
              </a:ext>
            </a:extLst>
          </p:cNvPr>
          <p:cNvCxnSpPr>
            <a:cxnSpLocks/>
            <a:stCxn id="59" idx="2"/>
          </p:cNvCxnSpPr>
          <p:nvPr/>
        </p:nvCxnSpPr>
        <p:spPr>
          <a:xfrm>
            <a:off x="3686323" y="2296860"/>
            <a:ext cx="360053" cy="5240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1432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3437B-E6A7-7CF4-42ED-19186B6DF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445DED6-4E3E-BC9A-F1BD-75CD4386A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427" y="2639424"/>
            <a:ext cx="9029700" cy="35147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FB9A203-8662-B596-91E7-9A41BB67A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>
                <a:solidFill>
                  <a:srgbClr val="000000"/>
                </a:solidFill>
                <a:effectLst/>
                <a:latin typeface="WordVisi_MSFontService"/>
              </a:rPr>
              <a:t>Components height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6FC9E-C4BB-4EAD-A582-F0ADC48C4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Tall components, such as Aluminum Elect. Capacitors, should have a special consideration.</a:t>
            </a:r>
          </a:p>
          <a:p>
            <a:pPr lvl="1"/>
            <a:r>
              <a:rPr lang="en-US"/>
              <a:t>Collision with other components or </a:t>
            </a:r>
            <a:r>
              <a:rPr lang="en-US" err="1"/>
              <a:t>mec</a:t>
            </a:r>
            <a:r>
              <a:rPr lang="en-US"/>
              <a:t>. Parts</a:t>
            </a:r>
          </a:p>
          <a:p>
            <a:pPr lvl="1"/>
            <a:r>
              <a:rPr lang="en-US"/>
              <a:t>Consider stress on PCB and part- pins due to vibrations</a:t>
            </a:r>
          </a:p>
          <a:p>
            <a:pPr lvl="1"/>
            <a:r>
              <a:rPr lang="en-US"/>
              <a:t>In case of tall SMD parts, consider via holes </a:t>
            </a:r>
            <a:br>
              <a:rPr lang="en-US"/>
            </a:br>
            <a:r>
              <a:rPr lang="en-US"/>
              <a:t>to enforce the bonding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25B65-97BA-779A-A0C9-3B6083B83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11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64166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164E1-BCB0-2146-4DB4-7CF0AABBF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Production Methode- TH/ SMD 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9CD45-F78C-C6D8-FA4E-CCC01C34F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 parts can be soldered by few technics (Wave/ Robotic/ Laser).</a:t>
            </a:r>
          </a:p>
          <a:p>
            <a:r>
              <a:rPr lang="en-US"/>
              <a:t>Most common practice is Wave Solder with a selective Pallet.</a:t>
            </a:r>
          </a:p>
          <a:p>
            <a:endParaRPr lang="en-US"/>
          </a:p>
          <a:p>
            <a:r>
              <a:rPr lang="en-US"/>
              <a:t>Side view (section) of a selective Pallet</a:t>
            </a:r>
          </a:p>
          <a:p>
            <a:endParaRPr lang="en-US"/>
          </a:p>
          <a:p>
            <a:r>
              <a:rPr lang="en-US"/>
              <a:t>Distance between TH pads and </a:t>
            </a:r>
            <a:br>
              <a:rPr lang="en-US"/>
            </a:br>
            <a:r>
              <a:rPr lang="en-US"/>
              <a:t>SMD pads on PS is according to </a:t>
            </a:r>
            <a:br>
              <a:rPr lang="en-US"/>
            </a:br>
            <a:r>
              <a:rPr lang="en-US"/>
              <a:t>the SMD parts height.</a:t>
            </a:r>
          </a:p>
          <a:p>
            <a:r>
              <a:rPr lang="en-US"/>
              <a:t>Max height of SMD part on </a:t>
            </a:r>
            <a:br>
              <a:rPr lang="en-US"/>
            </a:br>
            <a:r>
              <a:rPr lang="en-US"/>
              <a:t>PS (for wave soldering) is 7mm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362A6-6DE3-87C8-3538-0353F2D2F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12</a:t>
            </a:fld>
            <a:endParaRPr lang="en-I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B0EF9E-2C4E-C0A9-E65D-8F7F875A1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419" y="4178873"/>
            <a:ext cx="4757565" cy="25981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4ECF10-8409-398D-7D14-560BC0940C2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79770" y="2804971"/>
            <a:ext cx="5911961" cy="11393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967600-2404-6749-4F4B-1137D5591C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6761" y="194513"/>
            <a:ext cx="3509750" cy="27075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85BE3B-8AFB-82C7-F5D2-1DC03D733987}"/>
              </a:ext>
            </a:extLst>
          </p:cNvPr>
          <p:cNvSpPr txBox="1"/>
          <p:nvPr/>
        </p:nvSpPr>
        <p:spPr>
          <a:xfrm>
            <a:off x="9584143" y="2809466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/>
              <a:t>selective Pallet</a:t>
            </a:r>
          </a:p>
        </p:txBody>
      </p:sp>
    </p:spTree>
    <p:extLst>
      <p:ext uri="{BB962C8B-B14F-4D97-AF65-F5344CB8AC3E}">
        <p14:creationId xmlns:p14="http://schemas.microsoft.com/office/powerpoint/2010/main" val="3410699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9EFDB-3A87-65A2-5214-C983A76D9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Thermal considerations 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29A9E-FD26-C934-B9AB-8FAE576C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000" y="1194816"/>
            <a:ext cx="11160000" cy="4959333"/>
          </a:xfrm>
        </p:spPr>
        <p:txBody>
          <a:bodyPr/>
          <a:lstStyle/>
          <a:p>
            <a:r>
              <a:rPr lang="en-US"/>
              <a:t>Hi Power components requires cooling,</a:t>
            </a:r>
          </a:p>
          <a:p>
            <a:r>
              <a:rPr lang="en-US"/>
              <a:t>As per the ambient conditions, and the power to be dissipate, a thermal consideration should be study.</a:t>
            </a:r>
          </a:p>
          <a:p>
            <a:r>
              <a:rPr lang="en-US"/>
              <a:t>Power parts can be cooled to Heat Sinks as:</a:t>
            </a:r>
          </a:p>
          <a:p>
            <a:pPr lvl="1"/>
            <a:r>
              <a:rPr lang="en-US"/>
              <a:t>TH connection to heat sink(TO-220/ TO 247) </a:t>
            </a:r>
            <a:br>
              <a:rPr lang="en-US"/>
            </a:br>
            <a:endParaRPr lang="en-US"/>
          </a:p>
          <a:p>
            <a:pPr lvl="1"/>
            <a:r>
              <a:rPr lang="en-US" b="1"/>
              <a:t>Bottom</a:t>
            </a:r>
            <a:r>
              <a:rPr lang="en-US"/>
              <a:t> side cooled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r>
              <a:rPr lang="en-US" b="1"/>
              <a:t>Top</a:t>
            </a:r>
            <a:r>
              <a:rPr lang="en-US"/>
              <a:t> Side cooled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ED9045-540A-55F9-71B0-DC005C975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13</a:t>
            </a:fld>
            <a:endParaRPr lang="en-I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48E145B-AF54-566C-A965-8BEDEFFFD6C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42781" y="1727159"/>
            <a:ext cx="1749877" cy="170184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6FF71A0-9895-06C5-62C1-FEED51FD1C4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58347" y="2962311"/>
            <a:ext cx="2574969" cy="199806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B0F5AF7-78AD-2FE6-91DF-9231C418B5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4603457" y="4959339"/>
            <a:ext cx="2429859" cy="18174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0409DB9-FCA4-D7E1-1760-E854A399D3EE}"/>
              </a:ext>
            </a:extLst>
          </p:cNvPr>
          <p:cNvSpPr txBox="1"/>
          <p:nvPr/>
        </p:nvSpPr>
        <p:spPr>
          <a:xfrm>
            <a:off x="4595442" y="5621846"/>
            <a:ext cx="441146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 b="1">
                <a:latin typeface="Times New Roman" panose="02020603050405020304" pitchFamily="18" charset="0"/>
                <a:cs typeface="Times New Roman" panose="02020603050405020304" pitchFamily="18" charset="0"/>
              </a:rPr>
              <a:t>FET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EC29A9-107C-CB53-7C45-C49BF6E1C84D}"/>
              </a:ext>
            </a:extLst>
          </p:cNvPr>
          <p:cNvSpPr txBox="1"/>
          <p:nvPr/>
        </p:nvSpPr>
        <p:spPr>
          <a:xfrm>
            <a:off x="4603456" y="6026726"/>
            <a:ext cx="441146" cy="246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000" b="1">
                <a:latin typeface="Times New Roman" panose="02020603050405020304" pitchFamily="18" charset="0"/>
                <a:cs typeface="Times New Roman" panose="02020603050405020304" pitchFamily="18" charset="0"/>
              </a:rPr>
              <a:t>TIM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139526-DC1D-1429-43F1-738B18CA9FFD}"/>
              </a:ext>
            </a:extLst>
          </p:cNvPr>
          <p:cNvSpPr txBox="1"/>
          <p:nvPr/>
        </p:nvSpPr>
        <p:spPr>
          <a:xfrm>
            <a:off x="6314561" y="6539962"/>
            <a:ext cx="675185" cy="246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000" b="1">
                <a:latin typeface="Times New Roman" panose="02020603050405020304" pitchFamily="18" charset="0"/>
                <a:cs typeface="Times New Roman" panose="02020603050405020304" pitchFamily="18" charset="0"/>
              </a:rPr>
              <a:t>Heatsink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40D117-6F53-FC26-9A90-74B696FAABC2}"/>
              </a:ext>
            </a:extLst>
          </p:cNvPr>
          <p:cNvSpPr txBox="1"/>
          <p:nvPr/>
        </p:nvSpPr>
        <p:spPr>
          <a:xfrm>
            <a:off x="6264536" y="3237533"/>
            <a:ext cx="441146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 b="1">
                <a:latin typeface="Times New Roman" panose="02020603050405020304" pitchFamily="18" charset="0"/>
                <a:cs typeface="Times New Roman" panose="02020603050405020304" pitchFamily="18" charset="0"/>
              </a:rPr>
              <a:t>FET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CFAD45-D2D3-A360-D5ED-448B7E457F27}"/>
              </a:ext>
            </a:extLst>
          </p:cNvPr>
          <p:cNvSpPr txBox="1"/>
          <p:nvPr/>
        </p:nvSpPr>
        <p:spPr>
          <a:xfrm>
            <a:off x="7201268" y="4155459"/>
            <a:ext cx="441146" cy="246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000" b="1">
                <a:latin typeface="Times New Roman" panose="02020603050405020304" pitchFamily="18" charset="0"/>
                <a:cs typeface="Times New Roman" panose="02020603050405020304" pitchFamily="18" charset="0"/>
              </a:rPr>
              <a:t>TIM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8444574-8400-AE18-493C-10FC0FFF4E56}"/>
              </a:ext>
            </a:extLst>
          </p:cNvPr>
          <p:cNvCxnSpPr>
            <a:endCxn id="8" idx="2"/>
          </p:cNvCxnSpPr>
          <p:nvPr/>
        </p:nvCxnSpPr>
        <p:spPr>
          <a:xfrm>
            <a:off x="6314561" y="3483754"/>
            <a:ext cx="17054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B4C3D59-5AA5-D835-90DC-1D59C3A86707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6904472" y="4270901"/>
            <a:ext cx="296796" cy="7669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A13EF7B-BC2D-2D6F-181A-CBB54B493309}"/>
              </a:ext>
            </a:extLst>
          </p:cNvPr>
          <p:cNvSpPr txBox="1"/>
          <p:nvPr/>
        </p:nvSpPr>
        <p:spPr>
          <a:xfrm>
            <a:off x="5525258" y="5187930"/>
            <a:ext cx="4411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84C806-FCAF-4A1C-F939-738EE4C68E04}"/>
              </a:ext>
            </a:extLst>
          </p:cNvPr>
          <p:cNvSpPr txBox="1"/>
          <p:nvPr/>
        </p:nvSpPr>
        <p:spPr>
          <a:xfrm>
            <a:off x="4824029" y="3725909"/>
            <a:ext cx="4411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PCB</a:t>
            </a:r>
          </a:p>
        </p:txBody>
      </p:sp>
    </p:spTree>
    <p:extLst>
      <p:ext uri="{BB962C8B-B14F-4D97-AF65-F5344CB8AC3E}">
        <p14:creationId xmlns:p14="http://schemas.microsoft.com/office/powerpoint/2010/main" val="369211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A52D2-C51B-34FA-7DC9-A673893E2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42CFC-7DA1-A43A-FF9B-EFBD6D336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Thermal considerations 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D7CE4-62F5-634B-61C2-87EAFB565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000" y="1018289"/>
            <a:ext cx="11160000" cy="4959333"/>
          </a:xfrm>
        </p:spPr>
        <p:txBody>
          <a:bodyPr/>
          <a:lstStyle/>
          <a:p>
            <a:r>
              <a:rPr lang="en-US"/>
              <a:t>Copper thickness is defined in copper weight in units of </a:t>
            </a:r>
            <a:r>
              <a:rPr lang="en-US" b="0" i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ounces (oz.)</a:t>
            </a:r>
            <a:r>
              <a:rPr lang="en-US"/>
              <a:t>/ </a:t>
            </a:r>
            <a:r>
              <a:rPr lang="en-US" b="0" i="0">
                <a:solidFill>
                  <a:srgbClr val="040C28"/>
                </a:solidFill>
                <a:effectLst/>
                <a:latin typeface="Arial" panose="020B0604020202020204" pitchFamily="34" charset="0"/>
              </a:rPr>
              <a:t>square foot area</a:t>
            </a:r>
            <a:endParaRPr lang="en-US" baseline="30000"/>
          </a:p>
          <a:p>
            <a:pPr lvl="1"/>
            <a:r>
              <a:rPr lang="en-US" b="1"/>
              <a:t>Hi current </a:t>
            </a:r>
            <a:r>
              <a:rPr lang="en-US"/>
              <a:t>traces- need to use PCB trace calculator. </a:t>
            </a:r>
            <a:br>
              <a:rPr lang="en-US"/>
            </a:br>
            <a:r>
              <a:rPr lang="en-US"/>
              <a:t>Considerations are </a:t>
            </a:r>
            <a:r>
              <a:rPr lang="en-US" b="1"/>
              <a:t>temp rise </a:t>
            </a:r>
            <a:r>
              <a:rPr lang="en-US"/>
              <a:t>and </a:t>
            </a:r>
            <a:r>
              <a:rPr lang="en-US" b="1"/>
              <a:t>power losses</a:t>
            </a:r>
            <a:r>
              <a:rPr lang="en-US"/>
              <a:t>.</a:t>
            </a:r>
            <a:br>
              <a:rPr lang="en-US"/>
            </a:br>
            <a:r>
              <a:rPr lang="en-US"/>
              <a:t>note the difference between internal and external layers.</a:t>
            </a:r>
            <a:br>
              <a:rPr lang="en-US"/>
            </a:br>
            <a:r>
              <a:rPr lang="en-US">
                <a:hlinkClick r:id="rId2"/>
              </a:rPr>
              <a:t>https://www.advancedpcb.com/en-us/tools/trace-width-calculator/</a:t>
            </a:r>
            <a:endParaRPr lang="en-US"/>
          </a:p>
          <a:p>
            <a:pPr lvl="1"/>
            <a:r>
              <a:rPr lang="en-US"/>
              <a:t>Standard copper thicknesses:</a:t>
            </a:r>
          </a:p>
          <a:p>
            <a:pPr lvl="2"/>
            <a:r>
              <a:rPr lang="en-US"/>
              <a:t>0.5oz. (17µ)</a:t>
            </a:r>
          </a:p>
          <a:p>
            <a:pPr lvl="2"/>
            <a:r>
              <a:rPr lang="en-US"/>
              <a:t>1oz. (35µ)</a:t>
            </a:r>
          </a:p>
          <a:p>
            <a:pPr lvl="2"/>
            <a:r>
              <a:rPr lang="en-US"/>
              <a:t>2oz. (70µ)</a:t>
            </a:r>
          </a:p>
          <a:p>
            <a:pPr lvl="1"/>
            <a:r>
              <a:rPr lang="en-US"/>
              <a:t>Thicker layers are available too, but not std.</a:t>
            </a:r>
          </a:p>
          <a:p>
            <a:pPr lvl="1"/>
            <a:r>
              <a:rPr lang="en-US"/>
              <a:t>Internal layers cooling using Vias</a:t>
            </a:r>
          </a:p>
          <a:p>
            <a:r>
              <a:rPr lang="en-US"/>
              <a:t>Bottom side cooling components</a:t>
            </a:r>
          </a:p>
          <a:p>
            <a:endParaRPr lang="en-US"/>
          </a:p>
          <a:p>
            <a:r>
              <a:rPr lang="en-US"/>
              <a:t>When having large components, consider path for </a:t>
            </a:r>
            <a:br>
              <a:rPr lang="en-US"/>
            </a:br>
            <a:r>
              <a:rPr lang="en-US"/>
              <a:t>air flow/ ventilation between them.</a:t>
            </a:r>
          </a:p>
          <a:p>
            <a:r>
              <a:rPr lang="en-US"/>
              <a:t>Try to spread the power sources to avoid hot spots.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F7858-F3AA-FB36-2764-1DE72AAC9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14</a:t>
            </a:fld>
            <a:endParaRPr lang="en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6D7F96-58AF-BE5E-9B9B-C9AED1645A4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2600"/>
              </a:clrFrom>
              <a:clrTo>
                <a:srgbClr val="0026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77980" y="4007573"/>
            <a:ext cx="2190750" cy="22288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D6FAF4-6469-8EB3-E682-E1A75252C027}"/>
              </a:ext>
            </a:extLst>
          </p:cNvPr>
          <p:cNvSpPr txBox="1"/>
          <p:nvPr/>
        </p:nvSpPr>
        <p:spPr>
          <a:xfrm>
            <a:off x="10743071" y="4694000"/>
            <a:ext cx="1139794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400" b="0" i="0">
                <a:solidFill>
                  <a:srgbClr val="FF0000"/>
                </a:solidFill>
                <a:effectLst/>
                <a:latin typeface="WordVisi_MSFontService"/>
              </a:rPr>
              <a:t>Bottom Side Cooling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377A21-4EC4-260A-EDCD-1FBDEC226B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2893" y="2417888"/>
            <a:ext cx="1758064" cy="13997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7193863-7F04-5A29-E42D-139FD052B0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3936" y="2310210"/>
            <a:ext cx="1758064" cy="1615089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4A0A11F-C5C0-42B6-AC21-A77AEC814FBA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1312968" y="3242074"/>
            <a:ext cx="0" cy="14519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58BD867-3FA8-0438-1246-64DF33595E39}"/>
              </a:ext>
            </a:extLst>
          </p:cNvPr>
          <p:cNvCxnSpPr>
            <a:cxnSpLocks/>
          </p:cNvCxnSpPr>
          <p:nvPr/>
        </p:nvCxnSpPr>
        <p:spPr>
          <a:xfrm flipH="1">
            <a:off x="9373355" y="4955610"/>
            <a:ext cx="1369716" cy="1663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1464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46A3D-AD5F-7443-879A-1D6CD2BE7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029" y="138739"/>
            <a:ext cx="11160000" cy="731520"/>
          </a:xfrm>
        </p:spPr>
        <p:txBody>
          <a:bodyPr/>
          <a:lstStyle/>
          <a:p>
            <a:r>
              <a:rPr lang="en-US" b="0" i="0">
                <a:solidFill>
                  <a:srgbClr val="000000"/>
                </a:solidFill>
                <a:effectLst/>
                <a:latin typeface="WordVisi_MSFontService"/>
              </a:rPr>
              <a:t>Connectors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97F5C-D58A-B123-7FA0-DA0DB63C1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201" y="1058466"/>
            <a:ext cx="11160000" cy="4680000"/>
          </a:xfrm>
        </p:spPr>
        <p:txBody>
          <a:bodyPr/>
          <a:lstStyle/>
          <a:p>
            <a:r>
              <a:rPr lang="en-US" b="0" i="0">
                <a:solidFill>
                  <a:srgbClr val="000000"/>
                </a:solidFill>
                <a:effectLst/>
                <a:latin typeface="WordVisi_MSFontService"/>
              </a:rPr>
              <a:t>pin#1 (!!!!)</a:t>
            </a:r>
          </a:p>
          <a:p>
            <a:r>
              <a:rPr lang="en-US" sz="1800" b="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Mating connectors</a:t>
            </a:r>
          </a:p>
          <a:p>
            <a:pPr lvl="1"/>
            <a:r>
              <a:rPr lang="en-US" sz="1800" b="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Vertical/R/A</a:t>
            </a:r>
          </a:p>
          <a:p>
            <a:pPr lvl="1"/>
            <a:r>
              <a:rPr lang="en-US" sz="1800" b="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Mirror</a:t>
            </a:r>
          </a:p>
          <a:p>
            <a:pPr lvl="1"/>
            <a:r>
              <a:rPr lang="en-US" sz="1800" b="0" i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Pin # 1 (IDC/ BE/ TE) 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1A4289-F439-5FB3-891A-187EF66F2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15</a:t>
            </a:fld>
            <a:endParaRPr lang="en-I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4FA351-C5D3-B4BD-CBC6-1797C81E727F}"/>
              </a:ext>
            </a:extLst>
          </p:cNvPr>
          <p:cNvSpPr txBox="1"/>
          <p:nvPr/>
        </p:nvSpPr>
        <p:spPr>
          <a:xfrm>
            <a:off x="11596669" y="2482523"/>
            <a:ext cx="595331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400" b="0" i="0">
                <a:solidFill>
                  <a:srgbClr val="FF0000"/>
                </a:solidFill>
                <a:effectLst/>
                <a:latin typeface="WordVisi_MSFontService"/>
              </a:rPr>
              <a:t>pin#1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A47D90A-A75A-B1C2-38B6-9F72EA61950F}"/>
              </a:ext>
            </a:extLst>
          </p:cNvPr>
          <p:cNvGrpSpPr/>
          <p:nvPr/>
        </p:nvGrpSpPr>
        <p:grpSpPr>
          <a:xfrm>
            <a:off x="7781924" y="832628"/>
            <a:ext cx="3261997" cy="3852454"/>
            <a:chOff x="7097594" y="832628"/>
            <a:chExt cx="3946328" cy="4769488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3236B0B-8FB4-F402-C743-C1673C2E2B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97594" y="832628"/>
              <a:ext cx="3946328" cy="4769488"/>
            </a:xfrm>
            <a:prstGeom prst="rect">
              <a:avLst/>
            </a:prstGeom>
          </p:spPr>
        </p:pic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0EA8F84-FABB-3C18-654E-CD9C035BF7B8}"/>
                </a:ext>
              </a:extLst>
            </p:cNvPr>
            <p:cNvSpPr/>
            <p:nvPr/>
          </p:nvSpPr>
          <p:spPr>
            <a:xfrm>
              <a:off x="10278178" y="1961682"/>
              <a:ext cx="217509" cy="805758"/>
            </a:xfrm>
            <a:custGeom>
              <a:avLst/>
              <a:gdLst>
                <a:gd name="connsiteX0" fmla="*/ 190123 w 217509"/>
                <a:gd name="connsiteY0" fmla="*/ 0 h 805758"/>
                <a:gd name="connsiteX1" fmla="*/ 217283 w 217509"/>
                <a:gd name="connsiteY1" fmla="*/ 506994 h 805758"/>
                <a:gd name="connsiteX2" fmla="*/ 199177 w 217509"/>
                <a:gd name="connsiteY2" fmla="*/ 651850 h 805758"/>
                <a:gd name="connsiteX3" fmla="*/ 135802 w 217509"/>
                <a:gd name="connsiteY3" fmla="*/ 751438 h 805758"/>
                <a:gd name="connsiteX4" fmla="*/ 27161 w 217509"/>
                <a:gd name="connsiteY4" fmla="*/ 796705 h 805758"/>
                <a:gd name="connsiteX5" fmla="*/ 0 w 217509"/>
                <a:gd name="connsiteY5" fmla="*/ 805758 h 805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509" h="805758">
                  <a:moveTo>
                    <a:pt x="190123" y="0"/>
                  </a:moveTo>
                  <a:cubicBezTo>
                    <a:pt x="202948" y="199176"/>
                    <a:pt x="215774" y="398352"/>
                    <a:pt x="217283" y="506994"/>
                  </a:cubicBezTo>
                  <a:cubicBezTo>
                    <a:pt x="218792" y="615636"/>
                    <a:pt x="212757" y="611109"/>
                    <a:pt x="199177" y="651850"/>
                  </a:cubicBezTo>
                  <a:cubicBezTo>
                    <a:pt x="185597" y="692591"/>
                    <a:pt x="164471" y="727296"/>
                    <a:pt x="135802" y="751438"/>
                  </a:cubicBezTo>
                  <a:cubicBezTo>
                    <a:pt x="107133" y="775580"/>
                    <a:pt x="27161" y="796705"/>
                    <a:pt x="27161" y="796705"/>
                  </a:cubicBezTo>
                  <a:cubicBezTo>
                    <a:pt x="4527" y="805758"/>
                    <a:pt x="2263" y="805758"/>
                    <a:pt x="0" y="805758"/>
                  </a:cubicBezTo>
                </a:path>
              </a:pathLst>
            </a:custGeom>
            <a:noFill/>
            <a:ln>
              <a:solidFill>
                <a:srgbClr val="D600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811DE22-4E32-3D34-3548-6F8012AEF80B}"/>
                </a:ext>
              </a:extLst>
            </p:cNvPr>
            <p:cNvSpPr/>
            <p:nvPr/>
          </p:nvSpPr>
          <p:spPr>
            <a:xfrm>
              <a:off x="9735405" y="2845982"/>
              <a:ext cx="724277" cy="1321805"/>
            </a:xfrm>
            <a:custGeom>
              <a:avLst/>
              <a:gdLst>
                <a:gd name="connsiteX0" fmla="*/ 0 w 724277"/>
                <a:gd name="connsiteY0" fmla="*/ 0 h 1321805"/>
                <a:gd name="connsiteX1" fmla="*/ 172016 w 724277"/>
                <a:gd name="connsiteY1" fmla="*/ 380245 h 1321805"/>
                <a:gd name="connsiteX2" fmla="*/ 344032 w 724277"/>
                <a:gd name="connsiteY2" fmla="*/ 778598 h 1321805"/>
                <a:gd name="connsiteX3" fmla="*/ 425513 w 724277"/>
                <a:gd name="connsiteY3" fmla="*/ 941560 h 1321805"/>
                <a:gd name="connsiteX4" fmla="*/ 497940 w 724277"/>
                <a:gd name="connsiteY4" fmla="*/ 1077362 h 1321805"/>
                <a:gd name="connsiteX5" fmla="*/ 570368 w 724277"/>
                <a:gd name="connsiteY5" fmla="*/ 1149790 h 1321805"/>
                <a:gd name="connsiteX6" fmla="*/ 724277 w 724277"/>
                <a:gd name="connsiteY6" fmla="*/ 1321805 h 1321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24277" h="1321805">
                  <a:moveTo>
                    <a:pt x="0" y="0"/>
                  </a:moveTo>
                  <a:cubicBezTo>
                    <a:pt x="57338" y="125239"/>
                    <a:pt x="114677" y="250479"/>
                    <a:pt x="172016" y="380245"/>
                  </a:cubicBezTo>
                  <a:cubicBezTo>
                    <a:pt x="229355" y="510011"/>
                    <a:pt x="301783" y="685046"/>
                    <a:pt x="344032" y="778598"/>
                  </a:cubicBezTo>
                  <a:cubicBezTo>
                    <a:pt x="386281" y="872150"/>
                    <a:pt x="399862" y="891766"/>
                    <a:pt x="425513" y="941560"/>
                  </a:cubicBezTo>
                  <a:cubicBezTo>
                    <a:pt x="451164" y="991354"/>
                    <a:pt x="473798" y="1042657"/>
                    <a:pt x="497940" y="1077362"/>
                  </a:cubicBezTo>
                  <a:cubicBezTo>
                    <a:pt x="522083" y="1112067"/>
                    <a:pt x="532645" y="1109050"/>
                    <a:pt x="570368" y="1149790"/>
                  </a:cubicBezTo>
                  <a:cubicBezTo>
                    <a:pt x="608091" y="1190530"/>
                    <a:pt x="666184" y="1256167"/>
                    <a:pt x="724277" y="1321805"/>
                  </a:cubicBezTo>
                </a:path>
              </a:pathLst>
            </a:custGeom>
            <a:noFill/>
            <a:ln>
              <a:solidFill>
                <a:srgbClr val="D600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31EC6EF5-51E5-A8D3-7FBD-38255517FF40}"/>
              </a:ext>
            </a:extLst>
          </p:cNvPr>
          <p:cNvSpPr txBox="1"/>
          <p:nvPr/>
        </p:nvSpPr>
        <p:spPr>
          <a:xfrm>
            <a:off x="6744831" y="309408"/>
            <a:ext cx="4114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Flat Cable (IDC) B2B connection (</a:t>
            </a:r>
            <a:r>
              <a:rPr lang="en-US" err="1"/>
              <a:t>GoKart</a:t>
            </a:r>
            <a:r>
              <a:rPr lang="en-US"/>
              <a:t>)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8F41D33-BB60-4BB4-FF32-516893724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306" y="3429000"/>
            <a:ext cx="4200525" cy="328612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73ECAAC-271B-9137-6F7E-B5B57C4DED68}"/>
              </a:ext>
            </a:extLst>
          </p:cNvPr>
          <p:cNvSpPr txBox="1"/>
          <p:nvPr/>
        </p:nvSpPr>
        <p:spPr>
          <a:xfrm>
            <a:off x="49060" y="3575921"/>
            <a:ext cx="2443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BE B2B connection (V4)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E704651-9C54-9659-15BF-7C24EE60A2FF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3529451" y="3394681"/>
            <a:ext cx="366871" cy="7246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6BB94F1-C369-0399-2136-CF7CCA558EE0}"/>
              </a:ext>
            </a:extLst>
          </p:cNvPr>
          <p:cNvSpPr txBox="1"/>
          <p:nvPr/>
        </p:nvSpPr>
        <p:spPr>
          <a:xfrm>
            <a:off x="2725311" y="3086904"/>
            <a:ext cx="2342021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400" b="0" i="0">
                <a:solidFill>
                  <a:srgbClr val="FF0000"/>
                </a:solidFill>
                <a:effectLst/>
                <a:latin typeface="WordVisi_MSFontService"/>
              </a:rPr>
              <a:t>Bottom Entry, pin#1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1DFC76E-24DA-F23D-925F-87BB58B6FFD2}"/>
              </a:ext>
            </a:extLst>
          </p:cNvPr>
          <p:cNvSpPr txBox="1"/>
          <p:nvPr/>
        </p:nvSpPr>
        <p:spPr>
          <a:xfrm>
            <a:off x="183506" y="4770242"/>
            <a:ext cx="21744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* If mating connector is placed on PS, it is mirrored. Need to make sure that the schematics are according with the physical pins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4691633-BE91-D501-6249-D0B06906A39F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10459682" y="1323974"/>
            <a:ext cx="1136987" cy="13124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F72AB3A-2CBC-21C8-EA3E-F28448480418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10624088" y="2636412"/>
            <a:ext cx="972581" cy="9748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4615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CCADAB8-F698-245A-4E7A-3260383D9C84}"/>
              </a:ext>
            </a:extLst>
          </p:cNvPr>
          <p:cNvSpPr/>
          <p:nvPr/>
        </p:nvSpPr>
        <p:spPr>
          <a:xfrm>
            <a:off x="2324100" y="1993747"/>
            <a:ext cx="2330450" cy="349401"/>
          </a:xfrm>
          <a:custGeom>
            <a:avLst/>
            <a:gdLst>
              <a:gd name="connsiteX0" fmla="*/ 2305050 w 2305050"/>
              <a:gd name="connsiteY0" fmla="*/ 332061 h 398244"/>
              <a:gd name="connsiteX1" fmla="*/ 1790700 w 2305050"/>
              <a:gd name="connsiteY1" fmla="*/ 344761 h 398244"/>
              <a:gd name="connsiteX2" fmla="*/ 1492250 w 2305050"/>
              <a:gd name="connsiteY2" fmla="*/ 128861 h 398244"/>
              <a:gd name="connsiteX3" fmla="*/ 1111250 w 2305050"/>
              <a:gd name="connsiteY3" fmla="*/ 20911 h 398244"/>
              <a:gd name="connsiteX4" fmla="*/ 755650 w 2305050"/>
              <a:gd name="connsiteY4" fmla="*/ 33611 h 398244"/>
              <a:gd name="connsiteX5" fmla="*/ 482600 w 2305050"/>
              <a:gd name="connsiteY5" fmla="*/ 357461 h 398244"/>
              <a:gd name="connsiteX6" fmla="*/ 0 w 2305050"/>
              <a:gd name="connsiteY6" fmla="*/ 382861 h 398244"/>
              <a:gd name="connsiteX0" fmla="*/ 2305050 w 2305050"/>
              <a:gd name="connsiteY0" fmla="*/ 330351 h 388435"/>
              <a:gd name="connsiteX1" fmla="*/ 1790700 w 2305050"/>
              <a:gd name="connsiteY1" fmla="*/ 343051 h 388435"/>
              <a:gd name="connsiteX2" fmla="*/ 1492250 w 2305050"/>
              <a:gd name="connsiteY2" fmla="*/ 127151 h 388435"/>
              <a:gd name="connsiteX3" fmla="*/ 1111250 w 2305050"/>
              <a:gd name="connsiteY3" fmla="*/ 19201 h 388435"/>
              <a:gd name="connsiteX4" fmla="*/ 755650 w 2305050"/>
              <a:gd name="connsiteY4" fmla="*/ 31901 h 388435"/>
              <a:gd name="connsiteX5" fmla="*/ 571500 w 2305050"/>
              <a:gd name="connsiteY5" fmla="*/ 330351 h 388435"/>
              <a:gd name="connsiteX6" fmla="*/ 0 w 2305050"/>
              <a:gd name="connsiteY6" fmla="*/ 381151 h 388435"/>
              <a:gd name="connsiteX0" fmla="*/ 2305050 w 2305050"/>
              <a:gd name="connsiteY0" fmla="*/ 330351 h 384928"/>
              <a:gd name="connsiteX1" fmla="*/ 1790700 w 2305050"/>
              <a:gd name="connsiteY1" fmla="*/ 343051 h 384928"/>
              <a:gd name="connsiteX2" fmla="*/ 1492250 w 2305050"/>
              <a:gd name="connsiteY2" fmla="*/ 127151 h 384928"/>
              <a:gd name="connsiteX3" fmla="*/ 1111250 w 2305050"/>
              <a:gd name="connsiteY3" fmla="*/ 19201 h 384928"/>
              <a:gd name="connsiteX4" fmla="*/ 755650 w 2305050"/>
              <a:gd name="connsiteY4" fmla="*/ 31901 h 384928"/>
              <a:gd name="connsiteX5" fmla="*/ 571500 w 2305050"/>
              <a:gd name="connsiteY5" fmla="*/ 330351 h 384928"/>
              <a:gd name="connsiteX6" fmla="*/ 0 w 2305050"/>
              <a:gd name="connsiteY6" fmla="*/ 381151 h 384928"/>
              <a:gd name="connsiteX0" fmla="*/ 2330450 w 2330450"/>
              <a:gd name="connsiteY0" fmla="*/ 330351 h 360073"/>
              <a:gd name="connsiteX1" fmla="*/ 1816100 w 2330450"/>
              <a:gd name="connsiteY1" fmla="*/ 343051 h 360073"/>
              <a:gd name="connsiteX2" fmla="*/ 1517650 w 2330450"/>
              <a:gd name="connsiteY2" fmla="*/ 127151 h 360073"/>
              <a:gd name="connsiteX3" fmla="*/ 1136650 w 2330450"/>
              <a:gd name="connsiteY3" fmla="*/ 19201 h 360073"/>
              <a:gd name="connsiteX4" fmla="*/ 781050 w 2330450"/>
              <a:gd name="connsiteY4" fmla="*/ 31901 h 360073"/>
              <a:gd name="connsiteX5" fmla="*/ 596900 w 2330450"/>
              <a:gd name="connsiteY5" fmla="*/ 330351 h 360073"/>
              <a:gd name="connsiteX6" fmla="*/ 0 w 2330450"/>
              <a:gd name="connsiteY6" fmla="*/ 349401 h 360073"/>
              <a:gd name="connsiteX0" fmla="*/ 2330450 w 2330450"/>
              <a:gd name="connsiteY0" fmla="*/ 330351 h 360073"/>
              <a:gd name="connsiteX1" fmla="*/ 1816100 w 2330450"/>
              <a:gd name="connsiteY1" fmla="*/ 343051 h 360073"/>
              <a:gd name="connsiteX2" fmla="*/ 1517650 w 2330450"/>
              <a:gd name="connsiteY2" fmla="*/ 127151 h 360073"/>
              <a:gd name="connsiteX3" fmla="*/ 1136650 w 2330450"/>
              <a:gd name="connsiteY3" fmla="*/ 19201 h 360073"/>
              <a:gd name="connsiteX4" fmla="*/ 781050 w 2330450"/>
              <a:gd name="connsiteY4" fmla="*/ 31901 h 360073"/>
              <a:gd name="connsiteX5" fmla="*/ 596900 w 2330450"/>
              <a:gd name="connsiteY5" fmla="*/ 330351 h 360073"/>
              <a:gd name="connsiteX6" fmla="*/ 0 w 2330450"/>
              <a:gd name="connsiteY6" fmla="*/ 349401 h 360073"/>
              <a:gd name="connsiteX0" fmla="*/ 2330450 w 2330450"/>
              <a:gd name="connsiteY0" fmla="*/ 330351 h 349401"/>
              <a:gd name="connsiteX1" fmla="*/ 1746250 w 2330450"/>
              <a:gd name="connsiteY1" fmla="*/ 304951 h 349401"/>
              <a:gd name="connsiteX2" fmla="*/ 1517650 w 2330450"/>
              <a:gd name="connsiteY2" fmla="*/ 127151 h 349401"/>
              <a:gd name="connsiteX3" fmla="*/ 1136650 w 2330450"/>
              <a:gd name="connsiteY3" fmla="*/ 19201 h 349401"/>
              <a:gd name="connsiteX4" fmla="*/ 781050 w 2330450"/>
              <a:gd name="connsiteY4" fmla="*/ 31901 h 349401"/>
              <a:gd name="connsiteX5" fmla="*/ 596900 w 2330450"/>
              <a:gd name="connsiteY5" fmla="*/ 330351 h 349401"/>
              <a:gd name="connsiteX6" fmla="*/ 0 w 2330450"/>
              <a:gd name="connsiteY6" fmla="*/ 349401 h 349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30450" h="349401">
                <a:moveTo>
                  <a:pt x="2330450" y="330351"/>
                </a:moveTo>
                <a:cubicBezTo>
                  <a:pt x="2141008" y="353634"/>
                  <a:pt x="1881717" y="338818"/>
                  <a:pt x="1746250" y="304951"/>
                </a:cubicBezTo>
                <a:cubicBezTo>
                  <a:pt x="1610783" y="271084"/>
                  <a:pt x="1619250" y="174776"/>
                  <a:pt x="1517650" y="127151"/>
                </a:cubicBezTo>
                <a:cubicBezTo>
                  <a:pt x="1416050" y="79526"/>
                  <a:pt x="1259417" y="35076"/>
                  <a:pt x="1136650" y="19201"/>
                </a:cubicBezTo>
                <a:cubicBezTo>
                  <a:pt x="1013883" y="3326"/>
                  <a:pt x="871008" y="-19957"/>
                  <a:pt x="781050" y="31901"/>
                </a:cubicBezTo>
                <a:cubicBezTo>
                  <a:pt x="691092" y="83759"/>
                  <a:pt x="722841" y="272143"/>
                  <a:pt x="596900" y="330351"/>
                </a:cubicBezTo>
                <a:cubicBezTo>
                  <a:pt x="394759" y="356809"/>
                  <a:pt x="235479" y="346755"/>
                  <a:pt x="0" y="349401"/>
                </a:cubicBezTo>
              </a:path>
            </a:pathLst>
          </a:cu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FA23A8-4BDF-6C57-CC5F-793BA6A5D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>
                <a:solidFill>
                  <a:srgbClr val="000000"/>
                </a:solidFill>
                <a:effectLst/>
                <a:latin typeface="WordVisi_MSFontService"/>
              </a:rPr>
              <a:t>Connectors- cont.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74ABD-3DF9-B49D-5399-1894EBFB4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953" y="1369987"/>
            <a:ext cx="11160000" cy="4680000"/>
          </a:xfrm>
        </p:spPr>
        <p:txBody>
          <a:bodyPr/>
          <a:lstStyle/>
          <a:p>
            <a:r>
              <a:rPr lang="en-US"/>
              <a:t>Connectors on </a:t>
            </a:r>
            <a:r>
              <a:rPr lang="en-US">
                <a:highlight>
                  <a:srgbClr val="FFFF00"/>
                </a:highlight>
              </a:rPr>
              <a:t>same</a:t>
            </a:r>
            <a:r>
              <a:rPr lang="en-US"/>
              <a:t> side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  <a:p>
            <a:r>
              <a:rPr lang="en-US"/>
              <a:t>Connectors on </a:t>
            </a:r>
            <a:r>
              <a:rPr lang="en-US">
                <a:highlight>
                  <a:srgbClr val="FFFF00"/>
                </a:highlight>
              </a:rPr>
              <a:t>opposite</a:t>
            </a:r>
            <a:r>
              <a:rPr lang="en-US"/>
              <a:t> side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BAB15-8DEC-7D27-1877-23851181C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16</a:t>
            </a:fld>
            <a:endParaRPr lang="en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5A1441-06AC-4CA3-7F4A-EF4EDC228A5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E6E7E8"/>
              </a:clrFrom>
              <a:clrTo>
                <a:srgbClr val="E6E7E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86650" y="1509081"/>
            <a:ext cx="3676649" cy="20469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13B39F9-E1D5-506D-C8CF-BE5D59842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650" y="3871912"/>
            <a:ext cx="3390900" cy="2667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D61FB4E-3DB6-03E4-A405-3C68B697918E}"/>
              </a:ext>
            </a:extLst>
          </p:cNvPr>
          <p:cNvSpPr/>
          <p:nvPr/>
        </p:nvSpPr>
        <p:spPr>
          <a:xfrm>
            <a:off x="4158797" y="2819400"/>
            <a:ext cx="1628775" cy="7620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F986EF5-4FDF-EBE5-9ED0-51BD8855688C}"/>
              </a:ext>
            </a:extLst>
          </p:cNvPr>
          <p:cNvGrpSpPr/>
          <p:nvPr/>
        </p:nvGrpSpPr>
        <p:grpSpPr>
          <a:xfrm>
            <a:off x="1276350" y="2422526"/>
            <a:ext cx="1628775" cy="473074"/>
            <a:chOff x="2238375" y="2432051"/>
            <a:chExt cx="1628775" cy="47307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3219A6F-D62C-B29E-BD7C-C154EFF9919A}"/>
                </a:ext>
              </a:extLst>
            </p:cNvPr>
            <p:cNvSpPr/>
            <p:nvPr/>
          </p:nvSpPr>
          <p:spPr>
            <a:xfrm>
              <a:off x="2238375" y="2828925"/>
              <a:ext cx="1628775" cy="762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BDFB99D-F3C9-CC17-E192-BCE1FF77F060}"/>
                </a:ext>
              </a:extLst>
            </p:cNvPr>
            <p:cNvSpPr/>
            <p:nvPr/>
          </p:nvSpPr>
          <p:spPr>
            <a:xfrm>
              <a:off x="3435350" y="2432051"/>
              <a:ext cx="269875" cy="38735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42CF67E-720C-D4C9-F212-46E8DE460E78}"/>
                </a:ext>
              </a:extLst>
            </p:cNvPr>
            <p:cNvSpPr/>
            <p:nvPr/>
          </p:nvSpPr>
          <p:spPr>
            <a:xfrm>
              <a:off x="3394075" y="2442890"/>
              <a:ext cx="82550" cy="29845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A793E516-9460-98E1-C4D9-7A19EFC9CA96}"/>
              </a:ext>
            </a:extLst>
          </p:cNvPr>
          <p:cNvSpPr/>
          <p:nvPr/>
        </p:nvSpPr>
        <p:spPr>
          <a:xfrm>
            <a:off x="4267200" y="2432050"/>
            <a:ext cx="269875" cy="38735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AD8874F-FCB4-A89A-EC84-9AC51D7D94A3}"/>
              </a:ext>
            </a:extLst>
          </p:cNvPr>
          <p:cNvSpPr/>
          <p:nvPr/>
        </p:nvSpPr>
        <p:spPr>
          <a:xfrm>
            <a:off x="4225925" y="2442889"/>
            <a:ext cx="82550" cy="29845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A7C1110-758B-655D-E200-73B4003DB209}"/>
              </a:ext>
            </a:extLst>
          </p:cNvPr>
          <p:cNvSpPr/>
          <p:nvPr/>
        </p:nvSpPr>
        <p:spPr>
          <a:xfrm>
            <a:off x="2432050" y="2258194"/>
            <a:ext cx="311150" cy="18283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E83DA9A-4963-3CD4-584E-61056ACE89A4}"/>
              </a:ext>
            </a:extLst>
          </p:cNvPr>
          <p:cNvSpPr/>
          <p:nvPr/>
        </p:nvSpPr>
        <p:spPr>
          <a:xfrm>
            <a:off x="4225925" y="2242320"/>
            <a:ext cx="311150" cy="18283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B659400-5962-6E56-2A34-254FB6769FEF}"/>
              </a:ext>
            </a:extLst>
          </p:cNvPr>
          <p:cNvSpPr/>
          <p:nvPr/>
        </p:nvSpPr>
        <p:spPr>
          <a:xfrm>
            <a:off x="3040806" y="4516419"/>
            <a:ext cx="1302595" cy="1052056"/>
          </a:xfrm>
          <a:custGeom>
            <a:avLst/>
            <a:gdLst>
              <a:gd name="connsiteX0" fmla="*/ 2305050 w 2305050"/>
              <a:gd name="connsiteY0" fmla="*/ 332061 h 398244"/>
              <a:gd name="connsiteX1" fmla="*/ 1790700 w 2305050"/>
              <a:gd name="connsiteY1" fmla="*/ 344761 h 398244"/>
              <a:gd name="connsiteX2" fmla="*/ 1492250 w 2305050"/>
              <a:gd name="connsiteY2" fmla="*/ 128861 h 398244"/>
              <a:gd name="connsiteX3" fmla="*/ 1111250 w 2305050"/>
              <a:gd name="connsiteY3" fmla="*/ 20911 h 398244"/>
              <a:gd name="connsiteX4" fmla="*/ 755650 w 2305050"/>
              <a:gd name="connsiteY4" fmla="*/ 33611 h 398244"/>
              <a:gd name="connsiteX5" fmla="*/ 482600 w 2305050"/>
              <a:gd name="connsiteY5" fmla="*/ 357461 h 398244"/>
              <a:gd name="connsiteX6" fmla="*/ 0 w 2305050"/>
              <a:gd name="connsiteY6" fmla="*/ 382861 h 398244"/>
              <a:gd name="connsiteX0" fmla="*/ 2305050 w 2305050"/>
              <a:gd name="connsiteY0" fmla="*/ 330351 h 388435"/>
              <a:gd name="connsiteX1" fmla="*/ 1790700 w 2305050"/>
              <a:gd name="connsiteY1" fmla="*/ 343051 h 388435"/>
              <a:gd name="connsiteX2" fmla="*/ 1492250 w 2305050"/>
              <a:gd name="connsiteY2" fmla="*/ 127151 h 388435"/>
              <a:gd name="connsiteX3" fmla="*/ 1111250 w 2305050"/>
              <a:gd name="connsiteY3" fmla="*/ 19201 h 388435"/>
              <a:gd name="connsiteX4" fmla="*/ 755650 w 2305050"/>
              <a:gd name="connsiteY4" fmla="*/ 31901 h 388435"/>
              <a:gd name="connsiteX5" fmla="*/ 571500 w 2305050"/>
              <a:gd name="connsiteY5" fmla="*/ 330351 h 388435"/>
              <a:gd name="connsiteX6" fmla="*/ 0 w 2305050"/>
              <a:gd name="connsiteY6" fmla="*/ 381151 h 388435"/>
              <a:gd name="connsiteX0" fmla="*/ 2305050 w 2305050"/>
              <a:gd name="connsiteY0" fmla="*/ 330351 h 384928"/>
              <a:gd name="connsiteX1" fmla="*/ 1790700 w 2305050"/>
              <a:gd name="connsiteY1" fmla="*/ 343051 h 384928"/>
              <a:gd name="connsiteX2" fmla="*/ 1492250 w 2305050"/>
              <a:gd name="connsiteY2" fmla="*/ 127151 h 384928"/>
              <a:gd name="connsiteX3" fmla="*/ 1111250 w 2305050"/>
              <a:gd name="connsiteY3" fmla="*/ 19201 h 384928"/>
              <a:gd name="connsiteX4" fmla="*/ 755650 w 2305050"/>
              <a:gd name="connsiteY4" fmla="*/ 31901 h 384928"/>
              <a:gd name="connsiteX5" fmla="*/ 571500 w 2305050"/>
              <a:gd name="connsiteY5" fmla="*/ 330351 h 384928"/>
              <a:gd name="connsiteX6" fmla="*/ 0 w 2305050"/>
              <a:gd name="connsiteY6" fmla="*/ 381151 h 384928"/>
              <a:gd name="connsiteX0" fmla="*/ 2330450 w 2330450"/>
              <a:gd name="connsiteY0" fmla="*/ 330351 h 360073"/>
              <a:gd name="connsiteX1" fmla="*/ 1816100 w 2330450"/>
              <a:gd name="connsiteY1" fmla="*/ 343051 h 360073"/>
              <a:gd name="connsiteX2" fmla="*/ 1517650 w 2330450"/>
              <a:gd name="connsiteY2" fmla="*/ 127151 h 360073"/>
              <a:gd name="connsiteX3" fmla="*/ 1136650 w 2330450"/>
              <a:gd name="connsiteY3" fmla="*/ 19201 h 360073"/>
              <a:gd name="connsiteX4" fmla="*/ 781050 w 2330450"/>
              <a:gd name="connsiteY4" fmla="*/ 31901 h 360073"/>
              <a:gd name="connsiteX5" fmla="*/ 596900 w 2330450"/>
              <a:gd name="connsiteY5" fmla="*/ 330351 h 360073"/>
              <a:gd name="connsiteX6" fmla="*/ 0 w 2330450"/>
              <a:gd name="connsiteY6" fmla="*/ 349401 h 360073"/>
              <a:gd name="connsiteX0" fmla="*/ 2330450 w 2330450"/>
              <a:gd name="connsiteY0" fmla="*/ 330351 h 360073"/>
              <a:gd name="connsiteX1" fmla="*/ 1816100 w 2330450"/>
              <a:gd name="connsiteY1" fmla="*/ 343051 h 360073"/>
              <a:gd name="connsiteX2" fmla="*/ 1517650 w 2330450"/>
              <a:gd name="connsiteY2" fmla="*/ 127151 h 360073"/>
              <a:gd name="connsiteX3" fmla="*/ 1136650 w 2330450"/>
              <a:gd name="connsiteY3" fmla="*/ 19201 h 360073"/>
              <a:gd name="connsiteX4" fmla="*/ 781050 w 2330450"/>
              <a:gd name="connsiteY4" fmla="*/ 31901 h 360073"/>
              <a:gd name="connsiteX5" fmla="*/ 596900 w 2330450"/>
              <a:gd name="connsiteY5" fmla="*/ 330351 h 360073"/>
              <a:gd name="connsiteX6" fmla="*/ 0 w 2330450"/>
              <a:gd name="connsiteY6" fmla="*/ 349401 h 360073"/>
              <a:gd name="connsiteX0" fmla="*/ 2330450 w 2330450"/>
              <a:gd name="connsiteY0" fmla="*/ 330351 h 349401"/>
              <a:gd name="connsiteX1" fmla="*/ 1746250 w 2330450"/>
              <a:gd name="connsiteY1" fmla="*/ 304951 h 349401"/>
              <a:gd name="connsiteX2" fmla="*/ 1517650 w 2330450"/>
              <a:gd name="connsiteY2" fmla="*/ 127151 h 349401"/>
              <a:gd name="connsiteX3" fmla="*/ 1136650 w 2330450"/>
              <a:gd name="connsiteY3" fmla="*/ 19201 h 349401"/>
              <a:gd name="connsiteX4" fmla="*/ 781050 w 2330450"/>
              <a:gd name="connsiteY4" fmla="*/ 31901 h 349401"/>
              <a:gd name="connsiteX5" fmla="*/ 596900 w 2330450"/>
              <a:gd name="connsiteY5" fmla="*/ 330351 h 349401"/>
              <a:gd name="connsiteX6" fmla="*/ 0 w 2330450"/>
              <a:gd name="connsiteY6" fmla="*/ 349401 h 349401"/>
              <a:gd name="connsiteX0" fmla="*/ 1746895 w 1758479"/>
              <a:gd name="connsiteY0" fmla="*/ 1002035 h 1013323"/>
              <a:gd name="connsiteX1" fmla="*/ 1162695 w 1758479"/>
              <a:gd name="connsiteY1" fmla="*/ 976635 h 1013323"/>
              <a:gd name="connsiteX2" fmla="*/ 934095 w 1758479"/>
              <a:gd name="connsiteY2" fmla="*/ 798835 h 1013323"/>
              <a:gd name="connsiteX3" fmla="*/ 553095 w 1758479"/>
              <a:gd name="connsiteY3" fmla="*/ 690885 h 1013323"/>
              <a:gd name="connsiteX4" fmla="*/ 197495 w 1758479"/>
              <a:gd name="connsiteY4" fmla="*/ 703585 h 1013323"/>
              <a:gd name="connsiteX5" fmla="*/ 13345 w 1758479"/>
              <a:gd name="connsiteY5" fmla="*/ 1002035 h 1013323"/>
              <a:gd name="connsiteX6" fmla="*/ 1740545 w 1758479"/>
              <a:gd name="connsiteY6" fmla="*/ 5 h 1013323"/>
              <a:gd name="connsiteX0" fmla="*/ 1568404 w 1597751"/>
              <a:gd name="connsiteY0" fmla="*/ 1017106 h 1028394"/>
              <a:gd name="connsiteX1" fmla="*/ 984204 w 1597751"/>
              <a:gd name="connsiteY1" fmla="*/ 991706 h 1028394"/>
              <a:gd name="connsiteX2" fmla="*/ 755604 w 1597751"/>
              <a:gd name="connsiteY2" fmla="*/ 813906 h 1028394"/>
              <a:gd name="connsiteX3" fmla="*/ 374604 w 1597751"/>
              <a:gd name="connsiteY3" fmla="*/ 705956 h 1028394"/>
              <a:gd name="connsiteX4" fmla="*/ 19004 w 1597751"/>
              <a:gd name="connsiteY4" fmla="*/ 718656 h 1028394"/>
              <a:gd name="connsiteX5" fmla="*/ 985474 w 1597751"/>
              <a:gd name="connsiteY5" fmla="*/ 3646 h 1028394"/>
              <a:gd name="connsiteX6" fmla="*/ 1562054 w 1597751"/>
              <a:gd name="connsiteY6" fmla="*/ 15076 h 1028394"/>
              <a:gd name="connsiteX0" fmla="*/ 1568404 w 1597751"/>
              <a:gd name="connsiteY0" fmla="*/ 1032615 h 1043903"/>
              <a:gd name="connsiteX1" fmla="*/ 984204 w 1597751"/>
              <a:gd name="connsiteY1" fmla="*/ 1007215 h 1043903"/>
              <a:gd name="connsiteX2" fmla="*/ 755604 w 1597751"/>
              <a:gd name="connsiteY2" fmla="*/ 829415 h 1043903"/>
              <a:gd name="connsiteX3" fmla="*/ 374604 w 1597751"/>
              <a:gd name="connsiteY3" fmla="*/ 721465 h 1043903"/>
              <a:gd name="connsiteX4" fmla="*/ 19004 w 1597751"/>
              <a:gd name="connsiteY4" fmla="*/ 734165 h 1043903"/>
              <a:gd name="connsiteX5" fmla="*/ 985474 w 1597751"/>
              <a:gd name="connsiteY5" fmla="*/ 19155 h 1043903"/>
              <a:gd name="connsiteX6" fmla="*/ 1562054 w 1597751"/>
              <a:gd name="connsiteY6" fmla="*/ 105 h 1043903"/>
              <a:gd name="connsiteX0" fmla="*/ 1569530 w 1599596"/>
              <a:gd name="connsiteY0" fmla="*/ 1077818 h 1089106"/>
              <a:gd name="connsiteX1" fmla="*/ 985330 w 1599596"/>
              <a:gd name="connsiteY1" fmla="*/ 1052418 h 1089106"/>
              <a:gd name="connsiteX2" fmla="*/ 756730 w 1599596"/>
              <a:gd name="connsiteY2" fmla="*/ 874618 h 1089106"/>
              <a:gd name="connsiteX3" fmla="*/ 375730 w 1599596"/>
              <a:gd name="connsiteY3" fmla="*/ 766668 h 1089106"/>
              <a:gd name="connsiteX4" fmla="*/ 20130 w 1599596"/>
              <a:gd name="connsiteY4" fmla="*/ 779368 h 1089106"/>
              <a:gd name="connsiteX5" fmla="*/ 1009460 w 1599596"/>
              <a:gd name="connsiteY5" fmla="*/ 3398 h 1089106"/>
              <a:gd name="connsiteX6" fmla="*/ 1563180 w 1599596"/>
              <a:gd name="connsiteY6" fmla="*/ 45308 h 1089106"/>
              <a:gd name="connsiteX0" fmla="*/ 1318674 w 1348740"/>
              <a:gd name="connsiteY0" fmla="*/ 1083540 h 1094828"/>
              <a:gd name="connsiteX1" fmla="*/ 734474 w 1348740"/>
              <a:gd name="connsiteY1" fmla="*/ 1058140 h 1094828"/>
              <a:gd name="connsiteX2" fmla="*/ 505874 w 1348740"/>
              <a:gd name="connsiteY2" fmla="*/ 880340 h 1094828"/>
              <a:gd name="connsiteX3" fmla="*/ 124874 w 1348740"/>
              <a:gd name="connsiteY3" fmla="*/ 772390 h 1094828"/>
              <a:gd name="connsiteX4" fmla="*/ 43594 w 1348740"/>
              <a:gd name="connsiteY4" fmla="*/ 312650 h 1094828"/>
              <a:gd name="connsiteX5" fmla="*/ 758604 w 1348740"/>
              <a:gd name="connsiteY5" fmla="*/ 9120 h 1094828"/>
              <a:gd name="connsiteX6" fmla="*/ 1312324 w 1348740"/>
              <a:gd name="connsiteY6" fmla="*/ 51030 h 1094828"/>
              <a:gd name="connsiteX0" fmla="*/ 1306971 w 1332540"/>
              <a:gd name="connsiteY0" fmla="*/ 1053961 h 1065249"/>
              <a:gd name="connsiteX1" fmla="*/ 722771 w 1332540"/>
              <a:gd name="connsiteY1" fmla="*/ 1028561 h 1065249"/>
              <a:gd name="connsiteX2" fmla="*/ 494171 w 1332540"/>
              <a:gd name="connsiteY2" fmla="*/ 850761 h 1065249"/>
              <a:gd name="connsiteX3" fmla="*/ 113171 w 1332540"/>
              <a:gd name="connsiteY3" fmla="*/ 742811 h 1065249"/>
              <a:gd name="connsiteX4" fmla="*/ 31891 w 1332540"/>
              <a:gd name="connsiteY4" fmla="*/ 283071 h 1065249"/>
              <a:gd name="connsiteX5" fmla="*/ 586881 w 1332540"/>
              <a:gd name="connsiteY5" fmla="*/ 10021 h 1065249"/>
              <a:gd name="connsiteX6" fmla="*/ 1300621 w 1332540"/>
              <a:gd name="connsiteY6" fmla="*/ 21451 h 1065249"/>
              <a:gd name="connsiteX0" fmla="*/ 1306971 w 1332540"/>
              <a:gd name="connsiteY0" fmla="*/ 1043940 h 1055228"/>
              <a:gd name="connsiteX1" fmla="*/ 722771 w 1332540"/>
              <a:gd name="connsiteY1" fmla="*/ 1018540 h 1055228"/>
              <a:gd name="connsiteX2" fmla="*/ 494171 w 1332540"/>
              <a:gd name="connsiteY2" fmla="*/ 840740 h 1055228"/>
              <a:gd name="connsiteX3" fmla="*/ 113171 w 1332540"/>
              <a:gd name="connsiteY3" fmla="*/ 732790 h 1055228"/>
              <a:gd name="connsiteX4" fmla="*/ 31891 w 1332540"/>
              <a:gd name="connsiteY4" fmla="*/ 273050 h 1055228"/>
              <a:gd name="connsiteX5" fmla="*/ 586881 w 1332540"/>
              <a:gd name="connsiteY5" fmla="*/ 0 h 1055228"/>
              <a:gd name="connsiteX6" fmla="*/ 1300621 w 1332540"/>
              <a:gd name="connsiteY6" fmla="*/ 11430 h 1055228"/>
              <a:gd name="connsiteX0" fmla="*/ 1306971 w 1332540"/>
              <a:gd name="connsiteY0" fmla="*/ 1043940 h 1051397"/>
              <a:gd name="connsiteX1" fmla="*/ 722771 w 1332540"/>
              <a:gd name="connsiteY1" fmla="*/ 1018540 h 1051397"/>
              <a:gd name="connsiteX2" fmla="*/ 494171 w 1332540"/>
              <a:gd name="connsiteY2" fmla="*/ 840740 h 1051397"/>
              <a:gd name="connsiteX3" fmla="*/ 113171 w 1332540"/>
              <a:gd name="connsiteY3" fmla="*/ 732790 h 1051397"/>
              <a:gd name="connsiteX4" fmla="*/ 31891 w 1332540"/>
              <a:gd name="connsiteY4" fmla="*/ 273050 h 1051397"/>
              <a:gd name="connsiteX5" fmla="*/ 586881 w 1332540"/>
              <a:gd name="connsiteY5" fmla="*/ 0 h 1051397"/>
              <a:gd name="connsiteX6" fmla="*/ 1300621 w 1332540"/>
              <a:gd name="connsiteY6" fmla="*/ 11430 h 1051397"/>
              <a:gd name="connsiteX0" fmla="*/ 1302595 w 1328164"/>
              <a:gd name="connsiteY0" fmla="*/ 1043940 h 1052056"/>
              <a:gd name="connsiteX1" fmla="*/ 718395 w 1328164"/>
              <a:gd name="connsiteY1" fmla="*/ 1018540 h 1052056"/>
              <a:gd name="connsiteX2" fmla="*/ 322155 w 1328164"/>
              <a:gd name="connsiteY2" fmla="*/ 947420 h 1052056"/>
              <a:gd name="connsiteX3" fmla="*/ 108795 w 1328164"/>
              <a:gd name="connsiteY3" fmla="*/ 732790 h 1052056"/>
              <a:gd name="connsiteX4" fmla="*/ 27515 w 1328164"/>
              <a:gd name="connsiteY4" fmla="*/ 273050 h 1052056"/>
              <a:gd name="connsiteX5" fmla="*/ 582505 w 1328164"/>
              <a:gd name="connsiteY5" fmla="*/ 0 h 1052056"/>
              <a:gd name="connsiteX6" fmla="*/ 1296245 w 1328164"/>
              <a:gd name="connsiteY6" fmla="*/ 11430 h 1052056"/>
              <a:gd name="connsiteX0" fmla="*/ 1302595 w 1328164"/>
              <a:gd name="connsiteY0" fmla="*/ 1043940 h 1052056"/>
              <a:gd name="connsiteX1" fmla="*/ 718395 w 1328164"/>
              <a:gd name="connsiteY1" fmla="*/ 1018540 h 1052056"/>
              <a:gd name="connsiteX2" fmla="*/ 322155 w 1328164"/>
              <a:gd name="connsiteY2" fmla="*/ 947420 h 1052056"/>
              <a:gd name="connsiteX3" fmla="*/ 108795 w 1328164"/>
              <a:gd name="connsiteY3" fmla="*/ 732790 h 1052056"/>
              <a:gd name="connsiteX4" fmla="*/ 27515 w 1328164"/>
              <a:gd name="connsiteY4" fmla="*/ 273050 h 1052056"/>
              <a:gd name="connsiteX5" fmla="*/ 582505 w 1328164"/>
              <a:gd name="connsiteY5" fmla="*/ 0 h 1052056"/>
              <a:gd name="connsiteX6" fmla="*/ 1296245 w 1328164"/>
              <a:gd name="connsiteY6" fmla="*/ 11430 h 1052056"/>
              <a:gd name="connsiteX0" fmla="*/ 1302595 w 1302595"/>
              <a:gd name="connsiteY0" fmla="*/ 1043940 h 1052056"/>
              <a:gd name="connsiteX1" fmla="*/ 718395 w 1302595"/>
              <a:gd name="connsiteY1" fmla="*/ 1018540 h 1052056"/>
              <a:gd name="connsiteX2" fmla="*/ 322155 w 1302595"/>
              <a:gd name="connsiteY2" fmla="*/ 947420 h 1052056"/>
              <a:gd name="connsiteX3" fmla="*/ 108795 w 1302595"/>
              <a:gd name="connsiteY3" fmla="*/ 732790 h 1052056"/>
              <a:gd name="connsiteX4" fmla="*/ 27515 w 1302595"/>
              <a:gd name="connsiteY4" fmla="*/ 273050 h 1052056"/>
              <a:gd name="connsiteX5" fmla="*/ 582505 w 1302595"/>
              <a:gd name="connsiteY5" fmla="*/ 0 h 1052056"/>
              <a:gd name="connsiteX6" fmla="*/ 1296245 w 1302595"/>
              <a:gd name="connsiteY6" fmla="*/ 11430 h 1052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02595" h="1052056">
                <a:moveTo>
                  <a:pt x="1302595" y="1043940"/>
                </a:moveTo>
                <a:cubicBezTo>
                  <a:pt x="1113153" y="1067223"/>
                  <a:pt x="881802" y="1034627"/>
                  <a:pt x="718395" y="1018540"/>
                </a:cubicBezTo>
                <a:cubicBezTo>
                  <a:pt x="554988" y="1002453"/>
                  <a:pt x="423755" y="995045"/>
                  <a:pt x="322155" y="947420"/>
                </a:cubicBezTo>
                <a:cubicBezTo>
                  <a:pt x="220555" y="899795"/>
                  <a:pt x="157902" y="845185"/>
                  <a:pt x="108795" y="732790"/>
                </a:cubicBezTo>
                <a:cubicBezTo>
                  <a:pt x="59688" y="620395"/>
                  <a:pt x="-51437" y="395182"/>
                  <a:pt x="27515" y="273050"/>
                </a:cubicBezTo>
                <a:cubicBezTo>
                  <a:pt x="106467" y="150918"/>
                  <a:pt x="213146" y="185632"/>
                  <a:pt x="582505" y="0"/>
                </a:cubicBezTo>
                <a:lnTo>
                  <a:pt x="1296245" y="11430"/>
                </a:lnTo>
              </a:path>
            </a:pathLst>
          </a:cu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7AE1D8D-01B6-1EFB-C46C-23FAB373E615}"/>
              </a:ext>
            </a:extLst>
          </p:cNvPr>
          <p:cNvSpPr/>
          <p:nvPr/>
        </p:nvSpPr>
        <p:spPr>
          <a:xfrm>
            <a:off x="3847647" y="6055661"/>
            <a:ext cx="1628775" cy="7620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62E5DD1-C024-579F-2A50-EB6D13194CEA}"/>
              </a:ext>
            </a:extLst>
          </p:cNvPr>
          <p:cNvSpPr/>
          <p:nvPr/>
        </p:nvSpPr>
        <p:spPr>
          <a:xfrm>
            <a:off x="3759200" y="4989705"/>
            <a:ext cx="1628775" cy="7620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04DE95D-0788-92AB-01F8-DBB53A2F8ED6}"/>
              </a:ext>
            </a:extLst>
          </p:cNvPr>
          <p:cNvSpPr/>
          <p:nvPr/>
        </p:nvSpPr>
        <p:spPr>
          <a:xfrm>
            <a:off x="3956050" y="4590653"/>
            <a:ext cx="269875" cy="38735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DC60958-E57D-CA0C-1F81-5358C9AC080B}"/>
              </a:ext>
            </a:extLst>
          </p:cNvPr>
          <p:cNvSpPr/>
          <p:nvPr/>
        </p:nvSpPr>
        <p:spPr>
          <a:xfrm>
            <a:off x="3914775" y="4601492"/>
            <a:ext cx="82550" cy="29845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2BCCDBD-350E-9B6E-8403-908EED8A9739}"/>
              </a:ext>
            </a:extLst>
          </p:cNvPr>
          <p:cNvSpPr/>
          <p:nvPr/>
        </p:nvSpPr>
        <p:spPr>
          <a:xfrm>
            <a:off x="3956050" y="5668311"/>
            <a:ext cx="269875" cy="38735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A834BFD-7008-133F-BC68-115896245E77}"/>
              </a:ext>
            </a:extLst>
          </p:cNvPr>
          <p:cNvSpPr/>
          <p:nvPr/>
        </p:nvSpPr>
        <p:spPr>
          <a:xfrm>
            <a:off x="3914775" y="5679150"/>
            <a:ext cx="82550" cy="29845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9704187-9B1D-F076-31F7-7A06EC59AED0}"/>
              </a:ext>
            </a:extLst>
          </p:cNvPr>
          <p:cNvSpPr/>
          <p:nvPr/>
        </p:nvSpPr>
        <p:spPr>
          <a:xfrm>
            <a:off x="3914775" y="4426321"/>
            <a:ext cx="311150" cy="18283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E540FE4-810E-F18A-90EF-192074E89721}"/>
              </a:ext>
            </a:extLst>
          </p:cNvPr>
          <p:cNvSpPr/>
          <p:nvPr/>
        </p:nvSpPr>
        <p:spPr>
          <a:xfrm>
            <a:off x="3914775" y="5478581"/>
            <a:ext cx="311150" cy="18283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3A6893-5087-92F1-0CCC-699F154ACB22}"/>
              </a:ext>
            </a:extLst>
          </p:cNvPr>
          <p:cNvSpPr txBox="1"/>
          <p:nvPr/>
        </p:nvSpPr>
        <p:spPr>
          <a:xfrm>
            <a:off x="3463622" y="5571576"/>
            <a:ext cx="4924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Side B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4968B6-E58E-CC67-6A78-CFF70C8B9A65}"/>
              </a:ext>
            </a:extLst>
          </p:cNvPr>
          <p:cNvSpPr txBox="1"/>
          <p:nvPr/>
        </p:nvSpPr>
        <p:spPr>
          <a:xfrm>
            <a:off x="3475013" y="4529935"/>
            <a:ext cx="4924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Side A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35EAE1-64AC-2EDC-34E0-9EBC16D7C688}"/>
              </a:ext>
            </a:extLst>
          </p:cNvPr>
          <p:cNvSpPr txBox="1"/>
          <p:nvPr/>
        </p:nvSpPr>
        <p:spPr>
          <a:xfrm>
            <a:off x="2548363" y="2006153"/>
            <a:ext cx="4924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Side B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D8F7460-44F4-12BF-D0B0-0E4F29A32691}"/>
              </a:ext>
            </a:extLst>
          </p:cNvPr>
          <p:cNvSpPr txBox="1"/>
          <p:nvPr/>
        </p:nvSpPr>
        <p:spPr>
          <a:xfrm>
            <a:off x="2698774" y="2315317"/>
            <a:ext cx="4924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Side 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64B1410-281B-105B-A8BE-4A37AAC4D616}"/>
              </a:ext>
            </a:extLst>
          </p:cNvPr>
          <p:cNvSpPr txBox="1"/>
          <p:nvPr/>
        </p:nvSpPr>
        <p:spPr>
          <a:xfrm>
            <a:off x="3721235" y="2325614"/>
            <a:ext cx="4924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Side A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C7D6897-99DF-311B-5D08-4FB71CB02119}"/>
              </a:ext>
            </a:extLst>
          </p:cNvPr>
          <p:cNvSpPr txBox="1"/>
          <p:nvPr/>
        </p:nvSpPr>
        <p:spPr>
          <a:xfrm>
            <a:off x="3862228" y="2006229"/>
            <a:ext cx="4924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Side 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9C87090-72B9-35B3-A910-6631BC52B58C}"/>
              </a:ext>
            </a:extLst>
          </p:cNvPr>
          <p:cNvSpPr txBox="1"/>
          <p:nvPr/>
        </p:nvSpPr>
        <p:spPr>
          <a:xfrm>
            <a:off x="3512978" y="5327114"/>
            <a:ext cx="4924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Side A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1D96F48-9BEE-4375-C946-2204634092AF}"/>
              </a:ext>
            </a:extLst>
          </p:cNvPr>
          <p:cNvSpPr txBox="1"/>
          <p:nvPr/>
        </p:nvSpPr>
        <p:spPr>
          <a:xfrm>
            <a:off x="3365752" y="4321577"/>
            <a:ext cx="4924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/>
              <a:t>Side B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11CF62C-5EB6-B16B-CC99-43CAB89F5382}"/>
              </a:ext>
            </a:extLst>
          </p:cNvPr>
          <p:cNvCxnSpPr>
            <a:cxnSpLocks/>
          </p:cNvCxnSpPr>
          <p:nvPr/>
        </p:nvCxnSpPr>
        <p:spPr>
          <a:xfrm flipH="1" flipV="1">
            <a:off x="10490886" y="4678755"/>
            <a:ext cx="470780" cy="34905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0D468EB-844D-8FB2-093F-50103FD2926F}"/>
              </a:ext>
            </a:extLst>
          </p:cNvPr>
          <p:cNvSpPr txBox="1"/>
          <p:nvPr/>
        </p:nvSpPr>
        <p:spPr>
          <a:xfrm>
            <a:off x="10914318" y="4853280"/>
            <a:ext cx="4427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latin typeface="Abadi" panose="020B0604020104020204" pitchFamily="34" charset="0"/>
              </a:rPr>
              <a:t>Pin 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D07B28F-27EF-9E74-A082-74F977B9F4C8}"/>
              </a:ext>
            </a:extLst>
          </p:cNvPr>
          <p:cNvCxnSpPr>
            <a:cxnSpLocks/>
          </p:cNvCxnSpPr>
          <p:nvPr/>
        </p:nvCxnSpPr>
        <p:spPr>
          <a:xfrm flipH="1">
            <a:off x="8718487" y="5861986"/>
            <a:ext cx="706170" cy="2430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2DFCD84-87B4-34B2-9E84-06109D55B603}"/>
              </a:ext>
            </a:extLst>
          </p:cNvPr>
          <p:cNvSpPr txBox="1"/>
          <p:nvPr/>
        </p:nvSpPr>
        <p:spPr>
          <a:xfrm>
            <a:off x="9153413" y="5869976"/>
            <a:ext cx="4427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latin typeface="Abadi" panose="020B0604020104020204" pitchFamily="34" charset="0"/>
              </a:rPr>
              <a:t>Pin 1</a:t>
            </a:r>
          </a:p>
        </p:txBody>
      </p:sp>
    </p:spTree>
    <p:extLst>
      <p:ext uri="{BB962C8B-B14F-4D97-AF65-F5344CB8AC3E}">
        <p14:creationId xmlns:p14="http://schemas.microsoft.com/office/powerpoint/2010/main" val="1802879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0772F-5362-A423-52DE-B9C6D9622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145F6-25A6-4AA3-F190-005B309B0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55" y="357480"/>
            <a:ext cx="11160000" cy="731520"/>
          </a:xfrm>
        </p:spPr>
        <p:txBody>
          <a:bodyPr/>
          <a:lstStyle/>
          <a:p>
            <a:r>
              <a:rPr lang="en-US" b="0" i="0">
                <a:solidFill>
                  <a:srgbClr val="000000"/>
                </a:solidFill>
                <a:effectLst/>
                <a:latin typeface="WordVisi_MSFontService"/>
              </a:rPr>
              <a:t>Connectors- cont.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254F6-4414-EF9B-B872-F39F2AA9D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467" y="1089000"/>
            <a:ext cx="11160000" cy="4680000"/>
          </a:xfrm>
        </p:spPr>
        <p:txBody>
          <a:bodyPr/>
          <a:lstStyle/>
          <a:p>
            <a:r>
              <a:rPr lang="en-US"/>
              <a:t>Mating connectors:</a:t>
            </a:r>
          </a:p>
          <a:p>
            <a:pPr lvl="1"/>
            <a:r>
              <a:rPr lang="en-US" b="1"/>
              <a:t>Accessibility</a:t>
            </a:r>
            <a:br>
              <a:rPr lang="en-US" b="1"/>
            </a:br>
            <a:endParaRPr lang="en-US" b="1"/>
          </a:p>
          <a:p>
            <a:pPr lvl="2"/>
            <a:r>
              <a:rPr lang="en-US"/>
              <a:t>Consider Cable routing and fingers accessibility</a:t>
            </a:r>
          </a:p>
          <a:p>
            <a:pPr lvl="2"/>
            <a:endParaRPr lang="en-US"/>
          </a:p>
          <a:p>
            <a:pPr lvl="2"/>
            <a:endParaRPr lang="en-US"/>
          </a:p>
          <a:p>
            <a:pPr lvl="1"/>
            <a:r>
              <a:rPr lang="en-US"/>
              <a:t>Support PCB other side from bending </a:t>
            </a:r>
          </a:p>
          <a:p>
            <a:pPr marL="914400" lvl="2" indent="0">
              <a:buNone/>
            </a:pPr>
            <a:r>
              <a:rPr lang="en-US"/>
              <a:t>while placing the mating connector</a:t>
            </a:r>
          </a:p>
          <a:p>
            <a:pPr marL="457200" lvl="1" indent="0">
              <a:buNone/>
            </a:pP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  <a:p>
            <a:pPr lvl="1"/>
            <a:r>
              <a:rPr lang="en-US"/>
              <a:t>Consider Cable bending radius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6A480-2551-0EE9-3786-7769F9BA3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17</a:t>
            </a:fld>
            <a:endParaRPr lang="en-I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98552F-4887-8BF3-FE08-6DDB52F0D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863" y="191048"/>
            <a:ext cx="4280125" cy="15781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4C5B5D-4385-8C09-4481-C6E8F0478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882" y="1379193"/>
            <a:ext cx="4544165" cy="13957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9E45FD-3F69-F884-F721-84996AF881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3234" y="2867310"/>
            <a:ext cx="3927475" cy="16853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79C2EA8-B3EA-A4BF-FDD0-5A28FD61DB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8949" y="4309074"/>
            <a:ext cx="2817042" cy="235787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6CFCFA8-F826-DB61-041A-7E7A4A1664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4563" y="4828626"/>
            <a:ext cx="1695450" cy="1838325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C46EB9D1-A549-E342-7D2C-989266A24C44}"/>
              </a:ext>
            </a:extLst>
          </p:cNvPr>
          <p:cNvSpPr/>
          <p:nvPr/>
        </p:nvSpPr>
        <p:spPr>
          <a:xfrm rot="12447086">
            <a:off x="9208030" y="5571245"/>
            <a:ext cx="641108" cy="1991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38A938D-C267-7FE5-6851-22EBBA27A41B}"/>
              </a:ext>
            </a:extLst>
          </p:cNvPr>
          <p:cNvSpPr/>
          <p:nvPr/>
        </p:nvSpPr>
        <p:spPr>
          <a:xfrm rot="12447086">
            <a:off x="5683716" y="5152274"/>
            <a:ext cx="641108" cy="1991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2641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8B76C-073A-7BA3-1F7D-F8674288C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463296"/>
            <a:ext cx="4730038" cy="731520"/>
          </a:xfrm>
        </p:spPr>
        <p:txBody>
          <a:bodyPr/>
          <a:lstStyle/>
          <a:p>
            <a:r>
              <a:rPr lang="en-US"/>
              <a:t>Press-Fit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B4A5B-6DEE-9C68-5FC8-18C870A25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Press  Fit technology is used to replace TH soldering</a:t>
            </a:r>
          </a:p>
          <a:p>
            <a:r>
              <a:rPr lang="en-US"/>
              <a:t>The main advantage is the option to assemble high power components on the top  of the PCB</a:t>
            </a:r>
          </a:p>
          <a:p>
            <a:r>
              <a:rPr lang="en-US"/>
              <a:t>Special care should be taken on:</a:t>
            </a:r>
          </a:p>
          <a:p>
            <a:pPr lvl="1"/>
            <a:r>
              <a:rPr lang="en-US"/>
              <a:t>Hole size, plating and tolerances </a:t>
            </a:r>
          </a:p>
          <a:p>
            <a:pPr lvl="1"/>
            <a:r>
              <a:rPr lang="en-US"/>
              <a:t>Distance between the hole and SMD </a:t>
            </a:r>
            <a:br>
              <a:rPr lang="en-US"/>
            </a:br>
            <a:r>
              <a:rPr lang="en-US"/>
              <a:t>Comp. due to stress on PCB during assembly</a:t>
            </a:r>
          </a:p>
          <a:p>
            <a:pPr lvl="1"/>
            <a:r>
              <a:rPr lang="en-US"/>
              <a:t>Clear PCB area on the opposite side for support tool</a:t>
            </a:r>
          </a:p>
          <a:p>
            <a:pPr lvl="1"/>
            <a:r>
              <a:rPr lang="en-US"/>
              <a:t>A press fit tool should be design for manufacturing;</a:t>
            </a:r>
            <a:br>
              <a:rPr lang="en-US"/>
            </a:br>
            <a:r>
              <a:rPr lang="en-US"/>
              <a:t>if need P/T w/o the tool, need to define special  holes size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16C1E-A461-F323-4477-CF2949607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18</a:t>
            </a:fld>
            <a:endParaRPr lang="en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4611FC-3E3A-102E-90CA-A3B3C6E71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8400" y="222992"/>
            <a:ext cx="2652712" cy="15388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4A7509-329F-000E-799A-32441BDFE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0756" y="2372399"/>
            <a:ext cx="2135288" cy="12811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6C14396-A51A-3B27-E493-96F1D83902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81755"/>
            <a:ext cx="2653665" cy="15129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BABC08-4A28-4D2D-FDCA-7A981074EA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2373" y="4915506"/>
            <a:ext cx="2857817" cy="16234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698A3B5-D21D-B94D-D508-532559DC0C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6038" y="5045369"/>
            <a:ext cx="2639932" cy="16234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AD37709-7656-CE43-8A05-1680095181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6084" y="4083113"/>
            <a:ext cx="4135718" cy="2191314"/>
          </a:xfrm>
          <a:prstGeom prst="rect">
            <a:avLst/>
          </a:prstGeom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F2E96FAC-707E-2FD0-6010-A18189B97174}"/>
              </a:ext>
            </a:extLst>
          </p:cNvPr>
          <p:cNvSpPr/>
          <p:nvPr/>
        </p:nvSpPr>
        <p:spPr>
          <a:xfrm>
            <a:off x="2333426" y="5208998"/>
            <a:ext cx="579186" cy="2961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B0FA86D6-9237-B078-39F6-3B82B17D649F}"/>
              </a:ext>
            </a:extLst>
          </p:cNvPr>
          <p:cNvSpPr/>
          <p:nvPr/>
        </p:nvSpPr>
        <p:spPr>
          <a:xfrm>
            <a:off x="4929084" y="5208998"/>
            <a:ext cx="579186" cy="2961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3980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53665-F4CB-6F43-F528-5796BA4A5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Stiffeners and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C9C66-4214-E34E-AD50-F7B258459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710" y="1089000"/>
            <a:ext cx="11160000" cy="4680000"/>
          </a:xfrm>
        </p:spPr>
        <p:txBody>
          <a:bodyPr/>
          <a:lstStyle/>
          <a:p>
            <a:r>
              <a:rPr lang="en-US"/>
              <a:t>Large PCBs with heavy components may bent during the manufacturing process.</a:t>
            </a:r>
          </a:p>
          <a:p>
            <a:r>
              <a:rPr lang="en-US"/>
              <a:t>PCB bending may brake SMD components</a:t>
            </a:r>
          </a:p>
          <a:p>
            <a:r>
              <a:rPr lang="en-US"/>
              <a:t>The vulnerability depends on:</a:t>
            </a:r>
          </a:p>
          <a:p>
            <a:pPr lvl="1"/>
            <a:r>
              <a:rPr lang="en-US"/>
              <a:t>PCB Size</a:t>
            </a:r>
          </a:p>
          <a:p>
            <a:pPr lvl="1"/>
            <a:r>
              <a:rPr lang="en-US"/>
              <a:t>Components weight</a:t>
            </a:r>
          </a:p>
          <a:p>
            <a:pPr lvl="1"/>
            <a:r>
              <a:rPr lang="en-US"/>
              <a:t>PCB thickness</a:t>
            </a:r>
          </a:p>
          <a:p>
            <a:r>
              <a:rPr lang="en-US"/>
              <a:t>If the PCB needs stiffener, this part must be considered before placement stage is completed.</a:t>
            </a:r>
          </a:p>
          <a:p>
            <a:r>
              <a:rPr lang="en-US"/>
              <a:t>Also, a consideration should be taken on the PCB handling during manufacturing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E170B-291B-7F60-1A0F-6D44FA074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19</a:t>
            </a:fld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844039-E741-0AC6-CCF0-F55D40C0717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3029" y="4182590"/>
            <a:ext cx="6873411" cy="267541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2947118-23D2-A7F7-99E4-A80F3ACEB439}"/>
              </a:ext>
            </a:extLst>
          </p:cNvPr>
          <p:cNvCxnSpPr>
            <a:cxnSpLocks/>
          </p:cNvCxnSpPr>
          <p:nvPr/>
        </p:nvCxnSpPr>
        <p:spPr>
          <a:xfrm flipH="1">
            <a:off x="5394652" y="5446719"/>
            <a:ext cx="2341788" cy="3301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568A3DE-D3AC-578B-CFD6-F5EA9867A143}"/>
              </a:ext>
            </a:extLst>
          </p:cNvPr>
          <p:cNvSpPr txBox="1"/>
          <p:nvPr/>
        </p:nvSpPr>
        <p:spPr>
          <a:xfrm>
            <a:off x="7736440" y="5262053"/>
            <a:ext cx="1497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PCB  Stiffener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8D04830-5495-E564-4F5B-FDDFE4C62F9C}"/>
              </a:ext>
            </a:extLst>
          </p:cNvPr>
          <p:cNvCxnSpPr>
            <a:cxnSpLocks/>
          </p:cNvCxnSpPr>
          <p:nvPr/>
        </p:nvCxnSpPr>
        <p:spPr>
          <a:xfrm flipH="1" flipV="1">
            <a:off x="6565546" y="4674203"/>
            <a:ext cx="1232718" cy="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F4B9F16-7036-EB6C-FFA2-1DBEB825B406}"/>
              </a:ext>
            </a:extLst>
          </p:cNvPr>
          <p:cNvSpPr txBox="1"/>
          <p:nvPr/>
        </p:nvSpPr>
        <p:spPr>
          <a:xfrm>
            <a:off x="7736440" y="4490037"/>
            <a:ext cx="4419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Large capacitors are </a:t>
            </a:r>
            <a:r>
              <a:rPr lang="en-US">
                <a:highlight>
                  <a:srgbClr val="FFFF00"/>
                </a:highlight>
              </a:rPr>
              <a:t>NOT</a:t>
            </a:r>
            <a:r>
              <a:rPr lang="en-US"/>
              <a:t> PCB handling tool</a:t>
            </a:r>
          </a:p>
        </p:txBody>
      </p:sp>
    </p:spTree>
    <p:extLst>
      <p:ext uri="{BB962C8B-B14F-4D97-AF65-F5344CB8AC3E}">
        <p14:creationId xmlns:p14="http://schemas.microsoft.com/office/powerpoint/2010/main" val="19644276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D79C1-073E-C51E-6584-499BD4A5B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25A08-12A8-8D27-0D92-EE8EDCD8B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Trace width calculation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78EC7E-08C5-1BFC-70DA-170EB556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20</a:t>
            </a:fld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5D2ADD-5E24-E1F2-D8A1-DC7A95316E29}"/>
              </a:ext>
            </a:extLst>
          </p:cNvPr>
          <p:cNvSpPr txBox="1"/>
          <p:nvPr/>
        </p:nvSpPr>
        <p:spPr>
          <a:xfrm>
            <a:off x="2554963" y="6312585"/>
            <a:ext cx="70820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hlinkClick r:id="rId2"/>
              </a:rPr>
              <a:t>https://circuitcalculator.com/4pcb/trace_width_4pcb.htm</a:t>
            </a:r>
            <a:endParaRPr lang="en-US" sz="20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3DF57C0-468E-1FD2-12E8-85484C25F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696" y="978001"/>
            <a:ext cx="3488635" cy="521685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26203BE-86FE-84D7-CC2A-3B82D914DC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9767" y="1770302"/>
            <a:ext cx="6557796" cy="2977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1445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CAF6D-A282-6A4A-745F-5D79C64ED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Segoe UI Semibold"/>
              </a:rPr>
              <a:t>Design Process 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5E3D8-4EAD-1899-C330-BE418BC2A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0000" tIns="45720" rIns="91440" bIns="45720" rtlCol="0" anchor="t">
            <a:noAutofit/>
          </a:bodyPr>
          <a:lstStyle/>
          <a:p>
            <a:pPr marL="800100" lvl="1" indent="-34290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en-US" sz="1800">
                <a:solidFill>
                  <a:srgbClr val="000000"/>
                </a:solidFill>
                <a:latin typeface="Segoe UI"/>
                <a:cs typeface="Segoe UI"/>
              </a:rPr>
              <a:t>Create a PCB number:</a:t>
            </a:r>
            <a:endParaRPr lang="en-US">
              <a:solidFill>
                <a:srgbClr val="00082E"/>
              </a:solidFill>
              <a:latin typeface="Segoe UI Light"/>
              <a:cs typeface="Segoe UI Light"/>
            </a:endParaRPr>
          </a:p>
          <a:p>
            <a:pPr marL="1257300" lvl="2">
              <a:lnSpc>
                <a:spcPct val="100000"/>
              </a:lnSpc>
              <a:spcBef>
                <a:spcPts val="0"/>
              </a:spcBef>
              <a:buFont typeface="Wingdings" panose="020B0604020202020204" pitchFamily="34" charset="0"/>
              <a:buChar char="§"/>
            </a:pPr>
            <a:r>
              <a:rPr lang="en-US" sz="1800">
                <a:solidFill>
                  <a:srgbClr val="000000"/>
                </a:solidFill>
                <a:latin typeface="Segoe UI"/>
                <a:cs typeface="Segoe UI"/>
              </a:rPr>
              <a:t> D1234</a:t>
            </a:r>
            <a:r>
              <a:rPr lang="en-US" sz="1800">
                <a:solidFill>
                  <a:srgbClr val="FF0000"/>
                </a:solidFill>
                <a:latin typeface="Segoe UI"/>
                <a:cs typeface="Segoe UI"/>
              </a:rPr>
              <a:t>A</a:t>
            </a:r>
            <a:r>
              <a:rPr lang="en-US" sz="1800">
                <a:solidFill>
                  <a:srgbClr val="000000"/>
                </a:solidFill>
                <a:latin typeface="Segoe UI"/>
                <a:cs typeface="Segoe UI"/>
              </a:rPr>
              <a:t> (for a new PCB)</a:t>
            </a:r>
            <a:endParaRPr lang="en-US">
              <a:solidFill>
                <a:srgbClr val="00082E"/>
              </a:solidFill>
              <a:latin typeface="Segoe UI Light"/>
              <a:cs typeface="Segoe UI Light"/>
            </a:endParaRPr>
          </a:p>
          <a:p>
            <a:pPr marL="1257300" lvl="2">
              <a:lnSpc>
                <a:spcPct val="100000"/>
              </a:lnSpc>
              <a:spcBef>
                <a:spcPts val="0"/>
              </a:spcBef>
              <a:buFont typeface="Wingdings" panose="020B0604020202020204" pitchFamily="34" charset="0"/>
              <a:buChar char="§"/>
            </a:pPr>
            <a:r>
              <a:rPr lang="en-US" sz="1800">
                <a:solidFill>
                  <a:srgbClr val="000000"/>
                </a:solidFill>
                <a:latin typeface="Segoe UI"/>
                <a:cs typeface="Segoe UI"/>
              </a:rPr>
              <a:t>D1234</a:t>
            </a:r>
            <a:r>
              <a:rPr lang="en-US" sz="1800">
                <a:solidFill>
                  <a:srgbClr val="FF0000"/>
                </a:solidFill>
                <a:latin typeface="Segoe UI"/>
                <a:cs typeface="Segoe UI"/>
              </a:rPr>
              <a:t>AB</a:t>
            </a:r>
            <a:r>
              <a:rPr lang="en-US" sz="1800">
                <a:solidFill>
                  <a:srgbClr val="000000"/>
                </a:solidFill>
                <a:latin typeface="Segoe UI"/>
                <a:cs typeface="Segoe UI"/>
              </a:rPr>
              <a:t> (for layout change).</a:t>
            </a: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en-US" sz="1800">
                <a:solidFill>
                  <a:srgbClr val="000000"/>
                </a:solidFill>
                <a:latin typeface="Segoe UI"/>
                <a:cs typeface="Segoe UI"/>
              </a:rPr>
              <a:t>Coordinate with the mechanical dept. manager which designer will work on the  project;</a:t>
            </a:r>
            <a:br>
              <a:rPr lang="en-US" sz="1800">
                <a:solidFill>
                  <a:srgbClr val="000000"/>
                </a:solidFill>
                <a:latin typeface="Segoe UI"/>
                <a:cs typeface="Segoe UI"/>
              </a:rPr>
            </a:br>
            <a:r>
              <a:rPr lang="en-US" sz="1800">
                <a:solidFill>
                  <a:srgbClr val="000000"/>
                </a:solidFill>
                <a:latin typeface="Segoe UI"/>
                <a:cs typeface="Segoe UI"/>
              </a:rPr>
              <a:t>Inform the mechanical manager and the mechanical designer about the expected date of the layout start.</a:t>
            </a:r>
            <a:endParaRPr lang="en-US">
              <a:solidFill>
                <a:srgbClr val="00082E"/>
              </a:solidFill>
              <a:latin typeface="Segoe UI Light"/>
            </a:endParaRPr>
          </a:p>
          <a:p>
            <a:pPr marL="1257300" lvl="2">
              <a:lnSpc>
                <a:spcPct val="100000"/>
              </a:lnSpc>
              <a:spcBef>
                <a:spcPts val="0"/>
              </a:spcBef>
              <a:buFont typeface="Wingdings" panose="020B0604020202020204" pitchFamily="34" charset="0"/>
              <a:buChar char="§"/>
            </a:pPr>
            <a:r>
              <a:rPr lang="en-US" sz="1800">
                <a:solidFill>
                  <a:srgbClr val="000000"/>
                </a:solidFill>
                <a:latin typeface="Segoe UI"/>
                <a:cs typeface="Segoe UI"/>
              </a:rPr>
              <a:t>Open a ticket in Jira for the thermal design of the PCB.</a:t>
            </a:r>
            <a:endParaRPr lang="en-US">
              <a:solidFill>
                <a:srgbClr val="00082E"/>
              </a:solidFill>
              <a:latin typeface="Segoe UI Light"/>
            </a:endParaRP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en-US" sz="1800">
                <a:solidFill>
                  <a:srgbClr val="000000"/>
                </a:solidFill>
                <a:latin typeface="Segoe UI"/>
                <a:cs typeface="Segoe UI"/>
              </a:rPr>
              <a:t>PCB information:</a:t>
            </a:r>
          </a:p>
          <a:p>
            <a:pPr marL="1257300" lvl="2">
              <a:lnSpc>
                <a:spcPct val="100000"/>
              </a:lnSpc>
              <a:spcBef>
                <a:spcPts val="0"/>
              </a:spcBef>
            </a:pPr>
            <a:r>
              <a:rPr lang="en-US" sz="1800">
                <a:solidFill>
                  <a:srgbClr val="000000"/>
                </a:solidFill>
                <a:latin typeface="Segoe UI"/>
                <a:cs typeface="Segoe UI"/>
              </a:rPr>
              <a:t>The PCB purpose.</a:t>
            </a:r>
            <a:endParaRPr lang="en-US">
              <a:solidFill>
                <a:srgbClr val="00082E"/>
              </a:solidFill>
              <a:latin typeface="Segoe UI Light"/>
            </a:endParaRPr>
          </a:p>
          <a:p>
            <a:pPr marL="1257300" lvl="2">
              <a:lnSpc>
                <a:spcPct val="100000"/>
              </a:lnSpc>
              <a:spcBef>
                <a:spcPts val="0"/>
              </a:spcBef>
            </a:pPr>
            <a:r>
              <a:rPr lang="en-US" sz="1800">
                <a:solidFill>
                  <a:srgbClr val="000000"/>
                </a:solidFill>
                <a:latin typeface="Segoe UI"/>
                <a:cs typeface="Segoe UI"/>
              </a:rPr>
              <a:t>The requested PCB size / area.</a:t>
            </a:r>
            <a:endParaRPr lang="en-US">
              <a:solidFill>
                <a:srgbClr val="00082E"/>
              </a:solidFill>
              <a:latin typeface="Segoe UI Light"/>
            </a:endParaRPr>
          </a:p>
          <a:p>
            <a:pPr marL="1257300" lvl="2">
              <a:lnSpc>
                <a:spcPct val="100000"/>
              </a:lnSpc>
              <a:spcBef>
                <a:spcPts val="0"/>
              </a:spcBef>
            </a:pPr>
            <a:r>
              <a:rPr lang="en-US" sz="1800">
                <a:solidFill>
                  <a:srgbClr val="000000"/>
                </a:solidFill>
                <a:latin typeface="Segoe UI"/>
                <a:cs typeface="Segoe UI"/>
              </a:rPr>
              <a:t>PCB thickness.</a:t>
            </a:r>
            <a:endParaRPr lang="en-US">
              <a:solidFill>
                <a:srgbClr val="00082E"/>
              </a:solidFill>
              <a:latin typeface="Segoe UI Light"/>
              <a:cs typeface="Segoe UI Light"/>
            </a:endParaRPr>
          </a:p>
          <a:p>
            <a:pPr marL="1257300" lvl="2">
              <a:lnSpc>
                <a:spcPct val="100000"/>
              </a:lnSpc>
              <a:spcBef>
                <a:spcPts val="0"/>
              </a:spcBef>
            </a:pPr>
            <a:r>
              <a:rPr lang="en-US" sz="1800">
                <a:solidFill>
                  <a:srgbClr val="000000"/>
                </a:solidFill>
                <a:latin typeface="Segoe UI"/>
                <a:cs typeface="Segoe UI"/>
              </a:rPr>
              <a:t>Electrical flow (Power area , digital area…..).</a:t>
            </a:r>
            <a:endParaRPr lang="en-US">
              <a:solidFill>
                <a:srgbClr val="00082E"/>
              </a:solidFill>
              <a:latin typeface="Segoe UI Light"/>
              <a:cs typeface="Segoe UI Light"/>
            </a:endParaRPr>
          </a:p>
          <a:p>
            <a:pPr marL="1257300" lvl="2">
              <a:lnSpc>
                <a:spcPct val="100000"/>
              </a:lnSpc>
              <a:spcBef>
                <a:spcPts val="0"/>
              </a:spcBef>
            </a:pPr>
            <a:r>
              <a:rPr lang="en-US" sz="1800">
                <a:solidFill>
                  <a:srgbClr val="000000"/>
                </a:solidFill>
                <a:latin typeface="Segoe UI"/>
                <a:cs typeface="Segoe UI"/>
              </a:rPr>
              <a:t>Required interfaces with the product / other PCB.</a:t>
            </a:r>
            <a:endParaRPr lang="en-US">
              <a:solidFill>
                <a:srgbClr val="00082E"/>
              </a:solidFill>
              <a:latin typeface="Segoe UI Light"/>
              <a:cs typeface="Segoe UI Light"/>
            </a:endParaRPr>
          </a:p>
          <a:p>
            <a:pPr marL="1257300" lvl="2">
              <a:lnSpc>
                <a:spcPct val="100000"/>
              </a:lnSpc>
              <a:spcBef>
                <a:spcPts val="0"/>
              </a:spcBef>
            </a:pPr>
            <a:r>
              <a:rPr lang="en-US" sz="1800">
                <a:solidFill>
                  <a:srgbClr val="000000"/>
                </a:solidFill>
                <a:latin typeface="Segoe UI"/>
                <a:cs typeface="Segoe UI"/>
              </a:rPr>
              <a:t>Expected hi power components required cooling.</a:t>
            </a:r>
            <a:endParaRPr lang="en-US">
              <a:solidFill>
                <a:srgbClr val="00082E"/>
              </a:solidFill>
              <a:latin typeface="Segoe UI Light"/>
              <a:cs typeface="Segoe UI Light"/>
            </a:endParaRPr>
          </a:p>
          <a:p>
            <a:pPr marL="1257300" lvl="2">
              <a:lnSpc>
                <a:spcPct val="100000"/>
              </a:lnSpc>
              <a:spcBef>
                <a:spcPts val="0"/>
              </a:spcBef>
            </a:pPr>
            <a:r>
              <a:rPr lang="en-US" sz="1800">
                <a:solidFill>
                  <a:srgbClr val="000000"/>
                </a:solidFill>
                <a:latin typeface="Segoe UI"/>
                <a:cs typeface="Segoe UI"/>
              </a:rPr>
              <a:t>EMI expected issues.</a:t>
            </a:r>
            <a:endParaRPr lang="en-US">
              <a:solidFill>
                <a:srgbClr val="00082E"/>
              </a:solidFill>
              <a:latin typeface="Segoe UI Light"/>
              <a:cs typeface="Segoe UI Light"/>
            </a:endParaRPr>
          </a:p>
          <a:p>
            <a:pPr marL="1257300" lvl="2">
              <a:lnSpc>
                <a:spcPct val="100000"/>
              </a:lnSpc>
              <a:spcBef>
                <a:spcPts val="0"/>
              </a:spcBef>
            </a:pPr>
            <a:r>
              <a:rPr lang="en-US" sz="1800">
                <a:solidFill>
                  <a:srgbClr val="000000"/>
                </a:solidFill>
                <a:latin typeface="Segoe UI"/>
                <a:cs typeface="Segoe UI"/>
              </a:rPr>
              <a:t>New or special components.</a:t>
            </a:r>
            <a:endParaRPr lang="en-US">
              <a:solidFill>
                <a:srgbClr val="00082E"/>
              </a:solidFill>
              <a:latin typeface="Segoe UI Light"/>
              <a:cs typeface="Segoe UI Light"/>
            </a:endParaRPr>
          </a:p>
          <a:p>
            <a:pPr lvl="2">
              <a:lnSpc>
                <a:spcPct val="100000"/>
              </a:lnSpc>
              <a:spcBef>
                <a:spcPts val="0"/>
              </a:spcBef>
            </a:pPr>
            <a:endParaRPr lang="en-US" sz="1800">
              <a:solidFill>
                <a:srgbClr val="000000"/>
              </a:solidFill>
              <a:latin typeface="Segoe UI"/>
              <a:cs typeface="Segoe UI"/>
            </a:endParaRPr>
          </a:p>
          <a:p>
            <a:pPr marL="1028700" lvl="2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>
              <a:solidFill>
                <a:srgbClr val="000000"/>
              </a:solidFill>
              <a:latin typeface="Segoe UI"/>
              <a:cs typeface="Segoe UI"/>
            </a:endParaRP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>
              <a:solidFill>
                <a:srgbClr val="000000"/>
              </a:solidFill>
              <a:latin typeface="Segoe UI"/>
              <a:cs typeface="Segoe UI"/>
            </a:endParaRPr>
          </a:p>
          <a:p>
            <a:pPr marL="457200" indent="-4572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4F6FC-13EC-F4FF-D7AD-6EF6787FF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E60B-063F-7341-AAD1-65F55D97E323}" type="slidenum">
              <a:rPr lang="en-IL" smtClean="0"/>
              <a:t>21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955443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75"/>
</p:tagLst>
</file>

<file path=ppt/theme/theme1.xml><?xml version="1.0" encoding="utf-8"?>
<a:theme xmlns:a="http://schemas.openxmlformats.org/drawingml/2006/main" name="SolarEdge Theme">
  <a:themeElements>
    <a:clrScheme name="SolarEdge Theme">
      <a:dk1>
        <a:srgbClr val="000000"/>
      </a:dk1>
      <a:lt1>
        <a:srgbClr val="FFFFFF"/>
      </a:lt1>
      <a:dk2>
        <a:srgbClr val="00082E"/>
      </a:dk2>
      <a:lt2>
        <a:srgbClr val="F0F0F0"/>
      </a:lt2>
      <a:accent1>
        <a:srgbClr val="2E8FD6"/>
      </a:accent1>
      <a:accent2>
        <a:srgbClr val="78BAE6"/>
      </a:accent2>
      <a:accent3>
        <a:srgbClr val="A0D3AD"/>
      </a:accent3>
      <a:accent4>
        <a:srgbClr val="696969"/>
      </a:accent4>
      <a:accent5>
        <a:srgbClr val="FFCC7F"/>
      </a:accent5>
      <a:accent6>
        <a:srgbClr val="00082E"/>
      </a:accent6>
      <a:hlink>
        <a:srgbClr val="0432FF"/>
      </a:hlink>
      <a:folHlink>
        <a:srgbClr val="932092"/>
      </a:folHlink>
    </a:clrScheme>
    <a:fontScheme name="Segoe UI">
      <a:majorFont>
        <a:latin typeface="Segoe UI Semibold"/>
        <a:ea typeface=""/>
        <a:cs typeface="Segoe UI"/>
      </a:majorFont>
      <a:minorFont>
        <a:latin typeface="Segoe UI Light"/>
        <a:ea typeface=""/>
        <a:cs typeface="Segoe U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olarEdge 2024" id="{3CC4FE8B-9F4B-0040-BBEC-0E12262FB828}" vid="{AE0FB627-1573-F047-B734-29661BEEEF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495CB41-BFA5-C944-97A4-EF83B88CB602}">
  <we:reference id="wa200001766" version="1.5.0.0" store="en-US" storeType="OMEX"/>
  <we:alternateReferences>
    <we:reference id="WA200001766" version="1.5.0.0" store="WA2000017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FBE424BC50B241B01C4D90EC99ADAD" ma:contentTypeVersion="10" ma:contentTypeDescription="Create a new document." ma:contentTypeScope="" ma:versionID="a1e29afb4d137b1028d4b276639ea2b8">
  <xsd:schema xmlns:xsd="http://www.w3.org/2001/XMLSchema" xmlns:xs="http://www.w3.org/2001/XMLSchema" xmlns:p="http://schemas.microsoft.com/office/2006/metadata/properties" xmlns:ns2="fcffac0d-b31a-4f0d-b252-4fe01ade461d" xmlns:ns3="4eb08019-584f-4cf3-9965-127f9e4e6dfc" targetNamespace="http://schemas.microsoft.com/office/2006/metadata/properties" ma:root="true" ma:fieldsID="ab6eca1d812fdbd6c8a9a7489475db27" ns2:_="" ns3:_="">
    <xsd:import namespace="fcffac0d-b31a-4f0d-b252-4fe01ade461d"/>
    <xsd:import namespace="4eb08019-584f-4cf3-9965-127f9e4e6df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ffac0d-b31a-4f0d-b252-4fe01ade46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e211368-18e4-4c8f-90a1-ddf75dec7ae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b08019-584f-4cf3-9965-127f9e4e6df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a008302-c642-4659-bd18-5be9fd68b0b1}" ma:internalName="TaxCatchAll" ma:showField="CatchAllData" ma:web="4eb08019-584f-4cf3-9965-127f9e4e6d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eb08019-584f-4cf3-9965-127f9e4e6dfc" xsi:nil="true"/>
    <lcf76f155ced4ddcb4097134ff3c332f xmlns="fcffac0d-b31a-4f0d-b252-4fe01ade461d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3DC61E7-9CD1-40F7-9939-CB3C1E75E7D1}">
  <ds:schemaRefs>
    <ds:schemaRef ds:uri="4eb08019-584f-4cf3-9965-127f9e4e6dfc"/>
    <ds:schemaRef ds:uri="fcffac0d-b31a-4f0d-b252-4fe01ade461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9D2923B-AEBD-4EE0-B97E-C8023E502FA4}">
  <ds:schemaRefs>
    <ds:schemaRef ds:uri="4eb08019-584f-4cf3-9965-127f9e4e6dfc"/>
    <ds:schemaRef ds:uri="fcffac0d-b31a-4f0d-b252-4fe01ade461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C33F3EE-55BC-4BBB-9C7D-85575923FDF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b37c808-6ca7-40eb-8746-85795efcbd36}" enabled="0" method="" siteId="{fb37c808-6ca7-40eb-8746-85795efcbd3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SolarEdge 2024</Template>
  <TotalTime>0</TotalTime>
  <Words>1390</Words>
  <Application>Microsoft Office PowerPoint</Application>
  <PresentationFormat>Widescreen</PresentationFormat>
  <Paragraphs>225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3" baseType="lpstr">
      <vt:lpstr>Abadi</vt:lpstr>
      <vt:lpstr>Aptos</vt:lpstr>
      <vt:lpstr>Arial</vt:lpstr>
      <vt:lpstr>ArialMT</vt:lpstr>
      <vt:lpstr>Cambria Math</vt:lpstr>
      <vt:lpstr>Segoe UI</vt:lpstr>
      <vt:lpstr>Segoe UI Light</vt:lpstr>
      <vt:lpstr>Segoe UI Semibold</vt:lpstr>
      <vt:lpstr>Times New Roman</vt:lpstr>
      <vt:lpstr>Wingdings</vt:lpstr>
      <vt:lpstr>WordVisi_MSFontService</vt:lpstr>
      <vt:lpstr>SolarEdge Theme</vt:lpstr>
      <vt:lpstr>Layout course-</vt:lpstr>
      <vt:lpstr>Agenda</vt:lpstr>
      <vt:lpstr>Mec Design for layout</vt:lpstr>
      <vt:lpstr>Mec Engineer preparations for layout</vt:lpstr>
      <vt:lpstr>DXF</vt:lpstr>
      <vt:lpstr>DXF Example</vt:lpstr>
      <vt:lpstr>3D- eDrawings  </vt:lpstr>
      <vt:lpstr>PCB Thickness  </vt:lpstr>
      <vt:lpstr>PCB Warpage</vt:lpstr>
      <vt:lpstr>PCB Deformation</vt:lpstr>
      <vt:lpstr>Components height</vt:lpstr>
      <vt:lpstr>Production Methode- TH/ SMD </vt:lpstr>
      <vt:lpstr>Thermal considerations </vt:lpstr>
      <vt:lpstr>Thermal considerations </vt:lpstr>
      <vt:lpstr>Connectors</vt:lpstr>
      <vt:lpstr>Connectors- cont.</vt:lpstr>
      <vt:lpstr>Connectors- cont.</vt:lpstr>
      <vt:lpstr>Press-Fit components</vt:lpstr>
      <vt:lpstr>Stiffeners and handling</vt:lpstr>
      <vt:lpstr>Trace width calculation</vt:lpstr>
      <vt:lpstr>Design Process </vt:lpstr>
    </vt:vector>
  </TitlesOfParts>
  <Company>Solaredge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Oren Saraf</dc:creator>
  <cp:lastModifiedBy>Tzippi Shvili</cp:lastModifiedBy>
  <cp:revision>2</cp:revision>
  <dcterms:created xsi:type="dcterms:W3CDTF">2025-01-16T08:31:01Z</dcterms:created>
  <dcterms:modified xsi:type="dcterms:W3CDTF">2025-10-30T11:26:27Z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0CEA0E78-C59B-4006-8441-D692B5019D7A</vt:lpwstr>
  </property>
  <property fmtid="{D5CDD505-2E9C-101B-9397-08002B2CF9AE}" pid="3" name="ArticulatePath">
    <vt:lpwstr>https://solaredge0-my.sharepoint.com/personal/liat_d_solaredge_com/Documents/Sharing is Caring/Corporate Presentation/Beta Testing/SolarEdge Corporate PPT repository v.5 Beta</vt:lpwstr>
  </property>
  <property fmtid="{D5CDD505-2E9C-101B-9397-08002B2CF9AE}" pid="4" name="ContentTypeId">
    <vt:lpwstr>0x0101007AFBE424BC50B241B01C4D90EC99ADAD</vt:lpwstr>
  </property>
  <property fmtid="{D5CDD505-2E9C-101B-9397-08002B2CF9AE}" pid="5" name="MediaServiceImageTags">
    <vt:lpwstr/>
  </property>
</Properties>
</file>