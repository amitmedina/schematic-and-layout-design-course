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sldIdLst>
    <p:sldId id="256" r:id="rId5"/>
    <p:sldId id="273" r:id="rId6"/>
    <p:sldId id="257" r:id="rId7"/>
    <p:sldId id="274" r:id="rId8"/>
    <p:sldId id="275" r:id="rId9"/>
    <p:sldId id="276" r:id="rId10"/>
    <p:sldId id="277" r:id="rId11"/>
    <p:sldId id="278" r:id="rId12"/>
    <p:sldId id="279" r:id="rId13"/>
    <p:sldId id="280" r:id="rId14"/>
    <p:sldId id="281" r:id="rId15"/>
    <p:sldId id="282" r:id="rId16"/>
    <p:sldId id="283" r:id="rId17"/>
    <p:sldId id="285" r:id="rId18"/>
    <p:sldId id="284" r:id="rId19"/>
    <p:sldId id="263" r:id="rId20"/>
    <p:sldId id="260" r:id="rId21"/>
    <p:sldId id="269" r:id="rId22"/>
    <p:sldId id="259" r:id="rId23"/>
    <p:sldId id="258" r:id="rId24"/>
    <p:sldId id="270" r:id="rId25"/>
    <p:sldId id="271" r:id="rId26"/>
    <p:sldId id="261" r:id="rId27"/>
    <p:sldId id="264" r:id="rId28"/>
    <p:sldId id="265" r:id="rId29"/>
    <p:sldId id="266" r:id="rId30"/>
    <p:sldId id="267" r:id="rId31"/>
    <p:sldId id="268" r:id="rId32"/>
    <p:sldId id="262" r:id="rId33"/>
    <p:sldId id="272" r:id="rId34"/>
  </p:sldIdLst>
  <p:sldSz cx="12192000" cy="6858000"/>
  <p:notesSz cx="6858000" cy="9144000"/>
  <p:custDataLst>
    <p:tags r:id="rId36"/>
  </p:custDataLst>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2F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09" autoAdjust="0"/>
    <p:restoredTop sz="94607"/>
  </p:normalViewPr>
  <p:slideViewPr>
    <p:cSldViewPr snapToGrid="0">
      <p:cViewPr varScale="1">
        <p:scale>
          <a:sx n="60" d="100"/>
          <a:sy n="60" d="100"/>
        </p:scale>
        <p:origin x="768" y="4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452B3B-DE7E-AA45-8F12-61DBE76FFBA9}" type="datetimeFigureOut">
              <a:rPr lang="en-IL" smtClean="0"/>
              <a:t>10/30/2025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520AC-CA0E-224F-8D82-D2B67D1F33B8}" type="slidenum">
              <a:rPr lang="en-IL" smtClean="0"/>
              <a:t>‹#›</a:t>
            </a:fld>
            <a:endParaRPr lang="en-IL"/>
          </a:p>
        </p:txBody>
      </p:sp>
    </p:spTree>
    <p:extLst>
      <p:ext uri="{BB962C8B-B14F-4D97-AF65-F5344CB8AC3E}">
        <p14:creationId xmlns:p14="http://schemas.microsoft.com/office/powerpoint/2010/main" val="2397303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7520AC-CA0E-224F-8D82-D2B67D1F33B8}" type="slidenum">
              <a:rPr lang="en-IL" smtClean="0"/>
              <a:t>10</a:t>
            </a:fld>
            <a:endParaRPr lang="en-IL"/>
          </a:p>
        </p:txBody>
      </p:sp>
    </p:spTree>
    <p:extLst>
      <p:ext uri="{BB962C8B-B14F-4D97-AF65-F5344CB8AC3E}">
        <p14:creationId xmlns:p14="http://schemas.microsoft.com/office/powerpoint/2010/main" val="38214342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73DF1C-F4AA-9E9C-1253-609974D17009}"/>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grpSp>
        <p:nvGrpSpPr>
          <p:cNvPr id="10" name="Group 9">
            <a:extLst>
              <a:ext uri="{FF2B5EF4-FFF2-40B4-BE49-F238E27FC236}">
                <a16:creationId xmlns:a16="http://schemas.microsoft.com/office/drawing/2014/main" id="{F8D0E3BD-378B-80F3-2D20-131BC3DE9F95}"/>
              </a:ext>
            </a:extLst>
          </p:cNvPr>
          <p:cNvGrpSpPr>
            <a:grpSpLocks noChangeAspect="1"/>
          </p:cNvGrpSpPr>
          <p:nvPr userDrawn="1"/>
        </p:nvGrpSpPr>
        <p:grpSpPr>
          <a:xfrm>
            <a:off x="605761" y="740098"/>
            <a:ext cx="2520000" cy="509371"/>
            <a:chOff x="10307382" y="4588869"/>
            <a:chExt cx="1008089" cy="203766"/>
          </a:xfrm>
        </p:grpSpPr>
        <p:sp>
          <p:nvSpPr>
            <p:cNvPr id="11" name="Freeform 10">
              <a:extLst>
                <a:ext uri="{FF2B5EF4-FFF2-40B4-BE49-F238E27FC236}">
                  <a16:creationId xmlns:a16="http://schemas.microsoft.com/office/drawing/2014/main" id="{D47D4FB8-58A8-DFCE-D26E-22DFD7BFC978}"/>
                </a:ext>
              </a:extLst>
            </p:cNvPr>
            <p:cNvSpPr/>
            <p:nvPr/>
          </p:nvSpPr>
          <p:spPr>
            <a:xfrm>
              <a:off x="10804619" y="458886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2" name="Freeform 11">
              <a:extLst>
                <a:ext uri="{FF2B5EF4-FFF2-40B4-BE49-F238E27FC236}">
                  <a16:creationId xmlns:a16="http://schemas.microsoft.com/office/drawing/2014/main" id="{D74E73EA-E9FC-1AF9-A150-E1F5ACE986CA}"/>
                </a:ext>
              </a:extLst>
            </p:cNvPr>
            <p:cNvSpPr/>
            <p:nvPr/>
          </p:nvSpPr>
          <p:spPr>
            <a:xfrm>
              <a:off x="10307382" y="458886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solidFill>
                  <a:schemeClr val="bg1"/>
                </a:solidFill>
              </a:endParaRPr>
            </a:p>
          </p:txBody>
        </p:sp>
      </p:grpSp>
      <p:sp>
        <p:nvSpPr>
          <p:cNvPr id="2" name="Title 1">
            <a:extLst>
              <a:ext uri="{FF2B5EF4-FFF2-40B4-BE49-F238E27FC236}">
                <a16:creationId xmlns:a16="http://schemas.microsoft.com/office/drawing/2014/main" id="{A98D9D95-C44E-5026-FA56-4A39531CF37C}"/>
              </a:ext>
            </a:extLst>
          </p:cNvPr>
          <p:cNvSpPr>
            <a:spLocks noGrp="1"/>
          </p:cNvSpPr>
          <p:nvPr>
            <p:ph type="ctrTitle"/>
          </p:nvPr>
        </p:nvSpPr>
        <p:spPr>
          <a:xfrm>
            <a:off x="516000" y="3262180"/>
            <a:ext cx="5898291" cy="1762901"/>
          </a:xfrm>
        </p:spPr>
        <p:txBody>
          <a:bodyPr anchor="t">
            <a:noAutofit/>
          </a:bodyPr>
          <a:lstStyle>
            <a:lvl1pPr algn="l">
              <a:defRPr sz="5400" b="0" i="0">
                <a:solidFill>
                  <a:schemeClr val="bg1"/>
                </a:solidFill>
                <a:latin typeface="+mn-lt"/>
                <a:cs typeface="Segoe UI Light" panose="020B0502040204020203" pitchFamily="34" charset="0"/>
              </a:defRPr>
            </a:lvl1pPr>
          </a:lstStyle>
          <a:p>
            <a:r>
              <a:rPr lang="en-US"/>
              <a:t>Click to edit Master title style</a:t>
            </a:r>
            <a:endParaRPr lang="en-IL" dirty="0"/>
          </a:p>
        </p:txBody>
      </p:sp>
      <p:sp>
        <p:nvSpPr>
          <p:cNvPr id="3" name="Subtitle 2">
            <a:extLst>
              <a:ext uri="{FF2B5EF4-FFF2-40B4-BE49-F238E27FC236}">
                <a16:creationId xmlns:a16="http://schemas.microsoft.com/office/drawing/2014/main" id="{DD881CA6-45A0-DD5E-16A3-5AA980CA864F}"/>
              </a:ext>
            </a:extLst>
          </p:cNvPr>
          <p:cNvSpPr>
            <a:spLocks noGrp="1"/>
          </p:cNvSpPr>
          <p:nvPr>
            <p:ph type="subTitle" idx="1"/>
          </p:nvPr>
        </p:nvSpPr>
        <p:spPr>
          <a:xfrm>
            <a:off x="516000" y="5123934"/>
            <a:ext cx="5939480" cy="477795"/>
          </a:xfrm>
        </p:spPr>
        <p:txBody>
          <a:bodyPr/>
          <a:lstStyle>
            <a:lvl1pPr marL="0" indent="0" algn="l">
              <a:buNone/>
              <a:defRPr sz="2400" b="0" i="0">
                <a:solidFill>
                  <a:schemeClr val="accent2"/>
                </a:solidFill>
                <a:latin typeface="+mj-lt"/>
                <a:cs typeface="Segoe UI Semibold"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6" name="Slide Number Placeholder 5">
            <a:extLst>
              <a:ext uri="{FF2B5EF4-FFF2-40B4-BE49-F238E27FC236}">
                <a16:creationId xmlns:a16="http://schemas.microsoft.com/office/drawing/2014/main" id="{250B96E0-0EED-EC45-A3A6-335AE9ACB1A2}"/>
              </a:ext>
            </a:extLst>
          </p:cNvPr>
          <p:cNvSpPr>
            <a:spLocks noGrp="1"/>
          </p:cNvSpPr>
          <p:nvPr>
            <p:ph type="sldNum" sz="quarter" idx="12"/>
          </p:nvPr>
        </p:nvSpPr>
        <p:spPr/>
        <p:txBody>
          <a:bodyPr/>
          <a:lstStyle>
            <a:lvl1pPr>
              <a:defRPr>
                <a:solidFill>
                  <a:schemeClr val="accent4">
                    <a:alpha val="50000"/>
                  </a:schemeClr>
                </a:solidFill>
              </a:defRPr>
            </a:lvl1pPr>
          </a:lstStyle>
          <a:p>
            <a:fld id="{4055E60B-063F-7341-AAD1-65F55D97E323}" type="slidenum">
              <a:rPr lang="en-IL" smtClean="0"/>
              <a:pPr/>
              <a:t>‹#›</a:t>
            </a:fld>
            <a:endParaRPr lang="en-IL"/>
          </a:p>
        </p:txBody>
      </p:sp>
      <p:sp>
        <p:nvSpPr>
          <p:cNvPr id="15" name="Parallelogram 14">
            <a:extLst>
              <a:ext uri="{FF2B5EF4-FFF2-40B4-BE49-F238E27FC236}">
                <a16:creationId xmlns:a16="http://schemas.microsoft.com/office/drawing/2014/main" id="{8EE9470B-C5AD-0F15-8B9B-AD6021CF7E18}"/>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16" name="Footer Placeholder 4">
            <a:extLst>
              <a:ext uri="{FF2B5EF4-FFF2-40B4-BE49-F238E27FC236}">
                <a16:creationId xmlns:a16="http://schemas.microsoft.com/office/drawing/2014/main" id="{2671121A-1F24-9B5F-8B72-9C20570FD338}"/>
              </a:ext>
            </a:extLst>
          </p:cNvPr>
          <p:cNvSpPr>
            <a:spLocks noGrp="1"/>
          </p:cNvSpPr>
          <p:nvPr>
            <p:ph type="ftr" sz="quarter" idx="3"/>
          </p:nvPr>
        </p:nvSpPr>
        <p:spPr>
          <a:xfrm>
            <a:off x="5495124" y="6356350"/>
            <a:ext cx="5040000" cy="365125"/>
          </a:xfrm>
          <a:prstGeom prst="rect">
            <a:avLst/>
          </a:prstGeom>
        </p:spPr>
        <p:txBody>
          <a:bodyPr vert="horz" lIns="91440" tIns="45720" rIns="91440" bIns="45720" rtlCol="0" anchor="ctr"/>
          <a:lstStyle>
            <a:lvl1pPr algn="l">
              <a:defRPr sz="1000" b="0" i="0">
                <a:solidFill>
                  <a:schemeClr val="tx1">
                    <a:tint val="82000"/>
                    <a:alpha val="50000"/>
                  </a:schemeClr>
                </a:solidFill>
                <a:latin typeface="Segoe UI" panose="020B0502040204020203" pitchFamily="34" charset="0"/>
                <a:cs typeface="Segoe UI" panose="020B0502040204020203" pitchFamily="34" charset="0"/>
              </a:defRPr>
            </a:lvl1pPr>
          </a:lstStyle>
          <a:p>
            <a:pPr marL="0" algn="r" defTabSz="914400" rtl="1" eaLnBrk="1" latinLnBrk="0" hangingPunct="1"/>
            <a:endParaRPr lang="en-IL" dirty="0"/>
          </a:p>
        </p:txBody>
      </p:sp>
    </p:spTree>
    <p:extLst>
      <p:ext uri="{BB962C8B-B14F-4D97-AF65-F5344CB8AC3E}">
        <p14:creationId xmlns:p14="http://schemas.microsoft.com/office/powerpoint/2010/main" val="352418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p:txBody>
          <a:body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1849114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6"/>
            <a:ext cx="11160000" cy="731520"/>
          </a:xfrm>
        </p:spPr>
        <p:txBody>
          <a:body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305877"/>
            <a:ext cx="11160000" cy="38482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10" name="Text Placeholder 9">
            <a:extLst>
              <a:ext uri="{FF2B5EF4-FFF2-40B4-BE49-F238E27FC236}">
                <a16:creationId xmlns:a16="http://schemas.microsoft.com/office/drawing/2014/main" id="{1CB354CA-FCBA-7A93-D38D-4AA6421A029D}"/>
              </a:ext>
            </a:extLst>
          </p:cNvPr>
          <p:cNvSpPr>
            <a:spLocks noGrp="1"/>
          </p:cNvSpPr>
          <p:nvPr>
            <p:ph type="body" sz="quarter" idx="18"/>
          </p:nvPr>
        </p:nvSpPr>
        <p:spPr>
          <a:xfrm>
            <a:off x="516000" y="1431235"/>
            <a:ext cx="11160000" cy="675378"/>
          </a:xfrm>
        </p:spPr>
        <p:txBody>
          <a:bodyPr>
            <a:noAutofit/>
          </a:bodyPr>
          <a:lstStyle>
            <a:lvl1pPr marL="0" indent="0">
              <a:buFontTx/>
              <a:buNone/>
              <a:defRPr sz="2200">
                <a:solidFill>
                  <a:schemeClr val="accent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2598670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26357D-2506-AD94-EDB3-970E916B89B7}"/>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sp>
        <p:nvSpPr>
          <p:cNvPr id="3" name="Text Placeholder 2">
            <a:extLst>
              <a:ext uri="{FF2B5EF4-FFF2-40B4-BE49-F238E27FC236}">
                <a16:creationId xmlns:a16="http://schemas.microsoft.com/office/drawing/2014/main" id="{FA691269-59A4-07DF-00FC-8E4BF80006AA}"/>
              </a:ext>
            </a:extLst>
          </p:cNvPr>
          <p:cNvSpPr>
            <a:spLocks noGrp="1"/>
          </p:cNvSpPr>
          <p:nvPr>
            <p:ph type="body" idx="1"/>
          </p:nvPr>
        </p:nvSpPr>
        <p:spPr>
          <a:xfrm>
            <a:off x="516000" y="5123934"/>
            <a:ext cx="5884800" cy="735772"/>
          </a:xfrm>
        </p:spPr>
        <p:txBody>
          <a:bodyPr>
            <a:noAutofit/>
          </a:bodyPr>
          <a:lstStyle>
            <a:lvl1pPr marL="0" indent="0" algn="l" defTabSz="914400" rtl="0" eaLnBrk="1" latinLnBrk="0" hangingPunct="1">
              <a:lnSpc>
                <a:spcPct val="90000"/>
              </a:lnSpc>
              <a:spcBef>
                <a:spcPts val="1000"/>
              </a:spcBef>
              <a:buFontTx/>
              <a:buNone/>
              <a:defRPr lang="en-US" sz="2400" b="0" i="0" kern="1200" dirty="0">
                <a:solidFill>
                  <a:schemeClr val="accent2"/>
                </a:solidFill>
                <a:latin typeface="+mj-lt"/>
                <a:ea typeface="+mn-ea"/>
                <a:cs typeface="Segoe UI Semibold"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BDE585DB-4BC9-8A25-5B3F-10065DAC1435}"/>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209482A8-7645-2E7C-72E7-CC9D22CDEB39}"/>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10" name="Parallelogram 9">
            <a:extLst>
              <a:ext uri="{FF2B5EF4-FFF2-40B4-BE49-F238E27FC236}">
                <a16:creationId xmlns:a16="http://schemas.microsoft.com/office/drawing/2014/main" id="{D12D4400-085C-5AD2-D671-9183993FEFF6}"/>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2" name="Title 1">
            <a:extLst>
              <a:ext uri="{FF2B5EF4-FFF2-40B4-BE49-F238E27FC236}">
                <a16:creationId xmlns:a16="http://schemas.microsoft.com/office/drawing/2014/main" id="{C6531D58-9868-8123-6A61-454D6EC244EF}"/>
              </a:ext>
            </a:extLst>
          </p:cNvPr>
          <p:cNvSpPr>
            <a:spLocks noGrp="1"/>
          </p:cNvSpPr>
          <p:nvPr>
            <p:ph type="title"/>
          </p:nvPr>
        </p:nvSpPr>
        <p:spPr>
          <a:xfrm>
            <a:off x="516000" y="3260035"/>
            <a:ext cx="5898052" cy="1762539"/>
          </a:xfrm>
        </p:spPr>
        <p:txBody>
          <a:bodyPr anchor="t">
            <a:noAutofit/>
          </a:bodyPr>
          <a:lstStyle>
            <a:lvl1pPr marL="0" algn="l" defTabSz="914400" rtl="0" eaLnBrk="1" latinLnBrk="0" hangingPunct="1">
              <a:lnSpc>
                <a:spcPct val="90000"/>
              </a:lnSpc>
              <a:spcBef>
                <a:spcPct val="0"/>
              </a:spcBef>
              <a:buNone/>
              <a:defRPr lang="en-IL" sz="5400" b="0" i="0" kern="1200" dirty="0">
                <a:solidFill>
                  <a:schemeClr val="bg1"/>
                </a:solidFill>
                <a:latin typeface="+mn-lt"/>
                <a:ea typeface="+mj-ea"/>
                <a:cs typeface="Segoe UI Light" panose="020B0502040204020203" pitchFamily="34" charset="0"/>
              </a:defRPr>
            </a:lvl1pPr>
          </a:lstStyle>
          <a:p>
            <a:r>
              <a:rPr lang="en-US"/>
              <a:t>Click to edit Master title style</a:t>
            </a:r>
            <a:endParaRPr lang="en-IL" dirty="0"/>
          </a:p>
        </p:txBody>
      </p:sp>
      <p:grpSp>
        <p:nvGrpSpPr>
          <p:cNvPr id="12" name="Group 11">
            <a:extLst>
              <a:ext uri="{FF2B5EF4-FFF2-40B4-BE49-F238E27FC236}">
                <a16:creationId xmlns:a16="http://schemas.microsoft.com/office/drawing/2014/main" id="{6E769BEC-8FF0-8DE9-DE3C-392ACF114B74}"/>
              </a:ext>
            </a:extLst>
          </p:cNvPr>
          <p:cNvGrpSpPr/>
          <p:nvPr userDrawn="1"/>
        </p:nvGrpSpPr>
        <p:grpSpPr>
          <a:xfrm>
            <a:off x="10654248" y="6448149"/>
            <a:ext cx="1008089" cy="203766"/>
            <a:chOff x="10654248" y="6448149"/>
            <a:chExt cx="1008089" cy="203766"/>
          </a:xfrm>
        </p:grpSpPr>
        <p:sp>
          <p:nvSpPr>
            <p:cNvPr id="13" name="Freeform 12">
              <a:extLst>
                <a:ext uri="{FF2B5EF4-FFF2-40B4-BE49-F238E27FC236}">
                  <a16:creationId xmlns:a16="http://schemas.microsoft.com/office/drawing/2014/main" id="{0A2CEBBD-0AD7-3EE5-8BC0-2B1E35483E40}"/>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sp>
          <p:nvSpPr>
            <p:cNvPr id="14" name="Freeform 13">
              <a:extLst>
                <a:ext uri="{FF2B5EF4-FFF2-40B4-BE49-F238E27FC236}">
                  <a16:creationId xmlns:a16="http://schemas.microsoft.com/office/drawing/2014/main" id="{109D1F7F-823A-B1A4-0B2B-DC556F233687}"/>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grpSp>
    </p:spTree>
    <p:extLst>
      <p:ext uri="{BB962C8B-B14F-4D97-AF65-F5344CB8AC3E}">
        <p14:creationId xmlns:p14="http://schemas.microsoft.com/office/powerpoint/2010/main" val="316442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6"/>
            <a:ext cx="11160000" cy="731520"/>
          </a:xfrm>
        </p:spPr>
        <p:txBody>
          <a:bodyPr/>
          <a:lstStyle>
            <a:lvl1pPr>
              <a:defRPr>
                <a:solidFill>
                  <a:schemeClr val="bg1"/>
                </a:solidFill>
              </a:defRPr>
            </a:lvl1p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305877"/>
            <a:ext cx="11160000" cy="384827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lvl1pPr>
              <a:defRPr>
                <a:solidFill>
                  <a:schemeClr val="accent4">
                    <a:lumMod val="20000"/>
                    <a:lumOff val="80000"/>
                    <a:alpha val="50000"/>
                  </a:schemeClr>
                </a:solidFill>
              </a:defRPr>
            </a:lvl1p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lvl1pPr>
              <a:defRPr>
                <a:solidFill>
                  <a:schemeClr val="accent4">
                    <a:lumMod val="20000"/>
                    <a:lumOff val="80000"/>
                    <a:alpha val="50000"/>
                  </a:schemeClr>
                </a:solidFill>
              </a:defRPr>
            </a:lvl1pPr>
          </a:lstStyle>
          <a:p>
            <a:fld id="{4055E60B-063F-7341-AAD1-65F55D97E323}" type="slidenum">
              <a:rPr lang="en-IL" smtClean="0"/>
              <a:pPr/>
              <a:t>‹#›</a:t>
            </a:fld>
            <a:endParaRPr lang="en-IL"/>
          </a:p>
        </p:txBody>
      </p:sp>
      <p:sp>
        <p:nvSpPr>
          <p:cNvPr id="10" name="Text Placeholder 9">
            <a:extLst>
              <a:ext uri="{FF2B5EF4-FFF2-40B4-BE49-F238E27FC236}">
                <a16:creationId xmlns:a16="http://schemas.microsoft.com/office/drawing/2014/main" id="{1CB354CA-FCBA-7A93-D38D-4AA6421A029D}"/>
              </a:ext>
            </a:extLst>
          </p:cNvPr>
          <p:cNvSpPr>
            <a:spLocks noGrp="1"/>
          </p:cNvSpPr>
          <p:nvPr>
            <p:ph type="body" sz="quarter" idx="18"/>
          </p:nvPr>
        </p:nvSpPr>
        <p:spPr>
          <a:xfrm>
            <a:off x="516000" y="1431235"/>
            <a:ext cx="11160000" cy="675378"/>
          </a:xfrm>
        </p:spPr>
        <p:txBody>
          <a:bodyPr>
            <a:noAutofit/>
          </a:bodyPr>
          <a:lstStyle>
            <a:lvl1pPr marL="0" indent="0">
              <a:buFontTx/>
              <a:buNone/>
              <a:defRPr sz="2200">
                <a:solidFill>
                  <a:schemeClr val="accent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Freeform 3">
            <a:extLst>
              <a:ext uri="{FF2B5EF4-FFF2-40B4-BE49-F238E27FC236}">
                <a16:creationId xmlns:a16="http://schemas.microsoft.com/office/drawing/2014/main" id="{92395E59-618E-4D11-8C81-6FBE6E307EDC}"/>
              </a:ext>
            </a:extLst>
          </p:cNvPr>
          <p:cNvSpPr/>
          <p:nvPr userDrawn="1"/>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spTree>
    <p:extLst>
      <p:ext uri="{BB962C8B-B14F-4D97-AF65-F5344CB8AC3E}">
        <p14:creationId xmlns:p14="http://schemas.microsoft.com/office/powerpoint/2010/main" val="982471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3852045"/>
            <a:ext cx="3600000" cy="2330093"/>
          </a:xfrm>
        </p:spPr>
        <p:txBody>
          <a:bodyPr>
            <a:noAutofit/>
          </a:bodyPr>
          <a:lstStyle>
            <a:lvl1pPr>
              <a:defRPr sz="4000">
                <a:solidFill>
                  <a:schemeClr val="tx2"/>
                </a:solidFill>
              </a:defRPr>
            </a:lvl1p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4267200" y="3863163"/>
            <a:ext cx="7380000" cy="22792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10" name="Parallelogram 9">
            <a:extLst>
              <a:ext uri="{FF2B5EF4-FFF2-40B4-BE49-F238E27FC236}">
                <a16:creationId xmlns:a16="http://schemas.microsoft.com/office/drawing/2014/main" id="{A5E8B33C-41D5-C601-28DC-EB67316E3A4C}"/>
              </a:ext>
            </a:extLst>
          </p:cNvPr>
          <p:cNvSpPr/>
          <p:nvPr userDrawn="1"/>
        </p:nvSpPr>
        <p:spPr>
          <a:xfrm>
            <a:off x="592865" y="3770895"/>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11" name="Picture Placeholder 6">
            <a:extLst>
              <a:ext uri="{FF2B5EF4-FFF2-40B4-BE49-F238E27FC236}">
                <a16:creationId xmlns:a16="http://schemas.microsoft.com/office/drawing/2014/main" id="{3038852B-0D31-BB0D-A4CC-B5B8777F3F0B}"/>
              </a:ext>
            </a:extLst>
          </p:cNvPr>
          <p:cNvSpPr>
            <a:spLocks noGrp="1"/>
          </p:cNvSpPr>
          <p:nvPr>
            <p:ph type="pic" sz="quarter" idx="15"/>
          </p:nvPr>
        </p:nvSpPr>
        <p:spPr>
          <a:xfrm>
            <a:off x="0" y="0"/>
            <a:ext cx="12192000" cy="3429000"/>
          </a:xfrm>
          <a:solidFill>
            <a:schemeClr val="bg2"/>
          </a:solidFill>
        </p:spPr>
        <p:txBody>
          <a:bodyPr/>
          <a:lstStyle/>
          <a:p>
            <a:r>
              <a:rPr lang="en-US"/>
              <a:t>Click icon to add picture</a:t>
            </a:r>
            <a:endParaRPr lang="en-IL"/>
          </a:p>
        </p:txBody>
      </p:sp>
    </p:spTree>
    <p:extLst>
      <p:ext uri="{BB962C8B-B14F-4D97-AF65-F5344CB8AC3E}">
        <p14:creationId xmlns:p14="http://schemas.microsoft.com/office/powerpoint/2010/main" val="2108561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hasCustomPrompt="1"/>
          </p:nvPr>
        </p:nvSpPr>
        <p:spPr>
          <a:xfrm>
            <a:off x="516000" y="463296"/>
            <a:ext cx="5427600" cy="731520"/>
          </a:xfrm>
        </p:spPr>
        <p:txBody>
          <a:bodyPr/>
          <a:lstStyle/>
          <a:p>
            <a:r>
              <a:rPr lang="en-US" dirty="0"/>
              <a:t>Click to edit title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1474149"/>
            <a:ext cx="54276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7" name="Parallelogram 6">
            <a:extLst>
              <a:ext uri="{FF2B5EF4-FFF2-40B4-BE49-F238E27FC236}">
                <a16:creationId xmlns:a16="http://schemas.microsoft.com/office/drawing/2014/main" id="{E44F1283-EEBE-41D7-8302-9E97D40C0998}"/>
              </a:ext>
            </a:extLst>
          </p:cNvPr>
          <p:cNvSpPr/>
          <p:nvPr userDrawn="1"/>
        </p:nvSpPr>
        <p:spPr>
          <a:xfrm>
            <a:off x="592865" y="388644"/>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8" name="Picture Placeholder 13">
            <a:extLst>
              <a:ext uri="{FF2B5EF4-FFF2-40B4-BE49-F238E27FC236}">
                <a16:creationId xmlns:a16="http://schemas.microsoft.com/office/drawing/2014/main" id="{7C32B4B0-C302-1C77-FFC3-D812528EF56D}"/>
              </a:ext>
            </a:extLst>
          </p:cNvPr>
          <p:cNvSpPr>
            <a:spLocks noGrp="1"/>
          </p:cNvSpPr>
          <p:nvPr>
            <p:ph type="pic" sz="quarter" idx="13"/>
          </p:nvPr>
        </p:nvSpPr>
        <p:spPr>
          <a:xfrm>
            <a:off x="6099175" y="0"/>
            <a:ext cx="6184900" cy="6858000"/>
          </a:xfrm>
          <a:custGeom>
            <a:avLst/>
            <a:gdLst>
              <a:gd name="connsiteX0" fmla="*/ 4813416 w 6096000"/>
              <a:gd name="connsiteY0" fmla="*/ 6557054 h 6858000"/>
              <a:gd name="connsiteX1" fmla="*/ 4838056 w 6096000"/>
              <a:gd name="connsiteY1" fmla="*/ 6573014 h 6858000"/>
              <a:gd name="connsiteX2" fmla="*/ 4813416 w 6096000"/>
              <a:gd name="connsiteY2" fmla="*/ 6590198 h 6858000"/>
              <a:gd name="connsiteX3" fmla="*/ 4788990 w 6096000"/>
              <a:gd name="connsiteY3" fmla="*/ 6573014 h 6858000"/>
              <a:gd name="connsiteX4" fmla="*/ 4813416 w 6096000"/>
              <a:gd name="connsiteY4" fmla="*/ 6557054 h 6858000"/>
              <a:gd name="connsiteX5" fmla="*/ 5371794 w 6096000"/>
              <a:gd name="connsiteY5" fmla="*/ 6556469 h 6858000"/>
              <a:gd name="connsiteX6" fmla="*/ 5396487 w 6096000"/>
              <a:gd name="connsiteY6" fmla="*/ 6588015 h 6858000"/>
              <a:gd name="connsiteX7" fmla="*/ 5421714 w 6096000"/>
              <a:gd name="connsiteY7" fmla="*/ 6571683 h 6858000"/>
              <a:gd name="connsiteX8" fmla="*/ 5436528 w 6096000"/>
              <a:gd name="connsiteY8" fmla="*/ 6571683 h 6858000"/>
              <a:gd name="connsiteX9" fmla="*/ 5441863 w 6096000"/>
              <a:gd name="connsiteY9" fmla="*/ 6556469 h 6858000"/>
              <a:gd name="connsiteX10" fmla="*/ 5396487 w 6096000"/>
              <a:gd name="connsiteY10" fmla="*/ 6515181 h 6858000"/>
              <a:gd name="connsiteX11" fmla="*/ 5371794 w 6096000"/>
              <a:gd name="connsiteY11" fmla="*/ 6539764 h 6858000"/>
              <a:gd name="connsiteX12" fmla="*/ 5371803 w 6096000"/>
              <a:gd name="connsiteY12" fmla="*/ 6539764 h 6858000"/>
              <a:gd name="connsiteX13" fmla="*/ 5421714 w 6096000"/>
              <a:gd name="connsiteY13" fmla="*/ 6539764 h 6858000"/>
              <a:gd name="connsiteX14" fmla="*/ 5396487 w 6096000"/>
              <a:gd name="connsiteY14" fmla="*/ 6515181 h 6858000"/>
              <a:gd name="connsiteX15" fmla="*/ 5277344 w 6096000"/>
              <a:gd name="connsiteY15" fmla="*/ 6514915 h 6858000"/>
              <a:gd name="connsiteX16" fmla="*/ 5253558 w 6096000"/>
              <a:gd name="connsiteY16" fmla="*/ 6548165 h 6858000"/>
              <a:gd name="connsiteX17" fmla="*/ 5277344 w 6096000"/>
              <a:gd name="connsiteY17" fmla="*/ 6588015 h 6858000"/>
              <a:gd name="connsiteX18" fmla="*/ 5304011 w 6096000"/>
              <a:gd name="connsiteY18" fmla="*/ 6548165 h 6858000"/>
              <a:gd name="connsiteX19" fmla="*/ 5277344 w 6096000"/>
              <a:gd name="connsiteY19" fmla="*/ 6514915 h 6858000"/>
              <a:gd name="connsiteX20" fmla="*/ 5158974 w 6096000"/>
              <a:gd name="connsiteY20" fmla="*/ 6514915 h 6858000"/>
              <a:gd name="connsiteX21" fmla="*/ 5135188 w 6096000"/>
              <a:gd name="connsiteY21" fmla="*/ 6548165 h 6858000"/>
              <a:gd name="connsiteX22" fmla="*/ 5158974 w 6096000"/>
              <a:gd name="connsiteY22" fmla="*/ 6588015 h 6858000"/>
              <a:gd name="connsiteX23" fmla="*/ 5185321 w 6096000"/>
              <a:gd name="connsiteY23" fmla="*/ 6548165 h 6858000"/>
              <a:gd name="connsiteX24" fmla="*/ 5158974 w 6096000"/>
              <a:gd name="connsiteY24" fmla="*/ 6514915 h 6858000"/>
              <a:gd name="connsiteX25" fmla="*/ 5042188 w 6096000"/>
              <a:gd name="connsiteY25" fmla="*/ 6514915 h 6858000"/>
              <a:gd name="connsiteX26" fmla="*/ 5042193 w 6096000"/>
              <a:gd name="connsiteY26" fmla="*/ 6514916 h 6858000"/>
              <a:gd name="connsiteX27" fmla="*/ 5021177 w 6096000"/>
              <a:gd name="connsiteY27" fmla="*/ 6519805 h 6858000"/>
              <a:gd name="connsiteX28" fmla="*/ 5017557 w 6096000"/>
              <a:gd name="connsiteY28" fmla="*/ 6539498 h 6858000"/>
              <a:gd name="connsiteX29" fmla="*/ 5067467 w 6096000"/>
              <a:gd name="connsiteY29" fmla="*/ 6539498 h 6858000"/>
              <a:gd name="connsiteX30" fmla="*/ 5063027 w 6096000"/>
              <a:gd name="connsiteY30" fmla="*/ 6518627 h 6858000"/>
              <a:gd name="connsiteX31" fmla="*/ 5042193 w 6096000"/>
              <a:gd name="connsiteY31" fmla="*/ 6514916 h 6858000"/>
              <a:gd name="connsiteX32" fmla="*/ 5042197 w 6096000"/>
              <a:gd name="connsiteY32" fmla="*/ 6514915 h 6858000"/>
              <a:gd name="connsiteX33" fmla="*/ 4637987 w 6096000"/>
              <a:gd name="connsiteY33" fmla="*/ 6514915 h 6858000"/>
              <a:gd name="connsiteX34" fmla="*/ 4663694 w 6096000"/>
              <a:gd name="connsiteY34" fmla="*/ 6551785 h 6858000"/>
              <a:gd name="connsiteX35" fmla="*/ 4637987 w 6096000"/>
              <a:gd name="connsiteY35" fmla="*/ 6588015 h 6858000"/>
              <a:gd name="connsiteX36" fmla="*/ 4612280 w 6096000"/>
              <a:gd name="connsiteY36" fmla="*/ 6551785 h 6858000"/>
              <a:gd name="connsiteX37" fmla="*/ 4637987 w 6096000"/>
              <a:gd name="connsiteY37" fmla="*/ 6514915 h 6858000"/>
              <a:gd name="connsiteX38" fmla="*/ 4814385 w 6096000"/>
              <a:gd name="connsiteY38" fmla="*/ 6494804 h 6858000"/>
              <a:gd name="connsiteX39" fmla="*/ 4766396 w 6096000"/>
              <a:gd name="connsiteY39" fmla="*/ 6528533 h 6858000"/>
              <a:gd name="connsiteX40" fmla="*/ 4793063 w 6096000"/>
              <a:gd name="connsiteY40" fmla="*/ 6528533 h 6858000"/>
              <a:gd name="connsiteX41" fmla="*/ 4814074 w 6096000"/>
              <a:gd name="connsiteY41" fmla="*/ 6513052 h 6858000"/>
              <a:gd name="connsiteX42" fmla="*/ 4837860 w 6096000"/>
              <a:gd name="connsiteY42" fmla="*/ 6537422 h 6858000"/>
              <a:gd name="connsiteX43" fmla="*/ 4837860 w 6096000"/>
              <a:gd name="connsiteY43" fmla="*/ 6551838 h 6858000"/>
              <a:gd name="connsiteX44" fmla="*/ 4837433 w 6096000"/>
              <a:gd name="connsiteY44" fmla="*/ 6551838 h 6858000"/>
              <a:gd name="connsiteX45" fmla="*/ 4804106 w 6096000"/>
              <a:gd name="connsiteY45" fmla="*/ 6539125 h 6858000"/>
              <a:gd name="connsiteX46" fmla="*/ 4762456 w 6096000"/>
              <a:gd name="connsiteY46" fmla="*/ 6573227 h 6858000"/>
              <a:gd name="connsiteX47" fmla="*/ 4804106 w 6096000"/>
              <a:gd name="connsiteY47" fmla="*/ 6608606 h 6858000"/>
              <a:gd name="connsiteX48" fmla="*/ 4838714 w 6096000"/>
              <a:gd name="connsiteY48" fmla="*/ 6593391 h 6858000"/>
              <a:gd name="connsiteX49" fmla="*/ 4839354 w 6096000"/>
              <a:gd name="connsiteY49" fmla="*/ 6593391 h 6858000"/>
              <a:gd name="connsiteX50" fmla="*/ 4838287 w 6096000"/>
              <a:gd name="connsiteY50" fmla="*/ 6607062 h 6858000"/>
              <a:gd name="connsiteX51" fmla="*/ 4864936 w 6096000"/>
              <a:gd name="connsiteY51" fmla="*/ 6607062 h 6858000"/>
              <a:gd name="connsiteX52" fmla="*/ 4864936 w 6096000"/>
              <a:gd name="connsiteY52" fmla="*/ 6537369 h 6858000"/>
              <a:gd name="connsiteX53" fmla="*/ 4814385 w 6096000"/>
              <a:gd name="connsiteY53" fmla="*/ 6494804 h 6858000"/>
              <a:gd name="connsiteX54" fmla="*/ 4945888 w 6096000"/>
              <a:gd name="connsiteY54" fmla="*/ 6494546 h 6858000"/>
              <a:gd name="connsiteX55" fmla="*/ 4916136 w 6096000"/>
              <a:gd name="connsiteY55" fmla="*/ 6510506 h 6858000"/>
              <a:gd name="connsiteX56" fmla="*/ 4915069 w 6096000"/>
              <a:gd name="connsiteY56" fmla="*/ 6510506 h 6858000"/>
              <a:gd name="connsiteX57" fmla="*/ 4915816 w 6096000"/>
              <a:gd name="connsiteY57" fmla="*/ 6496037 h 6858000"/>
              <a:gd name="connsiteX58" fmla="*/ 4889682 w 6096000"/>
              <a:gd name="connsiteY58" fmla="*/ 6496037 h 6858000"/>
              <a:gd name="connsiteX59" fmla="*/ 4889674 w 6096000"/>
              <a:gd name="connsiteY59" fmla="*/ 6496028 h 6858000"/>
              <a:gd name="connsiteX60" fmla="*/ 4889674 w 6096000"/>
              <a:gd name="connsiteY60" fmla="*/ 6607062 h 6858000"/>
              <a:gd name="connsiteX61" fmla="*/ 4916340 w 6096000"/>
              <a:gd name="connsiteY61" fmla="*/ 6607062 h 6858000"/>
              <a:gd name="connsiteX62" fmla="*/ 4916340 w 6096000"/>
              <a:gd name="connsiteY62" fmla="*/ 6538593 h 6858000"/>
              <a:gd name="connsiteX63" fmla="*/ 4936499 w 6096000"/>
              <a:gd name="connsiteY63" fmla="*/ 6515075 h 6858000"/>
              <a:gd name="connsiteX64" fmla="*/ 4950094 w 6096000"/>
              <a:gd name="connsiteY64" fmla="*/ 6532844 h 6858000"/>
              <a:gd name="connsiteX65" fmla="*/ 4950094 w 6096000"/>
              <a:gd name="connsiteY65" fmla="*/ 6538593 h 6858000"/>
              <a:gd name="connsiteX66" fmla="*/ 4975161 w 6096000"/>
              <a:gd name="connsiteY66" fmla="*/ 6538593 h 6858000"/>
              <a:gd name="connsiteX67" fmla="*/ 4975161 w 6096000"/>
              <a:gd name="connsiteY67" fmla="*/ 6529553 h 6858000"/>
              <a:gd name="connsiteX68" fmla="*/ 4945888 w 6096000"/>
              <a:gd name="connsiteY68" fmla="*/ 6494546 h 6858000"/>
              <a:gd name="connsiteX69" fmla="*/ 4637987 w 6096000"/>
              <a:gd name="connsiteY69" fmla="*/ 6494538 h 6858000"/>
              <a:gd name="connsiteX70" fmla="*/ 4585516 w 6096000"/>
              <a:gd name="connsiteY70" fmla="*/ 6551572 h 6858000"/>
              <a:gd name="connsiteX71" fmla="*/ 4637987 w 6096000"/>
              <a:gd name="connsiteY71" fmla="*/ 6608340 h 6858000"/>
              <a:gd name="connsiteX72" fmla="*/ 4690458 w 6096000"/>
              <a:gd name="connsiteY72" fmla="*/ 6551572 h 6858000"/>
              <a:gd name="connsiteX73" fmla="*/ 4637987 w 6096000"/>
              <a:gd name="connsiteY73" fmla="*/ 6494538 h 6858000"/>
              <a:gd name="connsiteX74" fmla="*/ 4517581 w 6096000"/>
              <a:gd name="connsiteY74" fmla="*/ 6494538 h 6858000"/>
              <a:gd name="connsiteX75" fmla="*/ 4466817 w 6096000"/>
              <a:gd name="connsiteY75" fmla="*/ 6525712 h 6858000"/>
              <a:gd name="connsiteX76" fmla="*/ 4515234 w 6096000"/>
              <a:gd name="connsiteY76" fmla="*/ 6560239 h 6858000"/>
              <a:gd name="connsiteX77" fmla="*/ 4542852 w 6096000"/>
              <a:gd name="connsiteY77" fmla="*/ 6575294 h 6858000"/>
              <a:gd name="connsiteX78" fmla="*/ 4517572 w 6096000"/>
              <a:gd name="connsiteY78" fmla="*/ 6590136 h 6858000"/>
              <a:gd name="connsiteX79" fmla="*/ 4493573 w 6096000"/>
              <a:gd name="connsiteY79" fmla="*/ 6572100 h 6858000"/>
              <a:gd name="connsiteX80" fmla="*/ 4466808 w 6096000"/>
              <a:gd name="connsiteY80" fmla="*/ 6572100 h 6858000"/>
              <a:gd name="connsiteX81" fmla="*/ 4517572 w 6096000"/>
              <a:gd name="connsiteY81" fmla="*/ 6608331 h 6858000"/>
              <a:gd name="connsiteX82" fmla="*/ 4569617 w 6096000"/>
              <a:gd name="connsiteY82" fmla="*/ 6575294 h 6858000"/>
              <a:gd name="connsiteX83" fmla="*/ 4519920 w 6096000"/>
              <a:gd name="connsiteY83" fmla="*/ 6539915 h 6858000"/>
              <a:gd name="connsiteX84" fmla="*/ 4493466 w 6096000"/>
              <a:gd name="connsiteY84" fmla="*/ 6527415 h 6858000"/>
              <a:gd name="connsiteX85" fmla="*/ 4517465 w 6096000"/>
              <a:gd name="connsiteY85" fmla="*/ 6512786 h 6858000"/>
              <a:gd name="connsiteX86" fmla="*/ 4538797 w 6096000"/>
              <a:gd name="connsiteY86" fmla="*/ 6526137 h 6858000"/>
              <a:gd name="connsiteX87" fmla="*/ 4565571 w 6096000"/>
              <a:gd name="connsiteY87" fmla="*/ 6526137 h 6858000"/>
              <a:gd name="connsiteX88" fmla="*/ 4517581 w 6096000"/>
              <a:gd name="connsiteY88" fmla="*/ 6494538 h 6858000"/>
              <a:gd name="connsiteX89" fmla="*/ 5045967 w 6096000"/>
              <a:gd name="connsiteY89" fmla="*/ 6448149 h 6858000"/>
              <a:gd name="connsiteX90" fmla="*/ 5025488 w 6096000"/>
              <a:gd name="connsiteY90" fmla="*/ 6462725 h 6858000"/>
              <a:gd name="connsiteX91" fmla="*/ 5013120 w 6096000"/>
              <a:gd name="connsiteY91" fmla="*/ 6498689 h 6858000"/>
              <a:gd name="connsiteX92" fmla="*/ 5042179 w 6096000"/>
              <a:gd name="connsiteY92" fmla="*/ 6494538 h 6858000"/>
              <a:gd name="connsiteX93" fmla="*/ 5094223 w 6096000"/>
              <a:gd name="connsiteY93" fmla="*/ 6556469 h 6858000"/>
              <a:gd name="connsiteX94" fmla="*/ 5017539 w 6096000"/>
              <a:gd name="connsiteY94" fmla="*/ 6556469 h 6858000"/>
              <a:gd name="connsiteX95" fmla="*/ 5042179 w 6096000"/>
              <a:gd name="connsiteY95" fmla="*/ 6588015 h 6858000"/>
              <a:gd name="connsiteX96" fmla="*/ 5067459 w 6096000"/>
              <a:gd name="connsiteY96" fmla="*/ 6571683 h 6858000"/>
              <a:gd name="connsiteX97" fmla="*/ 5094125 w 6096000"/>
              <a:gd name="connsiteY97" fmla="*/ 6571683 h 6858000"/>
              <a:gd name="connsiteX98" fmla="*/ 5042081 w 6096000"/>
              <a:gd name="connsiteY98" fmla="*/ 6608340 h 6858000"/>
              <a:gd name="connsiteX99" fmla="*/ 4990890 w 6096000"/>
              <a:gd name="connsiteY99" fmla="*/ 6562377 h 6858000"/>
              <a:gd name="connsiteX100" fmla="*/ 4964917 w 6096000"/>
              <a:gd name="connsiteY100" fmla="*/ 6637394 h 6858000"/>
              <a:gd name="connsiteX101" fmla="*/ 4975311 w 6096000"/>
              <a:gd name="connsiteY101" fmla="*/ 6651916 h 6858000"/>
              <a:gd name="connsiteX102" fmla="*/ 5247271 w 6096000"/>
              <a:gd name="connsiteY102" fmla="*/ 6651916 h 6858000"/>
              <a:gd name="connsiteX103" fmla="*/ 5231275 w 6096000"/>
              <a:gd name="connsiteY103" fmla="*/ 6618560 h 6858000"/>
              <a:gd name="connsiteX104" fmla="*/ 5256341 w 6096000"/>
              <a:gd name="connsiteY104" fmla="*/ 6618560 h 6858000"/>
              <a:gd name="connsiteX105" fmla="*/ 5277140 w 6096000"/>
              <a:gd name="connsiteY105" fmla="*/ 6636116 h 6858000"/>
              <a:gd name="connsiteX106" fmla="*/ 5304758 w 6096000"/>
              <a:gd name="connsiteY106" fmla="*/ 6612385 h 6858000"/>
              <a:gd name="connsiteX107" fmla="*/ 5304758 w 6096000"/>
              <a:gd name="connsiteY107" fmla="*/ 6591103 h 6858000"/>
              <a:gd name="connsiteX108" fmla="*/ 5304118 w 6096000"/>
              <a:gd name="connsiteY108" fmla="*/ 6591103 h 6858000"/>
              <a:gd name="connsiteX109" fmla="*/ 5269297 w 6096000"/>
              <a:gd name="connsiteY109" fmla="*/ 6608233 h 6858000"/>
              <a:gd name="connsiteX110" fmla="*/ 5226633 w 6096000"/>
              <a:gd name="connsiteY110" fmla="*/ 6554659 h 6858000"/>
              <a:gd name="connsiteX111" fmla="*/ 5269297 w 6096000"/>
              <a:gd name="connsiteY111" fmla="*/ 6494431 h 6858000"/>
              <a:gd name="connsiteX112" fmla="*/ 5304118 w 6096000"/>
              <a:gd name="connsiteY112" fmla="*/ 6512467 h 6858000"/>
              <a:gd name="connsiteX113" fmla="*/ 5304971 w 6096000"/>
              <a:gd name="connsiteY113" fmla="*/ 6512467 h 6858000"/>
              <a:gd name="connsiteX114" fmla="*/ 5304011 w 6096000"/>
              <a:gd name="connsiteY114" fmla="*/ 6496028 h 6858000"/>
              <a:gd name="connsiteX115" fmla="*/ 5330678 w 6096000"/>
              <a:gd name="connsiteY115" fmla="*/ 6496028 h 6858000"/>
              <a:gd name="connsiteX116" fmla="*/ 5330678 w 6096000"/>
              <a:gd name="connsiteY116" fmla="*/ 6606849 h 6858000"/>
              <a:gd name="connsiteX117" fmla="*/ 5310467 w 6096000"/>
              <a:gd name="connsiteY117" fmla="*/ 6651907 h 6858000"/>
              <a:gd name="connsiteX118" fmla="*/ 5393117 w 6096000"/>
              <a:gd name="connsiteY118" fmla="*/ 6651907 h 6858000"/>
              <a:gd name="connsiteX119" fmla="*/ 5413595 w 6096000"/>
              <a:gd name="connsiteY119" fmla="*/ 6637385 h 6858000"/>
              <a:gd name="connsiteX120" fmla="*/ 5424257 w 6096000"/>
              <a:gd name="connsiteY120" fmla="*/ 6606477 h 6858000"/>
              <a:gd name="connsiteX121" fmla="*/ 5396265 w 6096000"/>
              <a:gd name="connsiteY121" fmla="*/ 6608340 h 6858000"/>
              <a:gd name="connsiteX122" fmla="*/ 5344861 w 6096000"/>
              <a:gd name="connsiteY122" fmla="*/ 6551785 h 6858000"/>
              <a:gd name="connsiteX123" fmla="*/ 5396265 w 6096000"/>
              <a:gd name="connsiteY123" fmla="*/ 6494538 h 6858000"/>
              <a:gd name="connsiteX124" fmla="*/ 5447829 w 6096000"/>
              <a:gd name="connsiteY124" fmla="*/ 6538540 h 6858000"/>
              <a:gd name="connsiteX125" fmla="*/ 5474016 w 6096000"/>
              <a:gd name="connsiteY125" fmla="*/ 6462938 h 6858000"/>
              <a:gd name="connsiteX126" fmla="*/ 5463995 w 6096000"/>
              <a:gd name="connsiteY126" fmla="*/ 6448149 h 6858000"/>
              <a:gd name="connsiteX127" fmla="*/ 5463986 w 6096000"/>
              <a:gd name="connsiteY127" fmla="*/ 6448149 h 6858000"/>
              <a:gd name="connsiteX128" fmla="*/ 5212504 w 6096000"/>
              <a:gd name="connsiteY128" fmla="*/ 6448149 h 6858000"/>
              <a:gd name="connsiteX129" fmla="*/ 5212504 w 6096000"/>
              <a:gd name="connsiteY129" fmla="*/ 6607062 h 6858000"/>
              <a:gd name="connsiteX130" fmla="*/ 5185837 w 6096000"/>
              <a:gd name="connsiteY130" fmla="*/ 6607062 h 6858000"/>
              <a:gd name="connsiteX131" fmla="*/ 5186904 w 6096000"/>
              <a:gd name="connsiteY131" fmla="*/ 6590357 h 6858000"/>
              <a:gd name="connsiteX132" fmla="*/ 5186050 w 6096000"/>
              <a:gd name="connsiteY132" fmla="*/ 6590357 h 6858000"/>
              <a:gd name="connsiteX133" fmla="*/ 5151230 w 6096000"/>
              <a:gd name="connsiteY133" fmla="*/ 6608340 h 6858000"/>
              <a:gd name="connsiteX134" fmla="*/ 5108566 w 6096000"/>
              <a:gd name="connsiteY134" fmla="*/ 6548165 h 6858000"/>
              <a:gd name="connsiteX135" fmla="*/ 5151230 w 6096000"/>
              <a:gd name="connsiteY135" fmla="*/ 6494538 h 6858000"/>
              <a:gd name="connsiteX136" fmla="*/ 5184770 w 6096000"/>
              <a:gd name="connsiteY136" fmla="*/ 6510497 h 6858000"/>
              <a:gd name="connsiteX137" fmla="*/ 5185837 w 6096000"/>
              <a:gd name="connsiteY137" fmla="*/ 6510497 h 6858000"/>
              <a:gd name="connsiteX138" fmla="*/ 5185837 w 6096000"/>
              <a:gd name="connsiteY138" fmla="*/ 6448149 h 6858000"/>
              <a:gd name="connsiteX139" fmla="*/ 4713275 w 6096000"/>
              <a:gd name="connsiteY139" fmla="*/ 6448149 h 6858000"/>
              <a:gd name="connsiteX140" fmla="*/ 4713275 w 6096000"/>
              <a:gd name="connsiteY140" fmla="*/ 6607062 h 6858000"/>
              <a:gd name="connsiteX141" fmla="*/ 4739942 w 6096000"/>
              <a:gd name="connsiteY141" fmla="*/ 6607062 h 6858000"/>
              <a:gd name="connsiteX142" fmla="*/ 4739942 w 6096000"/>
              <a:gd name="connsiteY142" fmla="*/ 6448149 h 6858000"/>
              <a:gd name="connsiteX143" fmla="*/ 0 w 6096000"/>
              <a:gd name="connsiteY143" fmla="*/ 0 h 6858000"/>
              <a:gd name="connsiteX144" fmla="*/ 6096000 w 6096000"/>
              <a:gd name="connsiteY144" fmla="*/ 0 h 6858000"/>
              <a:gd name="connsiteX145" fmla="*/ 6096000 w 6096000"/>
              <a:gd name="connsiteY145" fmla="*/ 6858000 h 6858000"/>
              <a:gd name="connsiteX146" fmla="*/ 0 w 6096000"/>
              <a:gd name="connsiteY146" fmla="*/ 6858000 h 6858000"/>
              <a:gd name="connsiteX0" fmla="*/ 4902316 w 6184900"/>
              <a:gd name="connsiteY0" fmla="*/ 6557054 h 6858000"/>
              <a:gd name="connsiteX1" fmla="*/ 4926956 w 6184900"/>
              <a:gd name="connsiteY1" fmla="*/ 6573014 h 6858000"/>
              <a:gd name="connsiteX2" fmla="*/ 4902316 w 6184900"/>
              <a:gd name="connsiteY2" fmla="*/ 6590198 h 6858000"/>
              <a:gd name="connsiteX3" fmla="*/ 4877890 w 6184900"/>
              <a:gd name="connsiteY3" fmla="*/ 6573014 h 6858000"/>
              <a:gd name="connsiteX4" fmla="*/ 4902316 w 6184900"/>
              <a:gd name="connsiteY4" fmla="*/ 6557054 h 6858000"/>
              <a:gd name="connsiteX5" fmla="*/ 5460694 w 6184900"/>
              <a:gd name="connsiteY5" fmla="*/ 6556469 h 6858000"/>
              <a:gd name="connsiteX6" fmla="*/ 5485387 w 6184900"/>
              <a:gd name="connsiteY6" fmla="*/ 6588015 h 6858000"/>
              <a:gd name="connsiteX7" fmla="*/ 5510614 w 6184900"/>
              <a:gd name="connsiteY7" fmla="*/ 6571683 h 6858000"/>
              <a:gd name="connsiteX8" fmla="*/ 5525428 w 6184900"/>
              <a:gd name="connsiteY8" fmla="*/ 6571683 h 6858000"/>
              <a:gd name="connsiteX9" fmla="*/ 5530763 w 6184900"/>
              <a:gd name="connsiteY9" fmla="*/ 6556469 h 6858000"/>
              <a:gd name="connsiteX10" fmla="*/ 5460694 w 6184900"/>
              <a:gd name="connsiteY10" fmla="*/ 6556469 h 6858000"/>
              <a:gd name="connsiteX11" fmla="*/ 5485387 w 6184900"/>
              <a:gd name="connsiteY11" fmla="*/ 6515181 h 6858000"/>
              <a:gd name="connsiteX12" fmla="*/ 5460694 w 6184900"/>
              <a:gd name="connsiteY12" fmla="*/ 6539764 h 6858000"/>
              <a:gd name="connsiteX13" fmla="*/ 5460703 w 6184900"/>
              <a:gd name="connsiteY13" fmla="*/ 6539764 h 6858000"/>
              <a:gd name="connsiteX14" fmla="*/ 5510614 w 6184900"/>
              <a:gd name="connsiteY14" fmla="*/ 6539764 h 6858000"/>
              <a:gd name="connsiteX15" fmla="*/ 5485387 w 6184900"/>
              <a:gd name="connsiteY15" fmla="*/ 6515181 h 6858000"/>
              <a:gd name="connsiteX16" fmla="*/ 5366244 w 6184900"/>
              <a:gd name="connsiteY16" fmla="*/ 6514915 h 6858000"/>
              <a:gd name="connsiteX17" fmla="*/ 5342458 w 6184900"/>
              <a:gd name="connsiteY17" fmla="*/ 6548165 h 6858000"/>
              <a:gd name="connsiteX18" fmla="*/ 5366244 w 6184900"/>
              <a:gd name="connsiteY18" fmla="*/ 6588015 h 6858000"/>
              <a:gd name="connsiteX19" fmla="*/ 5392911 w 6184900"/>
              <a:gd name="connsiteY19" fmla="*/ 6548165 h 6858000"/>
              <a:gd name="connsiteX20" fmla="*/ 5366244 w 6184900"/>
              <a:gd name="connsiteY20" fmla="*/ 6514915 h 6858000"/>
              <a:gd name="connsiteX21" fmla="*/ 5247874 w 6184900"/>
              <a:gd name="connsiteY21" fmla="*/ 6514915 h 6858000"/>
              <a:gd name="connsiteX22" fmla="*/ 5224088 w 6184900"/>
              <a:gd name="connsiteY22" fmla="*/ 6548165 h 6858000"/>
              <a:gd name="connsiteX23" fmla="*/ 5247874 w 6184900"/>
              <a:gd name="connsiteY23" fmla="*/ 6588015 h 6858000"/>
              <a:gd name="connsiteX24" fmla="*/ 5274221 w 6184900"/>
              <a:gd name="connsiteY24" fmla="*/ 6548165 h 6858000"/>
              <a:gd name="connsiteX25" fmla="*/ 5247874 w 6184900"/>
              <a:gd name="connsiteY25" fmla="*/ 6514915 h 6858000"/>
              <a:gd name="connsiteX26" fmla="*/ 5131088 w 6184900"/>
              <a:gd name="connsiteY26" fmla="*/ 6514915 h 6858000"/>
              <a:gd name="connsiteX27" fmla="*/ 5131093 w 6184900"/>
              <a:gd name="connsiteY27" fmla="*/ 6514916 h 6858000"/>
              <a:gd name="connsiteX28" fmla="*/ 5110077 w 6184900"/>
              <a:gd name="connsiteY28" fmla="*/ 6519805 h 6858000"/>
              <a:gd name="connsiteX29" fmla="*/ 5106457 w 6184900"/>
              <a:gd name="connsiteY29" fmla="*/ 6539498 h 6858000"/>
              <a:gd name="connsiteX30" fmla="*/ 5156367 w 6184900"/>
              <a:gd name="connsiteY30" fmla="*/ 6539498 h 6858000"/>
              <a:gd name="connsiteX31" fmla="*/ 5151927 w 6184900"/>
              <a:gd name="connsiteY31" fmla="*/ 6518627 h 6858000"/>
              <a:gd name="connsiteX32" fmla="*/ 5131093 w 6184900"/>
              <a:gd name="connsiteY32" fmla="*/ 6514916 h 6858000"/>
              <a:gd name="connsiteX33" fmla="*/ 5131097 w 6184900"/>
              <a:gd name="connsiteY33" fmla="*/ 6514915 h 6858000"/>
              <a:gd name="connsiteX34" fmla="*/ 5131088 w 6184900"/>
              <a:gd name="connsiteY34" fmla="*/ 6514915 h 6858000"/>
              <a:gd name="connsiteX35" fmla="*/ 4726887 w 6184900"/>
              <a:gd name="connsiteY35" fmla="*/ 6514915 h 6858000"/>
              <a:gd name="connsiteX36" fmla="*/ 4752594 w 6184900"/>
              <a:gd name="connsiteY36" fmla="*/ 6551785 h 6858000"/>
              <a:gd name="connsiteX37" fmla="*/ 4726887 w 6184900"/>
              <a:gd name="connsiteY37" fmla="*/ 6588015 h 6858000"/>
              <a:gd name="connsiteX38" fmla="*/ 4701180 w 6184900"/>
              <a:gd name="connsiteY38" fmla="*/ 6551785 h 6858000"/>
              <a:gd name="connsiteX39" fmla="*/ 4726887 w 6184900"/>
              <a:gd name="connsiteY39" fmla="*/ 6514915 h 6858000"/>
              <a:gd name="connsiteX40" fmla="*/ 4903285 w 6184900"/>
              <a:gd name="connsiteY40" fmla="*/ 6494804 h 6858000"/>
              <a:gd name="connsiteX41" fmla="*/ 4855296 w 6184900"/>
              <a:gd name="connsiteY41" fmla="*/ 6528533 h 6858000"/>
              <a:gd name="connsiteX42" fmla="*/ 4881963 w 6184900"/>
              <a:gd name="connsiteY42" fmla="*/ 6528533 h 6858000"/>
              <a:gd name="connsiteX43" fmla="*/ 4902974 w 6184900"/>
              <a:gd name="connsiteY43" fmla="*/ 6513052 h 6858000"/>
              <a:gd name="connsiteX44" fmla="*/ 4926760 w 6184900"/>
              <a:gd name="connsiteY44" fmla="*/ 6537422 h 6858000"/>
              <a:gd name="connsiteX45" fmla="*/ 4926760 w 6184900"/>
              <a:gd name="connsiteY45" fmla="*/ 6551838 h 6858000"/>
              <a:gd name="connsiteX46" fmla="*/ 4926333 w 6184900"/>
              <a:gd name="connsiteY46" fmla="*/ 6551838 h 6858000"/>
              <a:gd name="connsiteX47" fmla="*/ 4893006 w 6184900"/>
              <a:gd name="connsiteY47" fmla="*/ 6539125 h 6858000"/>
              <a:gd name="connsiteX48" fmla="*/ 4851356 w 6184900"/>
              <a:gd name="connsiteY48" fmla="*/ 6573227 h 6858000"/>
              <a:gd name="connsiteX49" fmla="*/ 4893006 w 6184900"/>
              <a:gd name="connsiteY49" fmla="*/ 6608606 h 6858000"/>
              <a:gd name="connsiteX50" fmla="*/ 4927614 w 6184900"/>
              <a:gd name="connsiteY50" fmla="*/ 6593391 h 6858000"/>
              <a:gd name="connsiteX51" fmla="*/ 4928254 w 6184900"/>
              <a:gd name="connsiteY51" fmla="*/ 6593391 h 6858000"/>
              <a:gd name="connsiteX52" fmla="*/ 4927187 w 6184900"/>
              <a:gd name="connsiteY52" fmla="*/ 6607062 h 6858000"/>
              <a:gd name="connsiteX53" fmla="*/ 4953836 w 6184900"/>
              <a:gd name="connsiteY53" fmla="*/ 6607062 h 6858000"/>
              <a:gd name="connsiteX54" fmla="*/ 4953836 w 6184900"/>
              <a:gd name="connsiteY54" fmla="*/ 6537369 h 6858000"/>
              <a:gd name="connsiteX55" fmla="*/ 4903285 w 6184900"/>
              <a:gd name="connsiteY55" fmla="*/ 6494804 h 6858000"/>
              <a:gd name="connsiteX56" fmla="*/ 5034788 w 6184900"/>
              <a:gd name="connsiteY56" fmla="*/ 6494546 h 6858000"/>
              <a:gd name="connsiteX57" fmla="*/ 5005036 w 6184900"/>
              <a:gd name="connsiteY57" fmla="*/ 6510506 h 6858000"/>
              <a:gd name="connsiteX58" fmla="*/ 5003969 w 6184900"/>
              <a:gd name="connsiteY58" fmla="*/ 6510506 h 6858000"/>
              <a:gd name="connsiteX59" fmla="*/ 5004716 w 6184900"/>
              <a:gd name="connsiteY59" fmla="*/ 6496037 h 6858000"/>
              <a:gd name="connsiteX60" fmla="*/ 4978582 w 6184900"/>
              <a:gd name="connsiteY60" fmla="*/ 6496037 h 6858000"/>
              <a:gd name="connsiteX61" fmla="*/ 4978574 w 6184900"/>
              <a:gd name="connsiteY61" fmla="*/ 6496028 h 6858000"/>
              <a:gd name="connsiteX62" fmla="*/ 4978574 w 6184900"/>
              <a:gd name="connsiteY62" fmla="*/ 6607062 h 6858000"/>
              <a:gd name="connsiteX63" fmla="*/ 5005240 w 6184900"/>
              <a:gd name="connsiteY63" fmla="*/ 6607062 h 6858000"/>
              <a:gd name="connsiteX64" fmla="*/ 5005240 w 6184900"/>
              <a:gd name="connsiteY64" fmla="*/ 6538593 h 6858000"/>
              <a:gd name="connsiteX65" fmla="*/ 5025399 w 6184900"/>
              <a:gd name="connsiteY65" fmla="*/ 6515075 h 6858000"/>
              <a:gd name="connsiteX66" fmla="*/ 5038994 w 6184900"/>
              <a:gd name="connsiteY66" fmla="*/ 6532844 h 6858000"/>
              <a:gd name="connsiteX67" fmla="*/ 5038994 w 6184900"/>
              <a:gd name="connsiteY67" fmla="*/ 6538593 h 6858000"/>
              <a:gd name="connsiteX68" fmla="*/ 5064061 w 6184900"/>
              <a:gd name="connsiteY68" fmla="*/ 6538593 h 6858000"/>
              <a:gd name="connsiteX69" fmla="*/ 5064061 w 6184900"/>
              <a:gd name="connsiteY69" fmla="*/ 6529553 h 6858000"/>
              <a:gd name="connsiteX70" fmla="*/ 5034788 w 6184900"/>
              <a:gd name="connsiteY70" fmla="*/ 6494546 h 6858000"/>
              <a:gd name="connsiteX71" fmla="*/ 4726887 w 6184900"/>
              <a:gd name="connsiteY71" fmla="*/ 6494538 h 6858000"/>
              <a:gd name="connsiteX72" fmla="*/ 4674416 w 6184900"/>
              <a:gd name="connsiteY72" fmla="*/ 6551572 h 6858000"/>
              <a:gd name="connsiteX73" fmla="*/ 4726887 w 6184900"/>
              <a:gd name="connsiteY73" fmla="*/ 6608340 h 6858000"/>
              <a:gd name="connsiteX74" fmla="*/ 4779358 w 6184900"/>
              <a:gd name="connsiteY74" fmla="*/ 6551572 h 6858000"/>
              <a:gd name="connsiteX75" fmla="*/ 4726887 w 6184900"/>
              <a:gd name="connsiteY75" fmla="*/ 6494538 h 6858000"/>
              <a:gd name="connsiteX76" fmla="*/ 4606481 w 6184900"/>
              <a:gd name="connsiteY76" fmla="*/ 6494538 h 6858000"/>
              <a:gd name="connsiteX77" fmla="*/ 4555717 w 6184900"/>
              <a:gd name="connsiteY77" fmla="*/ 6525712 h 6858000"/>
              <a:gd name="connsiteX78" fmla="*/ 4604134 w 6184900"/>
              <a:gd name="connsiteY78" fmla="*/ 6560239 h 6858000"/>
              <a:gd name="connsiteX79" fmla="*/ 4631752 w 6184900"/>
              <a:gd name="connsiteY79" fmla="*/ 6575294 h 6858000"/>
              <a:gd name="connsiteX80" fmla="*/ 4606472 w 6184900"/>
              <a:gd name="connsiteY80" fmla="*/ 6590136 h 6858000"/>
              <a:gd name="connsiteX81" fmla="*/ 4582473 w 6184900"/>
              <a:gd name="connsiteY81" fmla="*/ 6572100 h 6858000"/>
              <a:gd name="connsiteX82" fmla="*/ 4555708 w 6184900"/>
              <a:gd name="connsiteY82" fmla="*/ 6572100 h 6858000"/>
              <a:gd name="connsiteX83" fmla="*/ 4606472 w 6184900"/>
              <a:gd name="connsiteY83" fmla="*/ 6608331 h 6858000"/>
              <a:gd name="connsiteX84" fmla="*/ 4658517 w 6184900"/>
              <a:gd name="connsiteY84" fmla="*/ 6575294 h 6858000"/>
              <a:gd name="connsiteX85" fmla="*/ 4608820 w 6184900"/>
              <a:gd name="connsiteY85" fmla="*/ 6539915 h 6858000"/>
              <a:gd name="connsiteX86" fmla="*/ 4582366 w 6184900"/>
              <a:gd name="connsiteY86" fmla="*/ 6527415 h 6858000"/>
              <a:gd name="connsiteX87" fmla="*/ 4606365 w 6184900"/>
              <a:gd name="connsiteY87" fmla="*/ 6512786 h 6858000"/>
              <a:gd name="connsiteX88" fmla="*/ 4627697 w 6184900"/>
              <a:gd name="connsiteY88" fmla="*/ 6526137 h 6858000"/>
              <a:gd name="connsiteX89" fmla="*/ 4654471 w 6184900"/>
              <a:gd name="connsiteY89" fmla="*/ 6526137 h 6858000"/>
              <a:gd name="connsiteX90" fmla="*/ 4606481 w 6184900"/>
              <a:gd name="connsiteY90" fmla="*/ 6494538 h 6858000"/>
              <a:gd name="connsiteX91" fmla="*/ 5134867 w 6184900"/>
              <a:gd name="connsiteY91" fmla="*/ 6448149 h 6858000"/>
              <a:gd name="connsiteX92" fmla="*/ 5114388 w 6184900"/>
              <a:gd name="connsiteY92" fmla="*/ 6462725 h 6858000"/>
              <a:gd name="connsiteX93" fmla="*/ 5102020 w 6184900"/>
              <a:gd name="connsiteY93" fmla="*/ 6498689 h 6858000"/>
              <a:gd name="connsiteX94" fmla="*/ 5131079 w 6184900"/>
              <a:gd name="connsiteY94" fmla="*/ 6494538 h 6858000"/>
              <a:gd name="connsiteX95" fmla="*/ 5183123 w 6184900"/>
              <a:gd name="connsiteY95" fmla="*/ 6556469 h 6858000"/>
              <a:gd name="connsiteX96" fmla="*/ 5106439 w 6184900"/>
              <a:gd name="connsiteY96" fmla="*/ 6556469 h 6858000"/>
              <a:gd name="connsiteX97" fmla="*/ 5131079 w 6184900"/>
              <a:gd name="connsiteY97" fmla="*/ 6588015 h 6858000"/>
              <a:gd name="connsiteX98" fmla="*/ 5156359 w 6184900"/>
              <a:gd name="connsiteY98" fmla="*/ 6571683 h 6858000"/>
              <a:gd name="connsiteX99" fmla="*/ 5183025 w 6184900"/>
              <a:gd name="connsiteY99" fmla="*/ 6571683 h 6858000"/>
              <a:gd name="connsiteX100" fmla="*/ 5130981 w 6184900"/>
              <a:gd name="connsiteY100" fmla="*/ 6608340 h 6858000"/>
              <a:gd name="connsiteX101" fmla="*/ 5079790 w 6184900"/>
              <a:gd name="connsiteY101" fmla="*/ 6562377 h 6858000"/>
              <a:gd name="connsiteX102" fmla="*/ 5053817 w 6184900"/>
              <a:gd name="connsiteY102" fmla="*/ 6637394 h 6858000"/>
              <a:gd name="connsiteX103" fmla="*/ 5064211 w 6184900"/>
              <a:gd name="connsiteY103" fmla="*/ 6651916 h 6858000"/>
              <a:gd name="connsiteX104" fmla="*/ 5336171 w 6184900"/>
              <a:gd name="connsiteY104" fmla="*/ 6651916 h 6858000"/>
              <a:gd name="connsiteX105" fmla="*/ 5320175 w 6184900"/>
              <a:gd name="connsiteY105" fmla="*/ 6618560 h 6858000"/>
              <a:gd name="connsiteX106" fmla="*/ 5345241 w 6184900"/>
              <a:gd name="connsiteY106" fmla="*/ 6618560 h 6858000"/>
              <a:gd name="connsiteX107" fmla="*/ 5366040 w 6184900"/>
              <a:gd name="connsiteY107" fmla="*/ 6636116 h 6858000"/>
              <a:gd name="connsiteX108" fmla="*/ 5393658 w 6184900"/>
              <a:gd name="connsiteY108" fmla="*/ 6612385 h 6858000"/>
              <a:gd name="connsiteX109" fmla="*/ 5393658 w 6184900"/>
              <a:gd name="connsiteY109" fmla="*/ 6591103 h 6858000"/>
              <a:gd name="connsiteX110" fmla="*/ 5393018 w 6184900"/>
              <a:gd name="connsiteY110" fmla="*/ 6591103 h 6858000"/>
              <a:gd name="connsiteX111" fmla="*/ 5358197 w 6184900"/>
              <a:gd name="connsiteY111" fmla="*/ 6608233 h 6858000"/>
              <a:gd name="connsiteX112" fmla="*/ 5315533 w 6184900"/>
              <a:gd name="connsiteY112" fmla="*/ 6554659 h 6858000"/>
              <a:gd name="connsiteX113" fmla="*/ 5358197 w 6184900"/>
              <a:gd name="connsiteY113" fmla="*/ 6494431 h 6858000"/>
              <a:gd name="connsiteX114" fmla="*/ 5393018 w 6184900"/>
              <a:gd name="connsiteY114" fmla="*/ 6512467 h 6858000"/>
              <a:gd name="connsiteX115" fmla="*/ 5393871 w 6184900"/>
              <a:gd name="connsiteY115" fmla="*/ 6512467 h 6858000"/>
              <a:gd name="connsiteX116" fmla="*/ 5392911 w 6184900"/>
              <a:gd name="connsiteY116" fmla="*/ 6496028 h 6858000"/>
              <a:gd name="connsiteX117" fmla="*/ 5419578 w 6184900"/>
              <a:gd name="connsiteY117" fmla="*/ 6496028 h 6858000"/>
              <a:gd name="connsiteX118" fmla="*/ 5419578 w 6184900"/>
              <a:gd name="connsiteY118" fmla="*/ 6606849 h 6858000"/>
              <a:gd name="connsiteX119" fmla="*/ 5399367 w 6184900"/>
              <a:gd name="connsiteY119" fmla="*/ 6651907 h 6858000"/>
              <a:gd name="connsiteX120" fmla="*/ 5482017 w 6184900"/>
              <a:gd name="connsiteY120" fmla="*/ 6651907 h 6858000"/>
              <a:gd name="connsiteX121" fmla="*/ 5502495 w 6184900"/>
              <a:gd name="connsiteY121" fmla="*/ 6637385 h 6858000"/>
              <a:gd name="connsiteX122" fmla="*/ 5513157 w 6184900"/>
              <a:gd name="connsiteY122" fmla="*/ 6606477 h 6858000"/>
              <a:gd name="connsiteX123" fmla="*/ 5485165 w 6184900"/>
              <a:gd name="connsiteY123" fmla="*/ 6608340 h 6858000"/>
              <a:gd name="connsiteX124" fmla="*/ 5433761 w 6184900"/>
              <a:gd name="connsiteY124" fmla="*/ 6551785 h 6858000"/>
              <a:gd name="connsiteX125" fmla="*/ 5485165 w 6184900"/>
              <a:gd name="connsiteY125" fmla="*/ 6494538 h 6858000"/>
              <a:gd name="connsiteX126" fmla="*/ 5536729 w 6184900"/>
              <a:gd name="connsiteY126" fmla="*/ 6538540 h 6858000"/>
              <a:gd name="connsiteX127" fmla="*/ 5562916 w 6184900"/>
              <a:gd name="connsiteY127" fmla="*/ 6462938 h 6858000"/>
              <a:gd name="connsiteX128" fmla="*/ 5552895 w 6184900"/>
              <a:gd name="connsiteY128" fmla="*/ 6448149 h 6858000"/>
              <a:gd name="connsiteX129" fmla="*/ 5552886 w 6184900"/>
              <a:gd name="connsiteY129" fmla="*/ 6448149 h 6858000"/>
              <a:gd name="connsiteX130" fmla="*/ 5301404 w 6184900"/>
              <a:gd name="connsiteY130" fmla="*/ 6448149 h 6858000"/>
              <a:gd name="connsiteX131" fmla="*/ 5301404 w 6184900"/>
              <a:gd name="connsiteY131" fmla="*/ 6607062 h 6858000"/>
              <a:gd name="connsiteX132" fmla="*/ 5274737 w 6184900"/>
              <a:gd name="connsiteY132" fmla="*/ 6607062 h 6858000"/>
              <a:gd name="connsiteX133" fmla="*/ 5275804 w 6184900"/>
              <a:gd name="connsiteY133" fmla="*/ 6590357 h 6858000"/>
              <a:gd name="connsiteX134" fmla="*/ 5274950 w 6184900"/>
              <a:gd name="connsiteY134" fmla="*/ 6590357 h 6858000"/>
              <a:gd name="connsiteX135" fmla="*/ 5240130 w 6184900"/>
              <a:gd name="connsiteY135" fmla="*/ 6608340 h 6858000"/>
              <a:gd name="connsiteX136" fmla="*/ 5197466 w 6184900"/>
              <a:gd name="connsiteY136" fmla="*/ 6548165 h 6858000"/>
              <a:gd name="connsiteX137" fmla="*/ 5240130 w 6184900"/>
              <a:gd name="connsiteY137" fmla="*/ 6494538 h 6858000"/>
              <a:gd name="connsiteX138" fmla="*/ 5273670 w 6184900"/>
              <a:gd name="connsiteY138" fmla="*/ 6510497 h 6858000"/>
              <a:gd name="connsiteX139" fmla="*/ 5274737 w 6184900"/>
              <a:gd name="connsiteY139" fmla="*/ 6510497 h 6858000"/>
              <a:gd name="connsiteX140" fmla="*/ 5274737 w 6184900"/>
              <a:gd name="connsiteY140" fmla="*/ 6448149 h 6858000"/>
              <a:gd name="connsiteX141" fmla="*/ 5134867 w 6184900"/>
              <a:gd name="connsiteY141" fmla="*/ 6448149 h 6858000"/>
              <a:gd name="connsiteX142" fmla="*/ 4802175 w 6184900"/>
              <a:gd name="connsiteY142" fmla="*/ 6448149 h 6858000"/>
              <a:gd name="connsiteX143" fmla="*/ 4802175 w 6184900"/>
              <a:gd name="connsiteY143" fmla="*/ 6607062 h 6858000"/>
              <a:gd name="connsiteX144" fmla="*/ 4828842 w 6184900"/>
              <a:gd name="connsiteY144" fmla="*/ 6607062 h 6858000"/>
              <a:gd name="connsiteX145" fmla="*/ 4828842 w 6184900"/>
              <a:gd name="connsiteY145" fmla="*/ 6448149 h 6858000"/>
              <a:gd name="connsiteX146" fmla="*/ 4802175 w 6184900"/>
              <a:gd name="connsiteY146" fmla="*/ 6448149 h 6858000"/>
              <a:gd name="connsiteX147" fmla="*/ 0 w 6184900"/>
              <a:gd name="connsiteY147" fmla="*/ 0 h 6858000"/>
              <a:gd name="connsiteX148" fmla="*/ 6184900 w 6184900"/>
              <a:gd name="connsiteY148" fmla="*/ 0 h 6858000"/>
              <a:gd name="connsiteX149" fmla="*/ 6184900 w 6184900"/>
              <a:gd name="connsiteY149" fmla="*/ 6858000 h 6858000"/>
              <a:gd name="connsiteX150" fmla="*/ 88900 w 6184900"/>
              <a:gd name="connsiteY150" fmla="*/ 6858000 h 6858000"/>
              <a:gd name="connsiteX151" fmla="*/ 0 w 6184900"/>
              <a:gd name="connsiteY151" fmla="*/ 0 h 6858000"/>
              <a:gd name="connsiteX0" fmla="*/ 4902316 w 6184900"/>
              <a:gd name="connsiteY0" fmla="*/ 6557054 h 6858000"/>
              <a:gd name="connsiteX1" fmla="*/ 4926956 w 6184900"/>
              <a:gd name="connsiteY1" fmla="*/ 6573014 h 6858000"/>
              <a:gd name="connsiteX2" fmla="*/ 4902316 w 6184900"/>
              <a:gd name="connsiteY2" fmla="*/ 6590198 h 6858000"/>
              <a:gd name="connsiteX3" fmla="*/ 4877890 w 6184900"/>
              <a:gd name="connsiteY3" fmla="*/ 6573014 h 6858000"/>
              <a:gd name="connsiteX4" fmla="*/ 4902316 w 6184900"/>
              <a:gd name="connsiteY4" fmla="*/ 6557054 h 6858000"/>
              <a:gd name="connsiteX5" fmla="*/ 5460694 w 6184900"/>
              <a:gd name="connsiteY5" fmla="*/ 6556469 h 6858000"/>
              <a:gd name="connsiteX6" fmla="*/ 5485387 w 6184900"/>
              <a:gd name="connsiteY6" fmla="*/ 6588015 h 6858000"/>
              <a:gd name="connsiteX7" fmla="*/ 5510614 w 6184900"/>
              <a:gd name="connsiteY7" fmla="*/ 6571683 h 6858000"/>
              <a:gd name="connsiteX8" fmla="*/ 5525428 w 6184900"/>
              <a:gd name="connsiteY8" fmla="*/ 6571683 h 6858000"/>
              <a:gd name="connsiteX9" fmla="*/ 5530763 w 6184900"/>
              <a:gd name="connsiteY9" fmla="*/ 6556469 h 6858000"/>
              <a:gd name="connsiteX10" fmla="*/ 5460694 w 6184900"/>
              <a:gd name="connsiteY10" fmla="*/ 6556469 h 6858000"/>
              <a:gd name="connsiteX11" fmla="*/ 5485387 w 6184900"/>
              <a:gd name="connsiteY11" fmla="*/ 6515181 h 6858000"/>
              <a:gd name="connsiteX12" fmla="*/ 5460694 w 6184900"/>
              <a:gd name="connsiteY12" fmla="*/ 6539764 h 6858000"/>
              <a:gd name="connsiteX13" fmla="*/ 5460703 w 6184900"/>
              <a:gd name="connsiteY13" fmla="*/ 6539764 h 6858000"/>
              <a:gd name="connsiteX14" fmla="*/ 5510614 w 6184900"/>
              <a:gd name="connsiteY14" fmla="*/ 6539764 h 6858000"/>
              <a:gd name="connsiteX15" fmla="*/ 5485387 w 6184900"/>
              <a:gd name="connsiteY15" fmla="*/ 6515181 h 6858000"/>
              <a:gd name="connsiteX16" fmla="*/ 5366244 w 6184900"/>
              <a:gd name="connsiteY16" fmla="*/ 6514915 h 6858000"/>
              <a:gd name="connsiteX17" fmla="*/ 5342458 w 6184900"/>
              <a:gd name="connsiteY17" fmla="*/ 6548165 h 6858000"/>
              <a:gd name="connsiteX18" fmla="*/ 5366244 w 6184900"/>
              <a:gd name="connsiteY18" fmla="*/ 6588015 h 6858000"/>
              <a:gd name="connsiteX19" fmla="*/ 5392911 w 6184900"/>
              <a:gd name="connsiteY19" fmla="*/ 6548165 h 6858000"/>
              <a:gd name="connsiteX20" fmla="*/ 5366244 w 6184900"/>
              <a:gd name="connsiteY20" fmla="*/ 6514915 h 6858000"/>
              <a:gd name="connsiteX21" fmla="*/ 5247874 w 6184900"/>
              <a:gd name="connsiteY21" fmla="*/ 6514915 h 6858000"/>
              <a:gd name="connsiteX22" fmla="*/ 5224088 w 6184900"/>
              <a:gd name="connsiteY22" fmla="*/ 6548165 h 6858000"/>
              <a:gd name="connsiteX23" fmla="*/ 5247874 w 6184900"/>
              <a:gd name="connsiteY23" fmla="*/ 6588015 h 6858000"/>
              <a:gd name="connsiteX24" fmla="*/ 5274221 w 6184900"/>
              <a:gd name="connsiteY24" fmla="*/ 6548165 h 6858000"/>
              <a:gd name="connsiteX25" fmla="*/ 5247874 w 6184900"/>
              <a:gd name="connsiteY25" fmla="*/ 6514915 h 6858000"/>
              <a:gd name="connsiteX26" fmla="*/ 5131088 w 6184900"/>
              <a:gd name="connsiteY26" fmla="*/ 6514915 h 6858000"/>
              <a:gd name="connsiteX27" fmla="*/ 5131093 w 6184900"/>
              <a:gd name="connsiteY27" fmla="*/ 6514916 h 6858000"/>
              <a:gd name="connsiteX28" fmla="*/ 5110077 w 6184900"/>
              <a:gd name="connsiteY28" fmla="*/ 6519805 h 6858000"/>
              <a:gd name="connsiteX29" fmla="*/ 5106457 w 6184900"/>
              <a:gd name="connsiteY29" fmla="*/ 6539498 h 6858000"/>
              <a:gd name="connsiteX30" fmla="*/ 5156367 w 6184900"/>
              <a:gd name="connsiteY30" fmla="*/ 6539498 h 6858000"/>
              <a:gd name="connsiteX31" fmla="*/ 5151927 w 6184900"/>
              <a:gd name="connsiteY31" fmla="*/ 6518627 h 6858000"/>
              <a:gd name="connsiteX32" fmla="*/ 5131093 w 6184900"/>
              <a:gd name="connsiteY32" fmla="*/ 6514916 h 6858000"/>
              <a:gd name="connsiteX33" fmla="*/ 5131097 w 6184900"/>
              <a:gd name="connsiteY33" fmla="*/ 6514915 h 6858000"/>
              <a:gd name="connsiteX34" fmla="*/ 5131088 w 6184900"/>
              <a:gd name="connsiteY34" fmla="*/ 6514915 h 6858000"/>
              <a:gd name="connsiteX35" fmla="*/ 4726887 w 6184900"/>
              <a:gd name="connsiteY35" fmla="*/ 6514915 h 6858000"/>
              <a:gd name="connsiteX36" fmla="*/ 4752594 w 6184900"/>
              <a:gd name="connsiteY36" fmla="*/ 6551785 h 6858000"/>
              <a:gd name="connsiteX37" fmla="*/ 4726887 w 6184900"/>
              <a:gd name="connsiteY37" fmla="*/ 6588015 h 6858000"/>
              <a:gd name="connsiteX38" fmla="*/ 4701180 w 6184900"/>
              <a:gd name="connsiteY38" fmla="*/ 6551785 h 6858000"/>
              <a:gd name="connsiteX39" fmla="*/ 4726887 w 6184900"/>
              <a:gd name="connsiteY39" fmla="*/ 6514915 h 6858000"/>
              <a:gd name="connsiteX40" fmla="*/ 4903285 w 6184900"/>
              <a:gd name="connsiteY40" fmla="*/ 6494804 h 6858000"/>
              <a:gd name="connsiteX41" fmla="*/ 4855296 w 6184900"/>
              <a:gd name="connsiteY41" fmla="*/ 6528533 h 6858000"/>
              <a:gd name="connsiteX42" fmla="*/ 4881963 w 6184900"/>
              <a:gd name="connsiteY42" fmla="*/ 6528533 h 6858000"/>
              <a:gd name="connsiteX43" fmla="*/ 4902974 w 6184900"/>
              <a:gd name="connsiteY43" fmla="*/ 6513052 h 6858000"/>
              <a:gd name="connsiteX44" fmla="*/ 4926760 w 6184900"/>
              <a:gd name="connsiteY44" fmla="*/ 6537422 h 6858000"/>
              <a:gd name="connsiteX45" fmla="*/ 4926760 w 6184900"/>
              <a:gd name="connsiteY45" fmla="*/ 6551838 h 6858000"/>
              <a:gd name="connsiteX46" fmla="*/ 4926333 w 6184900"/>
              <a:gd name="connsiteY46" fmla="*/ 6551838 h 6858000"/>
              <a:gd name="connsiteX47" fmla="*/ 4893006 w 6184900"/>
              <a:gd name="connsiteY47" fmla="*/ 6539125 h 6858000"/>
              <a:gd name="connsiteX48" fmla="*/ 4851356 w 6184900"/>
              <a:gd name="connsiteY48" fmla="*/ 6573227 h 6858000"/>
              <a:gd name="connsiteX49" fmla="*/ 4893006 w 6184900"/>
              <a:gd name="connsiteY49" fmla="*/ 6608606 h 6858000"/>
              <a:gd name="connsiteX50" fmla="*/ 4927614 w 6184900"/>
              <a:gd name="connsiteY50" fmla="*/ 6593391 h 6858000"/>
              <a:gd name="connsiteX51" fmla="*/ 4928254 w 6184900"/>
              <a:gd name="connsiteY51" fmla="*/ 6593391 h 6858000"/>
              <a:gd name="connsiteX52" fmla="*/ 4927187 w 6184900"/>
              <a:gd name="connsiteY52" fmla="*/ 6607062 h 6858000"/>
              <a:gd name="connsiteX53" fmla="*/ 4953836 w 6184900"/>
              <a:gd name="connsiteY53" fmla="*/ 6607062 h 6858000"/>
              <a:gd name="connsiteX54" fmla="*/ 4953836 w 6184900"/>
              <a:gd name="connsiteY54" fmla="*/ 6537369 h 6858000"/>
              <a:gd name="connsiteX55" fmla="*/ 4903285 w 6184900"/>
              <a:gd name="connsiteY55" fmla="*/ 6494804 h 6858000"/>
              <a:gd name="connsiteX56" fmla="*/ 5034788 w 6184900"/>
              <a:gd name="connsiteY56" fmla="*/ 6494546 h 6858000"/>
              <a:gd name="connsiteX57" fmla="*/ 5005036 w 6184900"/>
              <a:gd name="connsiteY57" fmla="*/ 6510506 h 6858000"/>
              <a:gd name="connsiteX58" fmla="*/ 5003969 w 6184900"/>
              <a:gd name="connsiteY58" fmla="*/ 6510506 h 6858000"/>
              <a:gd name="connsiteX59" fmla="*/ 5004716 w 6184900"/>
              <a:gd name="connsiteY59" fmla="*/ 6496037 h 6858000"/>
              <a:gd name="connsiteX60" fmla="*/ 4978582 w 6184900"/>
              <a:gd name="connsiteY60" fmla="*/ 6496037 h 6858000"/>
              <a:gd name="connsiteX61" fmla="*/ 4978574 w 6184900"/>
              <a:gd name="connsiteY61" fmla="*/ 6496028 h 6858000"/>
              <a:gd name="connsiteX62" fmla="*/ 4978574 w 6184900"/>
              <a:gd name="connsiteY62" fmla="*/ 6607062 h 6858000"/>
              <a:gd name="connsiteX63" fmla="*/ 5005240 w 6184900"/>
              <a:gd name="connsiteY63" fmla="*/ 6607062 h 6858000"/>
              <a:gd name="connsiteX64" fmla="*/ 5005240 w 6184900"/>
              <a:gd name="connsiteY64" fmla="*/ 6538593 h 6858000"/>
              <a:gd name="connsiteX65" fmla="*/ 5025399 w 6184900"/>
              <a:gd name="connsiteY65" fmla="*/ 6515075 h 6858000"/>
              <a:gd name="connsiteX66" fmla="*/ 5038994 w 6184900"/>
              <a:gd name="connsiteY66" fmla="*/ 6532844 h 6858000"/>
              <a:gd name="connsiteX67" fmla="*/ 5038994 w 6184900"/>
              <a:gd name="connsiteY67" fmla="*/ 6538593 h 6858000"/>
              <a:gd name="connsiteX68" fmla="*/ 5064061 w 6184900"/>
              <a:gd name="connsiteY68" fmla="*/ 6538593 h 6858000"/>
              <a:gd name="connsiteX69" fmla="*/ 5064061 w 6184900"/>
              <a:gd name="connsiteY69" fmla="*/ 6529553 h 6858000"/>
              <a:gd name="connsiteX70" fmla="*/ 5034788 w 6184900"/>
              <a:gd name="connsiteY70" fmla="*/ 6494546 h 6858000"/>
              <a:gd name="connsiteX71" fmla="*/ 4726887 w 6184900"/>
              <a:gd name="connsiteY71" fmla="*/ 6494538 h 6858000"/>
              <a:gd name="connsiteX72" fmla="*/ 4674416 w 6184900"/>
              <a:gd name="connsiteY72" fmla="*/ 6551572 h 6858000"/>
              <a:gd name="connsiteX73" fmla="*/ 4726887 w 6184900"/>
              <a:gd name="connsiteY73" fmla="*/ 6608340 h 6858000"/>
              <a:gd name="connsiteX74" fmla="*/ 4779358 w 6184900"/>
              <a:gd name="connsiteY74" fmla="*/ 6551572 h 6858000"/>
              <a:gd name="connsiteX75" fmla="*/ 4726887 w 6184900"/>
              <a:gd name="connsiteY75" fmla="*/ 6494538 h 6858000"/>
              <a:gd name="connsiteX76" fmla="*/ 4606481 w 6184900"/>
              <a:gd name="connsiteY76" fmla="*/ 6494538 h 6858000"/>
              <a:gd name="connsiteX77" fmla="*/ 4555717 w 6184900"/>
              <a:gd name="connsiteY77" fmla="*/ 6525712 h 6858000"/>
              <a:gd name="connsiteX78" fmla="*/ 4604134 w 6184900"/>
              <a:gd name="connsiteY78" fmla="*/ 6560239 h 6858000"/>
              <a:gd name="connsiteX79" fmla="*/ 4631752 w 6184900"/>
              <a:gd name="connsiteY79" fmla="*/ 6575294 h 6858000"/>
              <a:gd name="connsiteX80" fmla="*/ 4606472 w 6184900"/>
              <a:gd name="connsiteY80" fmla="*/ 6590136 h 6858000"/>
              <a:gd name="connsiteX81" fmla="*/ 4582473 w 6184900"/>
              <a:gd name="connsiteY81" fmla="*/ 6572100 h 6858000"/>
              <a:gd name="connsiteX82" fmla="*/ 4555708 w 6184900"/>
              <a:gd name="connsiteY82" fmla="*/ 6572100 h 6858000"/>
              <a:gd name="connsiteX83" fmla="*/ 4606472 w 6184900"/>
              <a:gd name="connsiteY83" fmla="*/ 6608331 h 6858000"/>
              <a:gd name="connsiteX84" fmla="*/ 4658517 w 6184900"/>
              <a:gd name="connsiteY84" fmla="*/ 6575294 h 6858000"/>
              <a:gd name="connsiteX85" fmla="*/ 4608820 w 6184900"/>
              <a:gd name="connsiteY85" fmla="*/ 6539915 h 6858000"/>
              <a:gd name="connsiteX86" fmla="*/ 4582366 w 6184900"/>
              <a:gd name="connsiteY86" fmla="*/ 6527415 h 6858000"/>
              <a:gd name="connsiteX87" fmla="*/ 4606365 w 6184900"/>
              <a:gd name="connsiteY87" fmla="*/ 6512786 h 6858000"/>
              <a:gd name="connsiteX88" fmla="*/ 4627697 w 6184900"/>
              <a:gd name="connsiteY88" fmla="*/ 6526137 h 6858000"/>
              <a:gd name="connsiteX89" fmla="*/ 4654471 w 6184900"/>
              <a:gd name="connsiteY89" fmla="*/ 6526137 h 6858000"/>
              <a:gd name="connsiteX90" fmla="*/ 4606481 w 6184900"/>
              <a:gd name="connsiteY90" fmla="*/ 6494538 h 6858000"/>
              <a:gd name="connsiteX91" fmla="*/ 5134867 w 6184900"/>
              <a:gd name="connsiteY91" fmla="*/ 6448149 h 6858000"/>
              <a:gd name="connsiteX92" fmla="*/ 5114388 w 6184900"/>
              <a:gd name="connsiteY92" fmla="*/ 6462725 h 6858000"/>
              <a:gd name="connsiteX93" fmla="*/ 5102020 w 6184900"/>
              <a:gd name="connsiteY93" fmla="*/ 6498689 h 6858000"/>
              <a:gd name="connsiteX94" fmla="*/ 5131079 w 6184900"/>
              <a:gd name="connsiteY94" fmla="*/ 6494538 h 6858000"/>
              <a:gd name="connsiteX95" fmla="*/ 5183123 w 6184900"/>
              <a:gd name="connsiteY95" fmla="*/ 6556469 h 6858000"/>
              <a:gd name="connsiteX96" fmla="*/ 5106439 w 6184900"/>
              <a:gd name="connsiteY96" fmla="*/ 6556469 h 6858000"/>
              <a:gd name="connsiteX97" fmla="*/ 5131079 w 6184900"/>
              <a:gd name="connsiteY97" fmla="*/ 6588015 h 6858000"/>
              <a:gd name="connsiteX98" fmla="*/ 5156359 w 6184900"/>
              <a:gd name="connsiteY98" fmla="*/ 6571683 h 6858000"/>
              <a:gd name="connsiteX99" fmla="*/ 5183025 w 6184900"/>
              <a:gd name="connsiteY99" fmla="*/ 6571683 h 6858000"/>
              <a:gd name="connsiteX100" fmla="*/ 5130981 w 6184900"/>
              <a:gd name="connsiteY100" fmla="*/ 6608340 h 6858000"/>
              <a:gd name="connsiteX101" fmla="*/ 5079790 w 6184900"/>
              <a:gd name="connsiteY101" fmla="*/ 6562377 h 6858000"/>
              <a:gd name="connsiteX102" fmla="*/ 5053817 w 6184900"/>
              <a:gd name="connsiteY102" fmla="*/ 6637394 h 6858000"/>
              <a:gd name="connsiteX103" fmla="*/ 5064211 w 6184900"/>
              <a:gd name="connsiteY103" fmla="*/ 6651916 h 6858000"/>
              <a:gd name="connsiteX104" fmla="*/ 5336171 w 6184900"/>
              <a:gd name="connsiteY104" fmla="*/ 6651916 h 6858000"/>
              <a:gd name="connsiteX105" fmla="*/ 5320175 w 6184900"/>
              <a:gd name="connsiteY105" fmla="*/ 6618560 h 6858000"/>
              <a:gd name="connsiteX106" fmla="*/ 5345241 w 6184900"/>
              <a:gd name="connsiteY106" fmla="*/ 6618560 h 6858000"/>
              <a:gd name="connsiteX107" fmla="*/ 5366040 w 6184900"/>
              <a:gd name="connsiteY107" fmla="*/ 6636116 h 6858000"/>
              <a:gd name="connsiteX108" fmla="*/ 5393658 w 6184900"/>
              <a:gd name="connsiteY108" fmla="*/ 6612385 h 6858000"/>
              <a:gd name="connsiteX109" fmla="*/ 5393658 w 6184900"/>
              <a:gd name="connsiteY109" fmla="*/ 6591103 h 6858000"/>
              <a:gd name="connsiteX110" fmla="*/ 5393018 w 6184900"/>
              <a:gd name="connsiteY110" fmla="*/ 6591103 h 6858000"/>
              <a:gd name="connsiteX111" fmla="*/ 5358197 w 6184900"/>
              <a:gd name="connsiteY111" fmla="*/ 6608233 h 6858000"/>
              <a:gd name="connsiteX112" fmla="*/ 5315533 w 6184900"/>
              <a:gd name="connsiteY112" fmla="*/ 6554659 h 6858000"/>
              <a:gd name="connsiteX113" fmla="*/ 5358197 w 6184900"/>
              <a:gd name="connsiteY113" fmla="*/ 6494431 h 6858000"/>
              <a:gd name="connsiteX114" fmla="*/ 5393018 w 6184900"/>
              <a:gd name="connsiteY114" fmla="*/ 6512467 h 6858000"/>
              <a:gd name="connsiteX115" fmla="*/ 5393871 w 6184900"/>
              <a:gd name="connsiteY115" fmla="*/ 6512467 h 6858000"/>
              <a:gd name="connsiteX116" fmla="*/ 5392911 w 6184900"/>
              <a:gd name="connsiteY116" fmla="*/ 6496028 h 6858000"/>
              <a:gd name="connsiteX117" fmla="*/ 5419578 w 6184900"/>
              <a:gd name="connsiteY117" fmla="*/ 6496028 h 6858000"/>
              <a:gd name="connsiteX118" fmla="*/ 5419578 w 6184900"/>
              <a:gd name="connsiteY118" fmla="*/ 6606849 h 6858000"/>
              <a:gd name="connsiteX119" fmla="*/ 5399367 w 6184900"/>
              <a:gd name="connsiteY119" fmla="*/ 6651907 h 6858000"/>
              <a:gd name="connsiteX120" fmla="*/ 5482017 w 6184900"/>
              <a:gd name="connsiteY120" fmla="*/ 6651907 h 6858000"/>
              <a:gd name="connsiteX121" fmla="*/ 5502495 w 6184900"/>
              <a:gd name="connsiteY121" fmla="*/ 6637385 h 6858000"/>
              <a:gd name="connsiteX122" fmla="*/ 5513157 w 6184900"/>
              <a:gd name="connsiteY122" fmla="*/ 6606477 h 6858000"/>
              <a:gd name="connsiteX123" fmla="*/ 5485165 w 6184900"/>
              <a:gd name="connsiteY123" fmla="*/ 6608340 h 6858000"/>
              <a:gd name="connsiteX124" fmla="*/ 5433761 w 6184900"/>
              <a:gd name="connsiteY124" fmla="*/ 6551785 h 6858000"/>
              <a:gd name="connsiteX125" fmla="*/ 5485165 w 6184900"/>
              <a:gd name="connsiteY125" fmla="*/ 6494538 h 6858000"/>
              <a:gd name="connsiteX126" fmla="*/ 5536729 w 6184900"/>
              <a:gd name="connsiteY126" fmla="*/ 6538540 h 6858000"/>
              <a:gd name="connsiteX127" fmla="*/ 5562916 w 6184900"/>
              <a:gd name="connsiteY127" fmla="*/ 6462938 h 6858000"/>
              <a:gd name="connsiteX128" fmla="*/ 5552895 w 6184900"/>
              <a:gd name="connsiteY128" fmla="*/ 6448149 h 6858000"/>
              <a:gd name="connsiteX129" fmla="*/ 5552886 w 6184900"/>
              <a:gd name="connsiteY129" fmla="*/ 6448149 h 6858000"/>
              <a:gd name="connsiteX130" fmla="*/ 5301404 w 6184900"/>
              <a:gd name="connsiteY130" fmla="*/ 6448149 h 6858000"/>
              <a:gd name="connsiteX131" fmla="*/ 5301404 w 6184900"/>
              <a:gd name="connsiteY131" fmla="*/ 6607062 h 6858000"/>
              <a:gd name="connsiteX132" fmla="*/ 5274737 w 6184900"/>
              <a:gd name="connsiteY132" fmla="*/ 6607062 h 6858000"/>
              <a:gd name="connsiteX133" fmla="*/ 5275804 w 6184900"/>
              <a:gd name="connsiteY133" fmla="*/ 6590357 h 6858000"/>
              <a:gd name="connsiteX134" fmla="*/ 5274950 w 6184900"/>
              <a:gd name="connsiteY134" fmla="*/ 6590357 h 6858000"/>
              <a:gd name="connsiteX135" fmla="*/ 5240130 w 6184900"/>
              <a:gd name="connsiteY135" fmla="*/ 6608340 h 6858000"/>
              <a:gd name="connsiteX136" fmla="*/ 5197466 w 6184900"/>
              <a:gd name="connsiteY136" fmla="*/ 6548165 h 6858000"/>
              <a:gd name="connsiteX137" fmla="*/ 5240130 w 6184900"/>
              <a:gd name="connsiteY137" fmla="*/ 6494538 h 6858000"/>
              <a:gd name="connsiteX138" fmla="*/ 5273670 w 6184900"/>
              <a:gd name="connsiteY138" fmla="*/ 6510497 h 6858000"/>
              <a:gd name="connsiteX139" fmla="*/ 5274737 w 6184900"/>
              <a:gd name="connsiteY139" fmla="*/ 6510497 h 6858000"/>
              <a:gd name="connsiteX140" fmla="*/ 5274737 w 6184900"/>
              <a:gd name="connsiteY140" fmla="*/ 6448149 h 6858000"/>
              <a:gd name="connsiteX141" fmla="*/ 5134867 w 6184900"/>
              <a:gd name="connsiteY141" fmla="*/ 6448149 h 6858000"/>
              <a:gd name="connsiteX142" fmla="*/ 4802175 w 6184900"/>
              <a:gd name="connsiteY142" fmla="*/ 6448149 h 6858000"/>
              <a:gd name="connsiteX143" fmla="*/ 4802175 w 6184900"/>
              <a:gd name="connsiteY143" fmla="*/ 6607062 h 6858000"/>
              <a:gd name="connsiteX144" fmla="*/ 4828842 w 6184900"/>
              <a:gd name="connsiteY144" fmla="*/ 6607062 h 6858000"/>
              <a:gd name="connsiteX145" fmla="*/ 4828842 w 6184900"/>
              <a:gd name="connsiteY145" fmla="*/ 6448149 h 6858000"/>
              <a:gd name="connsiteX146" fmla="*/ 4802175 w 6184900"/>
              <a:gd name="connsiteY146" fmla="*/ 6448149 h 6858000"/>
              <a:gd name="connsiteX147" fmla="*/ 0 w 6184900"/>
              <a:gd name="connsiteY147" fmla="*/ 0 h 6858000"/>
              <a:gd name="connsiteX148" fmla="*/ 6184900 w 6184900"/>
              <a:gd name="connsiteY148" fmla="*/ 0 h 6858000"/>
              <a:gd name="connsiteX149" fmla="*/ 6184900 w 6184900"/>
              <a:gd name="connsiteY149" fmla="*/ 6858000 h 6858000"/>
              <a:gd name="connsiteX150" fmla="*/ 0 w 6184900"/>
              <a:gd name="connsiteY150" fmla="*/ 6858000 h 6858000"/>
              <a:gd name="connsiteX151" fmla="*/ 0 w 6184900"/>
              <a:gd name="connsiteY1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6184900" h="6858000">
                <a:moveTo>
                  <a:pt x="4902316" y="6557054"/>
                </a:moveTo>
                <a:lnTo>
                  <a:pt x="4926956" y="6573014"/>
                </a:lnTo>
                <a:cubicBezTo>
                  <a:pt x="4926956" y="6588548"/>
                  <a:pt x="4916294" y="6590198"/>
                  <a:pt x="4902316" y="6590198"/>
                </a:cubicBezTo>
                <a:cubicBezTo>
                  <a:pt x="4884292" y="6590198"/>
                  <a:pt x="4877890" y="6588707"/>
                  <a:pt x="4877890" y="6573014"/>
                </a:cubicBezTo>
                <a:cubicBezTo>
                  <a:pt x="4877890" y="6557320"/>
                  <a:pt x="4888551" y="6557054"/>
                  <a:pt x="4902316" y="6557054"/>
                </a:cubicBezTo>
                <a:close/>
                <a:moveTo>
                  <a:pt x="5460694" y="6556469"/>
                </a:moveTo>
                <a:cubicBezTo>
                  <a:pt x="5460694" y="6580413"/>
                  <a:pt x="5461335" y="6588015"/>
                  <a:pt x="5485387" y="6588015"/>
                </a:cubicBezTo>
                <a:cubicBezTo>
                  <a:pt x="5500210" y="6588015"/>
                  <a:pt x="5510614" y="6588015"/>
                  <a:pt x="5510614" y="6571683"/>
                </a:cubicBezTo>
                <a:lnTo>
                  <a:pt x="5525428" y="6571683"/>
                </a:lnTo>
                <a:lnTo>
                  <a:pt x="5530763" y="6556469"/>
                </a:lnTo>
                <a:lnTo>
                  <a:pt x="5460694" y="6556469"/>
                </a:lnTo>
                <a:close/>
                <a:moveTo>
                  <a:pt x="5485387" y="6515181"/>
                </a:moveTo>
                <a:cubicBezTo>
                  <a:pt x="5462188" y="6515181"/>
                  <a:pt x="5460694" y="6520025"/>
                  <a:pt x="5460694" y="6539764"/>
                </a:cubicBezTo>
                <a:lnTo>
                  <a:pt x="5460703" y="6539764"/>
                </a:lnTo>
                <a:lnTo>
                  <a:pt x="5510614" y="6539764"/>
                </a:lnTo>
                <a:cubicBezTo>
                  <a:pt x="5510614" y="6516885"/>
                  <a:pt x="5507253" y="6515181"/>
                  <a:pt x="5485387" y="6515181"/>
                </a:cubicBezTo>
                <a:close/>
                <a:moveTo>
                  <a:pt x="5366244" y="6514915"/>
                </a:moveTo>
                <a:cubicBezTo>
                  <a:pt x="5347793" y="6514915"/>
                  <a:pt x="5342458" y="6520238"/>
                  <a:pt x="5342458" y="6548165"/>
                </a:cubicBezTo>
                <a:cubicBezTo>
                  <a:pt x="5342458" y="6573386"/>
                  <a:pt x="5342458" y="6588015"/>
                  <a:pt x="5366244" y="6588015"/>
                </a:cubicBezTo>
                <a:cubicBezTo>
                  <a:pt x="5392911" y="6588015"/>
                  <a:pt x="5392911" y="6574664"/>
                  <a:pt x="5392911" y="6548165"/>
                </a:cubicBezTo>
                <a:cubicBezTo>
                  <a:pt x="5392911" y="6524434"/>
                  <a:pt x="5389283" y="6514915"/>
                  <a:pt x="5366244" y="6514915"/>
                </a:cubicBezTo>
                <a:close/>
                <a:moveTo>
                  <a:pt x="5247874" y="6514915"/>
                </a:moveTo>
                <a:cubicBezTo>
                  <a:pt x="5229424" y="6514915"/>
                  <a:pt x="5224088" y="6520238"/>
                  <a:pt x="5224088" y="6548165"/>
                </a:cubicBezTo>
                <a:cubicBezTo>
                  <a:pt x="5224088" y="6573386"/>
                  <a:pt x="5223448" y="6588015"/>
                  <a:pt x="5247874" y="6588015"/>
                </a:cubicBezTo>
                <a:cubicBezTo>
                  <a:pt x="5275279" y="6588015"/>
                  <a:pt x="5274221" y="6574664"/>
                  <a:pt x="5274221" y="6548165"/>
                </a:cubicBezTo>
                <a:cubicBezTo>
                  <a:pt x="5274221" y="6524434"/>
                  <a:pt x="5271074" y="6514915"/>
                  <a:pt x="5247874" y="6514915"/>
                </a:cubicBezTo>
                <a:close/>
                <a:moveTo>
                  <a:pt x="5131088" y="6514915"/>
                </a:moveTo>
                <a:cubicBezTo>
                  <a:pt x="5131090" y="6514915"/>
                  <a:pt x="5131091" y="6514916"/>
                  <a:pt x="5131093" y="6514916"/>
                </a:cubicBezTo>
                <a:lnTo>
                  <a:pt x="5110077" y="6519805"/>
                </a:lnTo>
                <a:cubicBezTo>
                  <a:pt x="5106817" y="6523483"/>
                  <a:pt x="5106457" y="6529629"/>
                  <a:pt x="5106457" y="6539498"/>
                </a:cubicBezTo>
                <a:lnTo>
                  <a:pt x="5156367" y="6539498"/>
                </a:lnTo>
                <a:cubicBezTo>
                  <a:pt x="5156367" y="6528058"/>
                  <a:pt x="5155513" y="6521913"/>
                  <a:pt x="5151927" y="6518627"/>
                </a:cubicBezTo>
                <a:lnTo>
                  <a:pt x="5131093" y="6514916"/>
                </a:lnTo>
                <a:cubicBezTo>
                  <a:pt x="5131094" y="6514916"/>
                  <a:pt x="5131096" y="6514915"/>
                  <a:pt x="5131097" y="6514915"/>
                </a:cubicBezTo>
                <a:lnTo>
                  <a:pt x="5131088" y="6514915"/>
                </a:lnTo>
                <a:close/>
                <a:moveTo>
                  <a:pt x="4726887" y="6514915"/>
                </a:moveTo>
                <a:cubicBezTo>
                  <a:pt x="4750673" y="6514915"/>
                  <a:pt x="4752594" y="6521675"/>
                  <a:pt x="4752594" y="6551785"/>
                </a:cubicBezTo>
                <a:cubicBezTo>
                  <a:pt x="4752594" y="6581894"/>
                  <a:pt x="4750673" y="6588015"/>
                  <a:pt x="4726887" y="6588015"/>
                </a:cubicBezTo>
                <a:cubicBezTo>
                  <a:pt x="4703101" y="6588015"/>
                  <a:pt x="4701180" y="6581415"/>
                  <a:pt x="4701180" y="6551785"/>
                </a:cubicBezTo>
                <a:cubicBezTo>
                  <a:pt x="4701180" y="6522154"/>
                  <a:pt x="4703101" y="6514915"/>
                  <a:pt x="4726887" y="6514915"/>
                </a:cubicBezTo>
                <a:close/>
                <a:moveTo>
                  <a:pt x="4903285" y="6494804"/>
                </a:moveTo>
                <a:cubicBezTo>
                  <a:pt x="4877792" y="6494804"/>
                  <a:pt x="4855296" y="6496081"/>
                  <a:pt x="4855296" y="6528533"/>
                </a:cubicBezTo>
                <a:lnTo>
                  <a:pt x="4881963" y="6528533"/>
                </a:lnTo>
                <a:cubicBezTo>
                  <a:pt x="4881963" y="6514117"/>
                  <a:pt x="4891290" y="6513052"/>
                  <a:pt x="4902974" y="6513052"/>
                </a:cubicBezTo>
                <a:cubicBezTo>
                  <a:pt x="4925266" y="6513052"/>
                  <a:pt x="4926760" y="6519386"/>
                  <a:pt x="4926760" y="6537422"/>
                </a:cubicBezTo>
                <a:lnTo>
                  <a:pt x="4926760" y="6551838"/>
                </a:lnTo>
                <a:lnTo>
                  <a:pt x="4926333" y="6551838"/>
                </a:lnTo>
                <a:cubicBezTo>
                  <a:pt x="4919984" y="6539338"/>
                  <a:pt x="4906602" y="6539125"/>
                  <a:pt x="4893006" y="6539125"/>
                </a:cubicBezTo>
                <a:cubicBezTo>
                  <a:pt x="4865388" y="6539125"/>
                  <a:pt x="4851356" y="6546524"/>
                  <a:pt x="4851356" y="6573227"/>
                </a:cubicBezTo>
                <a:cubicBezTo>
                  <a:pt x="4851356" y="6603336"/>
                  <a:pt x="4867726" y="6608606"/>
                  <a:pt x="4893006" y="6608606"/>
                </a:cubicBezTo>
                <a:cubicBezTo>
                  <a:pt x="4905962" y="6608606"/>
                  <a:pt x="4922332" y="6608180"/>
                  <a:pt x="4927614" y="6593391"/>
                </a:cubicBezTo>
                <a:lnTo>
                  <a:pt x="4928254" y="6593391"/>
                </a:lnTo>
                <a:cubicBezTo>
                  <a:pt x="4927898" y="6597948"/>
                  <a:pt x="4927543" y="6602505"/>
                  <a:pt x="4927187" y="6607062"/>
                </a:cubicBezTo>
                <a:lnTo>
                  <a:pt x="4953836" y="6607062"/>
                </a:lnTo>
                <a:lnTo>
                  <a:pt x="4953836" y="6537369"/>
                </a:lnTo>
                <a:cubicBezTo>
                  <a:pt x="4953836" y="6500126"/>
                  <a:pt x="4938960" y="6494804"/>
                  <a:pt x="4903285" y="6494804"/>
                </a:cubicBezTo>
                <a:close/>
                <a:moveTo>
                  <a:pt x="5034788" y="6494546"/>
                </a:moveTo>
                <a:cubicBezTo>
                  <a:pt x="5021833" y="6494546"/>
                  <a:pt x="5010362" y="6498166"/>
                  <a:pt x="5005036" y="6510506"/>
                </a:cubicBezTo>
                <a:lnTo>
                  <a:pt x="5003969" y="6510506"/>
                </a:lnTo>
                <a:lnTo>
                  <a:pt x="5004716" y="6496037"/>
                </a:lnTo>
                <a:lnTo>
                  <a:pt x="4978582" y="6496037"/>
                </a:lnTo>
                <a:cubicBezTo>
                  <a:pt x="4978579" y="6496034"/>
                  <a:pt x="4978577" y="6496031"/>
                  <a:pt x="4978574" y="6496028"/>
                </a:cubicBezTo>
                <a:lnTo>
                  <a:pt x="4978574" y="6607062"/>
                </a:lnTo>
                <a:lnTo>
                  <a:pt x="5005240" y="6607062"/>
                </a:lnTo>
                <a:lnTo>
                  <a:pt x="5005240" y="6538593"/>
                </a:lnTo>
                <a:cubicBezTo>
                  <a:pt x="5004814" y="6524177"/>
                  <a:pt x="5009509" y="6515075"/>
                  <a:pt x="5025399" y="6515075"/>
                </a:cubicBezTo>
                <a:cubicBezTo>
                  <a:pt x="5037927" y="6515075"/>
                  <a:pt x="5038994" y="6521622"/>
                  <a:pt x="5038994" y="6532844"/>
                </a:cubicBezTo>
                <a:lnTo>
                  <a:pt x="5038994" y="6538593"/>
                </a:lnTo>
                <a:lnTo>
                  <a:pt x="5064061" y="6538593"/>
                </a:lnTo>
                <a:lnTo>
                  <a:pt x="5064061" y="6529553"/>
                </a:lnTo>
                <a:cubicBezTo>
                  <a:pt x="5064061" y="6508270"/>
                  <a:pt x="5058352" y="6494546"/>
                  <a:pt x="5034788" y="6494546"/>
                </a:cubicBezTo>
                <a:close/>
                <a:moveTo>
                  <a:pt x="4726887" y="6494538"/>
                </a:moveTo>
                <a:cubicBezTo>
                  <a:pt x="4680391" y="6494538"/>
                  <a:pt x="4674416" y="6508315"/>
                  <a:pt x="4674416" y="6551572"/>
                </a:cubicBezTo>
                <a:cubicBezTo>
                  <a:pt x="4674416" y="6594829"/>
                  <a:pt x="4680391" y="6608340"/>
                  <a:pt x="4726887" y="6608340"/>
                </a:cubicBezTo>
                <a:cubicBezTo>
                  <a:pt x="4773383" y="6608340"/>
                  <a:pt x="4779358" y="6594562"/>
                  <a:pt x="4779358" y="6551572"/>
                </a:cubicBezTo>
                <a:cubicBezTo>
                  <a:pt x="4779358" y="6508581"/>
                  <a:pt x="4773436" y="6494538"/>
                  <a:pt x="4726887" y="6494538"/>
                </a:cubicBezTo>
                <a:close/>
                <a:moveTo>
                  <a:pt x="4606481" y="6494538"/>
                </a:moveTo>
                <a:cubicBezTo>
                  <a:pt x="4577796" y="6494538"/>
                  <a:pt x="4555717" y="6495176"/>
                  <a:pt x="4555717" y="6525712"/>
                </a:cubicBezTo>
                <a:cubicBezTo>
                  <a:pt x="4555717" y="6554118"/>
                  <a:pt x="4563133" y="6559866"/>
                  <a:pt x="4604134" y="6560239"/>
                </a:cubicBezTo>
                <a:cubicBezTo>
                  <a:pt x="4631112" y="6560665"/>
                  <a:pt x="4631752" y="6565562"/>
                  <a:pt x="4631752" y="6575294"/>
                </a:cubicBezTo>
                <a:cubicBezTo>
                  <a:pt x="4631752" y="6590561"/>
                  <a:pt x="4622424" y="6590136"/>
                  <a:pt x="4606472" y="6590136"/>
                </a:cubicBezTo>
                <a:cubicBezTo>
                  <a:pt x="4586688" y="6590136"/>
                  <a:pt x="4582900" y="6588219"/>
                  <a:pt x="4582473" y="6572100"/>
                </a:cubicBezTo>
                <a:lnTo>
                  <a:pt x="4555708" y="6572100"/>
                </a:lnTo>
                <a:cubicBezTo>
                  <a:pt x="4555708" y="6608331"/>
                  <a:pt x="4576079" y="6608331"/>
                  <a:pt x="4606472" y="6608331"/>
                </a:cubicBezTo>
                <a:cubicBezTo>
                  <a:pt x="4634677" y="6608331"/>
                  <a:pt x="4658517" y="6605403"/>
                  <a:pt x="4658517" y="6575294"/>
                </a:cubicBezTo>
                <a:cubicBezTo>
                  <a:pt x="4658517" y="6539276"/>
                  <a:pt x="4635158" y="6541192"/>
                  <a:pt x="4608820" y="6539915"/>
                </a:cubicBezTo>
                <a:cubicBezTo>
                  <a:pt x="4585460" y="6538850"/>
                  <a:pt x="4582366" y="6538584"/>
                  <a:pt x="4582366" y="6527415"/>
                </a:cubicBezTo>
                <a:cubicBezTo>
                  <a:pt x="4582366" y="6512786"/>
                  <a:pt x="4592121" y="6512786"/>
                  <a:pt x="4606365" y="6512786"/>
                </a:cubicBezTo>
                <a:cubicBezTo>
                  <a:pt x="4620610" y="6512786"/>
                  <a:pt x="4627697" y="6512786"/>
                  <a:pt x="4627697" y="6526137"/>
                </a:cubicBezTo>
                <a:lnTo>
                  <a:pt x="4654471" y="6526137"/>
                </a:lnTo>
                <a:cubicBezTo>
                  <a:pt x="4654471" y="6494963"/>
                  <a:pt x="4628337" y="6494538"/>
                  <a:pt x="4606481" y="6494538"/>
                </a:cubicBezTo>
                <a:close/>
                <a:moveTo>
                  <a:pt x="5134867" y="6448149"/>
                </a:moveTo>
                <a:cubicBezTo>
                  <a:pt x="5125690" y="6448362"/>
                  <a:pt x="5117581" y="6454137"/>
                  <a:pt x="5114388" y="6462725"/>
                </a:cubicBezTo>
                <a:lnTo>
                  <a:pt x="5102020" y="6498689"/>
                </a:lnTo>
                <a:cubicBezTo>
                  <a:pt x="5111374" y="6495567"/>
                  <a:pt x="5121226" y="6494165"/>
                  <a:pt x="5131079" y="6494538"/>
                </a:cubicBezTo>
                <a:cubicBezTo>
                  <a:pt x="5176934" y="6494538"/>
                  <a:pt x="5183123" y="6507889"/>
                  <a:pt x="5183123" y="6556469"/>
                </a:cubicBezTo>
                <a:lnTo>
                  <a:pt x="5106439" y="6556469"/>
                </a:lnTo>
                <a:cubicBezTo>
                  <a:pt x="5106439" y="6580413"/>
                  <a:pt x="5107079" y="6588015"/>
                  <a:pt x="5131079" y="6588015"/>
                </a:cubicBezTo>
                <a:cubicBezTo>
                  <a:pt x="5145955" y="6588015"/>
                  <a:pt x="5156359" y="6588015"/>
                  <a:pt x="5156359" y="6571683"/>
                </a:cubicBezTo>
                <a:lnTo>
                  <a:pt x="5183025" y="6571683"/>
                </a:lnTo>
                <a:cubicBezTo>
                  <a:pt x="5183025" y="6606690"/>
                  <a:pt x="5162814" y="6608340"/>
                  <a:pt x="5130981" y="6608340"/>
                </a:cubicBezTo>
                <a:cubicBezTo>
                  <a:pt x="5092052" y="6608340"/>
                  <a:pt x="5081390" y="6597011"/>
                  <a:pt x="5079790" y="6562377"/>
                </a:cubicBezTo>
                <a:lnTo>
                  <a:pt x="5053817" y="6637394"/>
                </a:lnTo>
                <a:cubicBezTo>
                  <a:pt x="5053817" y="6637394"/>
                  <a:pt x="5048481" y="6651916"/>
                  <a:pt x="5064211" y="6651916"/>
                </a:cubicBezTo>
                <a:lnTo>
                  <a:pt x="5336171" y="6651916"/>
                </a:lnTo>
                <a:cubicBezTo>
                  <a:pt x="5325510" y="6647072"/>
                  <a:pt x="5319428" y="6637447"/>
                  <a:pt x="5320175" y="6618560"/>
                </a:cubicBezTo>
                <a:lnTo>
                  <a:pt x="5345241" y="6618560"/>
                </a:lnTo>
                <a:cubicBezTo>
                  <a:pt x="5345241" y="6633774"/>
                  <a:pt x="5350950" y="6636116"/>
                  <a:pt x="5366040" y="6636116"/>
                </a:cubicBezTo>
                <a:cubicBezTo>
                  <a:pt x="5388758" y="6636116"/>
                  <a:pt x="5393658" y="6631432"/>
                  <a:pt x="5393658" y="6612385"/>
                </a:cubicBezTo>
                <a:lnTo>
                  <a:pt x="5393658" y="6591103"/>
                </a:lnTo>
                <a:lnTo>
                  <a:pt x="5393018" y="6591103"/>
                </a:lnTo>
                <a:cubicBezTo>
                  <a:pt x="5385975" y="6605678"/>
                  <a:pt x="5371686" y="6608233"/>
                  <a:pt x="5358197" y="6608233"/>
                </a:cubicBezTo>
                <a:cubicBezTo>
                  <a:pt x="5319961" y="6608233"/>
                  <a:pt x="5315533" y="6587270"/>
                  <a:pt x="5315533" y="6554659"/>
                </a:cubicBezTo>
                <a:cubicBezTo>
                  <a:pt x="5315533" y="6522048"/>
                  <a:pt x="5316814" y="6494431"/>
                  <a:pt x="5358197" y="6494431"/>
                </a:cubicBezTo>
                <a:cubicBezTo>
                  <a:pt x="5373873" y="6494431"/>
                  <a:pt x="5386189" y="6497838"/>
                  <a:pt x="5393018" y="6512467"/>
                </a:cubicBezTo>
                <a:lnTo>
                  <a:pt x="5393871" y="6512467"/>
                </a:lnTo>
                <a:lnTo>
                  <a:pt x="5392911" y="6496028"/>
                </a:lnTo>
                <a:lnTo>
                  <a:pt x="5419578" y="6496028"/>
                </a:lnTo>
                <a:lnTo>
                  <a:pt x="5419578" y="6606849"/>
                </a:lnTo>
                <a:cubicBezTo>
                  <a:pt x="5419578" y="6632763"/>
                  <a:pt x="5414243" y="6645901"/>
                  <a:pt x="5399367" y="6651907"/>
                </a:cubicBezTo>
                <a:lnTo>
                  <a:pt x="5482017" y="6651907"/>
                </a:lnTo>
                <a:cubicBezTo>
                  <a:pt x="5491176" y="6651703"/>
                  <a:pt x="5499285" y="6645946"/>
                  <a:pt x="5502495" y="6637385"/>
                </a:cubicBezTo>
                <a:lnTo>
                  <a:pt x="5513157" y="6606477"/>
                </a:lnTo>
                <a:cubicBezTo>
                  <a:pt x="5503909" y="6608020"/>
                  <a:pt x="5494528" y="6608641"/>
                  <a:pt x="5485165" y="6608340"/>
                </a:cubicBezTo>
                <a:cubicBezTo>
                  <a:pt x="5442501" y="6608340"/>
                  <a:pt x="5433761" y="6594775"/>
                  <a:pt x="5433761" y="6551785"/>
                </a:cubicBezTo>
                <a:cubicBezTo>
                  <a:pt x="5433761" y="6511934"/>
                  <a:pt x="5440109" y="6494538"/>
                  <a:pt x="5485165" y="6494538"/>
                </a:cubicBezTo>
                <a:cubicBezTo>
                  <a:pt x="5524734" y="6494538"/>
                  <a:pt x="5534755" y="6504536"/>
                  <a:pt x="5536729" y="6538540"/>
                </a:cubicBezTo>
                <a:lnTo>
                  <a:pt x="5562916" y="6462938"/>
                </a:lnTo>
                <a:cubicBezTo>
                  <a:pt x="5562916" y="6462938"/>
                  <a:pt x="5568198" y="6448149"/>
                  <a:pt x="5552895" y="6448149"/>
                </a:cubicBezTo>
                <a:lnTo>
                  <a:pt x="5552886" y="6448149"/>
                </a:lnTo>
                <a:lnTo>
                  <a:pt x="5301404" y="6448149"/>
                </a:lnTo>
                <a:lnTo>
                  <a:pt x="5301404" y="6607062"/>
                </a:lnTo>
                <a:lnTo>
                  <a:pt x="5274737" y="6607062"/>
                </a:lnTo>
                <a:cubicBezTo>
                  <a:pt x="5275093" y="6601494"/>
                  <a:pt x="5275448" y="6595925"/>
                  <a:pt x="5275804" y="6590357"/>
                </a:cubicBezTo>
                <a:lnTo>
                  <a:pt x="5274950" y="6590357"/>
                </a:lnTo>
                <a:cubicBezTo>
                  <a:pt x="5268175" y="6604986"/>
                  <a:pt x="5255859" y="6608340"/>
                  <a:pt x="5240130" y="6608340"/>
                </a:cubicBezTo>
                <a:cubicBezTo>
                  <a:pt x="5198693" y="6608340"/>
                  <a:pt x="5197466" y="6582267"/>
                  <a:pt x="5197466" y="6548165"/>
                </a:cubicBezTo>
                <a:cubicBezTo>
                  <a:pt x="5197466" y="6514063"/>
                  <a:pt x="5201948" y="6494538"/>
                  <a:pt x="5240130" y="6494538"/>
                </a:cubicBezTo>
                <a:cubicBezTo>
                  <a:pt x="5253725" y="6494538"/>
                  <a:pt x="5267961" y="6497092"/>
                  <a:pt x="5273670" y="6510497"/>
                </a:cubicBezTo>
                <a:lnTo>
                  <a:pt x="5274737" y="6510497"/>
                </a:lnTo>
                <a:lnTo>
                  <a:pt x="5274737" y="6448149"/>
                </a:lnTo>
                <a:lnTo>
                  <a:pt x="5134867" y="6448149"/>
                </a:lnTo>
                <a:close/>
                <a:moveTo>
                  <a:pt x="4802175" y="6448149"/>
                </a:moveTo>
                <a:lnTo>
                  <a:pt x="4802175" y="6607062"/>
                </a:lnTo>
                <a:lnTo>
                  <a:pt x="4828842" y="6607062"/>
                </a:lnTo>
                <a:lnTo>
                  <a:pt x="4828842" y="6448149"/>
                </a:lnTo>
                <a:lnTo>
                  <a:pt x="4802175" y="6448149"/>
                </a:lnTo>
                <a:close/>
                <a:moveTo>
                  <a:pt x="0" y="0"/>
                </a:moveTo>
                <a:lnTo>
                  <a:pt x="6184900" y="0"/>
                </a:lnTo>
                <a:lnTo>
                  <a:pt x="6184900" y="6858000"/>
                </a:lnTo>
                <a:lnTo>
                  <a:pt x="0" y="6858000"/>
                </a:lnTo>
                <a:lnTo>
                  <a:pt x="0" y="0"/>
                </a:lnTo>
                <a:close/>
              </a:path>
            </a:pathLst>
          </a:custGeom>
          <a:solidFill>
            <a:schemeClr val="bg2"/>
          </a:solidFill>
        </p:spPr>
        <p:txBody>
          <a:bodyPr wrap="square">
            <a:noAutofit/>
          </a:bodyPr>
          <a:lstStyle/>
          <a:p>
            <a:r>
              <a:rPr lang="en-US"/>
              <a:t>Click icon to add picture</a:t>
            </a:r>
            <a:endParaRPr lang="en-IL"/>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a:xfrm>
            <a:off x="900546" y="6356350"/>
            <a:ext cx="5040000" cy="365125"/>
          </a:xfrm>
        </p:spPr>
        <p:txBody>
          <a:bodyPr/>
          <a:lstStyle/>
          <a:p>
            <a:pPr marL="0" algn="r" defTabSz="914400" rtl="1" eaLnBrk="1" latinLnBrk="0" hangingPunct="1"/>
            <a:endParaRPr lang="en-IL" dirty="0"/>
          </a:p>
        </p:txBody>
      </p:sp>
    </p:spTree>
    <p:extLst>
      <p:ext uri="{BB962C8B-B14F-4D97-AF65-F5344CB8AC3E}">
        <p14:creationId xmlns:p14="http://schemas.microsoft.com/office/powerpoint/2010/main" val="3486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1917E99-AB11-B164-8391-B4BBD8F84C70}"/>
              </a:ext>
            </a:extLst>
          </p:cNvPr>
          <p:cNvGrpSpPr/>
          <p:nvPr userDrawn="1"/>
        </p:nvGrpSpPr>
        <p:grpSpPr>
          <a:xfrm>
            <a:off x="6096000" y="0"/>
            <a:ext cx="6096000" cy="6858000"/>
            <a:chOff x="6096000" y="0"/>
            <a:chExt cx="6096000" cy="6858000"/>
          </a:xfrm>
        </p:grpSpPr>
        <p:sp>
          <p:nvSpPr>
            <p:cNvPr id="11" name="Rectangle 10">
              <a:extLst>
                <a:ext uri="{FF2B5EF4-FFF2-40B4-BE49-F238E27FC236}">
                  <a16:creationId xmlns:a16="http://schemas.microsoft.com/office/drawing/2014/main" id="{07665DDE-92C2-A272-A795-9FD903344FF8}"/>
                </a:ext>
              </a:extLst>
            </p:cNvPr>
            <p:cNvSpPr/>
            <p:nvPr/>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Freeform 11">
              <a:extLst>
                <a:ext uri="{FF2B5EF4-FFF2-40B4-BE49-F238E27FC236}">
                  <a16:creationId xmlns:a16="http://schemas.microsoft.com/office/drawing/2014/main" id="{5DF29C92-28FE-9D8D-0BB2-09F4F241EC2E}"/>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3" name="Freeform 12">
              <a:extLst>
                <a:ext uri="{FF2B5EF4-FFF2-40B4-BE49-F238E27FC236}">
                  <a16:creationId xmlns:a16="http://schemas.microsoft.com/office/drawing/2014/main" id="{1664D957-A473-1F45-51E8-88C5A302C759}"/>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grpSp>
      <p:sp>
        <p:nvSpPr>
          <p:cNvPr id="2" name="Title 1">
            <a:extLst>
              <a:ext uri="{FF2B5EF4-FFF2-40B4-BE49-F238E27FC236}">
                <a16:creationId xmlns:a16="http://schemas.microsoft.com/office/drawing/2014/main" id="{8B9C007F-BD8B-09BA-F328-D72DF6B18BD5}"/>
              </a:ext>
            </a:extLst>
          </p:cNvPr>
          <p:cNvSpPr>
            <a:spLocks noGrp="1"/>
          </p:cNvSpPr>
          <p:nvPr>
            <p:ph type="title" hasCustomPrompt="1"/>
          </p:nvPr>
        </p:nvSpPr>
        <p:spPr>
          <a:xfrm>
            <a:off x="516001" y="463296"/>
            <a:ext cx="5364000" cy="1067330"/>
          </a:xfrm>
        </p:spPr>
        <p:txBody>
          <a:bodyPr/>
          <a:lstStyle/>
          <a:p>
            <a:r>
              <a:rPr lang="en-US" dirty="0"/>
              <a:t>Click to edit title style</a:t>
            </a:r>
            <a:endParaRPr lang="en-IL" dirty="0"/>
          </a:p>
        </p:txBody>
      </p:sp>
      <p:sp>
        <p:nvSpPr>
          <p:cNvPr id="3" name="Text Placeholder 2">
            <a:extLst>
              <a:ext uri="{FF2B5EF4-FFF2-40B4-BE49-F238E27FC236}">
                <a16:creationId xmlns:a16="http://schemas.microsoft.com/office/drawing/2014/main" id="{81FA8CEB-8694-EA37-7BA0-FDAD45965955}"/>
              </a:ext>
            </a:extLst>
          </p:cNvPr>
          <p:cNvSpPr>
            <a:spLocks noGrp="1"/>
          </p:cNvSpPr>
          <p:nvPr>
            <p:ph type="body" idx="1"/>
          </p:nvPr>
        </p:nvSpPr>
        <p:spPr>
          <a:xfrm>
            <a:off x="516001" y="1681163"/>
            <a:ext cx="5400000" cy="823912"/>
          </a:xfrm>
        </p:spPr>
        <p:txBody>
          <a:bodyPr anchor="t"/>
          <a:lstStyle>
            <a:lvl1pPr marL="0" indent="0">
              <a:buNone/>
              <a:defRPr sz="24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9EA84F-FD1F-BAC2-8046-8983299085E8}"/>
              </a:ext>
            </a:extLst>
          </p:cNvPr>
          <p:cNvSpPr>
            <a:spLocks noGrp="1"/>
          </p:cNvSpPr>
          <p:nvPr>
            <p:ph sz="half" idx="2"/>
          </p:nvPr>
        </p:nvSpPr>
        <p:spPr>
          <a:xfrm>
            <a:off x="516001" y="2505075"/>
            <a:ext cx="54000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Text Placeholder 4">
            <a:extLst>
              <a:ext uri="{FF2B5EF4-FFF2-40B4-BE49-F238E27FC236}">
                <a16:creationId xmlns:a16="http://schemas.microsoft.com/office/drawing/2014/main" id="{E65DBF64-FDEA-B621-4A52-5A1EC7D8731C}"/>
              </a:ext>
            </a:extLst>
          </p:cNvPr>
          <p:cNvSpPr>
            <a:spLocks noGrp="1"/>
          </p:cNvSpPr>
          <p:nvPr>
            <p:ph type="body" sz="quarter" idx="3"/>
          </p:nvPr>
        </p:nvSpPr>
        <p:spPr>
          <a:xfrm>
            <a:off x="6276000" y="1681163"/>
            <a:ext cx="5400000" cy="823912"/>
          </a:xfrm>
        </p:spPr>
        <p:txBody>
          <a:bodyPr anchor="t"/>
          <a:lstStyle>
            <a:lvl1pPr marL="0" indent="0">
              <a:buNone/>
              <a:defRPr sz="2400" b="1">
                <a:solidFill>
                  <a:schemeClr val="accent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7C6ABF-8EC2-A975-58E5-887C9D96A94F}"/>
              </a:ext>
            </a:extLst>
          </p:cNvPr>
          <p:cNvSpPr>
            <a:spLocks noGrp="1"/>
          </p:cNvSpPr>
          <p:nvPr>
            <p:ph sz="quarter" idx="4"/>
          </p:nvPr>
        </p:nvSpPr>
        <p:spPr>
          <a:xfrm>
            <a:off x="6276000" y="2505075"/>
            <a:ext cx="5400000" cy="36845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8" name="Footer Placeholder 7">
            <a:extLst>
              <a:ext uri="{FF2B5EF4-FFF2-40B4-BE49-F238E27FC236}">
                <a16:creationId xmlns:a16="http://schemas.microsoft.com/office/drawing/2014/main" id="{E93FDF2E-A52A-6137-A0DA-310FD4356D57}"/>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27D1ED1D-EC77-FD5D-38C5-FE40F4AD3EFA}"/>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3351083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5"/>
            <a:ext cx="4334296" cy="1305869"/>
          </a:xfrm>
        </p:spPr>
        <p:txBody>
          <a:bodyPr/>
          <a:lstStyle>
            <a:lvl1pPr>
              <a:defRPr>
                <a:solidFill>
                  <a:schemeClr val="tx2"/>
                </a:solidFill>
              </a:defRPr>
            </a:lvl1p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045155"/>
            <a:ext cx="4334296" cy="3907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8" name="Picture Placeholder 7">
            <a:extLst>
              <a:ext uri="{FF2B5EF4-FFF2-40B4-BE49-F238E27FC236}">
                <a16:creationId xmlns:a16="http://schemas.microsoft.com/office/drawing/2014/main" id="{CF33FC7A-6F25-BD5D-6C1C-94F77D57221C}"/>
              </a:ext>
            </a:extLst>
          </p:cNvPr>
          <p:cNvSpPr>
            <a:spLocks noGrp="1"/>
          </p:cNvSpPr>
          <p:nvPr>
            <p:ph type="pic" sz="quarter" idx="13" hasCustomPrompt="1"/>
          </p:nvPr>
        </p:nvSpPr>
        <p:spPr>
          <a:xfrm>
            <a:off x="5072063" y="1076325"/>
            <a:ext cx="6357937" cy="4095749"/>
          </a:xfrm>
          <a:prstGeom prst="roundRect">
            <a:avLst>
              <a:gd name="adj" fmla="val 2501"/>
            </a:avLst>
          </a:prstGeom>
          <a:solidFill>
            <a:schemeClr val="bg2"/>
          </a:solidFill>
        </p:spPr>
        <p:txBody>
          <a:bodyPr lIns="90000" tIns="1080000"/>
          <a:lstStyle>
            <a:lvl1pPr marL="0" indent="0" algn="ctr">
              <a:buFontTx/>
              <a:buNone/>
              <a:defRPr sz="1050" b="1"/>
            </a:lvl1pPr>
          </a:lstStyle>
          <a:p>
            <a:pPr marL="0" marR="0" lvl="0" indent="0" algn="ctr" defTabSz="914400" rtl="0" eaLnBrk="1" fontAlgn="auto" latinLnBrk="0" hangingPunct="1">
              <a:lnSpc>
                <a:spcPct val="100000"/>
              </a:lnSpc>
              <a:spcBef>
                <a:spcPts val="800"/>
              </a:spcBef>
              <a:spcAft>
                <a:spcPts val="0"/>
              </a:spcAft>
              <a:buClrTx/>
              <a:buSzTx/>
              <a:buFontTx/>
              <a:buNone/>
              <a:tabLst/>
              <a:defRPr/>
            </a:pPr>
            <a:r>
              <a:rPr lang="en-US"/>
              <a:t>Drag &amp; drop photo here or click icon to add picture</a:t>
            </a:r>
            <a:endParaRPr lang="en-IL"/>
          </a:p>
        </p:txBody>
      </p:sp>
    </p:spTree>
    <p:extLst>
      <p:ext uri="{BB962C8B-B14F-4D97-AF65-F5344CB8AC3E}">
        <p14:creationId xmlns:p14="http://schemas.microsoft.com/office/powerpoint/2010/main" val="158266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5999" y="463295"/>
            <a:ext cx="6401635" cy="1305869"/>
          </a:xfrm>
        </p:spPr>
        <p:txBody>
          <a:body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5999" y="2045155"/>
            <a:ext cx="6401635" cy="3907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4" name="Рисунок 13">
            <a:extLst>
              <a:ext uri="{FF2B5EF4-FFF2-40B4-BE49-F238E27FC236}">
                <a16:creationId xmlns:a16="http://schemas.microsoft.com/office/drawing/2014/main" id="{703DF917-C371-2EE1-EEC8-B1EF6E5FFAE3}"/>
              </a:ext>
            </a:extLst>
          </p:cNvPr>
          <p:cNvSpPr>
            <a:spLocks noGrp="1"/>
          </p:cNvSpPr>
          <p:nvPr>
            <p:ph type="pic" sz="quarter" idx="24" hasCustomPrompt="1"/>
          </p:nvPr>
        </p:nvSpPr>
        <p:spPr>
          <a:xfrm>
            <a:off x="7895965" y="554724"/>
            <a:ext cx="2689989" cy="5748552"/>
          </a:xfrm>
          <a:custGeom>
            <a:avLst/>
            <a:gdLst>
              <a:gd name="connsiteX0" fmla="*/ 466924 w 4408266"/>
              <a:gd name="connsiteY0" fmla="*/ 0 h 9420405"/>
              <a:gd name="connsiteX1" fmla="*/ 1057794 w 4408266"/>
              <a:gd name="connsiteY1" fmla="*/ 0 h 9420405"/>
              <a:gd name="connsiteX2" fmla="*/ 1057794 w 4408266"/>
              <a:gd name="connsiteY2" fmla="*/ 111037 h 9420405"/>
              <a:gd name="connsiteX3" fmla="*/ 1248692 w 4408266"/>
              <a:gd name="connsiteY3" fmla="*/ 301936 h 9420405"/>
              <a:gd name="connsiteX4" fmla="*/ 3161000 w 4408266"/>
              <a:gd name="connsiteY4" fmla="*/ 301936 h 9420405"/>
              <a:gd name="connsiteX5" fmla="*/ 3351900 w 4408266"/>
              <a:gd name="connsiteY5" fmla="*/ 111037 h 9420405"/>
              <a:gd name="connsiteX6" fmla="*/ 3351900 w 4408266"/>
              <a:gd name="connsiteY6" fmla="*/ 0 h 9420405"/>
              <a:gd name="connsiteX7" fmla="*/ 3941342 w 4408266"/>
              <a:gd name="connsiteY7" fmla="*/ 0 h 9420405"/>
              <a:gd name="connsiteX8" fmla="*/ 4408266 w 4408266"/>
              <a:gd name="connsiteY8" fmla="*/ 466923 h 9420405"/>
              <a:gd name="connsiteX9" fmla="*/ 4408266 w 4408266"/>
              <a:gd name="connsiteY9" fmla="*/ 8953482 h 9420405"/>
              <a:gd name="connsiteX10" fmla="*/ 3941342 w 4408266"/>
              <a:gd name="connsiteY10" fmla="*/ 9420405 h 9420405"/>
              <a:gd name="connsiteX11" fmla="*/ 466924 w 4408266"/>
              <a:gd name="connsiteY11" fmla="*/ 9420405 h 9420405"/>
              <a:gd name="connsiteX12" fmla="*/ 0 w 4408266"/>
              <a:gd name="connsiteY12" fmla="*/ 8953482 h 9420405"/>
              <a:gd name="connsiteX13" fmla="*/ 0 w 4408266"/>
              <a:gd name="connsiteY13" fmla="*/ 466923 h 9420405"/>
              <a:gd name="connsiteX14" fmla="*/ 466924 w 4408266"/>
              <a:gd name="connsiteY14" fmla="*/ 0 h 9420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08266" h="9420405">
                <a:moveTo>
                  <a:pt x="466924" y="0"/>
                </a:moveTo>
                <a:lnTo>
                  <a:pt x="1057794" y="0"/>
                </a:lnTo>
                <a:lnTo>
                  <a:pt x="1057794" y="111037"/>
                </a:lnTo>
                <a:cubicBezTo>
                  <a:pt x="1057794" y="216468"/>
                  <a:pt x="1143262" y="301936"/>
                  <a:pt x="1248692" y="301936"/>
                </a:cubicBezTo>
                <a:lnTo>
                  <a:pt x="3161000" y="301936"/>
                </a:lnTo>
                <a:cubicBezTo>
                  <a:pt x="3266430" y="301936"/>
                  <a:pt x="3351900" y="216468"/>
                  <a:pt x="3351900" y="111037"/>
                </a:cubicBezTo>
                <a:lnTo>
                  <a:pt x="3351900" y="0"/>
                </a:lnTo>
                <a:lnTo>
                  <a:pt x="3941342" y="0"/>
                </a:lnTo>
                <a:cubicBezTo>
                  <a:pt x="4199216" y="0"/>
                  <a:pt x="4408266" y="209049"/>
                  <a:pt x="4408266" y="466923"/>
                </a:cubicBezTo>
                <a:lnTo>
                  <a:pt x="4408266" y="8953482"/>
                </a:lnTo>
                <a:cubicBezTo>
                  <a:pt x="4408266" y="9211356"/>
                  <a:pt x="4199216" y="9420405"/>
                  <a:pt x="3941342" y="9420405"/>
                </a:cubicBezTo>
                <a:lnTo>
                  <a:pt x="466924" y="9420405"/>
                </a:lnTo>
                <a:cubicBezTo>
                  <a:pt x="209050" y="9420405"/>
                  <a:pt x="0" y="9211356"/>
                  <a:pt x="0" y="8953482"/>
                </a:cubicBezTo>
                <a:lnTo>
                  <a:pt x="0" y="466923"/>
                </a:lnTo>
                <a:cubicBezTo>
                  <a:pt x="0" y="209049"/>
                  <a:pt x="209050" y="0"/>
                  <a:pt x="466924" y="0"/>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lIns="360000" tIns="2015999" rIns="360000" bIns="0" rtlCol="0" anchor="t">
            <a:noAutofit/>
          </a:bodyPr>
          <a:lstStyle>
            <a:lvl1pPr marL="0" indent="0" algn="ctr">
              <a:buFontTx/>
              <a:buNone/>
              <a:defRPr lang="en-US" sz="1050" b="1">
                <a:solidFill>
                  <a:schemeClr val="tx2"/>
                </a:solidFill>
              </a:defRPr>
            </a:lvl1pPr>
          </a:lstStyle>
          <a:p>
            <a:pPr marL="0" marR="0" lvl="0" indent="0" algn="ctr" defTabSz="914400" rtl="0" eaLnBrk="1" fontAlgn="auto" latinLnBrk="0" hangingPunct="1">
              <a:lnSpc>
                <a:spcPct val="100000"/>
              </a:lnSpc>
              <a:spcBef>
                <a:spcPts val="800"/>
              </a:spcBef>
              <a:spcAft>
                <a:spcPts val="0"/>
              </a:spcAft>
              <a:buClrTx/>
              <a:buSzTx/>
              <a:buFontTx/>
              <a:buNone/>
              <a:tabLst/>
              <a:defRPr/>
            </a:pPr>
            <a:r>
              <a:rPr lang="en-US"/>
              <a:t>Drag &amp; drop photo here or click icon to add picture</a:t>
            </a:r>
            <a:endParaRPr lang="en-IL"/>
          </a:p>
        </p:txBody>
      </p:sp>
    </p:spTree>
    <p:extLst>
      <p:ext uri="{BB962C8B-B14F-4D97-AF65-F5344CB8AC3E}">
        <p14:creationId xmlns:p14="http://schemas.microsoft.com/office/powerpoint/2010/main" val="2399088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86843-798F-9528-D4D9-3655F6C012CE}"/>
              </a:ext>
            </a:extLst>
          </p:cNvPr>
          <p:cNvSpPr>
            <a:spLocks noGrp="1"/>
          </p:cNvSpPr>
          <p:nvPr>
            <p:ph type="title"/>
          </p:nvPr>
        </p:nvSpPr>
        <p:spPr/>
        <p:txBody>
          <a:bodyPr/>
          <a:lstStyle/>
          <a:p>
            <a:r>
              <a:rPr lang="en-US"/>
              <a:t>Click to edit Master title style</a:t>
            </a:r>
            <a:endParaRPr lang="en-IL" dirty="0"/>
          </a:p>
        </p:txBody>
      </p:sp>
      <p:sp>
        <p:nvSpPr>
          <p:cNvPr id="4" name="Footer Placeholder 3">
            <a:extLst>
              <a:ext uri="{FF2B5EF4-FFF2-40B4-BE49-F238E27FC236}">
                <a16:creationId xmlns:a16="http://schemas.microsoft.com/office/drawing/2014/main" id="{623617FA-3534-F19B-98B2-AE7DCF46A23C}"/>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D1368E83-62E0-E2E2-274E-E676247B0C9C}"/>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3620687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59DDDC-957F-114E-5FCD-A9EC022B3109}"/>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grpSp>
        <p:nvGrpSpPr>
          <p:cNvPr id="10" name="Group 9">
            <a:extLst>
              <a:ext uri="{FF2B5EF4-FFF2-40B4-BE49-F238E27FC236}">
                <a16:creationId xmlns:a16="http://schemas.microsoft.com/office/drawing/2014/main" id="{F8D0E3BD-378B-80F3-2D20-131BC3DE9F95}"/>
              </a:ext>
            </a:extLst>
          </p:cNvPr>
          <p:cNvGrpSpPr>
            <a:grpSpLocks noChangeAspect="1"/>
          </p:cNvGrpSpPr>
          <p:nvPr userDrawn="1"/>
        </p:nvGrpSpPr>
        <p:grpSpPr>
          <a:xfrm>
            <a:off x="685274" y="4830420"/>
            <a:ext cx="1692000" cy="342004"/>
            <a:chOff x="10307382" y="4588869"/>
            <a:chExt cx="1008089" cy="203766"/>
          </a:xfrm>
        </p:grpSpPr>
        <p:sp>
          <p:nvSpPr>
            <p:cNvPr id="11" name="Freeform 10">
              <a:extLst>
                <a:ext uri="{FF2B5EF4-FFF2-40B4-BE49-F238E27FC236}">
                  <a16:creationId xmlns:a16="http://schemas.microsoft.com/office/drawing/2014/main" id="{D47D4FB8-58A8-DFCE-D26E-22DFD7BFC978}"/>
                </a:ext>
              </a:extLst>
            </p:cNvPr>
            <p:cNvSpPr/>
            <p:nvPr/>
          </p:nvSpPr>
          <p:spPr>
            <a:xfrm>
              <a:off x="10804619" y="458886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2" name="Freeform 11">
              <a:extLst>
                <a:ext uri="{FF2B5EF4-FFF2-40B4-BE49-F238E27FC236}">
                  <a16:creationId xmlns:a16="http://schemas.microsoft.com/office/drawing/2014/main" id="{D74E73EA-E9FC-1AF9-A150-E1F5ACE986CA}"/>
                </a:ext>
              </a:extLst>
            </p:cNvPr>
            <p:cNvSpPr/>
            <p:nvPr/>
          </p:nvSpPr>
          <p:spPr>
            <a:xfrm>
              <a:off x="10307382" y="458886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solidFill>
                  <a:schemeClr val="bg1"/>
                </a:solidFill>
              </a:endParaRPr>
            </a:p>
          </p:txBody>
        </p:sp>
      </p:grpSp>
      <p:sp>
        <p:nvSpPr>
          <p:cNvPr id="15" name="Parallelogram 14">
            <a:extLst>
              <a:ext uri="{FF2B5EF4-FFF2-40B4-BE49-F238E27FC236}">
                <a16:creationId xmlns:a16="http://schemas.microsoft.com/office/drawing/2014/main" id="{8EE9470B-C5AD-0F15-8B9B-AD6021CF7E18}"/>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21" name="TextBox 20">
            <a:extLst>
              <a:ext uri="{FF2B5EF4-FFF2-40B4-BE49-F238E27FC236}">
                <a16:creationId xmlns:a16="http://schemas.microsoft.com/office/drawing/2014/main" id="{8AD15FC0-C4CE-0F9E-269E-25052389689C}"/>
              </a:ext>
            </a:extLst>
          </p:cNvPr>
          <p:cNvSpPr txBox="1"/>
          <p:nvPr userDrawn="1"/>
        </p:nvSpPr>
        <p:spPr>
          <a:xfrm>
            <a:off x="516834" y="3160643"/>
            <a:ext cx="5148470" cy="923330"/>
          </a:xfrm>
          <a:prstGeom prst="rect">
            <a:avLst/>
          </a:prstGeom>
          <a:noFill/>
        </p:spPr>
        <p:txBody>
          <a:bodyPr wrap="square" rtlCol="0">
            <a:spAutoFit/>
          </a:bodyPr>
          <a:lstStyle/>
          <a:p>
            <a:r>
              <a:rPr lang="en-IL" sz="5400" dirty="0">
                <a:solidFill>
                  <a:schemeClr val="bg1"/>
                </a:solidFill>
              </a:rPr>
              <a:t>Thank you</a:t>
            </a:r>
          </a:p>
        </p:txBody>
      </p:sp>
    </p:spTree>
    <p:extLst>
      <p:ext uri="{BB962C8B-B14F-4D97-AF65-F5344CB8AC3E}">
        <p14:creationId xmlns:p14="http://schemas.microsoft.com/office/powerpoint/2010/main" val="2902489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96D6CD-E275-52E5-E5E5-CA6ED5C18087}"/>
              </a:ext>
            </a:extLst>
          </p:cNvPr>
          <p:cNvSpPr>
            <a:spLocks noGrp="1"/>
          </p:cNvSpPr>
          <p:nvPr>
            <p:ph type="title"/>
          </p:nvPr>
        </p:nvSpPr>
        <p:spPr>
          <a:xfrm>
            <a:off x="516000" y="463296"/>
            <a:ext cx="11160000" cy="731520"/>
          </a:xfrm>
          <a:prstGeom prst="rect">
            <a:avLst/>
          </a:prstGeom>
        </p:spPr>
        <p:txBody>
          <a:bodyPr vert="horz" lIns="90000" tIns="45720" rIns="91440" bIns="45720" rtlCol="0" anchor="t">
            <a:noAutofit/>
          </a:bodyPr>
          <a:lstStyle/>
          <a:p>
            <a:r>
              <a:rPr lang="en-US"/>
              <a:t>Click to edit Master title style</a:t>
            </a:r>
            <a:endParaRPr lang="en-IL" dirty="0"/>
          </a:p>
        </p:txBody>
      </p:sp>
      <p:sp>
        <p:nvSpPr>
          <p:cNvPr id="3" name="Text Placeholder 2">
            <a:extLst>
              <a:ext uri="{FF2B5EF4-FFF2-40B4-BE49-F238E27FC236}">
                <a16:creationId xmlns:a16="http://schemas.microsoft.com/office/drawing/2014/main" id="{70A12A79-011F-0DE4-6069-17488F04AE00}"/>
              </a:ext>
            </a:extLst>
          </p:cNvPr>
          <p:cNvSpPr>
            <a:spLocks noGrp="1"/>
          </p:cNvSpPr>
          <p:nvPr>
            <p:ph type="body" idx="1"/>
          </p:nvPr>
        </p:nvSpPr>
        <p:spPr>
          <a:xfrm>
            <a:off x="516000" y="1474149"/>
            <a:ext cx="11160000" cy="4680000"/>
          </a:xfrm>
          <a:prstGeom prst="rect">
            <a:avLst/>
          </a:prstGeom>
        </p:spPr>
        <p:txBody>
          <a:bodyPr vert="horz" lIns="9000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724B7779-FFBD-F7C5-6561-BCF406F51425}"/>
              </a:ext>
            </a:extLst>
          </p:cNvPr>
          <p:cNvSpPr>
            <a:spLocks noGrp="1"/>
          </p:cNvSpPr>
          <p:nvPr>
            <p:ph type="ftr" sz="quarter" idx="3"/>
          </p:nvPr>
        </p:nvSpPr>
        <p:spPr>
          <a:xfrm>
            <a:off x="5495124" y="6356350"/>
            <a:ext cx="5040000" cy="365125"/>
          </a:xfrm>
          <a:prstGeom prst="rect">
            <a:avLst/>
          </a:prstGeom>
        </p:spPr>
        <p:txBody>
          <a:bodyPr vert="horz" lIns="91440" tIns="45720" rIns="91440" bIns="45720" rtlCol="0" anchor="ctr"/>
          <a:lstStyle>
            <a:lvl1pPr algn="r" rtl="0">
              <a:defRPr sz="1000" b="0" i="0">
                <a:solidFill>
                  <a:schemeClr val="accent4">
                    <a:alpha val="50000"/>
                  </a:schemeClr>
                </a:solidFill>
                <a:latin typeface="Segoe UI" panose="020B0502040204020203" pitchFamily="34" charset="0"/>
                <a:cs typeface="Segoe UI" panose="020B0502040204020203" pitchFamily="34" charset="0"/>
              </a:defRPr>
            </a:lvl1pPr>
          </a:lstStyle>
          <a:p>
            <a:pPr marL="0" algn="r" defTabSz="914400" rtl="1" eaLnBrk="1" latinLnBrk="0" hangingPunct="1"/>
            <a:endParaRPr lang="en-IL" dirty="0"/>
          </a:p>
        </p:txBody>
      </p:sp>
      <p:sp>
        <p:nvSpPr>
          <p:cNvPr id="6" name="Slide Number Placeholder 5">
            <a:extLst>
              <a:ext uri="{FF2B5EF4-FFF2-40B4-BE49-F238E27FC236}">
                <a16:creationId xmlns:a16="http://schemas.microsoft.com/office/drawing/2014/main" id="{1B608AB0-89D8-CED5-6B2A-58F67C789632}"/>
              </a:ext>
            </a:extLst>
          </p:cNvPr>
          <p:cNvSpPr>
            <a:spLocks noGrp="1"/>
          </p:cNvSpPr>
          <p:nvPr>
            <p:ph type="sldNum" sz="quarter" idx="4"/>
          </p:nvPr>
        </p:nvSpPr>
        <p:spPr>
          <a:xfrm>
            <a:off x="143467" y="6356350"/>
            <a:ext cx="348973" cy="365125"/>
          </a:xfrm>
          <a:prstGeom prst="rect">
            <a:avLst/>
          </a:prstGeom>
        </p:spPr>
        <p:txBody>
          <a:bodyPr vert="horz" lIns="91440" tIns="45720" rIns="91440" bIns="45720" rtlCol="0" anchor="ctr"/>
          <a:lstStyle>
            <a:lvl1pPr algn="l">
              <a:defRPr sz="1000" b="0" i="0">
                <a:solidFill>
                  <a:schemeClr val="accent4">
                    <a:alpha val="50000"/>
                  </a:schemeClr>
                </a:solidFill>
                <a:latin typeface="Segoe UI" panose="020B0502040204020203" pitchFamily="34" charset="0"/>
                <a:cs typeface="Segoe UI" panose="020B0502040204020203" pitchFamily="34" charset="0"/>
              </a:defRPr>
            </a:lvl1pPr>
          </a:lstStyle>
          <a:p>
            <a:fld id="{4055E60B-063F-7341-AAD1-65F55D97E323}" type="slidenum">
              <a:rPr lang="en-IL" smtClean="0"/>
              <a:pPr/>
              <a:t>‹#›</a:t>
            </a:fld>
            <a:endParaRPr lang="en-IL"/>
          </a:p>
        </p:txBody>
      </p:sp>
      <p:sp>
        <p:nvSpPr>
          <p:cNvPr id="9" name="Parallelogram 8">
            <a:extLst>
              <a:ext uri="{FF2B5EF4-FFF2-40B4-BE49-F238E27FC236}">
                <a16:creationId xmlns:a16="http://schemas.microsoft.com/office/drawing/2014/main" id="{26BDAF46-1CFB-C32B-89A2-46BC182FCE6D}"/>
              </a:ext>
            </a:extLst>
          </p:cNvPr>
          <p:cNvSpPr/>
          <p:nvPr userDrawn="1"/>
        </p:nvSpPr>
        <p:spPr>
          <a:xfrm>
            <a:off x="592865" y="388644"/>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grpSp>
        <p:nvGrpSpPr>
          <p:cNvPr id="11" name="Group 10">
            <a:extLst>
              <a:ext uri="{FF2B5EF4-FFF2-40B4-BE49-F238E27FC236}">
                <a16:creationId xmlns:a16="http://schemas.microsoft.com/office/drawing/2014/main" id="{CC7FC6D1-A5C0-8E8A-9549-29A37B9EDE15}"/>
              </a:ext>
            </a:extLst>
          </p:cNvPr>
          <p:cNvGrpSpPr/>
          <p:nvPr userDrawn="1"/>
        </p:nvGrpSpPr>
        <p:grpSpPr>
          <a:xfrm>
            <a:off x="10654248" y="6448149"/>
            <a:ext cx="1008089" cy="203766"/>
            <a:chOff x="10654248" y="6448149"/>
            <a:chExt cx="1008089" cy="203766"/>
          </a:xfrm>
        </p:grpSpPr>
        <p:sp>
          <p:nvSpPr>
            <p:cNvPr id="12" name="Freeform 11">
              <a:extLst>
                <a:ext uri="{FF2B5EF4-FFF2-40B4-BE49-F238E27FC236}">
                  <a16:creationId xmlns:a16="http://schemas.microsoft.com/office/drawing/2014/main" id="{16EE7C6F-0807-B49E-1E40-B6469F7F0A3A}"/>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l" defTabSz="914400" rtl="0" eaLnBrk="1" latinLnBrk="0" hangingPunct="1"/>
              <a:endParaRPr lang="en-IL"/>
            </a:p>
          </p:txBody>
        </p:sp>
        <p:sp>
          <p:nvSpPr>
            <p:cNvPr id="13" name="Freeform 12">
              <a:extLst>
                <a:ext uri="{FF2B5EF4-FFF2-40B4-BE49-F238E27FC236}">
                  <a16:creationId xmlns:a16="http://schemas.microsoft.com/office/drawing/2014/main" id="{FBE81851-DE74-F229-8630-9E3E96D18699}"/>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rgbClr val="000000"/>
            </a:solidFill>
            <a:ln w="882" cap="flat">
              <a:noFill/>
              <a:prstDash val="solid"/>
              <a:miter/>
            </a:ln>
          </p:spPr>
          <p:txBody>
            <a:bodyPr rtlCol="0" anchor="ctr"/>
            <a:lstStyle/>
            <a:p>
              <a:pPr marL="0" algn="l" defTabSz="914400" rtl="0" eaLnBrk="1" latinLnBrk="0" hangingPunct="1"/>
              <a:endParaRPr lang="en-IL"/>
            </a:p>
          </p:txBody>
        </p:sp>
      </p:grpSp>
    </p:spTree>
    <p:extLst>
      <p:ext uri="{BB962C8B-B14F-4D97-AF65-F5344CB8AC3E}">
        <p14:creationId xmlns:p14="http://schemas.microsoft.com/office/powerpoint/2010/main" val="835682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62" r:id="rId6"/>
    <p:sldLayoutId id="2147483663" r:id="rId7"/>
    <p:sldLayoutId id="2147483653" r:id="rId8"/>
    <p:sldLayoutId id="2147483664" r:id="rId9"/>
    <p:sldLayoutId id="2147483665" r:id="rId10"/>
    <p:sldLayoutId id="2147483654" r:id="rId11"/>
    <p:sldLayoutId id="2147483666" r:id="rId12"/>
  </p:sldLayoutIdLst>
  <p:hf hdr="0" ftr="0" dt="0"/>
  <p:txStyles>
    <p:title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p:titleStyle>
    <p:bodyStyle>
      <a:lvl1pPr marL="228600" indent="-228600" algn="l" defTabSz="914400" rtl="0" eaLnBrk="1" latinLnBrk="0" hangingPunct="1">
        <a:lnSpc>
          <a:spcPct val="90000"/>
        </a:lnSpc>
        <a:spcBef>
          <a:spcPts val="1000"/>
        </a:spcBef>
        <a:buFontTx/>
        <a:buBlip>
          <a:blip r:embed="rId14"/>
        </a:buBlip>
        <a:defRPr sz="2000" b="0" i="0" kern="1200">
          <a:solidFill>
            <a:schemeClr val="tx2"/>
          </a:solidFill>
          <a:latin typeface="+mn-lt"/>
          <a:ea typeface="+mn-ea"/>
          <a:cs typeface="Segoe UI Light" panose="020B0502040204020203" pitchFamily="34" charset="0"/>
        </a:defRPr>
      </a:lvl1pPr>
      <a:lvl2pPr marL="6858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2pPr>
      <a:lvl3pPr marL="11430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3pPr>
      <a:lvl4pPr marL="16002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4pPr>
      <a:lvl5pPr marL="20574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CF83-17C7-0535-D59E-CF8385CADF01}"/>
              </a:ext>
            </a:extLst>
          </p:cNvPr>
          <p:cNvSpPr>
            <a:spLocks noGrp="1"/>
          </p:cNvSpPr>
          <p:nvPr>
            <p:ph type="ctrTitle"/>
          </p:nvPr>
        </p:nvSpPr>
        <p:spPr/>
        <p:txBody>
          <a:bodyPr/>
          <a:lstStyle/>
          <a:p>
            <a:r>
              <a:rPr lang="en-US" dirty="0"/>
              <a:t>Design for testing and FA</a:t>
            </a:r>
            <a:endParaRPr lang="en-IL" dirty="0"/>
          </a:p>
        </p:txBody>
      </p:sp>
      <p:sp>
        <p:nvSpPr>
          <p:cNvPr id="3" name="Subtitle 2">
            <a:extLst>
              <a:ext uri="{FF2B5EF4-FFF2-40B4-BE49-F238E27FC236}">
                <a16:creationId xmlns:a16="http://schemas.microsoft.com/office/drawing/2014/main" id="{E8438298-3FE9-7FA1-7EB3-479205CE502F}"/>
              </a:ext>
            </a:extLst>
          </p:cNvPr>
          <p:cNvSpPr>
            <a:spLocks noGrp="1"/>
          </p:cNvSpPr>
          <p:nvPr>
            <p:ph type="subTitle" idx="1"/>
          </p:nvPr>
        </p:nvSpPr>
        <p:spPr/>
        <p:txBody>
          <a:bodyPr/>
          <a:lstStyle/>
          <a:p>
            <a:r>
              <a:rPr lang="en-US" dirty="0"/>
              <a:t>Yariv Shlivinski</a:t>
            </a:r>
            <a:endParaRPr lang="en-IL" dirty="0"/>
          </a:p>
        </p:txBody>
      </p:sp>
      <p:sp>
        <p:nvSpPr>
          <p:cNvPr id="4" name="Slide Number Placeholder 3">
            <a:extLst>
              <a:ext uri="{FF2B5EF4-FFF2-40B4-BE49-F238E27FC236}">
                <a16:creationId xmlns:a16="http://schemas.microsoft.com/office/drawing/2014/main" id="{6126815B-FE35-0B1E-8A8E-04E624950E15}"/>
              </a:ext>
            </a:extLst>
          </p:cNvPr>
          <p:cNvSpPr>
            <a:spLocks noGrp="1"/>
          </p:cNvSpPr>
          <p:nvPr>
            <p:ph type="sldNum" sz="quarter" idx="12"/>
          </p:nvPr>
        </p:nvSpPr>
        <p:spPr/>
        <p:txBody>
          <a:bodyPr/>
          <a:lstStyle/>
          <a:p>
            <a:fld id="{4055E60B-063F-7341-AAD1-65F55D97E323}" type="slidenum">
              <a:rPr lang="en-IL" smtClean="0"/>
              <a:pPr/>
              <a:t>1</a:t>
            </a:fld>
            <a:endParaRPr lang="en-IL"/>
          </a:p>
        </p:txBody>
      </p:sp>
    </p:spTree>
    <p:extLst>
      <p:ext uri="{BB962C8B-B14F-4D97-AF65-F5344CB8AC3E}">
        <p14:creationId xmlns:p14="http://schemas.microsoft.com/office/powerpoint/2010/main" val="2507165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B29A-D140-79F5-7876-0B67DFE7CF3C}"/>
              </a:ext>
            </a:extLst>
          </p:cNvPr>
          <p:cNvSpPr>
            <a:spLocks noGrp="1"/>
          </p:cNvSpPr>
          <p:nvPr>
            <p:ph type="title"/>
          </p:nvPr>
        </p:nvSpPr>
        <p:spPr/>
        <p:txBody>
          <a:bodyPr/>
          <a:lstStyle/>
          <a:p>
            <a:r>
              <a:rPr lang="en-US" dirty="0"/>
              <a:t>Design and Layout for failure</a:t>
            </a:r>
          </a:p>
        </p:txBody>
      </p:sp>
      <p:sp>
        <p:nvSpPr>
          <p:cNvPr id="3" name="Content Placeholder 2">
            <a:extLst>
              <a:ext uri="{FF2B5EF4-FFF2-40B4-BE49-F238E27FC236}">
                <a16:creationId xmlns:a16="http://schemas.microsoft.com/office/drawing/2014/main" id="{64CC5C13-278D-25CC-9703-CDD620F3974D}"/>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sz="3200" b="1" dirty="0"/>
              <a:t>“Success is the ability to go from failure to failure without losing your enthusiasm.”</a:t>
            </a:r>
          </a:p>
        </p:txBody>
      </p:sp>
      <p:sp>
        <p:nvSpPr>
          <p:cNvPr id="4" name="Slide Number Placeholder 3">
            <a:extLst>
              <a:ext uri="{FF2B5EF4-FFF2-40B4-BE49-F238E27FC236}">
                <a16:creationId xmlns:a16="http://schemas.microsoft.com/office/drawing/2014/main" id="{DBE3C171-C5CA-59A4-BD67-FF087E1115CF}"/>
              </a:ext>
            </a:extLst>
          </p:cNvPr>
          <p:cNvSpPr>
            <a:spLocks noGrp="1"/>
          </p:cNvSpPr>
          <p:nvPr>
            <p:ph type="sldNum" sz="quarter" idx="12"/>
          </p:nvPr>
        </p:nvSpPr>
        <p:spPr/>
        <p:txBody>
          <a:bodyPr/>
          <a:lstStyle/>
          <a:p>
            <a:fld id="{4055E60B-063F-7341-AAD1-65F55D97E323}" type="slidenum">
              <a:rPr lang="en-IL" smtClean="0"/>
              <a:t>2</a:t>
            </a:fld>
            <a:endParaRPr lang="en-IL"/>
          </a:p>
        </p:txBody>
      </p:sp>
    </p:spTree>
    <p:extLst>
      <p:ext uri="{BB962C8B-B14F-4D97-AF65-F5344CB8AC3E}">
        <p14:creationId xmlns:p14="http://schemas.microsoft.com/office/powerpoint/2010/main" val="3473672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B10AE-C74D-37D0-E2F4-5EF716A776DB}"/>
              </a:ext>
            </a:extLst>
          </p:cNvPr>
          <p:cNvSpPr>
            <a:spLocks noGrp="1"/>
          </p:cNvSpPr>
          <p:nvPr>
            <p:ph type="title"/>
          </p:nvPr>
        </p:nvSpPr>
        <p:spPr/>
        <p:txBody>
          <a:bodyPr/>
          <a:lstStyle/>
          <a:p>
            <a:r>
              <a:rPr lang="en-US" dirty="0"/>
              <a:t>Design and Layout for testing, failure analysis and failure mitigation </a:t>
            </a:r>
          </a:p>
        </p:txBody>
      </p:sp>
      <p:sp>
        <p:nvSpPr>
          <p:cNvPr id="3" name="Content Placeholder 2">
            <a:extLst>
              <a:ext uri="{FF2B5EF4-FFF2-40B4-BE49-F238E27FC236}">
                <a16:creationId xmlns:a16="http://schemas.microsoft.com/office/drawing/2014/main" id="{0BE18B99-9E02-2E44-324C-EC98E942982E}"/>
              </a:ext>
            </a:extLst>
          </p:cNvPr>
          <p:cNvSpPr>
            <a:spLocks noGrp="1"/>
          </p:cNvSpPr>
          <p:nvPr>
            <p:ph idx="1"/>
          </p:nvPr>
        </p:nvSpPr>
        <p:spPr>
          <a:xfrm>
            <a:off x="516000" y="1935125"/>
            <a:ext cx="11160000" cy="4219023"/>
          </a:xfrm>
        </p:spPr>
        <p:txBody>
          <a:bodyPr/>
          <a:lstStyle/>
          <a:p>
            <a:r>
              <a:rPr lang="en-US" dirty="0"/>
              <a:t>Three kinds of tests:</a:t>
            </a:r>
          </a:p>
          <a:p>
            <a:pPr lvl="1"/>
            <a:r>
              <a:rPr lang="en-US" dirty="0"/>
              <a:t>R&amp;D</a:t>
            </a:r>
          </a:p>
          <a:p>
            <a:pPr lvl="1"/>
            <a:r>
              <a:rPr lang="en-US" dirty="0"/>
              <a:t>Certification</a:t>
            </a:r>
          </a:p>
          <a:p>
            <a:pPr lvl="1"/>
            <a:r>
              <a:rPr lang="en-US" dirty="0"/>
              <a:t>Production line</a:t>
            </a:r>
          </a:p>
          <a:p>
            <a:r>
              <a:rPr lang="en-US" dirty="0"/>
              <a:t>Two kinds of FA:</a:t>
            </a:r>
          </a:p>
          <a:p>
            <a:pPr lvl="1"/>
            <a:r>
              <a:rPr lang="en-US" dirty="0"/>
              <a:t>R&amp;D+Q&amp;R</a:t>
            </a:r>
          </a:p>
          <a:p>
            <a:pPr lvl="1"/>
            <a:r>
              <a:rPr lang="en-US" dirty="0"/>
              <a:t>Field remote</a:t>
            </a:r>
          </a:p>
          <a:p>
            <a:pPr lvl="1"/>
            <a:endParaRPr lang="en-US" dirty="0"/>
          </a:p>
        </p:txBody>
      </p:sp>
      <p:sp>
        <p:nvSpPr>
          <p:cNvPr id="4" name="Slide Number Placeholder 3">
            <a:extLst>
              <a:ext uri="{FF2B5EF4-FFF2-40B4-BE49-F238E27FC236}">
                <a16:creationId xmlns:a16="http://schemas.microsoft.com/office/drawing/2014/main" id="{1A488F1B-D9DF-DF1E-B8CF-87B77ED1AA7C}"/>
              </a:ext>
            </a:extLst>
          </p:cNvPr>
          <p:cNvSpPr>
            <a:spLocks noGrp="1"/>
          </p:cNvSpPr>
          <p:nvPr>
            <p:ph type="sldNum" sz="quarter" idx="12"/>
          </p:nvPr>
        </p:nvSpPr>
        <p:spPr/>
        <p:txBody>
          <a:bodyPr/>
          <a:lstStyle/>
          <a:p>
            <a:fld id="{4055E60B-063F-7341-AAD1-65F55D97E323}" type="slidenum">
              <a:rPr lang="en-IL" smtClean="0"/>
              <a:t>3</a:t>
            </a:fld>
            <a:endParaRPr lang="en-IL"/>
          </a:p>
        </p:txBody>
      </p:sp>
    </p:spTree>
    <p:extLst>
      <p:ext uri="{BB962C8B-B14F-4D97-AF65-F5344CB8AC3E}">
        <p14:creationId xmlns:p14="http://schemas.microsoft.com/office/powerpoint/2010/main" val="445804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CDEF20-1B05-8827-3409-F9FC55DEE1D6}"/>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AD67E976-EE88-2663-7B83-8EC2C67D95D8}"/>
              </a:ext>
            </a:extLst>
          </p:cNvPr>
          <p:cNvSpPr>
            <a:spLocks noGrp="1"/>
          </p:cNvSpPr>
          <p:nvPr>
            <p:ph type="sldNum" sz="quarter" idx="12"/>
          </p:nvPr>
        </p:nvSpPr>
        <p:spPr/>
        <p:txBody>
          <a:bodyPr/>
          <a:lstStyle/>
          <a:p>
            <a:fld id="{4055E60B-063F-7341-AAD1-65F55D97E323}" type="slidenum">
              <a:rPr lang="en-IL" smtClean="0"/>
              <a:t>4</a:t>
            </a:fld>
            <a:endParaRPr lang="en-IL"/>
          </a:p>
        </p:txBody>
      </p:sp>
      <p:sp>
        <p:nvSpPr>
          <p:cNvPr id="4" name="Title 3">
            <a:extLst>
              <a:ext uri="{FF2B5EF4-FFF2-40B4-BE49-F238E27FC236}">
                <a16:creationId xmlns:a16="http://schemas.microsoft.com/office/drawing/2014/main" id="{BA23A864-6D4B-D08A-3843-AF144754D713}"/>
              </a:ext>
            </a:extLst>
          </p:cNvPr>
          <p:cNvSpPr>
            <a:spLocks noGrp="1"/>
          </p:cNvSpPr>
          <p:nvPr>
            <p:ph type="title"/>
          </p:nvPr>
        </p:nvSpPr>
        <p:spPr>
          <a:xfrm>
            <a:off x="516000" y="3260035"/>
            <a:ext cx="7330828" cy="1762539"/>
          </a:xfrm>
        </p:spPr>
        <p:txBody>
          <a:bodyPr/>
          <a:lstStyle/>
          <a:p>
            <a:r>
              <a:rPr lang="en-US" dirty="0"/>
              <a:t>Design and Layout for Lab testing</a:t>
            </a:r>
          </a:p>
        </p:txBody>
      </p:sp>
    </p:spTree>
    <p:extLst>
      <p:ext uri="{BB962C8B-B14F-4D97-AF65-F5344CB8AC3E}">
        <p14:creationId xmlns:p14="http://schemas.microsoft.com/office/powerpoint/2010/main" val="1467069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0A4E-4F02-38F7-E3F7-734EDF007033}"/>
              </a:ext>
            </a:extLst>
          </p:cNvPr>
          <p:cNvSpPr>
            <a:spLocks noGrp="1"/>
          </p:cNvSpPr>
          <p:nvPr>
            <p:ph type="title"/>
          </p:nvPr>
        </p:nvSpPr>
        <p:spPr/>
        <p:txBody>
          <a:bodyPr/>
          <a:lstStyle/>
          <a:p>
            <a:r>
              <a:rPr lang="en-US" dirty="0"/>
              <a:t>Auxiliary</a:t>
            </a:r>
          </a:p>
        </p:txBody>
      </p:sp>
      <p:sp>
        <p:nvSpPr>
          <p:cNvPr id="3" name="Content Placeholder 2">
            <a:extLst>
              <a:ext uri="{FF2B5EF4-FFF2-40B4-BE49-F238E27FC236}">
                <a16:creationId xmlns:a16="http://schemas.microsoft.com/office/drawing/2014/main" id="{F270212B-7C18-E95F-F3E0-5A6419AF11C9}"/>
              </a:ext>
            </a:extLst>
          </p:cNvPr>
          <p:cNvSpPr>
            <a:spLocks noGrp="1"/>
          </p:cNvSpPr>
          <p:nvPr>
            <p:ph idx="1"/>
          </p:nvPr>
        </p:nvSpPr>
        <p:spPr>
          <a:xfrm>
            <a:off x="516000" y="1474149"/>
            <a:ext cx="11160000" cy="1481702"/>
          </a:xfrm>
        </p:spPr>
        <p:txBody>
          <a:bodyPr/>
          <a:lstStyle/>
          <a:p>
            <a:r>
              <a:rPr lang="en-US" dirty="0"/>
              <a:t>Secondary auxiliary</a:t>
            </a:r>
          </a:p>
          <a:p>
            <a:pPr lvl="1"/>
            <a:r>
              <a:rPr lang="en-US" dirty="0"/>
              <a:t>Internal Low DC -&gt; Low DC</a:t>
            </a:r>
          </a:p>
          <a:p>
            <a:pPr lvl="1"/>
            <a:r>
              <a:rPr lang="en-US" dirty="0"/>
              <a:t>Only black box testing</a:t>
            </a:r>
          </a:p>
          <a:p>
            <a:pPr lvl="1"/>
            <a:r>
              <a:rPr lang="en-US" dirty="0"/>
              <a:t>Need to be able to separate input and output for testing.</a:t>
            </a:r>
          </a:p>
          <a:p>
            <a:pPr marL="457200" lvl="1" indent="0">
              <a:buNone/>
            </a:pPr>
            <a:endParaRPr lang="en-US" dirty="0"/>
          </a:p>
        </p:txBody>
      </p:sp>
      <p:sp>
        <p:nvSpPr>
          <p:cNvPr id="4" name="Slide Number Placeholder 3">
            <a:extLst>
              <a:ext uri="{FF2B5EF4-FFF2-40B4-BE49-F238E27FC236}">
                <a16:creationId xmlns:a16="http://schemas.microsoft.com/office/drawing/2014/main" id="{6A90061C-4A5A-B91E-043E-40DC379F0E0F}"/>
              </a:ext>
            </a:extLst>
          </p:cNvPr>
          <p:cNvSpPr>
            <a:spLocks noGrp="1"/>
          </p:cNvSpPr>
          <p:nvPr>
            <p:ph type="sldNum" sz="quarter" idx="12"/>
          </p:nvPr>
        </p:nvSpPr>
        <p:spPr/>
        <p:txBody>
          <a:bodyPr/>
          <a:lstStyle/>
          <a:p>
            <a:fld id="{4055E60B-063F-7341-AAD1-65F55D97E323}" type="slidenum">
              <a:rPr lang="en-IL" smtClean="0"/>
              <a:t>5</a:t>
            </a:fld>
            <a:endParaRPr lang="en-IL"/>
          </a:p>
        </p:txBody>
      </p:sp>
      <p:grpSp>
        <p:nvGrpSpPr>
          <p:cNvPr id="13" name="Group 12">
            <a:extLst>
              <a:ext uri="{FF2B5EF4-FFF2-40B4-BE49-F238E27FC236}">
                <a16:creationId xmlns:a16="http://schemas.microsoft.com/office/drawing/2014/main" id="{05D6CC86-B5E3-5175-7CBA-857ECBB82094}"/>
              </a:ext>
            </a:extLst>
          </p:cNvPr>
          <p:cNvGrpSpPr/>
          <p:nvPr/>
        </p:nvGrpSpPr>
        <p:grpSpPr>
          <a:xfrm>
            <a:off x="317953" y="3235184"/>
            <a:ext cx="11756572" cy="2459646"/>
            <a:chOff x="317953" y="3235184"/>
            <a:chExt cx="11756572" cy="2459646"/>
          </a:xfrm>
        </p:grpSpPr>
        <p:pic>
          <p:nvPicPr>
            <p:cNvPr id="10" name="Picture 9">
              <a:extLst>
                <a:ext uri="{FF2B5EF4-FFF2-40B4-BE49-F238E27FC236}">
                  <a16:creationId xmlns:a16="http://schemas.microsoft.com/office/drawing/2014/main" id="{2889A981-E1C0-3877-9918-69BA25F027BE}"/>
                </a:ext>
              </a:extLst>
            </p:cNvPr>
            <p:cNvPicPr>
              <a:picLocks noChangeAspect="1"/>
            </p:cNvPicPr>
            <p:nvPr/>
          </p:nvPicPr>
          <p:blipFill>
            <a:blip r:embed="rId2"/>
            <a:stretch>
              <a:fillRect/>
            </a:stretch>
          </p:blipFill>
          <p:spPr>
            <a:xfrm>
              <a:off x="317953" y="3235184"/>
              <a:ext cx="11756572" cy="2459646"/>
            </a:xfrm>
            <a:prstGeom prst="rect">
              <a:avLst/>
            </a:prstGeom>
          </p:spPr>
        </p:pic>
        <p:sp>
          <p:nvSpPr>
            <p:cNvPr id="11" name="Oval 10">
              <a:extLst>
                <a:ext uri="{FF2B5EF4-FFF2-40B4-BE49-F238E27FC236}">
                  <a16:creationId xmlns:a16="http://schemas.microsoft.com/office/drawing/2014/main" id="{75C1A641-9231-2856-5DA4-D2F148037CB9}"/>
                </a:ext>
              </a:extLst>
            </p:cNvPr>
            <p:cNvSpPr/>
            <p:nvPr/>
          </p:nvSpPr>
          <p:spPr>
            <a:xfrm>
              <a:off x="8593667" y="3877733"/>
              <a:ext cx="567266"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7864DEB-AA89-CB25-B6D7-A4420502E5BE}"/>
                </a:ext>
              </a:extLst>
            </p:cNvPr>
            <p:cNvSpPr/>
            <p:nvPr/>
          </p:nvSpPr>
          <p:spPr>
            <a:xfrm>
              <a:off x="728133" y="3852333"/>
              <a:ext cx="567266"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13CF5074-27F6-48D8-F568-D80FB7C0B34A}"/>
              </a:ext>
            </a:extLst>
          </p:cNvPr>
          <p:cNvSpPr txBox="1"/>
          <p:nvPr/>
        </p:nvSpPr>
        <p:spPr>
          <a:xfrm>
            <a:off x="990600" y="6045200"/>
            <a:ext cx="1933927" cy="369332"/>
          </a:xfrm>
          <a:prstGeom prst="rect">
            <a:avLst/>
          </a:prstGeom>
          <a:noFill/>
        </p:spPr>
        <p:txBody>
          <a:bodyPr wrap="none" rtlCol="0">
            <a:spAutoFit/>
          </a:bodyPr>
          <a:lstStyle/>
          <a:p>
            <a:r>
              <a:rPr lang="en-US" dirty="0"/>
              <a:t>D1999BB - </a:t>
            </a:r>
            <a:r>
              <a:rPr lang="en-US" dirty="0" err="1"/>
              <a:t>PortiaX</a:t>
            </a:r>
            <a:endParaRPr lang="en-US" dirty="0"/>
          </a:p>
        </p:txBody>
      </p:sp>
    </p:spTree>
    <p:extLst>
      <p:ext uri="{BB962C8B-B14F-4D97-AF65-F5344CB8AC3E}">
        <p14:creationId xmlns:p14="http://schemas.microsoft.com/office/powerpoint/2010/main" val="2576313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7E6B2-4693-170B-F39E-0F5BCB43C261}"/>
              </a:ext>
            </a:extLst>
          </p:cNvPr>
          <p:cNvSpPr>
            <a:spLocks noGrp="1"/>
          </p:cNvSpPr>
          <p:nvPr>
            <p:ph type="title"/>
          </p:nvPr>
        </p:nvSpPr>
        <p:spPr/>
        <p:txBody>
          <a:bodyPr/>
          <a:lstStyle/>
          <a:p>
            <a:r>
              <a:rPr lang="en-US" dirty="0" err="1"/>
              <a:t>Auxilaiary</a:t>
            </a:r>
            <a:endParaRPr lang="en-US" dirty="0"/>
          </a:p>
        </p:txBody>
      </p:sp>
      <p:sp>
        <p:nvSpPr>
          <p:cNvPr id="3" name="Content Placeholder 2">
            <a:extLst>
              <a:ext uri="{FF2B5EF4-FFF2-40B4-BE49-F238E27FC236}">
                <a16:creationId xmlns:a16="http://schemas.microsoft.com/office/drawing/2014/main" id="{62756571-8040-B722-1478-5435F80F2100}"/>
              </a:ext>
            </a:extLst>
          </p:cNvPr>
          <p:cNvSpPr>
            <a:spLocks noGrp="1"/>
          </p:cNvSpPr>
          <p:nvPr>
            <p:ph idx="1"/>
          </p:nvPr>
        </p:nvSpPr>
        <p:spPr/>
        <p:txBody>
          <a:bodyPr/>
          <a:lstStyle/>
          <a:p>
            <a:r>
              <a:rPr lang="en-US" dirty="0"/>
              <a:t>Main auxiliary:</a:t>
            </a:r>
          </a:p>
          <a:p>
            <a:pPr lvl="1"/>
            <a:r>
              <a:rPr lang="en-US" dirty="0"/>
              <a:t>In most cases the output is a diode. It is easy to inject voltage at the output.</a:t>
            </a:r>
          </a:p>
          <a:p>
            <a:pPr lvl="1"/>
            <a:r>
              <a:rPr lang="en-US" dirty="0"/>
              <a:t>White box</a:t>
            </a:r>
          </a:p>
          <a:p>
            <a:pPr lvl="1"/>
            <a:r>
              <a:rPr lang="en-US" dirty="0"/>
              <a:t>Need to measure internal parameters:</a:t>
            </a:r>
          </a:p>
          <a:p>
            <a:pPr lvl="2"/>
            <a:r>
              <a:rPr lang="en-US" dirty="0"/>
              <a:t>Loop transfer function </a:t>
            </a:r>
          </a:p>
        </p:txBody>
      </p:sp>
      <p:sp>
        <p:nvSpPr>
          <p:cNvPr id="4" name="Slide Number Placeholder 3">
            <a:extLst>
              <a:ext uri="{FF2B5EF4-FFF2-40B4-BE49-F238E27FC236}">
                <a16:creationId xmlns:a16="http://schemas.microsoft.com/office/drawing/2014/main" id="{F3C5CC20-1EA0-7460-0B70-8F55A284E3A4}"/>
              </a:ext>
            </a:extLst>
          </p:cNvPr>
          <p:cNvSpPr>
            <a:spLocks noGrp="1"/>
          </p:cNvSpPr>
          <p:nvPr>
            <p:ph type="sldNum" sz="quarter" idx="12"/>
          </p:nvPr>
        </p:nvSpPr>
        <p:spPr/>
        <p:txBody>
          <a:bodyPr/>
          <a:lstStyle/>
          <a:p>
            <a:fld id="{4055E60B-063F-7341-AAD1-65F55D97E323}" type="slidenum">
              <a:rPr lang="en-IL" smtClean="0"/>
              <a:t>6</a:t>
            </a:fld>
            <a:endParaRPr lang="en-IL"/>
          </a:p>
        </p:txBody>
      </p:sp>
    </p:spTree>
    <p:extLst>
      <p:ext uri="{BB962C8B-B14F-4D97-AF65-F5344CB8AC3E}">
        <p14:creationId xmlns:p14="http://schemas.microsoft.com/office/powerpoint/2010/main" val="2652083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7630F-1568-6501-CF40-2CE7E58C2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9F970-A114-A3DA-F977-9E04A7B095F6}"/>
              </a:ext>
            </a:extLst>
          </p:cNvPr>
          <p:cNvSpPr>
            <a:spLocks noGrp="1"/>
          </p:cNvSpPr>
          <p:nvPr>
            <p:ph type="title"/>
          </p:nvPr>
        </p:nvSpPr>
        <p:spPr/>
        <p:txBody>
          <a:bodyPr/>
          <a:lstStyle/>
          <a:p>
            <a:r>
              <a:rPr lang="en-US" dirty="0"/>
              <a:t>Main </a:t>
            </a:r>
            <a:r>
              <a:rPr lang="en-US" dirty="0" err="1"/>
              <a:t>Auxilaiary</a:t>
            </a:r>
            <a:endParaRPr lang="en-US" dirty="0"/>
          </a:p>
        </p:txBody>
      </p:sp>
      <p:sp>
        <p:nvSpPr>
          <p:cNvPr id="3" name="Content Placeholder 2">
            <a:extLst>
              <a:ext uri="{FF2B5EF4-FFF2-40B4-BE49-F238E27FC236}">
                <a16:creationId xmlns:a16="http://schemas.microsoft.com/office/drawing/2014/main" id="{782E6CBD-6761-4F29-B3AF-666A9C9DD6D3}"/>
              </a:ext>
            </a:extLst>
          </p:cNvPr>
          <p:cNvSpPr>
            <a:spLocks noGrp="1"/>
          </p:cNvSpPr>
          <p:nvPr>
            <p:ph idx="1"/>
          </p:nvPr>
        </p:nvSpPr>
        <p:spPr>
          <a:xfrm>
            <a:off x="516000" y="1474149"/>
            <a:ext cx="11160000" cy="731520"/>
          </a:xfrm>
        </p:spPr>
        <p:txBody>
          <a:bodyPr/>
          <a:lstStyle/>
          <a:p>
            <a:r>
              <a:rPr lang="en-US" dirty="0"/>
              <a:t>Jupiter 3</a:t>
            </a:r>
          </a:p>
          <a:p>
            <a:pPr lvl="1"/>
            <a:endParaRPr lang="en-US" dirty="0"/>
          </a:p>
        </p:txBody>
      </p:sp>
      <p:sp>
        <p:nvSpPr>
          <p:cNvPr id="4" name="Slide Number Placeholder 3">
            <a:extLst>
              <a:ext uri="{FF2B5EF4-FFF2-40B4-BE49-F238E27FC236}">
                <a16:creationId xmlns:a16="http://schemas.microsoft.com/office/drawing/2014/main" id="{5322F076-C0C6-0D73-51D8-C33F39F36D50}"/>
              </a:ext>
            </a:extLst>
          </p:cNvPr>
          <p:cNvSpPr>
            <a:spLocks noGrp="1"/>
          </p:cNvSpPr>
          <p:nvPr>
            <p:ph type="sldNum" sz="quarter" idx="12"/>
          </p:nvPr>
        </p:nvSpPr>
        <p:spPr/>
        <p:txBody>
          <a:bodyPr/>
          <a:lstStyle/>
          <a:p>
            <a:fld id="{4055E60B-063F-7341-AAD1-65F55D97E323}" type="slidenum">
              <a:rPr lang="en-IL" smtClean="0"/>
              <a:t>7</a:t>
            </a:fld>
            <a:endParaRPr lang="en-IL"/>
          </a:p>
        </p:txBody>
      </p:sp>
      <p:pic>
        <p:nvPicPr>
          <p:cNvPr id="6" name="Picture 5">
            <a:extLst>
              <a:ext uri="{FF2B5EF4-FFF2-40B4-BE49-F238E27FC236}">
                <a16:creationId xmlns:a16="http://schemas.microsoft.com/office/drawing/2014/main" id="{1C0CC839-AED8-CA74-EFC2-DE0BF8138C43}"/>
              </a:ext>
            </a:extLst>
          </p:cNvPr>
          <p:cNvPicPr>
            <a:picLocks noChangeAspect="1"/>
          </p:cNvPicPr>
          <p:nvPr/>
        </p:nvPicPr>
        <p:blipFill>
          <a:blip r:embed="rId2"/>
          <a:stretch>
            <a:fillRect/>
          </a:stretch>
        </p:blipFill>
        <p:spPr>
          <a:xfrm>
            <a:off x="1371600" y="1921934"/>
            <a:ext cx="9068502" cy="4174066"/>
          </a:xfrm>
          <a:prstGeom prst="rect">
            <a:avLst/>
          </a:prstGeom>
        </p:spPr>
      </p:pic>
      <p:sp>
        <p:nvSpPr>
          <p:cNvPr id="7" name="Oval 6">
            <a:extLst>
              <a:ext uri="{FF2B5EF4-FFF2-40B4-BE49-F238E27FC236}">
                <a16:creationId xmlns:a16="http://schemas.microsoft.com/office/drawing/2014/main" id="{E68DEAB2-4B2F-1E76-360B-37C1CFB1EC2B}"/>
              </a:ext>
            </a:extLst>
          </p:cNvPr>
          <p:cNvSpPr/>
          <p:nvPr/>
        </p:nvSpPr>
        <p:spPr>
          <a:xfrm>
            <a:off x="9770533" y="4504267"/>
            <a:ext cx="414867" cy="3386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164A061-7AE1-3554-C4DE-3AD6D7308BAC}"/>
              </a:ext>
            </a:extLst>
          </p:cNvPr>
          <p:cNvSpPr/>
          <p:nvPr/>
        </p:nvSpPr>
        <p:spPr>
          <a:xfrm>
            <a:off x="6231466" y="4732867"/>
            <a:ext cx="414867" cy="3386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CCBEE5B-27D0-850E-ACAC-4548CD2B9AEA}"/>
              </a:ext>
            </a:extLst>
          </p:cNvPr>
          <p:cNvSpPr/>
          <p:nvPr/>
        </p:nvSpPr>
        <p:spPr>
          <a:xfrm>
            <a:off x="8009466" y="3812168"/>
            <a:ext cx="414867" cy="3386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308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822E0-D965-3ADE-FE29-F2C98E62CD72}"/>
              </a:ext>
            </a:extLst>
          </p:cNvPr>
          <p:cNvSpPr>
            <a:spLocks noGrp="1"/>
          </p:cNvSpPr>
          <p:nvPr>
            <p:ph type="title"/>
          </p:nvPr>
        </p:nvSpPr>
        <p:spPr/>
        <p:txBody>
          <a:bodyPr/>
          <a:lstStyle/>
          <a:p>
            <a:r>
              <a:rPr lang="en-US" dirty="0"/>
              <a:t>Main Auxiliary</a:t>
            </a:r>
          </a:p>
        </p:txBody>
      </p:sp>
      <p:sp>
        <p:nvSpPr>
          <p:cNvPr id="3" name="Content Placeholder 2">
            <a:extLst>
              <a:ext uri="{FF2B5EF4-FFF2-40B4-BE49-F238E27FC236}">
                <a16:creationId xmlns:a16="http://schemas.microsoft.com/office/drawing/2014/main" id="{8933FA75-5583-E032-3E78-579BDD02EAAC}"/>
              </a:ext>
            </a:extLst>
          </p:cNvPr>
          <p:cNvSpPr>
            <a:spLocks noGrp="1"/>
          </p:cNvSpPr>
          <p:nvPr>
            <p:ph idx="1"/>
          </p:nvPr>
        </p:nvSpPr>
        <p:spPr>
          <a:xfrm>
            <a:off x="516000" y="1474149"/>
            <a:ext cx="11160000" cy="964251"/>
          </a:xfrm>
        </p:spPr>
        <p:txBody>
          <a:bodyPr/>
          <a:lstStyle/>
          <a:p>
            <a:r>
              <a:rPr lang="en-US" dirty="0"/>
              <a:t>Add small serial resistance in feedback path. </a:t>
            </a:r>
          </a:p>
          <a:p>
            <a:pPr lvl="1"/>
            <a:r>
              <a:rPr lang="en-US" dirty="0"/>
              <a:t>Network analyzer (Bode 100) connection point</a:t>
            </a:r>
          </a:p>
        </p:txBody>
      </p:sp>
      <p:sp>
        <p:nvSpPr>
          <p:cNvPr id="4" name="Slide Number Placeholder 3">
            <a:extLst>
              <a:ext uri="{FF2B5EF4-FFF2-40B4-BE49-F238E27FC236}">
                <a16:creationId xmlns:a16="http://schemas.microsoft.com/office/drawing/2014/main" id="{C2C89AC7-C2BB-80DD-E918-168D753EB1CB}"/>
              </a:ext>
            </a:extLst>
          </p:cNvPr>
          <p:cNvSpPr>
            <a:spLocks noGrp="1"/>
          </p:cNvSpPr>
          <p:nvPr>
            <p:ph type="sldNum" sz="quarter" idx="12"/>
          </p:nvPr>
        </p:nvSpPr>
        <p:spPr/>
        <p:txBody>
          <a:bodyPr/>
          <a:lstStyle/>
          <a:p>
            <a:fld id="{4055E60B-063F-7341-AAD1-65F55D97E323}" type="slidenum">
              <a:rPr lang="en-IL" smtClean="0"/>
              <a:t>8</a:t>
            </a:fld>
            <a:endParaRPr lang="en-IL"/>
          </a:p>
        </p:txBody>
      </p:sp>
      <p:pic>
        <p:nvPicPr>
          <p:cNvPr id="6" name="Picture 5">
            <a:extLst>
              <a:ext uri="{FF2B5EF4-FFF2-40B4-BE49-F238E27FC236}">
                <a16:creationId xmlns:a16="http://schemas.microsoft.com/office/drawing/2014/main" id="{FF7CD2C7-EC99-9BD4-B8D8-5F5C938214EF}"/>
              </a:ext>
            </a:extLst>
          </p:cNvPr>
          <p:cNvPicPr>
            <a:picLocks noChangeAspect="1"/>
          </p:cNvPicPr>
          <p:nvPr/>
        </p:nvPicPr>
        <p:blipFill>
          <a:blip r:embed="rId2"/>
          <a:stretch>
            <a:fillRect/>
          </a:stretch>
        </p:blipFill>
        <p:spPr>
          <a:xfrm>
            <a:off x="687857" y="2730555"/>
            <a:ext cx="7313143" cy="3378091"/>
          </a:xfrm>
          <a:prstGeom prst="rect">
            <a:avLst/>
          </a:prstGeom>
        </p:spPr>
      </p:pic>
      <p:sp>
        <p:nvSpPr>
          <p:cNvPr id="7" name="Oval 6">
            <a:extLst>
              <a:ext uri="{FF2B5EF4-FFF2-40B4-BE49-F238E27FC236}">
                <a16:creationId xmlns:a16="http://schemas.microsoft.com/office/drawing/2014/main" id="{4724888F-6782-E324-A016-FB68D7137787}"/>
              </a:ext>
            </a:extLst>
          </p:cNvPr>
          <p:cNvSpPr/>
          <p:nvPr/>
        </p:nvSpPr>
        <p:spPr>
          <a:xfrm>
            <a:off x="7179733" y="2726376"/>
            <a:ext cx="821267" cy="5417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9599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11C0A-E993-F22E-1FE5-F8F06459E847}"/>
              </a:ext>
            </a:extLst>
          </p:cNvPr>
          <p:cNvSpPr>
            <a:spLocks noGrp="1"/>
          </p:cNvSpPr>
          <p:nvPr>
            <p:ph type="title"/>
          </p:nvPr>
        </p:nvSpPr>
        <p:spPr/>
        <p:txBody>
          <a:bodyPr/>
          <a:lstStyle/>
          <a:p>
            <a:r>
              <a:rPr lang="en-US" dirty="0"/>
              <a:t>Bode 100</a:t>
            </a:r>
          </a:p>
        </p:txBody>
      </p:sp>
      <p:sp>
        <p:nvSpPr>
          <p:cNvPr id="3" name="Content Placeholder 2">
            <a:extLst>
              <a:ext uri="{FF2B5EF4-FFF2-40B4-BE49-F238E27FC236}">
                <a16:creationId xmlns:a16="http://schemas.microsoft.com/office/drawing/2014/main" id="{0104C165-91AB-46F3-3FCE-F1E0DCA3D874}"/>
              </a:ext>
            </a:extLst>
          </p:cNvPr>
          <p:cNvSpPr>
            <a:spLocks noGrp="1"/>
          </p:cNvSpPr>
          <p:nvPr>
            <p:ph idx="1"/>
          </p:nvPr>
        </p:nvSpPr>
        <p:spPr/>
        <p:txBody>
          <a:bodyPr/>
          <a:lstStyle/>
          <a:p>
            <a:pPr marL="0" indent="0">
              <a:buNone/>
            </a:pPr>
            <a:r>
              <a:rPr lang="en-US" sz="1800" b="0" i="0" u="none" strike="noStrike" baseline="0" dirty="0">
                <a:solidFill>
                  <a:srgbClr val="000000"/>
                </a:solidFill>
                <a:latin typeface="Arial" panose="020B0604020202020204" pitchFamily="34" charset="0"/>
              </a:rPr>
              <a:t>The following figure shows the feedback loop of the circuit and indicates the suitable injection point. The impedance looking backwards equals the output impedance of the converter which is very low (in the range of several </a:t>
            </a:r>
            <a:r>
              <a:rPr lang="en-US" sz="1800" b="0" i="0" u="none" strike="noStrike" baseline="0" dirty="0" err="1">
                <a:solidFill>
                  <a:srgbClr val="000000"/>
                </a:solidFill>
                <a:latin typeface="Cambria Math" panose="02040503050406030204" pitchFamily="18" charset="0"/>
              </a:rPr>
              <a:t>mΩ</a:t>
            </a:r>
            <a:r>
              <a:rPr lang="en-US" sz="1800" b="0" i="0" u="none" strike="noStrike" baseline="0" dirty="0">
                <a:solidFill>
                  <a:srgbClr val="000000"/>
                </a:solidFill>
                <a:latin typeface="Arial" panose="020B0604020202020204" pitchFamily="34" charset="0"/>
              </a:rPr>
              <a:t>). The impedance looking in direction of the loop is formed by the compensator and the voltage divider and is in the range of several </a:t>
            </a:r>
            <a:r>
              <a:rPr lang="en-US" sz="1800" b="0" i="0" u="none" strike="noStrike" baseline="0" dirty="0" err="1">
                <a:solidFill>
                  <a:srgbClr val="000000"/>
                </a:solidFill>
                <a:latin typeface="Cambria Math" panose="02040503050406030204" pitchFamily="18" charset="0"/>
              </a:rPr>
              <a:t>kΩ</a:t>
            </a:r>
            <a:r>
              <a:rPr lang="en-US" sz="1800" b="0" i="0" u="none" strike="noStrike" baseline="0" dirty="0">
                <a:solidFill>
                  <a:srgbClr val="000000"/>
                </a:solidFill>
                <a:latin typeface="Arial" panose="020B0604020202020204" pitchFamily="34" charset="0"/>
              </a:rPr>
              <a:t>.</a:t>
            </a:r>
          </a:p>
          <a:p>
            <a:pPr marL="0" indent="0">
              <a:buNone/>
            </a:pPr>
            <a:endParaRPr lang="en-US" sz="1800" dirty="0">
              <a:solidFill>
                <a:srgbClr val="000000"/>
              </a:solidFill>
              <a:latin typeface="Arial" panose="020B0604020202020204" pitchFamily="34" charset="0"/>
            </a:endParaRPr>
          </a:p>
          <a:p>
            <a:pPr marL="0" indent="0">
              <a:buNone/>
            </a:pPr>
            <a:r>
              <a:rPr lang="en-US" sz="1800" b="0" i="0" u="none" strike="noStrike" baseline="0" dirty="0">
                <a:solidFill>
                  <a:srgbClr val="000000"/>
                </a:solidFill>
                <a:latin typeface="Arial" panose="020B0604020202020204" pitchFamily="34" charset="0"/>
              </a:rPr>
              <a:t> </a:t>
            </a:r>
            <a:endParaRPr lang="en-US" dirty="0"/>
          </a:p>
        </p:txBody>
      </p:sp>
      <p:sp>
        <p:nvSpPr>
          <p:cNvPr id="4" name="Slide Number Placeholder 3">
            <a:extLst>
              <a:ext uri="{FF2B5EF4-FFF2-40B4-BE49-F238E27FC236}">
                <a16:creationId xmlns:a16="http://schemas.microsoft.com/office/drawing/2014/main" id="{3F10931E-4ABD-00B4-0AAC-675CD2387AA5}"/>
              </a:ext>
            </a:extLst>
          </p:cNvPr>
          <p:cNvSpPr>
            <a:spLocks noGrp="1"/>
          </p:cNvSpPr>
          <p:nvPr>
            <p:ph type="sldNum" sz="quarter" idx="12"/>
          </p:nvPr>
        </p:nvSpPr>
        <p:spPr/>
        <p:txBody>
          <a:bodyPr/>
          <a:lstStyle/>
          <a:p>
            <a:fld id="{4055E60B-063F-7341-AAD1-65F55D97E323}" type="slidenum">
              <a:rPr lang="en-IL" smtClean="0"/>
              <a:t>9</a:t>
            </a:fld>
            <a:endParaRPr lang="en-IL"/>
          </a:p>
        </p:txBody>
      </p:sp>
      <p:pic>
        <p:nvPicPr>
          <p:cNvPr id="6" name="Picture 5">
            <a:extLst>
              <a:ext uri="{FF2B5EF4-FFF2-40B4-BE49-F238E27FC236}">
                <a16:creationId xmlns:a16="http://schemas.microsoft.com/office/drawing/2014/main" id="{1F263020-C0B5-957F-16C5-BBEF92D3F4C1}"/>
              </a:ext>
            </a:extLst>
          </p:cNvPr>
          <p:cNvPicPr>
            <a:picLocks noChangeAspect="1"/>
          </p:cNvPicPr>
          <p:nvPr/>
        </p:nvPicPr>
        <p:blipFill>
          <a:blip r:embed="rId2"/>
          <a:stretch>
            <a:fillRect/>
          </a:stretch>
        </p:blipFill>
        <p:spPr>
          <a:xfrm>
            <a:off x="2160607" y="2755974"/>
            <a:ext cx="5002193" cy="3155795"/>
          </a:xfrm>
          <a:prstGeom prst="rect">
            <a:avLst/>
          </a:prstGeom>
        </p:spPr>
      </p:pic>
    </p:spTree>
    <p:extLst>
      <p:ext uri="{BB962C8B-B14F-4D97-AF65-F5344CB8AC3E}">
        <p14:creationId xmlns:p14="http://schemas.microsoft.com/office/powerpoint/2010/main" val="382814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09A7A-8FD0-57DD-B992-E569027E83A8}"/>
              </a:ext>
            </a:extLst>
          </p:cNvPr>
          <p:cNvSpPr>
            <a:spLocks noGrp="1"/>
          </p:cNvSpPr>
          <p:nvPr>
            <p:ph type="title"/>
          </p:nvPr>
        </p:nvSpPr>
        <p:spPr/>
        <p:txBody>
          <a:bodyPr/>
          <a:lstStyle/>
          <a:p>
            <a:r>
              <a:rPr lang="en-US" dirty="0"/>
              <a:t>Auxiliary Current FB</a:t>
            </a:r>
          </a:p>
        </p:txBody>
      </p:sp>
      <p:sp>
        <p:nvSpPr>
          <p:cNvPr id="3" name="Content Placeholder 2">
            <a:extLst>
              <a:ext uri="{FF2B5EF4-FFF2-40B4-BE49-F238E27FC236}">
                <a16:creationId xmlns:a16="http://schemas.microsoft.com/office/drawing/2014/main" id="{7BBEA100-F10E-E7E2-D328-42412D200E20}"/>
              </a:ext>
            </a:extLst>
          </p:cNvPr>
          <p:cNvSpPr>
            <a:spLocks noGrp="1"/>
          </p:cNvSpPr>
          <p:nvPr>
            <p:ph idx="1"/>
          </p:nvPr>
        </p:nvSpPr>
        <p:spPr>
          <a:xfrm>
            <a:off x="516000" y="1474149"/>
            <a:ext cx="11160000" cy="1243651"/>
          </a:xfrm>
        </p:spPr>
        <p:txBody>
          <a:bodyPr/>
          <a:lstStyle/>
          <a:p>
            <a:r>
              <a:rPr lang="en-US" dirty="0"/>
              <a:t>Do not add test points to CS.</a:t>
            </a:r>
          </a:p>
          <a:p>
            <a:pPr lvl="1"/>
            <a:r>
              <a:rPr lang="en-US" dirty="0"/>
              <a:t>Current sense is very sensitive to noises. Avoid having stubs/antennas on that line. </a:t>
            </a:r>
          </a:p>
        </p:txBody>
      </p:sp>
      <p:sp>
        <p:nvSpPr>
          <p:cNvPr id="4" name="Slide Number Placeholder 3">
            <a:extLst>
              <a:ext uri="{FF2B5EF4-FFF2-40B4-BE49-F238E27FC236}">
                <a16:creationId xmlns:a16="http://schemas.microsoft.com/office/drawing/2014/main" id="{C73BD592-4E0D-FD97-01FB-3D818B1F09B3}"/>
              </a:ext>
            </a:extLst>
          </p:cNvPr>
          <p:cNvSpPr>
            <a:spLocks noGrp="1"/>
          </p:cNvSpPr>
          <p:nvPr>
            <p:ph type="sldNum" sz="quarter" idx="12"/>
          </p:nvPr>
        </p:nvSpPr>
        <p:spPr/>
        <p:txBody>
          <a:bodyPr/>
          <a:lstStyle/>
          <a:p>
            <a:fld id="{4055E60B-063F-7341-AAD1-65F55D97E323}" type="slidenum">
              <a:rPr lang="en-IL" smtClean="0"/>
              <a:t>10</a:t>
            </a:fld>
            <a:endParaRPr lang="en-IL"/>
          </a:p>
        </p:txBody>
      </p:sp>
      <p:sp>
        <p:nvSpPr>
          <p:cNvPr id="6" name="AutoShape 3">
            <a:extLst>
              <a:ext uri="{FF2B5EF4-FFF2-40B4-BE49-F238E27FC236}">
                <a16:creationId xmlns:a16="http://schemas.microsoft.com/office/drawing/2014/main" id="{3D053CE5-29B1-B5CF-0CE7-51209DE2887F}"/>
              </a:ext>
            </a:extLst>
          </p:cNvPr>
          <p:cNvSpPr>
            <a:spLocks noChangeAspect="1" noChangeArrowheads="1" noTextEdit="1"/>
          </p:cNvSpPr>
          <p:nvPr/>
        </p:nvSpPr>
        <p:spPr bwMode="auto">
          <a:xfrm>
            <a:off x="-242994" y="2211388"/>
            <a:ext cx="5095875"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00" name="Group 499">
            <a:extLst>
              <a:ext uri="{FF2B5EF4-FFF2-40B4-BE49-F238E27FC236}">
                <a16:creationId xmlns:a16="http://schemas.microsoft.com/office/drawing/2014/main" id="{F1D3EF3F-D011-DE19-52F6-423978F3A3E5}"/>
              </a:ext>
            </a:extLst>
          </p:cNvPr>
          <p:cNvGrpSpPr/>
          <p:nvPr/>
        </p:nvGrpSpPr>
        <p:grpSpPr>
          <a:xfrm>
            <a:off x="5584826" y="2505076"/>
            <a:ext cx="5016500" cy="4090987"/>
            <a:chOff x="5584826" y="2505076"/>
            <a:chExt cx="5016500" cy="4090987"/>
          </a:xfrm>
        </p:grpSpPr>
        <p:sp>
          <p:nvSpPr>
            <p:cNvPr id="9" name="Oval 8">
              <a:extLst>
                <a:ext uri="{FF2B5EF4-FFF2-40B4-BE49-F238E27FC236}">
                  <a16:creationId xmlns:a16="http://schemas.microsoft.com/office/drawing/2014/main" id="{8C369B76-910F-29C9-B73C-0FCB32E363B4}"/>
                </a:ext>
              </a:extLst>
            </p:cNvPr>
            <p:cNvSpPr/>
            <p:nvPr/>
          </p:nvSpPr>
          <p:spPr>
            <a:xfrm>
              <a:off x="7044267" y="4555067"/>
              <a:ext cx="304800" cy="2370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40C995C-C0B3-7C86-BCED-D6216D5CE595}"/>
                </a:ext>
              </a:extLst>
            </p:cNvPr>
            <p:cNvSpPr/>
            <p:nvPr/>
          </p:nvSpPr>
          <p:spPr>
            <a:xfrm>
              <a:off x="10109729" y="3572448"/>
              <a:ext cx="331259" cy="28423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205">
              <a:extLst>
                <a:ext uri="{FF2B5EF4-FFF2-40B4-BE49-F238E27FC236}">
                  <a16:creationId xmlns:a16="http://schemas.microsoft.com/office/drawing/2014/main" id="{2BF754A7-6086-242D-B19D-8BFD9010B53E}"/>
                </a:ext>
              </a:extLst>
            </p:cNvPr>
            <p:cNvGrpSpPr>
              <a:grpSpLocks/>
            </p:cNvGrpSpPr>
            <p:nvPr/>
          </p:nvGrpSpPr>
          <p:grpSpPr bwMode="auto">
            <a:xfrm>
              <a:off x="5761038" y="2649538"/>
              <a:ext cx="4840288" cy="3938588"/>
              <a:chOff x="3629" y="1669"/>
              <a:chExt cx="3049" cy="2481"/>
            </a:xfrm>
          </p:grpSpPr>
          <p:sp>
            <p:nvSpPr>
              <p:cNvPr id="300" name="Rectangle 5">
                <a:extLst>
                  <a:ext uri="{FF2B5EF4-FFF2-40B4-BE49-F238E27FC236}">
                    <a16:creationId xmlns:a16="http://schemas.microsoft.com/office/drawing/2014/main" id="{7DB8BFF1-4FED-7416-8115-00A55F8BE683}"/>
                  </a:ext>
                </a:extLst>
              </p:cNvPr>
              <p:cNvSpPr>
                <a:spLocks noChangeArrowheads="1"/>
              </p:cNvSpPr>
              <p:nvPr/>
            </p:nvSpPr>
            <p:spPr bwMode="auto">
              <a:xfrm>
                <a:off x="3629" y="3696"/>
                <a:ext cx="333"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u="none" strike="noStrike" cap="none" normalizeH="0" baseline="0">
                    <a:ln>
                      <a:noFill/>
                    </a:ln>
                    <a:solidFill>
                      <a:srgbClr val="000000"/>
                    </a:solidFill>
                    <a:effectLst/>
                    <a:latin typeface="Courier New" panose="02070309020205020404" pitchFamily="49" charset="0"/>
                  </a:rPr>
                  <a:t>Fsw=100kHz</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1" name="Freeform 6">
                <a:extLst>
                  <a:ext uri="{FF2B5EF4-FFF2-40B4-BE49-F238E27FC236}">
                    <a16:creationId xmlns:a16="http://schemas.microsoft.com/office/drawing/2014/main" id="{CBE01210-DC33-0C68-DDB4-42E3E5D36C36}"/>
                  </a:ext>
                </a:extLst>
              </p:cNvPr>
              <p:cNvSpPr>
                <a:spLocks/>
              </p:cNvSpPr>
              <p:nvPr/>
            </p:nvSpPr>
            <p:spPr bwMode="auto">
              <a:xfrm>
                <a:off x="5998" y="2435"/>
                <a:ext cx="0" cy="253"/>
              </a:xfrm>
              <a:custGeom>
                <a:avLst/>
                <a:gdLst>
                  <a:gd name="T0" fmla="*/ 50 h 50"/>
                  <a:gd name="T1" fmla="*/ 0 h 50"/>
                  <a:gd name="T2" fmla="*/ 0 h 50"/>
                </a:gdLst>
                <a:ahLst/>
                <a:cxnLst>
                  <a:cxn ang="0">
                    <a:pos x="0" y="T0"/>
                  </a:cxn>
                  <a:cxn ang="0">
                    <a:pos x="0" y="T1"/>
                  </a:cxn>
                  <a:cxn ang="0">
                    <a:pos x="0" y="T2"/>
                  </a:cxn>
                </a:cxnLst>
                <a:rect l="0" t="0" r="r" b="b"/>
                <a:pathLst>
                  <a:path h="50">
                    <a:moveTo>
                      <a:pt x="0" y="5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2" name="Oval 7">
                <a:extLst>
                  <a:ext uri="{FF2B5EF4-FFF2-40B4-BE49-F238E27FC236}">
                    <a16:creationId xmlns:a16="http://schemas.microsoft.com/office/drawing/2014/main" id="{BF2F7412-034F-6A21-87E0-2C9491476B31}"/>
                  </a:ext>
                </a:extLst>
              </p:cNvPr>
              <p:cNvSpPr>
                <a:spLocks noChangeArrowheads="1"/>
              </p:cNvSpPr>
              <p:nvPr/>
            </p:nvSpPr>
            <p:spPr bwMode="auto">
              <a:xfrm>
                <a:off x="5987" y="2677"/>
                <a:ext cx="16"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8">
                <a:extLst>
                  <a:ext uri="{FF2B5EF4-FFF2-40B4-BE49-F238E27FC236}">
                    <a16:creationId xmlns:a16="http://schemas.microsoft.com/office/drawing/2014/main" id="{61594906-9337-7775-BF92-46C105B0910D}"/>
                  </a:ext>
                </a:extLst>
              </p:cNvPr>
              <p:cNvSpPr>
                <a:spLocks/>
              </p:cNvSpPr>
              <p:nvPr/>
            </p:nvSpPr>
            <p:spPr bwMode="auto">
              <a:xfrm>
                <a:off x="4083" y="1931"/>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4" name="Freeform 9">
                <a:extLst>
                  <a:ext uri="{FF2B5EF4-FFF2-40B4-BE49-F238E27FC236}">
                    <a16:creationId xmlns:a16="http://schemas.microsoft.com/office/drawing/2014/main" id="{3D59FF5B-3BB6-3B34-E8A0-A58970D21179}"/>
                  </a:ext>
                </a:extLst>
              </p:cNvPr>
              <p:cNvSpPr>
                <a:spLocks/>
              </p:cNvSpPr>
              <p:nvPr/>
            </p:nvSpPr>
            <p:spPr bwMode="auto">
              <a:xfrm>
                <a:off x="4924" y="3040"/>
                <a:ext cx="10" cy="21"/>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5" name="Freeform 10">
                <a:extLst>
                  <a:ext uri="{FF2B5EF4-FFF2-40B4-BE49-F238E27FC236}">
                    <a16:creationId xmlns:a16="http://schemas.microsoft.com/office/drawing/2014/main" id="{6927C952-131D-0DF2-4FE1-829435765984}"/>
                  </a:ext>
                </a:extLst>
              </p:cNvPr>
              <p:cNvSpPr>
                <a:spLocks/>
              </p:cNvSpPr>
              <p:nvPr/>
            </p:nvSpPr>
            <p:spPr bwMode="auto">
              <a:xfrm>
                <a:off x="4909" y="3020"/>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6" name="Freeform 11">
                <a:extLst>
                  <a:ext uri="{FF2B5EF4-FFF2-40B4-BE49-F238E27FC236}">
                    <a16:creationId xmlns:a16="http://schemas.microsoft.com/office/drawing/2014/main" id="{BAC7057E-CCB4-243C-7578-A8536001CB04}"/>
                  </a:ext>
                </a:extLst>
              </p:cNvPr>
              <p:cNvSpPr>
                <a:spLocks/>
              </p:cNvSpPr>
              <p:nvPr/>
            </p:nvSpPr>
            <p:spPr bwMode="auto">
              <a:xfrm>
                <a:off x="4894" y="3020"/>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7" name="Freeform 12">
                <a:extLst>
                  <a:ext uri="{FF2B5EF4-FFF2-40B4-BE49-F238E27FC236}">
                    <a16:creationId xmlns:a16="http://schemas.microsoft.com/office/drawing/2014/main" id="{6986DFAF-375C-E71A-A6AD-525FC8DB0983}"/>
                  </a:ext>
                </a:extLst>
              </p:cNvPr>
              <p:cNvSpPr>
                <a:spLocks/>
              </p:cNvSpPr>
              <p:nvPr/>
            </p:nvSpPr>
            <p:spPr bwMode="auto">
              <a:xfrm>
                <a:off x="4879" y="3020"/>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8" name="Freeform 13">
                <a:extLst>
                  <a:ext uri="{FF2B5EF4-FFF2-40B4-BE49-F238E27FC236}">
                    <a16:creationId xmlns:a16="http://schemas.microsoft.com/office/drawing/2014/main" id="{28B29F39-15EF-5FD7-326D-9F9AC7B07F16}"/>
                  </a:ext>
                </a:extLst>
              </p:cNvPr>
              <p:cNvSpPr>
                <a:spLocks/>
              </p:cNvSpPr>
              <p:nvPr/>
            </p:nvSpPr>
            <p:spPr bwMode="auto">
              <a:xfrm>
                <a:off x="4864" y="3020"/>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9" name="Freeform 14">
                <a:extLst>
                  <a:ext uri="{FF2B5EF4-FFF2-40B4-BE49-F238E27FC236}">
                    <a16:creationId xmlns:a16="http://schemas.microsoft.com/office/drawing/2014/main" id="{39E68093-9399-7504-AC1D-84CA56CB37C0}"/>
                  </a:ext>
                </a:extLst>
              </p:cNvPr>
              <p:cNvSpPr>
                <a:spLocks/>
              </p:cNvSpPr>
              <p:nvPr/>
            </p:nvSpPr>
            <p:spPr bwMode="auto">
              <a:xfrm>
                <a:off x="4849" y="3020"/>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0" name="Freeform 15">
                <a:extLst>
                  <a:ext uri="{FF2B5EF4-FFF2-40B4-BE49-F238E27FC236}">
                    <a16:creationId xmlns:a16="http://schemas.microsoft.com/office/drawing/2014/main" id="{8D894266-FB3F-E1A9-6440-6C1AFDA2FD61}"/>
                  </a:ext>
                </a:extLst>
              </p:cNvPr>
              <p:cNvSpPr>
                <a:spLocks/>
              </p:cNvSpPr>
              <p:nvPr/>
            </p:nvSpPr>
            <p:spPr bwMode="auto">
              <a:xfrm>
                <a:off x="4839" y="3020"/>
                <a:ext cx="10" cy="20"/>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1" name="Freeform 16">
                <a:extLst>
                  <a:ext uri="{FF2B5EF4-FFF2-40B4-BE49-F238E27FC236}">
                    <a16:creationId xmlns:a16="http://schemas.microsoft.com/office/drawing/2014/main" id="{CE31B550-950F-58DD-5A72-D758F44C8011}"/>
                  </a:ext>
                </a:extLst>
              </p:cNvPr>
              <p:cNvSpPr>
                <a:spLocks/>
              </p:cNvSpPr>
              <p:nvPr/>
            </p:nvSpPr>
            <p:spPr bwMode="auto">
              <a:xfrm>
                <a:off x="4934" y="3040"/>
                <a:ext cx="5" cy="0"/>
              </a:xfrm>
              <a:custGeom>
                <a:avLst/>
                <a:gdLst>
                  <a:gd name="T0" fmla="*/ 1 w 1"/>
                  <a:gd name="T1" fmla="*/ 0 w 1"/>
                  <a:gd name="T2" fmla="*/ 0 w 1"/>
                </a:gdLst>
                <a:ahLst/>
                <a:cxnLst>
                  <a:cxn ang="0">
                    <a:pos x="T0" y="0"/>
                  </a:cxn>
                  <a:cxn ang="0">
                    <a:pos x="T1" y="0"/>
                  </a:cxn>
                  <a:cxn ang="0">
                    <a:pos x="T2" y="0"/>
                  </a:cxn>
                </a:cxnLst>
                <a:rect l="0" t="0" r="r" b="b"/>
                <a:pathLst>
                  <a:path w="1">
                    <a:moveTo>
                      <a:pt x="1"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2" name="Rectangle 17">
                <a:extLst>
                  <a:ext uri="{FF2B5EF4-FFF2-40B4-BE49-F238E27FC236}">
                    <a16:creationId xmlns:a16="http://schemas.microsoft.com/office/drawing/2014/main" id="{79B513B0-6B4E-2ABF-178D-D1273A912AEE}"/>
                  </a:ext>
                </a:extLst>
              </p:cNvPr>
              <p:cNvSpPr>
                <a:spLocks noChangeArrowheads="1"/>
              </p:cNvSpPr>
              <p:nvPr/>
            </p:nvSpPr>
            <p:spPr bwMode="auto">
              <a:xfrm>
                <a:off x="4738" y="299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3" name="Rectangle 18">
                <a:extLst>
                  <a:ext uri="{FF2B5EF4-FFF2-40B4-BE49-F238E27FC236}">
                    <a16:creationId xmlns:a16="http://schemas.microsoft.com/office/drawing/2014/main" id="{B0A4D191-1CB7-2F00-AEEA-8C68A6724099}"/>
                  </a:ext>
                </a:extLst>
              </p:cNvPr>
              <p:cNvSpPr>
                <a:spLocks noChangeArrowheads="1"/>
              </p:cNvSpPr>
              <p:nvPr/>
            </p:nvSpPr>
            <p:spPr bwMode="auto">
              <a:xfrm>
                <a:off x="4939" y="2990"/>
                <a:ext cx="10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4" name="Freeform 19">
                <a:extLst>
                  <a:ext uri="{FF2B5EF4-FFF2-40B4-BE49-F238E27FC236}">
                    <a16:creationId xmlns:a16="http://schemas.microsoft.com/office/drawing/2014/main" id="{B84AB7FB-B67E-9442-0CE9-C337803FE4D8}"/>
                  </a:ext>
                </a:extLst>
              </p:cNvPr>
              <p:cNvSpPr>
                <a:spLocks/>
              </p:cNvSpPr>
              <p:nvPr/>
            </p:nvSpPr>
            <p:spPr bwMode="auto">
              <a:xfrm>
                <a:off x="4788" y="304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5" name="Freeform 20">
                <a:extLst>
                  <a:ext uri="{FF2B5EF4-FFF2-40B4-BE49-F238E27FC236}">
                    <a16:creationId xmlns:a16="http://schemas.microsoft.com/office/drawing/2014/main" id="{81799DD5-6EEB-1276-2AFB-A8A7D9D88764}"/>
                  </a:ext>
                </a:extLst>
              </p:cNvPr>
              <p:cNvSpPr>
                <a:spLocks/>
              </p:cNvSpPr>
              <p:nvPr/>
            </p:nvSpPr>
            <p:spPr bwMode="auto">
              <a:xfrm>
                <a:off x="4939" y="304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6" name="Freeform 21">
                <a:extLst>
                  <a:ext uri="{FF2B5EF4-FFF2-40B4-BE49-F238E27FC236}">
                    <a16:creationId xmlns:a16="http://schemas.microsoft.com/office/drawing/2014/main" id="{5D18E1E2-6A85-82AB-7AA3-6426309F7197}"/>
                  </a:ext>
                </a:extLst>
              </p:cNvPr>
              <p:cNvSpPr>
                <a:spLocks/>
              </p:cNvSpPr>
              <p:nvPr/>
            </p:nvSpPr>
            <p:spPr bwMode="auto">
              <a:xfrm>
                <a:off x="3881" y="2234"/>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7" name="Freeform 22">
                <a:extLst>
                  <a:ext uri="{FF2B5EF4-FFF2-40B4-BE49-F238E27FC236}">
                    <a16:creationId xmlns:a16="http://schemas.microsoft.com/office/drawing/2014/main" id="{D587E96E-993D-CB89-44DB-93720E2B0DC3}"/>
                  </a:ext>
                </a:extLst>
              </p:cNvPr>
              <p:cNvSpPr>
                <a:spLocks/>
              </p:cNvSpPr>
              <p:nvPr/>
            </p:nvSpPr>
            <p:spPr bwMode="auto">
              <a:xfrm>
                <a:off x="6552" y="3847"/>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8" name="Freeform 23">
                <a:extLst>
                  <a:ext uri="{FF2B5EF4-FFF2-40B4-BE49-F238E27FC236}">
                    <a16:creationId xmlns:a16="http://schemas.microsoft.com/office/drawing/2014/main" id="{EB064370-7FC0-2AB1-794B-77C29A4769E9}"/>
                  </a:ext>
                </a:extLst>
              </p:cNvPr>
              <p:cNvSpPr>
                <a:spLocks/>
              </p:cNvSpPr>
              <p:nvPr/>
            </p:nvSpPr>
            <p:spPr bwMode="auto">
              <a:xfrm>
                <a:off x="5141" y="1830"/>
                <a:ext cx="0" cy="152"/>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9" name="Freeform 24">
                <a:extLst>
                  <a:ext uri="{FF2B5EF4-FFF2-40B4-BE49-F238E27FC236}">
                    <a16:creationId xmlns:a16="http://schemas.microsoft.com/office/drawing/2014/main" id="{47939385-A140-4F95-B00D-8ADCAB96B4AD}"/>
                  </a:ext>
                </a:extLst>
              </p:cNvPr>
              <p:cNvSpPr>
                <a:spLocks/>
              </p:cNvSpPr>
              <p:nvPr/>
            </p:nvSpPr>
            <p:spPr bwMode="auto">
              <a:xfrm>
                <a:off x="6149" y="2234"/>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0" name="Freeform 25">
                <a:extLst>
                  <a:ext uri="{FF2B5EF4-FFF2-40B4-BE49-F238E27FC236}">
                    <a16:creationId xmlns:a16="http://schemas.microsoft.com/office/drawing/2014/main" id="{4DEB66B0-D090-A9F9-213C-C8F446FDBA4A}"/>
                  </a:ext>
                </a:extLst>
              </p:cNvPr>
              <p:cNvSpPr>
                <a:spLocks/>
              </p:cNvSpPr>
              <p:nvPr/>
            </p:nvSpPr>
            <p:spPr bwMode="auto">
              <a:xfrm>
                <a:off x="6149" y="2637"/>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1" name="Freeform 26">
                <a:extLst>
                  <a:ext uri="{FF2B5EF4-FFF2-40B4-BE49-F238E27FC236}">
                    <a16:creationId xmlns:a16="http://schemas.microsoft.com/office/drawing/2014/main" id="{107D6AEB-F195-A237-E9CB-486763936BF0}"/>
                  </a:ext>
                </a:extLst>
              </p:cNvPr>
              <p:cNvSpPr>
                <a:spLocks/>
              </p:cNvSpPr>
              <p:nvPr/>
            </p:nvSpPr>
            <p:spPr bwMode="auto">
              <a:xfrm>
                <a:off x="5292" y="3141"/>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2" name="Rectangle 27">
                <a:extLst>
                  <a:ext uri="{FF2B5EF4-FFF2-40B4-BE49-F238E27FC236}">
                    <a16:creationId xmlns:a16="http://schemas.microsoft.com/office/drawing/2014/main" id="{0AB90E2F-E85D-309D-3555-2C6E92F79589}"/>
                  </a:ext>
                </a:extLst>
              </p:cNvPr>
              <p:cNvSpPr>
                <a:spLocks noChangeArrowheads="1"/>
              </p:cNvSpPr>
              <p:nvPr/>
            </p:nvSpPr>
            <p:spPr bwMode="auto">
              <a:xfrm>
                <a:off x="5353" y="3086"/>
                <a:ext cx="1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CS_AC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3" name="Oval 28">
                <a:extLst>
                  <a:ext uri="{FF2B5EF4-FFF2-40B4-BE49-F238E27FC236}">
                    <a16:creationId xmlns:a16="http://schemas.microsoft.com/office/drawing/2014/main" id="{95292D39-823A-F4B5-025A-4040EC6C0C68}"/>
                  </a:ext>
                </a:extLst>
              </p:cNvPr>
              <p:cNvSpPr>
                <a:spLocks noChangeArrowheads="1"/>
              </p:cNvSpPr>
              <p:nvPr/>
            </p:nvSpPr>
            <p:spPr bwMode="auto">
              <a:xfrm>
                <a:off x="5720" y="3242"/>
                <a:ext cx="46" cy="45"/>
              </a:xfrm>
              <a:prstGeom prst="ellipse">
                <a:avLst/>
              </a:pr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4" name="Rectangle 29">
                <a:extLst>
                  <a:ext uri="{FF2B5EF4-FFF2-40B4-BE49-F238E27FC236}">
                    <a16:creationId xmlns:a16="http://schemas.microsoft.com/office/drawing/2014/main" id="{98D0A7C1-C962-A270-2B4F-B98B2BB7D0B9}"/>
                  </a:ext>
                </a:extLst>
              </p:cNvPr>
              <p:cNvSpPr>
                <a:spLocks noChangeArrowheads="1"/>
              </p:cNvSpPr>
              <p:nvPr/>
            </p:nvSpPr>
            <p:spPr bwMode="auto">
              <a:xfrm>
                <a:off x="5695" y="3182"/>
                <a:ext cx="15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TP407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5" name="Freeform 30">
                <a:extLst>
                  <a:ext uri="{FF2B5EF4-FFF2-40B4-BE49-F238E27FC236}">
                    <a16:creationId xmlns:a16="http://schemas.microsoft.com/office/drawing/2014/main" id="{546D4B20-4B62-6543-2172-4E64ABE2B01C}"/>
                  </a:ext>
                </a:extLst>
              </p:cNvPr>
              <p:cNvSpPr>
                <a:spLocks/>
              </p:cNvSpPr>
              <p:nvPr/>
            </p:nvSpPr>
            <p:spPr bwMode="auto">
              <a:xfrm>
                <a:off x="5746" y="3293"/>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6" name="Freeform 31">
                <a:extLst>
                  <a:ext uri="{FF2B5EF4-FFF2-40B4-BE49-F238E27FC236}">
                    <a16:creationId xmlns:a16="http://schemas.microsoft.com/office/drawing/2014/main" id="{775AD16C-94DC-7B21-6EB7-A82680EE62E0}"/>
                  </a:ext>
                </a:extLst>
              </p:cNvPr>
              <p:cNvSpPr>
                <a:spLocks/>
              </p:cNvSpPr>
              <p:nvPr/>
            </p:nvSpPr>
            <p:spPr bwMode="auto">
              <a:xfrm>
                <a:off x="4864" y="361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7" name="Freeform 32">
                <a:extLst>
                  <a:ext uri="{FF2B5EF4-FFF2-40B4-BE49-F238E27FC236}">
                    <a16:creationId xmlns:a16="http://schemas.microsoft.com/office/drawing/2014/main" id="{911DEA39-8A11-DF56-E526-A38BA406CC67}"/>
                  </a:ext>
                </a:extLst>
              </p:cNvPr>
              <p:cNvSpPr>
                <a:spLocks/>
              </p:cNvSpPr>
              <p:nvPr/>
            </p:nvSpPr>
            <p:spPr bwMode="auto">
              <a:xfrm>
                <a:off x="4864" y="363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8" name="Freeform 33">
                <a:extLst>
                  <a:ext uri="{FF2B5EF4-FFF2-40B4-BE49-F238E27FC236}">
                    <a16:creationId xmlns:a16="http://schemas.microsoft.com/office/drawing/2014/main" id="{D82455FF-B0D9-BEE0-0F20-3E1881433EC8}"/>
                  </a:ext>
                </a:extLst>
              </p:cNvPr>
              <p:cNvSpPr>
                <a:spLocks/>
              </p:cNvSpPr>
              <p:nvPr/>
            </p:nvSpPr>
            <p:spPr bwMode="auto">
              <a:xfrm>
                <a:off x="4889" y="3630"/>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9" name="Freeform 34">
                <a:extLst>
                  <a:ext uri="{FF2B5EF4-FFF2-40B4-BE49-F238E27FC236}">
                    <a16:creationId xmlns:a16="http://schemas.microsoft.com/office/drawing/2014/main" id="{089AF195-3263-DBDE-C055-7FD1156FEFE2}"/>
                  </a:ext>
                </a:extLst>
              </p:cNvPr>
              <p:cNvSpPr>
                <a:spLocks/>
              </p:cNvSpPr>
              <p:nvPr/>
            </p:nvSpPr>
            <p:spPr bwMode="auto">
              <a:xfrm>
                <a:off x="4889" y="3595"/>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0" name="Rectangle 35">
                <a:extLst>
                  <a:ext uri="{FF2B5EF4-FFF2-40B4-BE49-F238E27FC236}">
                    <a16:creationId xmlns:a16="http://schemas.microsoft.com/office/drawing/2014/main" id="{E05428F9-1314-A7BC-E357-0BB07D97825D}"/>
                  </a:ext>
                </a:extLst>
              </p:cNvPr>
              <p:cNvSpPr>
                <a:spLocks noChangeArrowheads="1"/>
              </p:cNvSpPr>
              <p:nvPr/>
            </p:nvSpPr>
            <p:spPr bwMode="auto">
              <a:xfrm>
                <a:off x="4889" y="354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C432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1" name="Rectangle 36">
                <a:extLst>
                  <a:ext uri="{FF2B5EF4-FFF2-40B4-BE49-F238E27FC236}">
                    <a16:creationId xmlns:a16="http://schemas.microsoft.com/office/drawing/2014/main" id="{EC670D0E-FF4A-8D16-1323-F5DDCD5490DF}"/>
                  </a:ext>
                </a:extLst>
              </p:cNvPr>
              <p:cNvSpPr>
                <a:spLocks noChangeArrowheads="1"/>
              </p:cNvSpPr>
              <p:nvPr/>
            </p:nvSpPr>
            <p:spPr bwMode="auto">
              <a:xfrm>
                <a:off x="4889" y="3645"/>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150p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2" name="Freeform 37">
                <a:extLst>
                  <a:ext uri="{FF2B5EF4-FFF2-40B4-BE49-F238E27FC236}">
                    <a16:creationId xmlns:a16="http://schemas.microsoft.com/office/drawing/2014/main" id="{491894CE-3903-A011-71FA-D4669ABE3250}"/>
                  </a:ext>
                </a:extLst>
              </p:cNvPr>
              <p:cNvSpPr>
                <a:spLocks/>
              </p:cNvSpPr>
              <p:nvPr/>
            </p:nvSpPr>
            <p:spPr bwMode="auto">
              <a:xfrm>
                <a:off x="4889" y="354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3" name="Freeform 38">
                <a:extLst>
                  <a:ext uri="{FF2B5EF4-FFF2-40B4-BE49-F238E27FC236}">
                    <a16:creationId xmlns:a16="http://schemas.microsoft.com/office/drawing/2014/main" id="{5E072FE7-E3A7-E45F-509B-E586DF4F06D1}"/>
                  </a:ext>
                </a:extLst>
              </p:cNvPr>
              <p:cNvSpPr>
                <a:spLocks/>
              </p:cNvSpPr>
              <p:nvPr/>
            </p:nvSpPr>
            <p:spPr bwMode="auto">
              <a:xfrm>
                <a:off x="4889" y="3645"/>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4" name="Freeform 39">
                <a:extLst>
                  <a:ext uri="{FF2B5EF4-FFF2-40B4-BE49-F238E27FC236}">
                    <a16:creationId xmlns:a16="http://schemas.microsoft.com/office/drawing/2014/main" id="{78EABE80-D758-AB13-0321-BE9A5F9D43A4}"/>
                  </a:ext>
                </a:extLst>
              </p:cNvPr>
              <p:cNvSpPr>
                <a:spLocks/>
              </p:cNvSpPr>
              <p:nvPr/>
            </p:nvSpPr>
            <p:spPr bwMode="auto">
              <a:xfrm>
                <a:off x="4889" y="3141"/>
                <a:ext cx="0" cy="404"/>
              </a:xfrm>
              <a:custGeom>
                <a:avLst/>
                <a:gdLst>
                  <a:gd name="T0" fmla="*/ 80 h 80"/>
                  <a:gd name="T1" fmla="*/ 0 h 80"/>
                  <a:gd name="T2" fmla="*/ 0 h 80"/>
                </a:gdLst>
                <a:ahLst/>
                <a:cxnLst>
                  <a:cxn ang="0">
                    <a:pos x="0" y="T0"/>
                  </a:cxn>
                  <a:cxn ang="0">
                    <a:pos x="0" y="T1"/>
                  </a:cxn>
                  <a:cxn ang="0">
                    <a:pos x="0" y="T2"/>
                  </a:cxn>
                </a:cxnLst>
                <a:rect l="0" t="0" r="r" b="b"/>
                <a:pathLst>
                  <a:path h="80">
                    <a:moveTo>
                      <a:pt x="0" y="8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5" name="Freeform 40">
                <a:extLst>
                  <a:ext uri="{FF2B5EF4-FFF2-40B4-BE49-F238E27FC236}">
                    <a16:creationId xmlns:a16="http://schemas.microsoft.com/office/drawing/2014/main" id="{E904BE44-0319-7422-B9C4-1D5A7D559953}"/>
                  </a:ext>
                </a:extLst>
              </p:cNvPr>
              <p:cNvSpPr>
                <a:spLocks/>
              </p:cNvSpPr>
              <p:nvPr/>
            </p:nvSpPr>
            <p:spPr bwMode="auto">
              <a:xfrm>
                <a:off x="5998" y="2688"/>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6" name="Oval 41">
                <a:extLst>
                  <a:ext uri="{FF2B5EF4-FFF2-40B4-BE49-F238E27FC236}">
                    <a16:creationId xmlns:a16="http://schemas.microsoft.com/office/drawing/2014/main" id="{8A7AA4A4-5F1C-CA5C-6739-0EEC2772B3D1}"/>
                  </a:ext>
                </a:extLst>
              </p:cNvPr>
              <p:cNvSpPr>
                <a:spLocks noChangeArrowheads="1"/>
              </p:cNvSpPr>
              <p:nvPr/>
            </p:nvSpPr>
            <p:spPr bwMode="auto">
              <a:xfrm>
                <a:off x="6139" y="2677"/>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42">
                <a:extLst>
                  <a:ext uri="{FF2B5EF4-FFF2-40B4-BE49-F238E27FC236}">
                    <a16:creationId xmlns:a16="http://schemas.microsoft.com/office/drawing/2014/main" id="{3F889D53-A896-5F36-FC71-2B988C7FF955}"/>
                  </a:ext>
                </a:extLst>
              </p:cNvPr>
              <p:cNvSpPr>
                <a:spLocks/>
              </p:cNvSpPr>
              <p:nvPr/>
            </p:nvSpPr>
            <p:spPr bwMode="auto">
              <a:xfrm>
                <a:off x="4032" y="1931"/>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8" name="Oval 43">
                <a:extLst>
                  <a:ext uri="{FF2B5EF4-FFF2-40B4-BE49-F238E27FC236}">
                    <a16:creationId xmlns:a16="http://schemas.microsoft.com/office/drawing/2014/main" id="{CD06F958-02C3-6C0B-7B7A-733D4427837C}"/>
                  </a:ext>
                </a:extLst>
              </p:cNvPr>
              <p:cNvSpPr>
                <a:spLocks noChangeArrowheads="1"/>
              </p:cNvSpPr>
              <p:nvPr/>
            </p:nvSpPr>
            <p:spPr bwMode="auto">
              <a:xfrm>
                <a:off x="4073" y="1921"/>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44">
                <a:extLst>
                  <a:ext uri="{FF2B5EF4-FFF2-40B4-BE49-F238E27FC236}">
                    <a16:creationId xmlns:a16="http://schemas.microsoft.com/office/drawing/2014/main" id="{D2A4B11B-C03F-8851-A51D-21963479529F}"/>
                  </a:ext>
                </a:extLst>
              </p:cNvPr>
              <p:cNvSpPr>
                <a:spLocks/>
              </p:cNvSpPr>
              <p:nvPr/>
            </p:nvSpPr>
            <p:spPr bwMode="auto">
              <a:xfrm>
                <a:off x="4083" y="2133"/>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0" name="Oval 45">
                <a:extLst>
                  <a:ext uri="{FF2B5EF4-FFF2-40B4-BE49-F238E27FC236}">
                    <a16:creationId xmlns:a16="http://schemas.microsoft.com/office/drawing/2014/main" id="{95502F97-2392-624A-1871-030E07328387}"/>
                  </a:ext>
                </a:extLst>
              </p:cNvPr>
              <p:cNvSpPr>
                <a:spLocks noChangeArrowheads="1"/>
              </p:cNvSpPr>
              <p:nvPr/>
            </p:nvSpPr>
            <p:spPr bwMode="auto">
              <a:xfrm>
                <a:off x="4073" y="2224"/>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46">
                <a:extLst>
                  <a:ext uri="{FF2B5EF4-FFF2-40B4-BE49-F238E27FC236}">
                    <a16:creationId xmlns:a16="http://schemas.microsoft.com/office/drawing/2014/main" id="{EC7D26E4-97F0-7A99-1E37-274E5721623B}"/>
                  </a:ext>
                </a:extLst>
              </p:cNvPr>
              <p:cNvSpPr>
                <a:spLocks/>
              </p:cNvSpPr>
              <p:nvPr/>
            </p:nvSpPr>
            <p:spPr bwMode="auto">
              <a:xfrm>
                <a:off x="5645" y="3746"/>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2" name="Freeform 47">
                <a:extLst>
                  <a:ext uri="{FF2B5EF4-FFF2-40B4-BE49-F238E27FC236}">
                    <a16:creationId xmlns:a16="http://schemas.microsoft.com/office/drawing/2014/main" id="{5ED3A740-7B9B-457B-D21A-7233AAE15D81}"/>
                  </a:ext>
                </a:extLst>
              </p:cNvPr>
              <p:cNvSpPr>
                <a:spLocks/>
              </p:cNvSpPr>
              <p:nvPr/>
            </p:nvSpPr>
            <p:spPr bwMode="auto">
              <a:xfrm>
                <a:off x="5599" y="1810"/>
                <a:ext cx="11"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3" name="Freeform 48">
                <a:extLst>
                  <a:ext uri="{FF2B5EF4-FFF2-40B4-BE49-F238E27FC236}">
                    <a16:creationId xmlns:a16="http://schemas.microsoft.com/office/drawing/2014/main" id="{2C66C70F-A0F0-54BA-58F1-D5CB93559DC5}"/>
                  </a:ext>
                </a:extLst>
              </p:cNvPr>
              <p:cNvSpPr>
                <a:spLocks/>
              </p:cNvSpPr>
              <p:nvPr/>
            </p:nvSpPr>
            <p:spPr bwMode="auto">
              <a:xfrm>
                <a:off x="5610" y="1810"/>
                <a:ext cx="15" cy="4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4" name="Freeform 49">
                <a:extLst>
                  <a:ext uri="{FF2B5EF4-FFF2-40B4-BE49-F238E27FC236}">
                    <a16:creationId xmlns:a16="http://schemas.microsoft.com/office/drawing/2014/main" id="{3B2B5F79-BECB-25B1-CB61-764FC842F7B2}"/>
                  </a:ext>
                </a:extLst>
              </p:cNvPr>
              <p:cNvSpPr>
                <a:spLocks/>
              </p:cNvSpPr>
              <p:nvPr/>
            </p:nvSpPr>
            <p:spPr bwMode="auto">
              <a:xfrm>
                <a:off x="5625" y="1810"/>
                <a:ext cx="15" cy="41"/>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5" name="Freeform 50">
                <a:extLst>
                  <a:ext uri="{FF2B5EF4-FFF2-40B4-BE49-F238E27FC236}">
                    <a16:creationId xmlns:a16="http://schemas.microsoft.com/office/drawing/2014/main" id="{ED423CF5-1B4E-4309-B64B-90A3FB10771F}"/>
                  </a:ext>
                </a:extLst>
              </p:cNvPr>
              <p:cNvSpPr>
                <a:spLocks/>
              </p:cNvSpPr>
              <p:nvPr/>
            </p:nvSpPr>
            <p:spPr bwMode="auto">
              <a:xfrm>
                <a:off x="5640" y="1810"/>
                <a:ext cx="15" cy="4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6" name="Freeform 51">
                <a:extLst>
                  <a:ext uri="{FF2B5EF4-FFF2-40B4-BE49-F238E27FC236}">
                    <a16:creationId xmlns:a16="http://schemas.microsoft.com/office/drawing/2014/main" id="{7C266B73-E304-C910-B766-75B7AEB9C19E}"/>
                  </a:ext>
                </a:extLst>
              </p:cNvPr>
              <p:cNvSpPr>
                <a:spLocks/>
              </p:cNvSpPr>
              <p:nvPr/>
            </p:nvSpPr>
            <p:spPr bwMode="auto">
              <a:xfrm>
                <a:off x="5655" y="1810"/>
                <a:ext cx="15" cy="41"/>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7" name="Freeform 52">
                <a:extLst>
                  <a:ext uri="{FF2B5EF4-FFF2-40B4-BE49-F238E27FC236}">
                    <a16:creationId xmlns:a16="http://schemas.microsoft.com/office/drawing/2014/main" id="{C265E181-0FDD-5C66-950A-705831154825}"/>
                  </a:ext>
                </a:extLst>
              </p:cNvPr>
              <p:cNvSpPr>
                <a:spLocks/>
              </p:cNvSpPr>
              <p:nvPr/>
            </p:nvSpPr>
            <p:spPr bwMode="auto">
              <a:xfrm>
                <a:off x="5670" y="1810"/>
                <a:ext cx="15" cy="4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8" name="Freeform 53">
                <a:extLst>
                  <a:ext uri="{FF2B5EF4-FFF2-40B4-BE49-F238E27FC236}">
                    <a16:creationId xmlns:a16="http://schemas.microsoft.com/office/drawing/2014/main" id="{F393FFE0-1DA3-2F46-8B4D-EC8C1D222A19}"/>
                  </a:ext>
                </a:extLst>
              </p:cNvPr>
              <p:cNvSpPr>
                <a:spLocks/>
              </p:cNvSpPr>
              <p:nvPr/>
            </p:nvSpPr>
            <p:spPr bwMode="auto">
              <a:xfrm>
                <a:off x="5685" y="1830"/>
                <a:ext cx="10" cy="21"/>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9" name="Freeform 54">
                <a:extLst>
                  <a:ext uri="{FF2B5EF4-FFF2-40B4-BE49-F238E27FC236}">
                    <a16:creationId xmlns:a16="http://schemas.microsoft.com/office/drawing/2014/main" id="{E1ABAEA4-51EE-39A5-10A2-D3B700FB229F}"/>
                  </a:ext>
                </a:extLst>
              </p:cNvPr>
              <p:cNvSpPr>
                <a:spLocks/>
              </p:cNvSpPr>
              <p:nvPr/>
            </p:nvSpPr>
            <p:spPr bwMode="auto">
              <a:xfrm>
                <a:off x="5594" y="1830"/>
                <a:ext cx="5"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0" name="Rectangle 55">
                <a:extLst>
                  <a:ext uri="{FF2B5EF4-FFF2-40B4-BE49-F238E27FC236}">
                    <a16:creationId xmlns:a16="http://schemas.microsoft.com/office/drawing/2014/main" id="{CECB2C54-2777-0D83-C036-B2E3F085052A}"/>
                  </a:ext>
                </a:extLst>
              </p:cNvPr>
              <p:cNvSpPr>
                <a:spLocks noChangeArrowheads="1"/>
              </p:cNvSpPr>
              <p:nvPr/>
            </p:nvSpPr>
            <p:spPr bwMode="auto">
              <a:xfrm>
                <a:off x="5494" y="178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1" name="Rectangle 56">
                <a:extLst>
                  <a:ext uri="{FF2B5EF4-FFF2-40B4-BE49-F238E27FC236}">
                    <a16:creationId xmlns:a16="http://schemas.microsoft.com/office/drawing/2014/main" id="{306E54C1-4632-EA90-9829-C8E0DCA1F5E4}"/>
                  </a:ext>
                </a:extLst>
              </p:cNvPr>
              <p:cNvSpPr>
                <a:spLocks noChangeArrowheads="1"/>
              </p:cNvSpPr>
              <p:nvPr/>
            </p:nvSpPr>
            <p:spPr bwMode="auto">
              <a:xfrm>
                <a:off x="5695" y="1780"/>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2" name="Freeform 57">
                <a:extLst>
                  <a:ext uri="{FF2B5EF4-FFF2-40B4-BE49-F238E27FC236}">
                    <a16:creationId xmlns:a16="http://schemas.microsoft.com/office/drawing/2014/main" id="{41BDE75B-42E7-AA4D-6228-4B7D927CF904}"/>
                  </a:ext>
                </a:extLst>
              </p:cNvPr>
              <p:cNvSpPr>
                <a:spLocks/>
              </p:cNvSpPr>
              <p:nvPr/>
            </p:nvSpPr>
            <p:spPr bwMode="auto">
              <a:xfrm>
                <a:off x="5695" y="183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3" name="Freeform 58">
                <a:extLst>
                  <a:ext uri="{FF2B5EF4-FFF2-40B4-BE49-F238E27FC236}">
                    <a16:creationId xmlns:a16="http://schemas.microsoft.com/office/drawing/2014/main" id="{522E998F-781E-705E-4D09-BE01F0306437}"/>
                  </a:ext>
                </a:extLst>
              </p:cNvPr>
              <p:cNvSpPr>
                <a:spLocks/>
              </p:cNvSpPr>
              <p:nvPr/>
            </p:nvSpPr>
            <p:spPr bwMode="auto">
              <a:xfrm>
                <a:off x="5544"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4" name="Freeform 59">
                <a:extLst>
                  <a:ext uri="{FF2B5EF4-FFF2-40B4-BE49-F238E27FC236}">
                    <a16:creationId xmlns:a16="http://schemas.microsoft.com/office/drawing/2014/main" id="{2BC667E0-A9EC-E1A7-333F-A0B3CA70CBAC}"/>
                  </a:ext>
                </a:extLst>
              </p:cNvPr>
              <p:cNvSpPr>
                <a:spLocks/>
              </p:cNvSpPr>
              <p:nvPr/>
            </p:nvSpPr>
            <p:spPr bwMode="auto">
              <a:xfrm>
                <a:off x="4990" y="2688"/>
                <a:ext cx="856" cy="0"/>
              </a:xfrm>
              <a:custGeom>
                <a:avLst/>
                <a:gdLst>
                  <a:gd name="T0" fmla="*/ 170 w 170"/>
                  <a:gd name="T1" fmla="*/ 0 w 170"/>
                  <a:gd name="T2" fmla="*/ 0 w 170"/>
                </a:gdLst>
                <a:ahLst/>
                <a:cxnLst>
                  <a:cxn ang="0">
                    <a:pos x="T0" y="0"/>
                  </a:cxn>
                  <a:cxn ang="0">
                    <a:pos x="T1" y="0"/>
                  </a:cxn>
                  <a:cxn ang="0">
                    <a:pos x="T2" y="0"/>
                  </a:cxn>
                </a:cxnLst>
                <a:rect l="0" t="0" r="r" b="b"/>
                <a:pathLst>
                  <a:path w="170">
                    <a:moveTo>
                      <a:pt x="1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5" name="Rectangle 60">
                <a:extLst>
                  <a:ext uri="{FF2B5EF4-FFF2-40B4-BE49-F238E27FC236}">
                    <a16:creationId xmlns:a16="http://schemas.microsoft.com/office/drawing/2014/main" id="{F276E595-7657-9542-98E3-EAE6954FDE03}"/>
                  </a:ext>
                </a:extLst>
              </p:cNvPr>
              <p:cNvSpPr>
                <a:spLocks noChangeArrowheads="1"/>
              </p:cNvSpPr>
              <p:nvPr/>
            </p:nvSpPr>
            <p:spPr bwMode="auto">
              <a:xfrm>
                <a:off x="5000" y="2632"/>
                <a:ext cx="30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ACDC_CTRL-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6" name="Freeform 61">
                <a:extLst>
                  <a:ext uri="{FF2B5EF4-FFF2-40B4-BE49-F238E27FC236}">
                    <a16:creationId xmlns:a16="http://schemas.microsoft.com/office/drawing/2014/main" id="{E1655C16-5CC4-3D05-6E68-59B26314B8EC}"/>
                  </a:ext>
                </a:extLst>
              </p:cNvPr>
              <p:cNvSpPr>
                <a:spLocks/>
              </p:cNvSpPr>
              <p:nvPr/>
            </p:nvSpPr>
            <p:spPr bwMode="auto">
              <a:xfrm>
                <a:off x="6401" y="2183"/>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7" name="Freeform 62">
                <a:extLst>
                  <a:ext uri="{FF2B5EF4-FFF2-40B4-BE49-F238E27FC236}">
                    <a16:creationId xmlns:a16="http://schemas.microsoft.com/office/drawing/2014/main" id="{F3A97DAC-8C1B-20F3-9952-1B671062743E}"/>
                  </a:ext>
                </a:extLst>
              </p:cNvPr>
              <p:cNvSpPr>
                <a:spLocks/>
              </p:cNvSpPr>
              <p:nvPr/>
            </p:nvSpPr>
            <p:spPr bwMode="auto">
              <a:xfrm>
                <a:off x="6149" y="2083"/>
                <a:ext cx="0" cy="151"/>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8" name="Oval 63">
                <a:extLst>
                  <a:ext uri="{FF2B5EF4-FFF2-40B4-BE49-F238E27FC236}">
                    <a16:creationId xmlns:a16="http://schemas.microsoft.com/office/drawing/2014/main" id="{0C01909C-4BB3-736C-6F0C-07F2DF0C86B7}"/>
                  </a:ext>
                </a:extLst>
              </p:cNvPr>
              <p:cNvSpPr>
                <a:spLocks noChangeArrowheads="1"/>
              </p:cNvSpPr>
              <p:nvPr/>
            </p:nvSpPr>
            <p:spPr bwMode="auto">
              <a:xfrm>
                <a:off x="6139" y="2224"/>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64">
                <a:extLst>
                  <a:ext uri="{FF2B5EF4-FFF2-40B4-BE49-F238E27FC236}">
                    <a16:creationId xmlns:a16="http://schemas.microsoft.com/office/drawing/2014/main" id="{53B67289-B191-0848-7814-439708775F96}"/>
                  </a:ext>
                </a:extLst>
              </p:cNvPr>
              <p:cNvSpPr>
                <a:spLocks/>
              </p:cNvSpPr>
              <p:nvPr/>
            </p:nvSpPr>
            <p:spPr bwMode="auto">
              <a:xfrm>
                <a:off x="6552" y="1931"/>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0" name="Freeform 65">
                <a:extLst>
                  <a:ext uri="{FF2B5EF4-FFF2-40B4-BE49-F238E27FC236}">
                    <a16:creationId xmlns:a16="http://schemas.microsoft.com/office/drawing/2014/main" id="{2AD58A84-E968-D29C-7387-AE475A641E08}"/>
                  </a:ext>
                </a:extLst>
              </p:cNvPr>
              <p:cNvSpPr>
                <a:spLocks/>
              </p:cNvSpPr>
              <p:nvPr/>
            </p:nvSpPr>
            <p:spPr bwMode="auto">
              <a:xfrm>
                <a:off x="4889" y="4150"/>
                <a:ext cx="554" cy="0"/>
              </a:xfrm>
              <a:custGeom>
                <a:avLst/>
                <a:gdLst>
                  <a:gd name="T0" fmla="*/ 110 w 110"/>
                  <a:gd name="T1" fmla="*/ 0 w 110"/>
                  <a:gd name="T2" fmla="*/ 0 w 110"/>
                </a:gdLst>
                <a:ahLst/>
                <a:cxnLst>
                  <a:cxn ang="0">
                    <a:pos x="T0" y="0"/>
                  </a:cxn>
                  <a:cxn ang="0">
                    <a:pos x="T1" y="0"/>
                  </a:cxn>
                  <a:cxn ang="0">
                    <a:pos x="T2" y="0"/>
                  </a:cxn>
                </a:cxnLst>
                <a:rect l="0" t="0" r="r" b="b"/>
                <a:pathLst>
                  <a:path w="110">
                    <a:moveTo>
                      <a:pt x="1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1" name="Freeform 66">
                <a:extLst>
                  <a:ext uri="{FF2B5EF4-FFF2-40B4-BE49-F238E27FC236}">
                    <a16:creationId xmlns:a16="http://schemas.microsoft.com/office/drawing/2014/main" id="{EE858453-51D6-9C46-C7CC-4E30CFCB5945}"/>
                  </a:ext>
                </a:extLst>
              </p:cNvPr>
              <p:cNvSpPr>
                <a:spLocks/>
              </p:cNvSpPr>
              <p:nvPr/>
            </p:nvSpPr>
            <p:spPr bwMode="auto">
              <a:xfrm>
                <a:off x="6350" y="3595"/>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2" name="Rectangle 67">
                <a:extLst>
                  <a:ext uri="{FF2B5EF4-FFF2-40B4-BE49-F238E27FC236}">
                    <a16:creationId xmlns:a16="http://schemas.microsoft.com/office/drawing/2014/main" id="{116026CA-AACA-135C-F815-570ECE30A1F1}"/>
                  </a:ext>
                </a:extLst>
              </p:cNvPr>
              <p:cNvSpPr>
                <a:spLocks noChangeArrowheads="1"/>
              </p:cNvSpPr>
              <p:nvPr/>
            </p:nvSpPr>
            <p:spPr bwMode="auto">
              <a:xfrm>
                <a:off x="6360" y="3540"/>
                <a:ext cx="16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3" name="Freeform 68">
                <a:extLst>
                  <a:ext uri="{FF2B5EF4-FFF2-40B4-BE49-F238E27FC236}">
                    <a16:creationId xmlns:a16="http://schemas.microsoft.com/office/drawing/2014/main" id="{73619E13-D42C-4732-DC47-1201BF548279}"/>
                  </a:ext>
                </a:extLst>
              </p:cNvPr>
              <p:cNvSpPr>
                <a:spLocks/>
              </p:cNvSpPr>
              <p:nvPr/>
            </p:nvSpPr>
            <p:spPr bwMode="auto">
              <a:xfrm>
                <a:off x="6149" y="233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4" name="Oval 69">
                <a:extLst>
                  <a:ext uri="{FF2B5EF4-FFF2-40B4-BE49-F238E27FC236}">
                    <a16:creationId xmlns:a16="http://schemas.microsoft.com/office/drawing/2014/main" id="{49576555-C523-1317-BAC1-15D77A4601AB}"/>
                  </a:ext>
                </a:extLst>
              </p:cNvPr>
              <p:cNvSpPr>
                <a:spLocks noChangeArrowheads="1"/>
              </p:cNvSpPr>
              <p:nvPr/>
            </p:nvSpPr>
            <p:spPr bwMode="auto">
              <a:xfrm>
                <a:off x="6139" y="2375"/>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Oval 70">
                <a:extLst>
                  <a:ext uri="{FF2B5EF4-FFF2-40B4-BE49-F238E27FC236}">
                    <a16:creationId xmlns:a16="http://schemas.microsoft.com/office/drawing/2014/main" id="{6C68C13B-BACD-7153-2162-D093B634EE37}"/>
                  </a:ext>
                </a:extLst>
              </p:cNvPr>
              <p:cNvSpPr>
                <a:spLocks noChangeArrowheads="1"/>
              </p:cNvSpPr>
              <p:nvPr/>
            </p:nvSpPr>
            <p:spPr bwMode="auto">
              <a:xfrm>
                <a:off x="6139" y="2325"/>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71">
                <a:extLst>
                  <a:ext uri="{FF2B5EF4-FFF2-40B4-BE49-F238E27FC236}">
                    <a16:creationId xmlns:a16="http://schemas.microsoft.com/office/drawing/2014/main" id="{8D4C47ED-F1BE-73E4-B531-BD4952735D3B}"/>
                  </a:ext>
                </a:extLst>
              </p:cNvPr>
              <p:cNvSpPr>
                <a:spLocks/>
              </p:cNvSpPr>
              <p:nvPr/>
            </p:nvSpPr>
            <p:spPr bwMode="auto">
              <a:xfrm>
                <a:off x="5846" y="2486"/>
                <a:ext cx="0" cy="202"/>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7" name="Oval 72">
                <a:extLst>
                  <a:ext uri="{FF2B5EF4-FFF2-40B4-BE49-F238E27FC236}">
                    <a16:creationId xmlns:a16="http://schemas.microsoft.com/office/drawing/2014/main" id="{E97C325F-6CA9-F09D-E1A4-7729799302B6}"/>
                  </a:ext>
                </a:extLst>
              </p:cNvPr>
              <p:cNvSpPr>
                <a:spLocks noChangeArrowheads="1"/>
              </p:cNvSpPr>
              <p:nvPr/>
            </p:nvSpPr>
            <p:spPr bwMode="auto">
              <a:xfrm>
                <a:off x="5836" y="2677"/>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73">
                <a:extLst>
                  <a:ext uri="{FF2B5EF4-FFF2-40B4-BE49-F238E27FC236}">
                    <a16:creationId xmlns:a16="http://schemas.microsoft.com/office/drawing/2014/main" id="{8D5AC0F0-659F-88F7-0706-AA1A322882F9}"/>
                  </a:ext>
                </a:extLst>
              </p:cNvPr>
              <p:cNvSpPr>
                <a:spLocks/>
              </p:cNvSpPr>
              <p:nvPr/>
            </p:nvSpPr>
            <p:spPr bwMode="auto">
              <a:xfrm>
                <a:off x="4083" y="2234"/>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9" name="Freeform 74">
                <a:extLst>
                  <a:ext uri="{FF2B5EF4-FFF2-40B4-BE49-F238E27FC236}">
                    <a16:creationId xmlns:a16="http://schemas.microsoft.com/office/drawing/2014/main" id="{DE3DA716-77D6-1037-22C4-EBF9318C7D3B}"/>
                  </a:ext>
                </a:extLst>
              </p:cNvPr>
              <p:cNvSpPr>
                <a:spLocks/>
              </p:cNvSpPr>
              <p:nvPr/>
            </p:nvSpPr>
            <p:spPr bwMode="auto">
              <a:xfrm>
                <a:off x="6552" y="4099"/>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0" name="Freeform 75">
                <a:extLst>
                  <a:ext uri="{FF2B5EF4-FFF2-40B4-BE49-F238E27FC236}">
                    <a16:creationId xmlns:a16="http://schemas.microsoft.com/office/drawing/2014/main" id="{23B0C441-702C-A326-5A86-28341818B214}"/>
                  </a:ext>
                </a:extLst>
              </p:cNvPr>
              <p:cNvSpPr>
                <a:spLocks/>
              </p:cNvSpPr>
              <p:nvPr/>
            </p:nvSpPr>
            <p:spPr bwMode="auto">
              <a:xfrm>
                <a:off x="5645" y="3797"/>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1" name="Freeform 76">
                <a:extLst>
                  <a:ext uri="{FF2B5EF4-FFF2-40B4-BE49-F238E27FC236}">
                    <a16:creationId xmlns:a16="http://schemas.microsoft.com/office/drawing/2014/main" id="{1728547E-8049-E0F9-5284-EF6416E5B94E}"/>
                  </a:ext>
                </a:extLst>
              </p:cNvPr>
              <p:cNvSpPr>
                <a:spLocks/>
              </p:cNvSpPr>
              <p:nvPr/>
            </p:nvSpPr>
            <p:spPr bwMode="auto">
              <a:xfrm>
                <a:off x="3629" y="3040"/>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2" name="Rectangle 77">
                <a:extLst>
                  <a:ext uri="{FF2B5EF4-FFF2-40B4-BE49-F238E27FC236}">
                    <a16:creationId xmlns:a16="http://schemas.microsoft.com/office/drawing/2014/main" id="{B842F430-C17B-06EE-4DD8-86D6ACE236A0}"/>
                  </a:ext>
                </a:extLst>
              </p:cNvPr>
              <p:cNvSpPr>
                <a:spLocks noChangeArrowheads="1"/>
              </p:cNvSpPr>
              <p:nvPr/>
            </p:nvSpPr>
            <p:spPr bwMode="auto">
              <a:xfrm>
                <a:off x="3639" y="2985"/>
                <a:ext cx="21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AC_Rt/Ct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3" name="Freeform 78">
                <a:extLst>
                  <a:ext uri="{FF2B5EF4-FFF2-40B4-BE49-F238E27FC236}">
                    <a16:creationId xmlns:a16="http://schemas.microsoft.com/office/drawing/2014/main" id="{67AB286E-C10F-44D4-D60D-32292F125F32}"/>
                  </a:ext>
                </a:extLst>
              </p:cNvPr>
              <p:cNvSpPr>
                <a:spLocks/>
              </p:cNvSpPr>
              <p:nvPr/>
            </p:nvSpPr>
            <p:spPr bwMode="auto">
              <a:xfrm>
                <a:off x="6149" y="2234"/>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4" name="Freeform 79">
                <a:extLst>
                  <a:ext uri="{FF2B5EF4-FFF2-40B4-BE49-F238E27FC236}">
                    <a16:creationId xmlns:a16="http://schemas.microsoft.com/office/drawing/2014/main" id="{D1B0E435-D9E7-5DA9-4C9C-0F6A6A4DA8F3}"/>
                  </a:ext>
                </a:extLst>
              </p:cNvPr>
              <p:cNvSpPr>
                <a:spLocks/>
              </p:cNvSpPr>
              <p:nvPr/>
            </p:nvSpPr>
            <p:spPr bwMode="auto">
              <a:xfrm>
                <a:off x="6149" y="1679"/>
                <a:ext cx="0" cy="202"/>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5" name="Oval 80">
                <a:extLst>
                  <a:ext uri="{FF2B5EF4-FFF2-40B4-BE49-F238E27FC236}">
                    <a16:creationId xmlns:a16="http://schemas.microsoft.com/office/drawing/2014/main" id="{2D4CBD5E-5F5D-9C3B-F730-B59D70E2F66E}"/>
                  </a:ext>
                </a:extLst>
              </p:cNvPr>
              <p:cNvSpPr>
                <a:spLocks noChangeArrowheads="1"/>
              </p:cNvSpPr>
              <p:nvPr/>
            </p:nvSpPr>
            <p:spPr bwMode="auto">
              <a:xfrm>
                <a:off x="6139" y="1669"/>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6" name="Line 81">
                <a:extLst>
                  <a:ext uri="{FF2B5EF4-FFF2-40B4-BE49-F238E27FC236}">
                    <a16:creationId xmlns:a16="http://schemas.microsoft.com/office/drawing/2014/main" id="{E9C54F98-C236-A236-A78F-01A5A3CD388E}"/>
                  </a:ext>
                </a:extLst>
              </p:cNvPr>
              <p:cNvSpPr>
                <a:spLocks noChangeShapeType="1"/>
              </p:cNvSpPr>
              <p:nvPr/>
            </p:nvSpPr>
            <p:spPr bwMode="auto">
              <a:xfrm flipH="1">
                <a:off x="6098" y="1946"/>
                <a:ext cx="51"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7" name="Line 82">
                <a:extLst>
                  <a:ext uri="{FF2B5EF4-FFF2-40B4-BE49-F238E27FC236}">
                    <a16:creationId xmlns:a16="http://schemas.microsoft.com/office/drawing/2014/main" id="{1F8BDF62-18C0-D0F7-CB11-B800C0B20E1E}"/>
                  </a:ext>
                </a:extLst>
              </p:cNvPr>
              <p:cNvSpPr>
                <a:spLocks noChangeShapeType="1"/>
              </p:cNvSpPr>
              <p:nvPr/>
            </p:nvSpPr>
            <p:spPr bwMode="auto">
              <a:xfrm flipH="1">
                <a:off x="6098" y="1982"/>
                <a:ext cx="51"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8" name="Line 83">
                <a:extLst>
                  <a:ext uri="{FF2B5EF4-FFF2-40B4-BE49-F238E27FC236}">
                    <a16:creationId xmlns:a16="http://schemas.microsoft.com/office/drawing/2014/main" id="{C2FEE839-CF1D-CE9F-DF0A-114BAE05074E}"/>
                  </a:ext>
                </a:extLst>
              </p:cNvPr>
              <p:cNvSpPr>
                <a:spLocks noChangeShapeType="1"/>
              </p:cNvSpPr>
              <p:nvPr/>
            </p:nvSpPr>
            <p:spPr bwMode="auto">
              <a:xfrm flipH="1">
                <a:off x="6098" y="2017"/>
                <a:ext cx="51"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9" name="Line 84">
                <a:extLst>
                  <a:ext uri="{FF2B5EF4-FFF2-40B4-BE49-F238E27FC236}">
                    <a16:creationId xmlns:a16="http://schemas.microsoft.com/office/drawing/2014/main" id="{D632745A-ED46-5A25-CF31-DF7420600D80}"/>
                  </a:ext>
                </a:extLst>
              </p:cNvPr>
              <p:cNvSpPr>
                <a:spLocks noChangeShapeType="1"/>
              </p:cNvSpPr>
              <p:nvPr/>
            </p:nvSpPr>
            <p:spPr bwMode="auto">
              <a:xfrm>
                <a:off x="6149" y="1982"/>
                <a:ext cx="0" cy="5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0" name="Line 85">
                <a:extLst>
                  <a:ext uri="{FF2B5EF4-FFF2-40B4-BE49-F238E27FC236}">
                    <a16:creationId xmlns:a16="http://schemas.microsoft.com/office/drawing/2014/main" id="{5F3386E2-1214-751F-3F95-A39206AB3B5F}"/>
                  </a:ext>
                </a:extLst>
              </p:cNvPr>
              <p:cNvSpPr>
                <a:spLocks noChangeShapeType="1"/>
              </p:cNvSpPr>
              <p:nvPr/>
            </p:nvSpPr>
            <p:spPr bwMode="auto">
              <a:xfrm>
                <a:off x="6088" y="1936"/>
                <a:ext cx="0" cy="91"/>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1" name="Line 86">
                <a:extLst>
                  <a:ext uri="{FF2B5EF4-FFF2-40B4-BE49-F238E27FC236}">
                    <a16:creationId xmlns:a16="http://schemas.microsoft.com/office/drawing/2014/main" id="{9C16247E-2119-52A5-DC05-A62ECCA97A77}"/>
                  </a:ext>
                </a:extLst>
              </p:cNvPr>
              <p:cNvSpPr>
                <a:spLocks noChangeShapeType="1"/>
              </p:cNvSpPr>
              <p:nvPr/>
            </p:nvSpPr>
            <p:spPr bwMode="auto">
              <a:xfrm>
                <a:off x="6098" y="1936"/>
                <a:ext cx="0" cy="21"/>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2" name="Line 87">
                <a:extLst>
                  <a:ext uri="{FF2B5EF4-FFF2-40B4-BE49-F238E27FC236}">
                    <a16:creationId xmlns:a16="http://schemas.microsoft.com/office/drawing/2014/main" id="{42225646-478A-802B-3A5E-A9BD11CA40E2}"/>
                  </a:ext>
                </a:extLst>
              </p:cNvPr>
              <p:cNvSpPr>
                <a:spLocks noChangeShapeType="1"/>
              </p:cNvSpPr>
              <p:nvPr/>
            </p:nvSpPr>
            <p:spPr bwMode="auto">
              <a:xfrm flipV="1">
                <a:off x="6098" y="1972"/>
                <a:ext cx="0" cy="2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3" name="Line 88">
                <a:extLst>
                  <a:ext uri="{FF2B5EF4-FFF2-40B4-BE49-F238E27FC236}">
                    <a16:creationId xmlns:a16="http://schemas.microsoft.com/office/drawing/2014/main" id="{A5DCC2B5-AF6E-CED0-C702-5EC60346486C}"/>
                  </a:ext>
                </a:extLst>
              </p:cNvPr>
              <p:cNvSpPr>
                <a:spLocks noChangeShapeType="1"/>
              </p:cNvSpPr>
              <p:nvPr/>
            </p:nvSpPr>
            <p:spPr bwMode="auto">
              <a:xfrm flipV="1">
                <a:off x="6098" y="2007"/>
                <a:ext cx="0" cy="2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4" name="Line 89">
                <a:extLst>
                  <a:ext uri="{FF2B5EF4-FFF2-40B4-BE49-F238E27FC236}">
                    <a16:creationId xmlns:a16="http://schemas.microsoft.com/office/drawing/2014/main" id="{03CED336-D8A7-34E7-8B80-4F4359DD47B5}"/>
                  </a:ext>
                </a:extLst>
              </p:cNvPr>
              <p:cNvSpPr>
                <a:spLocks noChangeShapeType="1"/>
              </p:cNvSpPr>
              <p:nvPr/>
            </p:nvSpPr>
            <p:spPr bwMode="auto">
              <a:xfrm>
                <a:off x="6048" y="1982"/>
                <a:ext cx="40"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5" name="Freeform 90">
                <a:extLst>
                  <a:ext uri="{FF2B5EF4-FFF2-40B4-BE49-F238E27FC236}">
                    <a16:creationId xmlns:a16="http://schemas.microsoft.com/office/drawing/2014/main" id="{E4EE2676-3BDE-8438-FBD8-072E1B9C08A4}"/>
                  </a:ext>
                </a:extLst>
              </p:cNvPr>
              <p:cNvSpPr>
                <a:spLocks/>
              </p:cNvSpPr>
              <p:nvPr/>
            </p:nvSpPr>
            <p:spPr bwMode="auto">
              <a:xfrm>
                <a:off x="6098" y="1972"/>
                <a:ext cx="31" cy="20"/>
              </a:xfrm>
              <a:custGeom>
                <a:avLst/>
                <a:gdLst>
                  <a:gd name="T0" fmla="*/ 0 w 31"/>
                  <a:gd name="T1" fmla="*/ 10 h 20"/>
                  <a:gd name="T2" fmla="*/ 31 w 31"/>
                  <a:gd name="T3" fmla="*/ 20 h 20"/>
                  <a:gd name="T4" fmla="*/ 31 w 31"/>
                  <a:gd name="T5" fmla="*/ 0 h 20"/>
                  <a:gd name="T6" fmla="*/ 0 w 31"/>
                  <a:gd name="T7" fmla="*/ 10 h 20"/>
                </a:gdLst>
                <a:ahLst/>
                <a:cxnLst>
                  <a:cxn ang="0">
                    <a:pos x="T0" y="T1"/>
                  </a:cxn>
                  <a:cxn ang="0">
                    <a:pos x="T2" y="T3"/>
                  </a:cxn>
                  <a:cxn ang="0">
                    <a:pos x="T4" y="T5"/>
                  </a:cxn>
                  <a:cxn ang="0">
                    <a:pos x="T6" y="T7"/>
                  </a:cxn>
                </a:cxnLst>
                <a:rect l="0" t="0" r="r" b="b"/>
                <a:pathLst>
                  <a:path w="31" h="20">
                    <a:moveTo>
                      <a:pt x="0" y="10"/>
                    </a:moveTo>
                    <a:lnTo>
                      <a:pt x="31" y="20"/>
                    </a:lnTo>
                    <a:lnTo>
                      <a:pt x="31" y="0"/>
                    </a:lnTo>
                    <a:lnTo>
                      <a:pt x="0" y="1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6" name="Line 91">
                <a:extLst>
                  <a:ext uri="{FF2B5EF4-FFF2-40B4-BE49-F238E27FC236}">
                    <a16:creationId xmlns:a16="http://schemas.microsoft.com/office/drawing/2014/main" id="{6FAF2467-7356-CE79-7D47-B2A29904C822}"/>
                  </a:ext>
                </a:extLst>
              </p:cNvPr>
              <p:cNvSpPr>
                <a:spLocks noChangeShapeType="1"/>
              </p:cNvSpPr>
              <p:nvPr/>
            </p:nvSpPr>
            <p:spPr bwMode="auto">
              <a:xfrm flipV="1">
                <a:off x="6149" y="1931"/>
                <a:ext cx="0" cy="15"/>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7" name="Line 92">
                <a:extLst>
                  <a:ext uri="{FF2B5EF4-FFF2-40B4-BE49-F238E27FC236}">
                    <a16:creationId xmlns:a16="http://schemas.microsoft.com/office/drawing/2014/main" id="{F38A533A-FDDB-6D16-AA4C-5A8F86B74B70}"/>
                  </a:ext>
                </a:extLst>
              </p:cNvPr>
              <p:cNvSpPr>
                <a:spLocks noChangeShapeType="1"/>
              </p:cNvSpPr>
              <p:nvPr/>
            </p:nvSpPr>
            <p:spPr bwMode="auto">
              <a:xfrm>
                <a:off x="6149" y="1931"/>
                <a:ext cx="50"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8" name="Line 93">
                <a:extLst>
                  <a:ext uri="{FF2B5EF4-FFF2-40B4-BE49-F238E27FC236}">
                    <a16:creationId xmlns:a16="http://schemas.microsoft.com/office/drawing/2014/main" id="{96C83452-1E7E-DBFD-FD1A-29E4DC3D6957}"/>
                  </a:ext>
                </a:extLst>
              </p:cNvPr>
              <p:cNvSpPr>
                <a:spLocks noChangeShapeType="1"/>
              </p:cNvSpPr>
              <p:nvPr/>
            </p:nvSpPr>
            <p:spPr bwMode="auto">
              <a:xfrm>
                <a:off x="6149" y="2032"/>
                <a:ext cx="50"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9" name="Line 94">
                <a:extLst>
                  <a:ext uri="{FF2B5EF4-FFF2-40B4-BE49-F238E27FC236}">
                    <a16:creationId xmlns:a16="http://schemas.microsoft.com/office/drawing/2014/main" id="{76302DFE-1922-044F-1193-AA5F728FE286}"/>
                  </a:ext>
                </a:extLst>
              </p:cNvPr>
              <p:cNvSpPr>
                <a:spLocks noChangeShapeType="1"/>
              </p:cNvSpPr>
              <p:nvPr/>
            </p:nvSpPr>
            <p:spPr bwMode="auto">
              <a:xfrm flipV="1">
                <a:off x="6199" y="1997"/>
                <a:ext cx="0" cy="35"/>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0" name="Line 95">
                <a:extLst>
                  <a:ext uri="{FF2B5EF4-FFF2-40B4-BE49-F238E27FC236}">
                    <a16:creationId xmlns:a16="http://schemas.microsoft.com/office/drawing/2014/main" id="{8683DE63-EE3F-8031-F835-CBF5EA2E87EA}"/>
                  </a:ext>
                </a:extLst>
              </p:cNvPr>
              <p:cNvSpPr>
                <a:spLocks noChangeShapeType="1"/>
              </p:cNvSpPr>
              <p:nvPr/>
            </p:nvSpPr>
            <p:spPr bwMode="auto">
              <a:xfrm>
                <a:off x="6199" y="1931"/>
                <a:ext cx="0" cy="41"/>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1" name="Freeform 96">
                <a:extLst>
                  <a:ext uri="{FF2B5EF4-FFF2-40B4-BE49-F238E27FC236}">
                    <a16:creationId xmlns:a16="http://schemas.microsoft.com/office/drawing/2014/main" id="{3C176444-86DD-8485-E0A7-4CC8219F6CC5}"/>
                  </a:ext>
                </a:extLst>
              </p:cNvPr>
              <p:cNvSpPr>
                <a:spLocks/>
              </p:cNvSpPr>
              <p:nvPr/>
            </p:nvSpPr>
            <p:spPr bwMode="auto">
              <a:xfrm>
                <a:off x="6184" y="1972"/>
                <a:ext cx="30" cy="25"/>
              </a:xfrm>
              <a:custGeom>
                <a:avLst/>
                <a:gdLst>
                  <a:gd name="T0" fmla="*/ 15 w 30"/>
                  <a:gd name="T1" fmla="*/ 0 h 25"/>
                  <a:gd name="T2" fmla="*/ 0 w 30"/>
                  <a:gd name="T3" fmla="*/ 25 h 25"/>
                  <a:gd name="T4" fmla="*/ 30 w 30"/>
                  <a:gd name="T5" fmla="*/ 25 h 25"/>
                  <a:gd name="T6" fmla="*/ 15 w 30"/>
                  <a:gd name="T7" fmla="*/ 0 h 25"/>
                </a:gdLst>
                <a:ahLst/>
                <a:cxnLst>
                  <a:cxn ang="0">
                    <a:pos x="T0" y="T1"/>
                  </a:cxn>
                  <a:cxn ang="0">
                    <a:pos x="T2" y="T3"/>
                  </a:cxn>
                  <a:cxn ang="0">
                    <a:pos x="T4" y="T5"/>
                  </a:cxn>
                  <a:cxn ang="0">
                    <a:pos x="T6" y="T7"/>
                  </a:cxn>
                </a:cxnLst>
                <a:rect l="0" t="0" r="r" b="b"/>
                <a:pathLst>
                  <a:path w="30" h="25">
                    <a:moveTo>
                      <a:pt x="15" y="0"/>
                    </a:moveTo>
                    <a:lnTo>
                      <a:pt x="0" y="25"/>
                    </a:lnTo>
                    <a:lnTo>
                      <a:pt x="30" y="25"/>
                    </a:lnTo>
                    <a:lnTo>
                      <a:pt x="15"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2" name="Freeform 97">
                <a:extLst>
                  <a:ext uri="{FF2B5EF4-FFF2-40B4-BE49-F238E27FC236}">
                    <a16:creationId xmlns:a16="http://schemas.microsoft.com/office/drawing/2014/main" id="{1AE6D106-869E-E5D0-96B2-D80401E0A012}"/>
                  </a:ext>
                </a:extLst>
              </p:cNvPr>
              <p:cNvSpPr>
                <a:spLocks/>
              </p:cNvSpPr>
              <p:nvPr/>
            </p:nvSpPr>
            <p:spPr bwMode="auto">
              <a:xfrm>
                <a:off x="6184" y="1967"/>
                <a:ext cx="30" cy="10"/>
              </a:xfrm>
              <a:custGeom>
                <a:avLst/>
                <a:gdLst>
                  <a:gd name="T0" fmla="*/ 30 w 30"/>
                  <a:gd name="T1" fmla="*/ 0 h 10"/>
                  <a:gd name="T2" fmla="*/ 25 w 30"/>
                  <a:gd name="T3" fmla="*/ 5 h 10"/>
                  <a:gd name="T4" fmla="*/ 5 w 30"/>
                  <a:gd name="T5" fmla="*/ 5 h 10"/>
                  <a:gd name="T6" fmla="*/ 0 w 30"/>
                  <a:gd name="T7" fmla="*/ 10 h 10"/>
                </a:gdLst>
                <a:ahLst/>
                <a:cxnLst>
                  <a:cxn ang="0">
                    <a:pos x="T0" y="T1"/>
                  </a:cxn>
                  <a:cxn ang="0">
                    <a:pos x="T2" y="T3"/>
                  </a:cxn>
                  <a:cxn ang="0">
                    <a:pos x="T4" y="T5"/>
                  </a:cxn>
                  <a:cxn ang="0">
                    <a:pos x="T6" y="T7"/>
                  </a:cxn>
                </a:cxnLst>
                <a:rect l="0" t="0" r="r" b="b"/>
                <a:pathLst>
                  <a:path w="30" h="10">
                    <a:moveTo>
                      <a:pt x="30" y="0"/>
                    </a:moveTo>
                    <a:lnTo>
                      <a:pt x="25" y="5"/>
                    </a:lnTo>
                    <a:lnTo>
                      <a:pt x="5" y="5"/>
                    </a:lnTo>
                    <a:lnTo>
                      <a:pt x="0" y="1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3" name="Rectangle 98">
                <a:extLst>
                  <a:ext uri="{FF2B5EF4-FFF2-40B4-BE49-F238E27FC236}">
                    <a16:creationId xmlns:a16="http://schemas.microsoft.com/office/drawing/2014/main" id="{FB609669-60C2-E287-9460-6F4BFB199E65}"/>
                  </a:ext>
                </a:extLst>
              </p:cNvPr>
              <p:cNvSpPr>
                <a:spLocks noChangeArrowheads="1"/>
              </p:cNvSpPr>
              <p:nvPr/>
            </p:nvSpPr>
            <p:spPr bwMode="auto">
              <a:xfrm>
                <a:off x="6149" y="1881"/>
                <a:ext cx="13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Q402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4" name="Rectangle 99">
                <a:extLst>
                  <a:ext uri="{FF2B5EF4-FFF2-40B4-BE49-F238E27FC236}">
                    <a16:creationId xmlns:a16="http://schemas.microsoft.com/office/drawing/2014/main" id="{A9294BD8-8F8A-394E-D986-1F70CC09D476}"/>
                  </a:ext>
                </a:extLst>
              </p:cNvPr>
              <p:cNvSpPr>
                <a:spLocks noChangeArrowheads="1"/>
              </p:cNvSpPr>
              <p:nvPr/>
            </p:nvSpPr>
            <p:spPr bwMode="auto">
              <a:xfrm rot="16200000">
                <a:off x="6129" y="1936"/>
                <a:ext cx="30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MSJU04N80A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5" name="Freeform 100">
                <a:extLst>
                  <a:ext uri="{FF2B5EF4-FFF2-40B4-BE49-F238E27FC236}">
                    <a16:creationId xmlns:a16="http://schemas.microsoft.com/office/drawing/2014/main" id="{3B42563E-AB50-E894-94A9-710438ADDD22}"/>
                  </a:ext>
                </a:extLst>
              </p:cNvPr>
              <p:cNvSpPr>
                <a:spLocks/>
              </p:cNvSpPr>
              <p:nvPr/>
            </p:nvSpPr>
            <p:spPr bwMode="auto">
              <a:xfrm>
                <a:off x="6149" y="1881"/>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6" name="Rectangle 101">
                <a:extLst>
                  <a:ext uri="{FF2B5EF4-FFF2-40B4-BE49-F238E27FC236}">
                    <a16:creationId xmlns:a16="http://schemas.microsoft.com/office/drawing/2014/main" id="{38C7E4D3-B315-2377-C446-2F565DF2BD7F}"/>
                  </a:ext>
                </a:extLst>
              </p:cNvPr>
              <p:cNvSpPr>
                <a:spLocks noChangeArrowheads="1"/>
              </p:cNvSpPr>
              <p:nvPr/>
            </p:nvSpPr>
            <p:spPr bwMode="auto">
              <a:xfrm rot="16200000">
                <a:off x="6098" y="184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7" name="Rectangle 102">
                <a:extLst>
                  <a:ext uri="{FF2B5EF4-FFF2-40B4-BE49-F238E27FC236}">
                    <a16:creationId xmlns:a16="http://schemas.microsoft.com/office/drawing/2014/main" id="{0F49EA64-0FD9-09DF-EE13-97F3933EA417}"/>
                  </a:ext>
                </a:extLst>
              </p:cNvPr>
              <p:cNvSpPr>
                <a:spLocks noChangeArrowheads="1"/>
              </p:cNvSpPr>
              <p:nvPr/>
            </p:nvSpPr>
            <p:spPr bwMode="auto">
              <a:xfrm>
                <a:off x="6149" y="1891"/>
                <a:ext cx="1" cy="1"/>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03">
                <a:extLst>
                  <a:ext uri="{FF2B5EF4-FFF2-40B4-BE49-F238E27FC236}">
                    <a16:creationId xmlns:a16="http://schemas.microsoft.com/office/drawing/2014/main" id="{D352C6A8-2E1E-9940-091B-2A5604E03183}"/>
                  </a:ext>
                </a:extLst>
              </p:cNvPr>
              <p:cNvSpPr>
                <a:spLocks/>
              </p:cNvSpPr>
              <p:nvPr/>
            </p:nvSpPr>
            <p:spPr bwMode="auto">
              <a:xfrm>
                <a:off x="5998" y="1982"/>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9" name="Rectangle 104">
                <a:extLst>
                  <a:ext uri="{FF2B5EF4-FFF2-40B4-BE49-F238E27FC236}">
                    <a16:creationId xmlns:a16="http://schemas.microsoft.com/office/drawing/2014/main" id="{E3EBEF05-58F6-ED73-5716-F9EA716D3ED6}"/>
                  </a:ext>
                </a:extLst>
              </p:cNvPr>
              <p:cNvSpPr>
                <a:spLocks noChangeArrowheads="1"/>
              </p:cNvSpPr>
              <p:nvPr/>
            </p:nvSpPr>
            <p:spPr bwMode="auto">
              <a:xfrm>
                <a:off x="5987" y="192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0" name="Rectangle 105">
                <a:extLst>
                  <a:ext uri="{FF2B5EF4-FFF2-40B4-BE49-F238E27FC236}">
                    <a16:creationId xmlns:a16="http://schemas.microsoft.com/office/drawing/2014/main" id="{F063C6F1-3D35-69C2-1198-A432D173D4F6}"/>
                  </a:ext>
                </a:extLst>
              </p:cNvPr>
              <p:cNvSpPr>
                <a:spLocks noChangeArrowheads="1"/>
              </p:cNvSpPr>
              <p:nvPr/>
            </p:nvSpPr>
            <p:spPr bwMode="auto">
              <a:xfrm>
                <a:off x="5993" y="1992"/>
                <a:ext cx="1" cy="1"/>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06">
                <a:extLst>
                  <a:ext uri="{FF2B5EF4-FFF2-40B4-BE49-F238E27FC236}">
                    <a16:creationId xmlns:a16="http://schemas.microsoft.com/office/drawing/2014/main" id="{29AC345F-C10E-A130-8664-7F5271FC8405}"/>
                  </a:ext>
                </a:extLst>
              </p:cNvPr>
              <p:cNvSpPr>
                <a:spLocks/>
              </p:cNvSpPr>
              <p:nvPr/>
            </p:nvSpPr>
            <p:spPr bwMode="auto">
              <a:xfrm>
                <a:off x="6149" y="2032"/>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2" name="Rectangle 107">
                <a:extLst>
                  <a:ext uri="{FF2B5EF4-FFF2-40B4-BE49-F238E27FC236}">
                    <a16:creationId xmlns:a16="http://schemas.microsoft.com/office/drawing/2014/main" id="{BFA6F1DA-9883-B2D5-2CEC-FABC26148110}"/>
                  </a:ext>
                </a:extLst>
              </p:cNvPr>
              <p:cNvSpPr>
                <a:spLocks noChangeArrowheads="1"/>
              </p:cNvSpPr>
              <p:nvPr/>
            </p:nvSpPr>
            <p:spPr bwMode="auto">
              <a:xfrm rot="16200000">
                <a:off x="6098" y="2037"/>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3" name="Rectangle 108">
                <a:extLst>
                  <a:ext uri="{FF2B5EF4-FFF2-40B4-BE49-F238E27FC236}">
                    <a16:creationId xmlns:a16="http://schemas.microsoft.com/office/drawing/2014/main" id="{2646A195-D2A9-4499-4104-3DAFCAC587C8}"/>
                  </a:ext>
                </a:extLst>
              </p:cNvPr>
              <p:cNvSpPr>
                <a:spLocks noChangeArrowheads="1"/>
              </p:cNvSpPr>
              <p:nvPr/>
            </p:nvSpPr>
            <p:spPr bwMode="auto">
              <a:xfrm>
                <a:off x="6154" y="2042"/>
                <a:ext cx="1" cy="1"/>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109">
                <a:extLst>
                  <a:ext uri="{FF2B5EF4-FFF2-40B4-BE49-F238E27FC236}">
                    <a16:creationId xmlns:a16="http://schemas.microsoft.com/office/drawing/2014/main" id="{B3FA5E44-2883-60BD-E201-798741746E87}"/>
                  </a:ext>
                </a:extLst>
              </p:cNvPr>
              <p:cNvSpPr>
                <a:spLocks/>
              </p:cNvSpPr>
              <p:nvPr/>
            </p:nvSpPr>
            <p:spPr bwMode="auto">
              <a:xfrm>
                <a:off x="5846" y="4150"/>
                <a:ext cx="706" cy="0"/>
              </a:xfrm>
              <a:custGeom>
                <a:avLst/>
                <a:gdLst>
                  <a:gd name="T0" fmla="*/ 140 w 140"/>
                  <a:gd name="T1" fmla="*/ 0 w 140"/>
                  <a:gd name="T2" fmla="*/ 0 w 140"/>
                </a:gdLst>
                <a:ahLst/>
                <a:cxnLst>
                  <a:cxn ang="0">
                    <a:pos x="T0" y="0"/>
                  </a:cxn>
                  <a:cxn ang="0">
                    <a:pos x="T1" y="0"/>
                  </a:cxn>
                  <a:cxn ang="0">
                    <a:pos x="T2" y="0"/>
                  </a:cxn>
                </a:cxnLst>
                <a:rect l="0" t="0" r="r" b="b"/>
                <a:pathLst>
                  <a:path w="140">
                    <a:moveTo>
                      <a:pt x="1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5" name="Freeform 110">
                <a:extLst>
                  <a:ext uri="{FF2B5EF4-FFF2-40B4-BE49-F238E27FC236}">
                    <a16:creationId xmlns:a16="http://schemas.microsoft.com/office/drawing/2014/main" id="{946D4B1A-CF4D-0049-209B-573D69B14F19}"/>
                  </a:ext>
                </a:extLst>
              </p:cNvPr>
              <p:cNvSpPr>
                <a:spLocks/>
              </p:cNvSpPr>
              <p:nvPr/>
            </p:nvSpPr>
            <p:spPr bwMode="auto">
              <a:xfrm>
                <a:off x="3881" y="2083"/>
                <a:ext cx="0" cy="151"/>
              </a:xfrm>
              <a:custGeom>
                <a:avLst/>
                <a:gdLst>
                  <a:gd name="T0" fmla="*/ 0 h 30"/>
                  <a:gd name="T1" fmla="*/ 30 h 30"/>
                  <a:gd name="T2" fmla="*/ 30 h 30"/>
                </a:gdLst>
                <a:ahLst/>
                <a:cxnLst>
                  <a:cxn ang="0">
                    <a:pos x="0" y="T0"/>
                  </a:cxn>
                  <a:cxn ang="0">
                    <a:pos x="0" y="T1"/>
                  </a:cxn>
                  <a:cxn ang="0">
                    <a:pos x="0" y="T2"/>
                  </a:cxn>
                </a:cxnLst>
                <a:rect l="0" t="0" r="r" b="b"/>
                <a:pathLst>
                  <a:path h="30">
                    <a:moveTo>
                      <a:pt x="0" y="0"/>
                    </a:moveTo>
                    <a:lnTo>
                      <a:pt x="0" y="30"/>
                    </a:lnTo>
                    <a:lnTo>
                      <a:pt x="0" y="3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6" name="Freeform 111">
                <a:extLst>
                  <a:ext uri="{FF2B5EF4-FFF2-40B4-BE49-F238E27FC236}">
                    <a16:creationId xmlns:a16="http://schemas.microsoft.com/office/drawing/2014/main" id="{D84E808E-AE80-C479-1DE4-EAB34570E29A}"/>
                  </a:ext>
                </a:extLst>
              </p:cNvPr>
              <p:cNvSpPr>
                <a:spLocks/>
              </p:cNvSpPr>
              <p:nvPr/>
            </p:nvSpPr>
            <p:spPr bwMode="auto">
              <a:xfrm>
                <a:off x="4032" y="2788"/>
                <a:ext cx="353" cy="0"/>
              </a:xfrm>
              <a:custGeom>
                <a:avLst/>
                <a:gdLst>
                  <a:gd name="T0" fmla="*/ 0 w 70"/>
                  <a:gd name="T1" fmla="*/ 70 w 70"/>
                  <a:gd name="T2" fmla="*/ 70 w 70"/>
                </a:gdLst>
                <a:ahLst/>
                <a:cxnLst>
                  <a:cxn ang="0">
                    <a:pos x="T0" y="0"/>
                  </a:cxn>
                  <a:cxn ang="0">
                    <a:pos x="T1" y="0"/>
                  </a:cxn>
                  <a:cxn ang="0">
                    <a:pos x="T2" y="0"/>
                  </a:cxn>
                </a:cxnLst>
                <a:rect l="0" t="0" r="r" b="b"/>
                <a:pathLst>
                  <a:path w="70">
                    <a:moveTo>
                      <a:pt x="0" y="0"/>
                    </a:moveTo>
                    <a:lnTo>
                      <a:pt x="70" y="0"/>
                    </a:lnTo>
                    <a:lnTo>
                      <a:pt x="7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7" name="Freeform 112">
                <a:extLst>
                  <a:ext uri="{FF2B5EF4-FFF2-40B4-BE49-F238E27FC236}">
                    <a16:creationId xmlns:a16="http://schemas.microsoft.com/office/drawing/2014/main" id="{CF47E5D2-2696-7CEB-259C-EE1081B97F4D}"/>
                  </a:ext>
                </a:extLst>
              </p:cNvPr>
              <p:cNvSpPr>
                <a:spLocks/>
              </p:cNvSpPr>
              <p:nvPr/>
            </p:nvSpPr>
            <p:spPr bwMode="auto">
              <a:xfrm>
                <a:off x="4385" y="2788"/>
                <a:ext cx="0" cy="404"/>
              </a:xfrm>
              <a:custGeom>
                <a:avLst/>
                <a:gdLst>
                  <a:gd name="T0" fmla="*/ 0 h 80"/>
                  <a:gd name="T1" fmla="*/ 80 h 80"/>
                  <a:gd name="T2" fmla="*/ 80 h 80"/>
                </a:gdLst>
                <a:ahLst/>
                <a:cxnLst>
                  <a:cxn ang="0">
                    <a:pos x="0" y="T0"/>
                  </a:cxn>
                  <a:cxn ang="0">
                    <a:pos x="0" y="T1"/>
                  </a:cxn>
                  <a:cxn ang="0">
                    <a:pos x="0" y="T2"/>
                  </a:cxn>
                </a:cxnLst>
                <a:rect l="0" t="0" r="r" b="b"/>
                <a:pathLst>
                  <a:path h="80">
                    <a:moveTo>
                      <a:pt x="0" y="0"/>
                    </a:moveTo>
                    <a:lnTo>
                      <a:pt x="0" y="80"/>
                    </a:lnTo>
                    <a:lnTo>
                      <a:pt x="0" y="8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8" name="Freeform 113">
                <a:extLst>
                  <a:ext uri="{FF2B5EF4-FFF2-40B4-BE49-F238E27FC236}">
                    <a16:creationId xmlns:a16="http://schemas.microsoft.com/office/drawing/2014/main" id="{B8FFC2CB-7D9E-13D0-4BB1-287780F2865B}"/>
                  </a:ext>
                </a:extLst>
              </p:cNvPr>
              <p:cNvSpPr>
                <a:spLocks/>
              </p:cNvSpPr>
              <p:nvPr/>
            </p:nvSpPr>
            <p:spPr bwMode="auto">
              <a:xfrm>
                <a:off x="4032" y="3192"/>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9" name="Freeform 114">
                <a:extLst>
                  <a:ext uri="{FF2B5EF4-FFF2-40B4-BE49-F238E27FC236}">
                    <a16:creationId xmlns:a16="http://schemas.microsoft.com/office/drawing/2014/main" id="{D8A97A98-1104-94E6-EFDE-6C192E5E06B0}"/>
                  </a:ext>
                </a:extLst>
              </p:cNvPr>
              <p:cNvSpPr>
                <a:spLocks/>
              </p:cNvSpPr>
              <p:nvPr/>
            </p:nvSpPr>
            <p:spPr bwMode="auto">
              <a:xfrm>
                <a:off x="4032" y="2788"/>
                <a:ext cx="0" cy="404"/>
              </a:xfrm>
              <a:custGeom>
                <a:avLst/>
                <a:gdLst>
                  <a:gd name="T0" fmla="*/ 80 h 80"/>
                  <a:gd name="T1" fmla="*/ 0 h 80"/>
                  <a:gd name="T2" fmla="*/ 0 h 80"/>
                </a:gdLst>
                <a:ahLst/>
                <a:cxnLst>
                  <a:cxn ang="0">
                    <a:pos x="0" y="T0"/>
                  </a:cxn>
                  <a:cxn ang="0">
                    <a:pos x="0" y="T1"/>
                  </a:cxn>
                  <a:cxn ang="0">
                    <a:pos x="0" y="T2"/>
                  </a:cxn>
                </a:cxnLst>
                <a:rect l="0" t="0" r="r" b="b"/>
                <a:pathLst>
                  <a:path h="80">
                    <a:moveTo>
                      <a:pt x="0" y="8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0" name="Rectangle 115">
                <a:extLst>
                  <a:ext uri="{FF2B5EF4-FFF2-40B4-BE49-F238E27FC236}">
                    <a16:creationId xmlns:a16="http://schemas.microsoft.com/office/drawing/2014/main" id="{AD9FD614-C8FE-3548-BD37-2E8E409D6E2B}"/>
                  </a:ext>
                </a:extLst>
              </p:cNvPr>
              <p:cNvSpPr>
                <a:spLocks noChangeArrowheads="1"/>
              </p:cNvSpPr>
              <p:nvPr/>
            </p:nvSpPr>
            <p:spPr bwMode="auto">
              <a:xfrm>
                <a:off x="4133" y="2688"/>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U401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1" name="Rectangle 116">
                <a:extLst>
                  <a:ext uri="{FF2B5EF4-FFF2-40B4-BE49-F238E27FC236}">
                    <a16:creationId xmlns:a16="http://schemas.microsoft.com/office/drawing/2014/main" id="{245EDD31-2663-A980-1713-695ED6109A65}"/>
                  </a:ext>
                </a:extLst>
              </p:cNvPr>
              <p:cNvSpPr>
                <a:spLocks noChangeArrowheads="1"/>
              </p:cNvSpPr>
              <p:nvPr/>
            </p:nvSpPr>
            <p:spPr bwMode="auto">
              <a:xfrm>
                <a:off x="4083" y="2738"/>
                <a:ext cx="25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UCC28C54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2" name="Freeform 117">
                <a:extLst>
                  <a:ext uri="{FF2B5EF4-FFF2-40B4-BE49-F238E27FC236}">
                    <a16:creationId xmlns:a16="http://schemas.microsoft.com/office/drawing/2014/main" id="{809C5736-A8F2-C441-F49F-84CF35E65457}"/>
                  </a:ext>
                </a:extLst>
              </p:cNvPr>
              <p:cNvSpPr>
                <a:spLocks/>
              </p:cNvSpPr>
              <p:nvPr/>
            </p:nvSpPr>
            <p:spPr bwMode="auto">
              <a:xfrm>
                <a:off x="4385" y="304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3" name="Rectangle 118">
                <a:extLst>
                  <a:ext uri="{FF2B5EF4-FFF2-40B4-BE49-F238E27FC236}">
                    <a16:creationId xmlns:a16="http://schemas.microsoft.com/office/drawing/2014/main" id="{221A6F3F-25C4-4CB1-8F41-AA0E76E61AA0}"/>
                  </a:ext>
                </a:extLst>
              </p:cNvPr>
              <p:cNvSpPr>
                <a:spLocks noChangeArrowheads="1"/>
              </p:cNvSpPr>
              <p:nvPr/>
            </p:nvSpPr>
            <p:spPr bwMode="auto">
              <a:xfrm>
                <a:off x="4420" y="298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4" name="Rectangle 119">
                <a:extLst>
                  <a:ext uri="{FF2B5EF4-FFF2-40B4-BE49-F238E27FC236}">
                    <a16:creationId xmlns:a16="http://schemas.microsoft.com/office/drawing/2014/main" id="{B2DC8BC9-2155-D757-1474-EDA048668813}"/>
                  </a:ext>
                </a:extLst>
              </p:cNvPr>
              <p:cNvSpPr>
                <a:spLocks noChangeArrowheads="1"/>
              </p:cNvSpPr>
              <p:nvPr/>
            </p:nvSpPr>
            <p:spPr bwMode="auto">
              <a:xfrm>
                <a:off x="4239" y="3020"/>
                <a:ext cx="15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COMP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5" name="Freeform 120">
                <a:extLst>
                  <a:ext uri="{FF2B5EF4-FFF2-40B4-BE49-F238E27FC236}">
                    <a16:creationId xmlns:a16="http://schemas.microsoft.com/office/drawing/2014/main" id="{FBE817AC-EE8F-6605-D24C-E4FA09CAC189}"/>
                  </a:ext>
                </a:extLst>
              </p:cNvPr>
              <p:cNvSpPr>
                <a:spLocks/>
              </p:cNvSpPr>
              <p:nvPr/>
            </p:nvSpPr>
            <p:spPr bwMode="auto">
              <a:xfrm>
                <a:off x="3982" y="3141"/>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6" name="Rectangle 121">
                <a:extLst>
                  <a:ext uri="{FF2B5EF4-FFF2-40B4-BE49-F238E27FC236}">
                    <a16:creationId xmlns:a16="http://schemas.microsoft.com/office/drawing/2014/main" id="{67B2F9EF-FABE-3A19-7388-FC119F2A3D0D}"/>
                  </a:ext>
                </a:extLst>
              </p:cNvPr>
              <p:cNvSpPr>
                <a:spLocks noChangeArrowheads="1"/>
              </p:cNvSpPr>
              <p:nvPr/>
            </p:nvSpPr>
            <p:spPr bwMode="auto">
              <a:xfrm>
                <a:off x="3972" y="308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7" name="Rectangle 122">
                <a:extLst>
                  <a:ext uri="{FF2B5EF4-FFF2-40B4-BE49-F238E27FC236}">
                    <a16:creationId xmlns:a16="http://schemas.microsoft.com/office/drawing/2014/main" id="{C1172F05-E2FE-3715-8F4C-2340A2E6B7D4}"/>
                  </a:ext>
                </a:extLst>
              </p:cNvPr>
              <p:cNvSpPr>
                <a:spLocks noChangeArrowheads="1"/>
              </p:cNvSpPr>
              <p:nvPr/>
            </p:nvSpPr>
            <p:spPr bwMode="auto">
              <a:xfrm>
                <a:off x="4037" y="3116"/>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GND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8" name="Freeform 123">
                <a:extLst>
                  <a:ext uri="{FF2B5EF4-FFF2-40B4-BE49-F238E27FC236}">
                    <a16:creationId xmlns:a16="http://schemas.microsoft.com/office/drawing/2014/main" id="{6A5CED93-13D7-4956-4C64-CC5ED5E8F081}"/>
                  </a:ext>
                </a:extLst>
              </p:cNvPr>
              <p:cNvSpPr>
                <a:spLocks/>
              </p:cNvSpPr>
              <p:nvPr/>
            </p:nvSpPr>
            <p:spPr bwMode="auto">
              <a:xfrm>
                <a:off x="4385" y="3141"/>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9" name="Rectangle 124">
                <a:extLst>
                  <a:ext uri="{FF2B5EF4-FFF2-40B4-BE49-F238E27FC236}">
                    <a16:creationId xmlns:a16="http://schemas.microsoft.com/office/drawing/2014/main" id="{FBE7C09A-074A-980F-F82F-C1A2CED3ACE6}"/>
                  </a:ext>
                </a:extLst>
              </p:cNvPr>
              <p:cNvSpPr>
                <a:spLocks noChangeArrowheads="1"/>
              </p:cNvSpPr>
              <p:nvPr/>
            </p:nvSpPr>
            <p:spPr bwMode="auto">
              <a:xfrm>
                <a:off x="4420" y="308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0" name="Rectangle 125">
                <a:extLst>
                  <a:ext uri="{FF2B5EF4-FFF2-40B4-BE49-F238E27FC236}">
                    <a16:creationId xmlns:a16="http://schemas.microsoft.com/office/drawing/2014/main" id="{230CC755-B410-7728-CE6A-A526AC1D84EC}"/>
                  </a:ext>
                </a:extLst>
              </p:cNvPr>
              <p:cNvSpPr>
                <a:spLocks noChangeArrowheads="1"/>
              </p:cNvSpPr>
              <p:nvPr/>
            </p:nvSpPr>
            <p:spPr bwMode="auto">
              <a:xfrm>
                <a:off x="4309" y="3121"/>
                <a:ext cx="8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1" name="Freeform 126">
                <a:extLst>
                  <a:ext uri="{FF2B5EF4-FFF2-40B4-BE49-F238E27FC236}">
                    <a16:creationId xmlns:a16="http://schemas.microsoft.com/office/drawing/2014/main" id="{CBB961B2-5110-F56D-8D2D-AAB88FDA771E}"/>
                  </a:ext>
                </a:extLst>
              </p:cNvPr>
              <p:cNvSpPr>
                <a:spLocks/>
              </p:cNvSpPr>
              <p:nvPr/>
            </p:nvSpPr>
            <p:spPr bwMode="auto">
              <a:xfrm>
                <a:off x="3982" y="304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2" name="Rectangle 127">
                <a:extLst>
                  <a:ext uri="{FF2B5EF4-FFF2-40B4-BE49-F238E27FC236}">
                    <a16:creationId xmlns:a16="http://schemas.microsoft.com/office/drawing/2014/main" id="{FB94F613-647F-8D3A-03F0-78A9B1D0C428}"/>
                  </a:ext>
                </a:extLst>
              </p:cNvPr>
              <p:cNvSpPr>
                <a:spLocks noChangeArrowheads="1"/>
              </p:cNvSpPr>
              <p:nvPr/>
            </p:nvSpPr>
            <p:spPr bwMode="auto">
              <a:xfrm>
                <a:off x="3972" y="298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3" name="Rectangle 128">
                <a:extLst>
                  <a:ext uri="{FF2B5EF4-FFF2-40B4-BE49-F238E27FC236}">
                    <a16:creationId xmlns:a16="http://schemas.microsoft.com/office/drawing/2014/main" id="{DF1A5B78-D175-0CAD-2C0F-253D131B6C14}"/>
                  </a:ext>
                </a:extLst>
              </p:cNvPr>
              <p:cNvSpPr>
                <a:spLocks noChangeArrowheads="1"/>
              </p:cNvSpPr>
              <p:nvPr/>
            </p:nvSpPr>
            <p:spPr bwMode="auto">
              <a:xfrm>
                <a:off x="4037" y="3020"/>
                <a:ext cx="15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RT/CT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4" name="Freeform 129">
                <a:extLst>
                  <a:ext uri="{FF2B5EF4-FFF2-40B4-BE49-F238E27FC236}">
                    <a16:creationId xmlns:a16="http://schemas.microsoft.com/office/drawing/2014/main" id="{A3EB3C38-400B-91DA-9984-E02341FC64EA}"/>
                  </a:ext>
                </a:extLst>
              </p:cNvPr>
              <p:cNvSpPr>
                <a:spLocks/>
              </p:cNvSpPr>
              <p:nvPr/>
            </p:nvSpPr>
            <p:spPr bwMode="auto">
              <a:xfrm>
                <a:off x="3982" y="2839"/>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5" name="Rectangle 130">
                <a:extLst>
                  <a:ext uri="{FF2B5EF4-FFF2-40B4-BE49-F238E27FC236}">
                    <a16:creationId xmlns:a16="http://schemas.microsoft.com/office/drawing/2014/main" id="{17A69B84-68AF-B10C-95B2-23725CDDB4B9}"/>
                  </a:ext>
                </a:extLst>
              </p:cNvPr>
              <p:cNvSpPr>
                <a:spLocks noChangeArrowheads="1"/>
              </p:cNvSpPr>
              <p:nvPr/>
            </p:nvSpPr>
            <p:spPr bwMode="auto">
              <a:xfrm>
                <a:off x="3972" y="2778"/>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6" name="Rectangle 131">
                <a:extLst>
                  <a:ext uri="{FF2B5EF4-FFF2-40B4-BE49-F238E27FC236}">
                    <a16:creationId xmlns:a16="http://schemas.microsoft.com/office/drawing/2014/main" id="{D02031A2-423B-D276-EEE3-A502A005A362}"/>
                  </a:ext>
                </a:extLst>
              </p:cNvPr>
              <p:cNvSpPr>
                <a:spLocks noChangeArrowheads="1"/>
              </p:cNvSpPr>
              <p:nvPr/>
            </p:nvSpPr>
            <p:spPr bwMode="auto">
              <a:xfrm>
                <a:off x="4037" y="2819"/>
                <a:ext cx="11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VDD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7" name="Freeform 132">
                <a:extLst>
                  <a:ext uri="{FF2B5EF4-FFF2-40B4-BE49-F238E27FC236}">
                    <a16:creationId xmlns:a16="http://schemas.microsoft.com/office/drawing/2014/main" id="{056A1CBA-7F56-DA3C-95FA-7318710CB134}"/>
                  </a:ext>
                </a:extLst>
              </p:cNvPr>
              <p:cNvSpPr>
                <a:spLocks/>
              </p:cNvSpPr>
              <p:nvPr/>
            </p:nvSpPr>
            <p:spPr bwMode="auto">
              <a:xfrm>
                <a:off x="4385" y="294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8" name="Rectangle 133">
                <a:extLst>
                  <a:ext uri="{FF2B5EF4-FFF2-40B4-BE49-F238E27FC236}">
                    <a16:creationId xmlns:a16="http://schemas.microsoft.com/office/drawing/2014/main" id="{0899FCD4-867A-3A60-391C-57B7D465CA3A}"/>
                  </a:ext>
                </a:extLst>
              </p:cNvPr>
              <p:cNvSpPr>
                <a:spLocks noChangeArrowheads="1"/>
              </p:cNvSpPr>
              <p:nvPr/>
            </p:nvSpPr>
            <p:spPr bwMode="auto">
              <a:xfrm>
                <a:off x="4420" y="2879"/>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9" name="Rectangle 134">
                <a:extLst>
                  <a:ext uri="{FF2B5EF4-FFF2-40B4-BE49-F238E27FC236}">
                    <a16:creationId xmlns:a16="http://schemas.microsoft.com/office/drawing/2014/main" id="{B44BC680-011F-C749-7C4D-B3D6B6DB9148}"/>
                  </a:ext>
                </a:extLst>
              </p:cNvPr>
              <p:cNvSpPr>
                <a:spLocks noChangeArrowheads="1"/>
              </p:cNvSpPr>
              <p:nvPr/>
            </p:nvSpPr>
            <p:spPr bwMode="auto">
              <a:xfrm>
                <a:off x="4320" y="2919"/>
                <a:ext cx="8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0" name="Freeform 135">
                <a:extLst>
                  <a:ext uri="{FF2B5EF4-FFF2-40B4-BE49-F238E27FC236}">
                    <a16:creationId xmlns:a16="http://schemas.microsoft.com/office/drawing/2014/main" id="{7BF5C61A-1049-3B9A-4CCC-D72925343CE6}"/>
                  </a:ext>
                </a:extLst>
              </p:cNvPr>
              <p:cNvSpPr>
                <a:spLocks/>
              </p:cNvSpPr>
              <p:nvPr/>
            </p:nvSpPr>
            <p:spPr bwMode="auto">
              <a:xfrm>
                <a:off x="4385" y="2839"/>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1" name="Rectangle 136">
                <a:extLst>
                  <a:ext uri="{FF2B5EF4-FFF2-40B4-BE49-F238E27FC236}">
                    <a16:creationId xmlns:a16="http://schemas.microsoft.com/office/drawing/2014/main" id="{035C61A9-EAB1-D923-36C3-CD7A4E8A292D}"/>
                  </a:ext>
                </a:extLst>
              </p:cNvPr>
              <p:cNvSpPr>
                <a:spLocks noChangeArrowheads="1"/>
              </p:cNvSpPr>
              <p:nvPr/>
            </p:nvSpPr>
            <p:spPr bwMode="auto">
              <a:xfrm>
                <a:off x="4420" y="2778"/>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2" name="Rectangle 137">
                <a:extLst>
                  <a:ext uri="{FF2B5EF4-FFF2-40B4-BE49-F238E27FC236}">
                    <a16:creationId xmlns:a16="http://schemas.microsoft.com/office/drawing/2014/main" id="{1624B344-C4DA-0169-12C9-A90B504DF5F5}"/>
                  </a:ext>
                </a:extLst>
              </p:cNvPr>
              <p:cNvSpPr>
                <a:spLocks noChangeArrowheads="1"/>
              </p:cNvSpPr>
              <p:nvPr/>
            </p:nvSpPr>
            <p:spPr bwMode="auto">
              <a:xfrm>
                <a:off x="4279" y="2819"/>
                <a:ext cx="11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OUT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3" name="Freeform 138">
                <a:extLst>
                  <a:ext uri="{FF2B5EF4-FFF2-40B4-BE49-F238E27FC236}">
                    <a16:creationId xmlns:a16="http://schemas.microsoft.com/office/drawing/2014/main" id="{52D13C47-77D4-2CA5-0B91-320E9A859A46}"/>
                  </a:ext>
                </a:extLst>
              </p:cNvPr>
              <p:cNvSpPr>
                <a:spLocks/>
              </p:cNvSpPr>
              <p:nvPr/>
            </p:nvSpPr>
            <p:spPr bwMode="auto">
              <a:xfrm>
                <a:off x="3982" y="294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4" name="Rectangle 139">
                <a:extLst>
                  <a:ext uri="{FF2B5EF4-FFF2-40B4-BE49-F238E27FC236}">
                    <a16:creationId xmlns:a16="http://schemas.microsoft.com/office/drawing/2014/main" id="{7233EC3B-F834-FF59-89A7-0F9AF2B71745}"/>
                  </a:ext>
                </a:extLst>
              </p:cNvPr>
              <p:cNvSpPr>
                <a:spLocks noChangeArrowheads="1"/>
              </p:cNvSpPr>
              <p:nvPr/>
            </p:nvSpPr>
            <p:spPr bwMode="auto">
              <a:xfrm>
                <a:off x="3972" y="2879"/>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5" name="Rectangle 140">
                <a:extLst>
                  <a:ext uri="{FF2B5EF4-FFF2-40B4-BE49-F238E27FC236}">
                    <a16:creationId xmlns:a16="http://schemas.microsoft.com/office/drawing/2014/main" id="{C9DC12EB-012F-82CF-4325-D0F8763B0F82}"/>
                  </a:ext>
                </a:extLst>
              </p:cNvPr>
              <p:cNvSpPr>
                <a:spLocks noChangeArrowheads="1"/>
              </p:cNvSpPr>
              <p:nvPr/>
            </p:nvSpPr>
            <p:spPr bwMode="auto">
              <a:xfrm>
                <a:off x="4037" y="2919"/>
                <a:ext cx="14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6" name="Freeform 141">
                <a:extLst>
                  <a:ext uri="{FF2B5EF4-FFF2-40B4-BE49-F238E27FC236}">
                    <a16:creationId xmlns:a16="http://schemas.microsoft.com/office/drawing/2014/main" id="{92F1D8D7-703F-86F3-8105-AF7E89AF20D2}"/>
                  </a:ext>
                </a:extLst>
              </p:cNvPr>
              <p:cNvSpPr>
                <a:spLocks/>
              </p:cNvSpPr>
              <p:nvPr/>
            </p:nvSpPr>
            <p:spPr bwMode="auto">
              <a:xfrm>
                <a:off x="5846" y="1982"/>
                <a:ext cx="0" cy="302"/>
              </a:xfrm>
              <a:custGeom>
                <a:avLst/>
                <a:gdLst>
                  <a:gd name="T0" fmla="*/ 60 h 60"/>
                  <a:gd name="T1" fmla="*/ 0 h 60"/>
                  <a:gd name="T2" fmla="*/ 0 h 60"/>
                </a:gdLst>
                <a:ahLst/>
                <a:cxnLst>
                  <a:cxn ang="0">
                    <a:pos x="0" y="T0"/>
                  </a:cxn>
                  <a:cxn ang="0">
                    <a:pos x="0" y="T1"/>
                  </a:cxn>
                  <a:cxn ang="0">
                    <a:pos x="0" y="T2"/>
                  </a:cxn>
                </a:cxnLst>
                <a:rect l="0" t="0" r="r" b="b"/>
                <a:pathLst>
                  <a:path h="60">
                    <a:moveTo>
                      <a:pt x="0" y="6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7" name="Oval 142">
                <a:extLst>
                  <a:ext uri="{FF2B5EF4-FFF2-40B4-BE49-F238E27FC236}">
                    <a16:creationId xmlns:a16="http://schemas.microsoft.com/office/drawing/2014/main" id="{E0D8E4A3-34BD-C78E-4FB5-8BE3CEA9B2D7}"/>
                  </a:ext>
                </a:extLst>
              </p:cNvPr>
              <p:cNvSpPr>
                <a:spLocks noChangeArrowheads="1"/>
              </p:cNvSpPr>
              <p:nvPr/>
            </p:nvSpPr>
            <p:spPr bwMode="auto">
              <a:xfrm>
                <a:off x="5836" y="1972"/>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8" name="Freeform 143">
                <a:extLst>
                  <a:ext uri="{FF2B5EF4-FFF2-40B4-BE49-F238E27FC236}">
                    <a16:creationId xmlns:a16="http://schemas.microsoft.com/office/drawing/2014/main" id="{787CAA96-EB9F-22B7-2173-7602A1656243}"/>
                  </a:ext>
                </a:extLst>
              </p:cNvPr>
              <p:cNvSpPr>
                <a:spLocks/>
              </p:cNvSpPr>
              <p:nvPr/>
            </p:nvSpPr>
            <p:spPr bwMode="auto">
              <a:xfrm>
                <a:off x="4234" y="1931"/>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9" name="Oval 144">
                <a:extLst>
                  <a:ext uri="{FF2B5EF4-FFF2-40B4-BE49-F238E27FC236}">
                    <a16:creationId xmlns:a16="http://schemas.microsoft.com/office/drawing/2014/main" id="{1BA6BD76-95AA-1847-903E-32B9781CC30B}"/>
                  </a:ext>
                </a:extLst>
              </p:cNvPr>
              <p:cNvSpPr>
                <a:spLocks noChangeArrowheads="1"/>
              </p:cNvSpPr>
              <p:nvPr/>
            </p:nvSpPr>
            <p:spPr bwMode="auto">
              <a:xfrm>
                <a:off x="4224" y="1921"/>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0" name="Freeform 145">
                <a:extLst>
                  <a:ext uri="{FF2B5EF4-FFF2-40B4-BE49-F238E27FC236}">
                    <a16:creationId xmlns:a16="http://schemas.microsoft.com/office/drawing/2014/main" id="{27935CB4-FF3D-A783-08E3-876B564AC979}"/>
                  </a:ext>
                </a:extLst>
              </p:cNvPr>
              <p:cNvSpPr>
                <a:spLocks/>
              </p:cNvSpPr>
              <p:nvPr/>
            </p:nvSpPr>
            <p:spPr bwMode="auto">
              <a:xfrm>
                <a:off x="4536" y="1931"/>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1" name="Rectangle 146">
                <a:extLst>
                  <a:ext uri="{FF2B5EF4-FFF2-40B4-BE49-F238E27FC236}">
                    <a16:creationId xmlns:a16="http://schemas.microsoft.com/office/drawing/2014/main" id="{A5B8DA2E-FC53-7776-1DB2-26E09C49DBC4}"/>
                  </a:ext>
                </a:extLst>
              </p:cNvPr>
              <p:cNvSpPr>
                <a:spLocks noChangeArrowheads="1"/>
              </p:cNvSpPr>
              <p:nvPr/>
            </p:nvSpPr>
            <p:spPr bwMode="auto">
              <a:xfrm>
                <a:off x="4597" y="1876"/>
                <a:ext cx="22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2" name="Freeform 147">
                <a:extLst>
                  <a:ext uri="{FF2B5EF4-FFF2-40B4-BE49-F238E27FC236}">
                    <a16:creationId xmlns:a16="http://schemas.microsoft.com/office/drawing/2014/main" id="{AB2E06CA-2079-0C83-5711-C0C5388228FA}"/>
                  </a:ext>
                </a:extLst>
              </p:cNvPr>
              <p:cNvSpPr>
                <a:spLocks/>
              </p:cNvSpPr>
              <p:nvPr/>
            </p:nvSpPr>
            <p:spPr bwMode="auto">
              <a:xfrm>
                <a:off x="5645" y="3343"/>
                <a:ext cx="0" cy="151"/>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3" name="Freeform 148">
                <a:extLst>
                  <a:ext uri="{FF2B5EF4-FFF2-40B4-BE49-F238E27FC236}">
                    <a16:creationId xmlns:a16="http://schemas.microsoft.com/office/drawing/2014/main" id="{E038529F-53C2-E83A-FAB4-8A48C35F42CD}"/>
                  </a:ext>
                </a:extLst>
              </p:cNvPr>
              <p:cNvSpPr>
                <a:spLocks/>
              </p:cNvSpPr>
              <p:nvPr/>
            </p:nvSpPr>
            <p:spPr bwMode="auto">
              <a:xfrm>
                <a:off x="5443" y="3343"/>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4" name="Oval 149">
                <a:extLst>
                  <a:ext uri="{FF2B5EF4-FFF2-40B4-BE49-F238E27FC236}">
                    <a16:creationId xmlns:a16="http://schemas.microsoft.com/office/drawing/2014/main" id="{9F78DB64-3F26-DD4B-5623-D05E091F0446}"/>
                  </a:ext>
                </a:extLst>
              </p:cNvPr>
              <p:cNvSpPr>
                <a:spLocks noChangeArrowheads="1"/>
              </p:cNvSpPr>
              <p:nvPr/>
            </p:nvSpPr>
            <p:spPr bwMode="auto">
              <a:xfrm>
                <a:off x="5635" y="3333"/>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5" name="Freeform 150">
                <a:extLst>
                  <a:ext uri="{FF2B5EF4-FFF2-40B4-BE49-F238E27FC236}">
                    <a16:creationId xmlns:a16="http://schemas.microsoft.com/office/drawing/2014/main" id="{40C47878-B0D3-C56E-7E0B-8F0B17B57CA2}"/>
                  </a:ext>
                </a:extLst>
              </p:cNvPr>
              <p:cNvSpPr>
                <a:spLocks/>
              </p:cNvSpPr>
              <p:nvPr/>
            </p:nvSpPr>
            <p:spPr bwMode="auto">
              <a:xfrm>
                <a:off x="5443" y="1830"/>
                <a:ext cx="101" cy="0"/>
              </a:xfrm>
              <a:custGeom>
                <a:avLst/>
                <a:gdLst>
                  <a:gd name="T0" fmla="*/ 20 w 20"/>
                  <a:gd name="T1" fmla="*/ 0 w 20"/>
                  <a:gd name="T2" fmla="*/ 0 w 20"/>
                </a:gdLst>
                <a:ahLst/>
                <a:cxnLst>
                  <a:cxn ang="0">
                    <a:pos x="T0" y="0"/>
                  </a:cxn>
                  <a:cxn ang="0">
                    <a:pos x="T1" y="0"/>
                  </a:cxn>
                  <a:cxn ang="0">
                    <a:pos x="T2" y="0"/>
                  </a:cxn>
                </a:cxnLst>
                <a:rect l="0" t="0" r="r" b="b"/>
                <a:pathLst>
                  <a:path w="20">
                    <a:moveTo>
                      <a:pt x="2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6" name="Freeform 151">
                <a:extLst>
                  <a:ext uri="{FF2B5EF4-FFF2-40B4-BE49-F238E27FC236}">
                    <a16:creationId xmlns:a16="http://schemas.microsoft.com/office/drawing/2014/main" id="{FFB01F59-375C-B5AE-2C53-E27B78B1CD57}"/>
                  </a:ext>
                </a:extLst>
              </p:cNvPr>
              <p:cNvSpPr>
                <a:spLocks/>
              </p:cNvSpPr>
              <p:nvPr/>
            </p:nvSpPr>
            <p:spPr bwMode="auto">
              <a:xfrm>
                <a:off x="5826" y="242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7" name="Freeform 152">
                <a:extLst>
                  <a:ext uri="{FF2B5EF4-FFF2-40B4-BE49-F238E27FC236}">
                    <a16:creationId xmlns:a16="http://schemas.microsoft.com/office/drawing/2014/main" id="{BFE8D990-A6B7-E062-816F-951B226EABB9}"/>
                  </a:ext>
                </a:extLst>
              </p:cNvPr>
              <p:cNvSpPr>
                <a:spLocks/>
              </p:cNvSpPr>
              <p:nvPr/>
            </p:nvSpPr>
            <p:spPr bwMode="auto">
              <a:xfrm>
                <a:off x="5826" y="2405"/>
                <a:ext cx="41"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8" name="Freeform 153">
                <a:extLst>
                  <a:ext uri="{FF2B5EF4-FFF2-40B4-BE49-F238E27FC236}">
                    <a16:creationId xmlns:a16="http://schemas.microsoft.com/office/drawing/2014/main" id="{89442CAF-A0A7-ACD4-BBD4-552060587AB4}"/>
                  </a:ext>
                </a:extLst>
              </p:cNvPr>
              <p:cNvSpPr>
                <a:spLocks/>
              </p:cNvSpPr>
              <p:nvPr/>
            </p:nvSpPr>
            <p:spPr bwMode="auto">
              <a:xfrm>
                <a:off x="5826" y="2390"/>
                <a:ext cx="41"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9" name="Freeform 154">
                <a:extLst>
                  <a:ext uri="{FF2B5EF4-FFF2-40B4-BE49-F238E27FC236}">
                    <a16:creationId xmlns:a16="http://schemas.microsoft.com/office/drawing/2014/main" id="{954E8199-7401-61FB-7F64-780B85694887}"/>
                  </a:ext>
                </a:extLst>
              </p:cNvPr>
              <p:cNvSpPr>
                <a:spLocks/>
              </p:cNvSpPr>
              <p:nvPr/>
            </p:nvSpPr>
            <p:spPr bwMode="auto">
              <a:xfrm>
                <a:off x="5826" y="2375"/>
                <a:ext cx="41"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0" name="Freeform 155">
                <a:extLst>
                  <a:ext uri="{FF2B5EF4-FFF2-40B4-BE49-F238E27FC236}">
                    <a16:creationId xmlns:a16="http://schemas.microsoft.com/office/drawing/2014/main" id="{6311CB20-3733-9E1A-2559-CCFC38A176BB}"/>
                  </a:ext>
                </a:extLst>
              </p:cNvPr>
              <p:cNvSpPr>
                <a:spLocks/>
              </p:cNvSpPr>
              <p:nvPr/>
            </p:nvSpPr>
            <p:spPr bwMode="auto">
              <a:xfrm>
                <a:off x="5826" y="2360"/>
                <a:ext cx="41"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1" name="Freeform 156">
                <a:extLst>
                  <a:ext uri="{FF2B5EF4-FFF2-40B4-BE49-F238E27FC236}">
                    <a16:creationId xmlns:a16="http://schemas.microsoft.com/office/drawing/2014/main" id="{B9008B63-1B83-C642-840D-0726A29B3DDA}"/>
                  </a:ext>
                </a:extLst>
              </p:cNvPr>
              <p:cNvSpPr>
                <a:spLocks/>
              </p:cNvSpPr>
              <p:nvPr/>
            </p:nvSpPr>
            <p:spPr bwMode="auto">
              <a:xfrm>
                <a:off x="5826" y="2345"/>
                <a:ext cx="41"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2" name="Freeform 157">
                <a:extLst>
                  <a:ext uri="{FF2B5EF4-FFF2-40B4-BE49-F238E27FC236}">
                    <a16:creationId xmlns:a16="http://schemas.microsoft.com/office/drawing/2014/main" id="{FA55F15F-0AEA-78FD-071E-02AB488E25DC}"/>
                  </a:ext>
                </a:extLst>
              </p:cNvPr>
              <p:cNvSpPr>
                <a:spLocks/>
              </p:cNvSpPr>
              <p:nvPr/>
            </p:nvSpPr>
            <p:spPr bwMode="auto">
              <a:xfrm>
                <a:off x="5846" y="2335"/>
                <a:ext cx="21"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3" name="Freeform 158">
                <a:extLst>
                  <a:ext uri="{FF2B5EF4-FFF2-40B4-BE49-F238E27FC236}">
                    <a16:creationId xmlns:a16="http://schemas.microsoft.com/office/drawing/2014/main" id="{094AB17B-4A63-468A-0669-458EDD221D40}"/>
                  </a:ext>
                </a:extLst>
              </p:cNvPr>
              <p:cNvSpPr>
                <a:spLocks/>
              </p:cNvSpPr>
              <p:nvPr/>
            </p:nvSpPr>
            <p:spPr bwMode="auto">
              <a:xfrm>
                <a:off x="5846" y="2430"/>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4" name="Rectangle 159">
                <a:extLst>
                  <a:ext uri="{FF2B5EF4-FFF2-40B4-BE49-F238E27FC236}">
                    <a16:creationId xmlns:a16="http://schemas.microsoft.com/office/drawing/2014/main" id="{6A5CF30E-A524-2191-F75B-50F9036C10EF}"/>
                  </a:ext>
                </a:extLst>
              </p:cNvPr>
              <p:cNvSpPr>
                <a:spLocks noChangeArrowheads="1"/>
              </p:cNvSpPr>
              <p:nvPr/>
            </p:nvSpPr>
            <p:spPr bwMode="auto">
              <a:xfrm>
                <a:off x="5846" y="228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5" name="Rectangle 160">
                <a:extLst>
                  <a:ext uri="{FF2B5EF4-FFF2-40B4-BE49-F238E27FC236}">
                    <a16:creationId xmlns:a16="http://schemas.microsoft.com/office/drawing/2014/main" id="{1667B0C0-931E-FD43-096C-0AAF0C7689C8}"/>
                  </a:ext>
                </a:extLst>
              </p:cNvPr>
              <p:cNvSpPr>
                <a:spLocks noChangeArrowheads="1"/>
              </p:cNvSpPr>
              <p:nvPr/>
            </p:nvSpPr>
            <p:spPr bwMode="auto">
              <a:xfrm>
                <a:off x="5846" y="2435"/>
                <a:ext cx="13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4.99K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6" name="Freeform 161">
                <a:extLst>
                  <a:ext uri="{FF2B5EF4-FFF2-40B4-BE49-F238E27FC236}">
                    <a16:creationId xmlns:a16="http://schemas.microsoft.com/office/drawing/2014/main" id="{53531350-36B4-839F-E8F2-967A75468EC5}"/>
                  </a:ext>
                </a:extLst>
              </p:cNvPr>
              <p:cNvSpPr>
                <a:spLocks/>
              </p:cNvSpPr>
              <p:nvPr/>
            </p:nvSpPr>
            <p:spPr bwMode="auto">
              <a:xfrm>
                <a:off x="5846" y="2284"/>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7" name="Freeform 162">
                <a:extLst>
                  <a:ext uri="{FF2B5EF4-FFF2-40B4-BE49-F238E27FC236}">
                    <a16:creationId xmlns:a16="http://schemas.microsoft.com/office/drawing/2014/main" id="{473684B5-6896-55F3-23C5-840D41C5A52F}"/>
                  </a:ext>
                </a:extLst>
              </p:cNvPr>
              <p:cNvSpPr>
                <a:spLocks/>
              </p:cNvSpPr>
              <p:nvPr/>
            </p:nvSpPr>
            <p:spPr bwMode="auto">
              <a:xfrm>
                <a:off x="5846" y="2435"/>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8" name="Freeform 163">
                <a:extLst>
                  <a:ext uri="{FF2B5EF4-FFF2-40B4-BE49-F238E27FC236}">
                    <a16:creationId xmlns:a16="http://schemas.microsoft.com/office/drawing/2014/main" id="{04A73DA1-63A5-4388-E5CB-F7209FD9BC2C}"/>
                  </a:ext>
                </a:extLst>
              </p:cNvPr>
              <p:cNvSpPr>
                <a:spLocks/>
              </p:cNvSpPr>
              <p:nvPr/>
            </p:nvSpPr>
            <p:spPr bwMode="auto">
              <a:xfrm>
                <a:off x="5448" y="1962"/>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9" name="Freeform 164">
                <a:extLst>
                  <a:ext uri="{FF2B5EF4-FFF2-40B4-BE49-F238E27FC236}">
                    <a16:creationId xmlns:a16="http://schemas.microsoft.com/office/drawing/2014/main" id="{7EB7F561-4B9F-C098-6E9B-BD7E052F1720}"/>
                  </a:ext>
                </a:extLst>
              </p:cNvPr>
              <p:cNvSpPr>
                <a:spLocks/>
              </p:cNvSpPr>
              <p:nvPr/>
            </p:nvSpPr>
            <p:spPr bwMode="auto">
              <a:xfrm>
                <a:off x="5458" y="1962"/>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0" name="Freeform 165">
                <a:extLst>
                  <a:ext uri="{FF2B5EF4-FFF2-40B4-BE49-F238E27FC236}">
                    <a16:creationId xmlns:a16="http://schemas.microsoft.com/office/drawing/2014/main" id="{1E4AF1A9-E493-3589-0938-B7EF685862FA}"/>
                  </a:ext>
                </a:extLst>
              </p:cNvPr>
              <p:cNvSpPr>
                <a:spLocks/>
              </p:cNvSpPr>
              <p:nvPr/>
            </p:nvSpPr>
            <p:spPr bwMode="auto">
              <a:xfrm>
                <a:off x="5473" y="1962"/>
                <a:ext cx="16"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1" name="Freeform 166">
                <a:extLst>
                  <a:ext uri="{FF2B5EF4-FFF2-40B4-BE49-F238E27FC236}">
                    <a16:creationId xmlns:a16="http://schemas.microsoft.com/office/drawing/2014/main" id="{5BDCF4A5-B878-C997-EB2C-9403BE056448}"/>
                  </a:ext>
                </a:extLst>
              </p:cNvPr>
              <p:cNvSpPr>
                <a:spLocks/>
              </p:cNvSpPr>
              <p:nvPr/>
            </p:nvSpPr>
            <p:spPr bwMode="auto">
              <a:xfrm>
                <a:off x="5489" y="1962"/>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2" name="Freeform 167">
                <a:extLst>
                  <a:ext uri="{FF2B5EF4-FFF2-40B4-BE49-F238E27FC236}">
                    <a16:creationId xmlns:a16="http://schemas.microsoft.com/office/drawing/2014/main" id="{33E33500-0CDE-C23B-E526-7A59D8AE44A9}"/>
                  </a:ext>
                </a:extLst>
              </p:cNvPr>
              <p:cNvSpPr>
                <a:spLocks/>
              </p:cNvSpPr>
              <p:nvPr/>
            </p:nvSpPr>
            <p:spPr bwMode="auto">
              <a:xfrm>
                <a:off x="5504" y="1962"/>
                <a:ext cx="15"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3" name="Freeform 168">
                <a:extLst>
                  <a:ext uri="{FF2B5EF4-FFF2-40B4-BE49-F238E27FC236}">
                    <a16:creationId xmlns:a16="http://schemas.microsoft.com/office/drawing/2014/main" id="{4F1016B5-2263-15FA-A196-A674FAB83D1C}"/>
                  </a:ext>
                </a:extLst>
              </p:cNvPr>
              <p:cNvSpPr>
                <a:spLocks/>
              </p:cNvSpPr>
              <p:nvPr/>
            </p:nvSpPr>
            <p:spPr bwMode="auto">
              <a:xfrm>
                <a:off x="5519" y="1962"/>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4" name="Freeform 169">
                <a:extLst>
                  <a:ext uri="{FF2B5EF4-FFF2-40B4-BE49-F238E27FC236}">
                    <a16:creationId xmlns:a16="http://schemas.microsoft.com/office/drawing/2014/main" id="{03BFAF57-AC38-05ED-3B6E-B0BCE92BE755}"/>
                  </a:ext>
                </a:extLst>
              </p:cNvPr>
              <p:cNvSpPr>
                <a:spLocks/>
              </p:cNvSpPr>
              <p:nvPr/>
            </p:nvSpPr>
            <p:spPr bwMode="auto">
              <a:xfrm>
                <a:off x="5534" y="1982"/>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5" name="Freeform 170">
                <a:extLst>
                  <a:ext uri="{FF2B5EF4-FFF2-40B4-BE49-F238E27FC236}">
                    <a16:creationId xmlns:a16="http://schemas.microsoft.com/office/drawing/2014/main" id="{C866267A-724A-E7D6-83AB-67F1377D6A04}"/>
                  </a:ext>
                </a:extLst>
              </p:cNvPr>
              <p:cNvSpPr>
                <a:spLocks/>
              </p:cNvSpPr>
              <p:nvPr/>
            </p:nvSpPr>
            <p:spPr bwMode="auto">
              <a:xfrm>
                <a:off x="5443" y="1982"/>
                <a:ext cx="5"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6" name="Rectangle 171">
                <a:extLst>
                  <a:ext uri="{FF2B5EF4-FFF2-40B4-BE49-F238E27FC236}">
                    <a16:creationId xmlns:a16="http://schemas.microsoft.com/office/drawing/2014/main" id="{CB53C195-EC99-9020-C1C2-697DF3A377E0}"/>
                  </a:ext>
                </a:extLst>
              </p:cNvPr>
              <p:cNvSpPr>
                <a:spLocks noChangeArrowheads="1"/>
              </p:cNvSpPr>
              <p:nvPr/>
            </p:nvSpPr>
            <p:spPr bwMode="auto">
              <a:xfrm>
                <a:off x="5342" y="1931"/>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7" name="Rectangle 172">
                <a:extLst>
                  <a:ext uri="{FF2B5EF4-FFF2-40B4-BE49-F238E27FC236}">
                    <a16:creationId xmlns:a16="http://schemas.microsoft.com/office/drawing/2014/main" id="{F540DDF6-1369-AC1A-0228-27436A866746}"/>
                  </a:ext>
                </a:extLst>
              </p:cNvPr>
              <p:cNvSpPr>
                <a:spLocks noChangeArrowheads="1"/>
              </p:cNvSpPr>
              <p:nvPr/>
            </p:nvSpPr>
            <p:spPr bwMode="auto">
              <a:xfrm>
                <a:off x="5544" y="1931"/>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8" name="Freeform 173">
                <a:extLst>
                  <a:ext uri="{FF2B5EF4-FFF2-40B4-BE49-F238E27FC236}">
                    <a16:creationId xmlns:a16="http://schemas.microsoft.com/office/drawing/2014/main" id="{DAAB1FDF-7DF2-E28E-3184-683AFD8EE519}"/>
                  </a:ext>
                </a:extLst>
              </p:cNvPr>
              <p:cNvSpPr>
                <a:spLocks/>
              </p:cNvSpPr>
              <p:nvPr/>
            </p:nvSpPr>
            <p:spPr bwMode="auto">
              <a:xfrm>
                <a:off x="5544" y="1982"/>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9" name="Freeform 174">
                <a:extLst>
                  <a:ext uri="{FF2B5EF4-FFF2-40B4-BE49-F238E27FC236}">
                    <a16:creationId xmlns:a16="http://schemas.microsoft.com/office/drawing/2014/main" id="{38B6BDF5-BD53-1547-A795-2E544F9667E5}"/>
                  </a:ext>
                </a:extLst>
              </p:cNvPr>
              <p:cNvSpPr>
                <a:spLocks/>
              </p:cNvSpPr>
              <p:nvPr/>
            </p:nvSpPr>
            <p:spPr bwMode="auto">
              <a:xfrm>
                <a:off x="5393" y="1982"/>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0" name="Freeform 175">
                <a:extLst>
                  <a:ext uri="{FF2B5EF4-FFF2-40B4-BE49-F238E27FC236}">
                    <a16:creationId xmlns:a16="http://schemas.microsoft.com/office/drawing/2014/main" id="{42007115-AA0C-408D-2D50-8ED5A2675390}"/>
                  </a:ext>
                </a:extLst>
              </p:cNvPr>
              <p:cNvSpPr>
                <a:spLocks/>
              </p:cNvSpPr>
              <p:nvPr/>
            </p:nvSpPr>
            <p:spPr bwMode="auto">
              <a:xfrm>
                <a:off x="4889" y="3141"/>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1" name="Freeform 176">
                <a:extLst>
                  <a:ext uri="{FF2B5EF4-FFF2-40B4-BE49-F238E27FC236}">
                    <a16:creationId xmlns:a16="http://schemas.microsoft.com/office/drawing/2014/main" id="{B7EAAE37-30F2-157E-8A8B-C9088FEEFBEF}"/>
                  </a:ext>
                </a:extLst>
              </p:cNvPr>
              <p:cNvSpPr>
                <a:spLocks/>
              </p:cNvSpPr>
              <p:nvPr/>
            </p:nvSpPr>
            <p:spPr bwMode="auto">
              <a:xfrm>
                <a:off x="5846" y="3595"/>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2" name="Freeform 177">
                <a:extLst>
                  <a:ext uri="{FF2B5EF4-FFF2-40B4-BE49-F238E27FC236}">
                    <a16:creationId xmlns:a16="http://schemas.microsoft.com/office/drawing/2014/main" id="{23E034B4-7D61-8EB8-0D66-12D663BA7416}"/>
                  </a:ext>
                </a:extLst>
              </p:cNvPr>
              <p:cNvSpPr>
                <a:spLocks/>
              </p:cNvSpPr>
              <p:nvPr/>
            </p:nvSpPr>
            <p:spPr bwMode="auto">
              <a:xfrm>
                <a:off x="5972" y="237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3" name="Freeform 178">
                <a:extLst>
                  <a:ext uri="{FF2B5EF4-FFF2-40B4-BE49-F238E27FC236}">
                    <a16:creationId xmlns:a16="http://schemas.microsoft.com/office/drawing/2014/main" id="{0733C850-36BC-DAFE-4532-EAB09EBD5182}"/>
                  </a:ext>
                </a:extLst>
              </p:cNvPr>
              <p:cNvSpPr>
                <a:spLocks/>
              </p:cNvSpPr>
              <p:nvPr/>
            </p:nvSpPr>
            <p:spPr bwMode="auto">
              <a:xfrm>
                <a:off x="5972" y="235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4" name="Freeform 179">
                <a:extLst>
                  <a:ext uri="{FF2B5EF4-FFF2-40B4-BE49-F238E27FC236}">
                    <a16:creationId xmlns:a16="http://schemas.microsoft.com/office/drawing/2014/main" id="{65BABAB6-C671-06DD-A95F-20BEAA896677}"/>
                  </a:ext>
                </a:extLst>
              </p:cNvPr>
              <p:cNvSpPr>
                <a:spLocks/>
              </p:cNvSpPr>
              <p:nvPr/>
            </p:nvSpPr>
            <p:spPr bwMode="auto">
              <a:xfrm>
                <a:off x="5998" y="2335"/>
                <a:ext cx="0" cy="15"/>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5" name="Freeform 180">
                <a:extLst>
                  <a:ext uri="{FF2B5EF4-FFF2-40B4-BE49-F238E27FC236}">
                    <a16:creationId xmlns:a16="http://schemas.microsoft.com/office/drawing/2014/main" id="{939649EC-18D5-627B-4BD2-A3344471745A}"/>
                  </a:ext>
                </a:extLst>
              </p:cNvPr>
              <p:cNvSpPr>
                <a:spLocks/>
              </p:cNvSpPr>
              <p:nvPr/>
            </p:nvSpPr>
            <p:spPr bwMode="auto">
              <a:xfrm>
                <a:off x="5998" y="2370"/>
                <a:ext cx="0" cy="15"/>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6" name="Rectangle 181">
                <a:extLst>
                  <a:ext uri="{FF2B5EF4-FFF2-40B4-BE49-F238E27FC236}">
                    <a16:creationId xmlns:a16="http://schemas.microsoft.com/office/drawing/2014/main" id="{52069522-0D7D-4339-CF17-A5BCFEF80690}"/>
                  </a:ext>
                </a:extLst>
              </p:cNvPr>
              <p:cNvSpPr>
                <a:spLocks noChangeArrowheads="1"/>
              </p:cNvSpPr>
              <p:nvPr/>
            </p:nvSpPr>
            <p:spPr bwMode="auto">
              <a:xfrm>
                <a:off x="5998" y="228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7" name="Rectangle 182">
                <a:extLst>
                  <a:ext uri="{FF2B5EF4-FFF2-40B4-BE49-F238E27FC236}">
                    <a16:creationId xmlns:a16="http://schemas.microsoft.com/office/drawing/2014/main" id="{B06327C4-379A-73ED-F57B-641F62F54E7F}"/>
                  </a:ext>
                </a:extLst>
              </p:cNvPr>
              <p:cNvSpPr>
                <a:spLocks noChangeArrowheads="1"/>
              </p:cNvSpPr>
              <p:nvPr/>
            </p:nvSpPr>
            <p:spPr bwMode="auto">
              <a:xfrm>
                <a:off x="5998" y="2385"/>
                <a:ext cx="10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2.2n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8" name="Freeform 183">
                <a:extLst>
                  <a:ext uri="{FF2B5EF4-FFF2-40B4-BE49-F238E27FC236}">
                    <a16:creationId xmlns:a16="http://schemas.microsoft.com/office/drawing/2014/main" id="{0C8DB7D9-8101-1279-A94C-B7F993D82354}"/>
                  </a:ext>
                </a:extLst>
              </p:cNvPr>
              <p:cNvSpPr>
                <a:spLocks/>
              </p:cNvSpPr>
              <p:nvPr/>
            </p:nvSpPr>
            <p:spPr bwMode="auto">
              <a:xfrm>
                <a:off x="5998" y="2385"/>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9" name="Freeform 184">
                <a:extLst>
                  <a:ext uri="{FF2B5EF4-FFF2-40B4-BE49-F238E27FC236}">
                    <a16:creationId xmlns:a16="http://schemas.microsoft.com/office/drawing/2014/main" id="{B6190FC2-F674-FCCC-0045-0ADA4E3F9967}"/>
                  </a:ext>
                </a:extLst>
              </p:cNvPr>
              <p:cNvSpPr>
                <a:spLocks/>
              </p:cNvSpPr>
              <p:nvPr/>
            </p:nvSpPr>
            <p:spPr bwMode="auto">
              <a:xfrm>
                <a:off x="5998" y="2284"/>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0" name="Freeform 185">
                <a:extLst>
                  <a:ext uri="{FF2B5EF4-FFF2-40B4-BE49-F238E27FC236}">
                    <a16:creationId xmlns:a16="http://schemas.microsoft.com/office/drawing/2014/main" id="{CCAD24F2-50EA-E915-7F10-0AAA8D687E8E}"/>
                  </a:ext>
                </a:extLst>
              </p:cNvPr>
              <p:cNvSpPr>
                <a:spLocks/>
              </p:cNvSpPr>
              <p:nvPr/>
            </p:nvSpPr>
            <p:spPr bwMode="auto">
              <a:xfrm>
                <a:off x="6532" y="3701"/>
                <a:ext cx="20" cy="10"/>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1" name="Freeform 186">
                <a:extLst>
                  <a:ext uri="{FF2B5EF4-FFF2-40B4-BE49-F238E27FC236}">
                    <a16:creationId xmlns:a16="http://schemas.microsoft.com/office/drawing/2014/main" id="{F390CBE2-5DA2-BC01-28CD-5B99488A51E2}"/>
                  </a:ext>
                </a:extLst>
              </p:cNvPr>
              <p:cNvSpPr>
                <a:spLocks/>
              </p:cNvSpPr>
              <p:nvPr/>
            </p:nvSpPr>
            <p:spPr bwMode="auto">
              <a:xfrm>
                <a:off x="6532" y="3711"/>
                <a:ext cx="40" cy="15"/>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2" name="Freeform 187">
                <a:extLst>
                  <a:ext uri="{FF2B5EF4-FFF2-40B4-BE49-F238E27FC236}">
                    <a16:creationId xmlns:a16="http://schemas.microsoft.com/office/drawing/2014/main" id="{115836A3-57A7-BC9F-26F0-BB799926834B}"/>
                  </a:ext>
                </a:extLst>
              </p:cNvPr>
              <p:cNvSpPr>
                <a:spLocks/>
              </p:cNvSpPr>
              <p:nvPr/>
            </p:nvSpPr>
            <p:spPr bwMode="auto">
              <a:xfrm>
                <a:off x="6532" y="3726"/>
                <a:ext cx="40" cy="15"/>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3" name="Freeform 188">
                <a:extLst>
                  <a:ext uri="{FF2B5EF4-FFF2-40B4-BE49-F238E27FC236}">
                    <a16:creationId xmlns:a16="http://schemas.microsoft.com/office/drawing/2014/main" id="{FAC80A34-F22A-7764-6FCB-358D7693ABC6}"/>
                  </a:ext>
                </a:extLst>
              </p:cNvPr>
              <p:cNvSpPr>
                <a:spLocks/>
              </p:cNvSpPr>
              <p:nvPr/>
            </p:nvSpPr>
            <p:spPr bwMode="auto">
              <a:xfrm>
                <a:off x="6532" y="3741"/>
                <a:ext cx="40" cy="15"/>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4" name="Freeform 189">
                <a:extLst>
                  <a:ext uri="{FF2B5EF4-FFF2-40B4-BE49-F238E27FC236}">
                    <a16:creationId xmlns:a16="http://schemas.microsoft.com/office/drawing/2014/main" id="{CD5C6AF7-1A3B-B696-F238-C2BD27C33679}"/>
                  </a:ext>
                </a:extLst>
              </p:cNvPr>
              <p:cNvSpPr>
                <a:spLocks/>
              </p:cNvSpPr>
              <p:nvPr/>
            </p:nvSpPr>
            <p:spPr bwMode="auto">
              <a:xfrm>
                <a:off x="6532" y="3756"/>
                <a:ext cx="40" cy="15"/>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5" name="Freeform 190">
                <a:extLst>
                  <a:ext uri="{FF2B5EF4-FFF2-40B4-BE49-F238E27FC236}">
                    <a16:creationId xmlns:a16="http://schemas.microsoft.com/office/drawing/2014/main" id="{3B84FF75-68D0-49F4-CE48-4057B60B3643}"/>
                  </a:ext>
                </a:extLst>
              </p:cNvPr>
              <p:cNvSpPr>
                <a:spLocks/>
              </p:cNvSpPr>
              <p:nvPr/>
            </p:nvSpPr>
            <p:spPr bwMode="auto">
              <a:xfrm>
                <a:off x="6532" y="3771"/>
                <a:ext cx="40" cy="16"/>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6" name="Freeform 191">
                <a:extLst>
                  <a:ext uri="{FF2B5EF4-FFF2-40B4-BE49-F238E27FC236}">
                    <a16:creationId xmlns:a16="http://schemas.microsoft.com/office/drawing/2014/main" id="{BABF3FC2-4C7E-E691-FD09-4DC0A7873A14}"/>
                  </a:ext>
                </a:extLst>
              </p:cNvPr>
              <p:cNvSpPr>
                <a:spLocks/>
              </p:cNvSpPr>
              <p:nvPr/>
            </p:nvSpPr>
            <p:spPr bwMode="auto">
              <a:xfrm>
                <a:off x="6552" y="3787"/>
                <a:ext cx="20" cy="10"/>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7" name="Freeform 192">
                <a:extLst>
                  <a:ext uri="{FF2B5EF4-FFF2-40B4-BE49-F238E27FC236}">
                    <a16:creationId xmlns:a16="http://schemas.microsoft.com/office/drawing/2014/main" id="{17767246-8CB6-069E-0766-921E852283E6}"/>
                  </a:ext>
                </a:extLst>
              </p:cNvPr>
              <p:cNvSpPr>
                <a:spLocks/>
              </p:cNvSpPr>
              <p:nvPr/>
            </p:nvSpPr>
            <p:spPr bwMode="auto">
              <a:xfrm>
                <a:off x="6552" y="3696"/>
                <a:ext cx="0" cy="5"/>
              </a:xfrm>
              <a:custGeom>
                <a:avLst/>
                <a:gdLst>
                  <a:gd name="T0" fmla="*/ 0 h 1"/>
                  <a:gd name="T1" fmla="*/ 1 h 1"/>
                  <a:gd name="T2" fmla="*/ 1 h 1"/>
                </a:gdLst>
                <a:ahLst/>
                <a:cxnLst>
                  <a:cxn ang="0">
                    <a:pos x="0" y="T0"/>
                  </a:cxn>
                  <a:cxn ang="0">
                    <a:pos x="0" y="T1"/>
                  </a:cxn>
                  <a:cxn ang="0">
                    <a:pos x="0" y="T2"/>
                  </a:cxn>
                </a:cxnLst>
                <a:rect l="0" t="0" r="r" b="b"/>
                <a:pathLst>
                  <a:path h="1">
                    <a:moveTo>
                      <a:pt x="0" y="0"/>
                    </a:moveTo>
                    <a:lnTo>
                      <a:pt x="0" y="1"/>
                    </a:lnTo>
                    <a:lnTo>
                      <a:pt x="0" y="1"/>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8" name="Rectangle 193">
                <a:extLst>
                  <a:ext uri="{FF2B5EF4-FFF2-40B4-BE49-F238E27FC236}">
                    <a16:creationId xmlns:a16="http://schemas.microsoft.com/office/drawing/2014/main" id="{81F889AA-8A28-AF62-4B40-E1141A458EA2}"/>
                  </a:ext>
                </a:extLst>
              </p:cNvPr>
              <p:cNvSpPr>
                <a:spLocks noChangeArrowheads="1"/>
              </p:cNvSpPr>
              <p:nvPr/>
            </p:nvSpPr>
            <p:spPr bwMode="auto">
              <a:xfrm>
                <a:off x="6552" y="364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R440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9" name="Rectangle 194">
                <a:extLst>
                  <a:ext uri="{FF2B5EF4-FFF2-40B4-BE49-F238E27FC236}">
                    <a16:creationId xmlns:a16="http://schemas.microsoft.com/office/drawing/2014/main" id="{DE49A1BC-CCB9-B62E-2A59-A96656C20C0B}"/>
                  </a:ext>
                </a:extLst>
              </p:cNvPr>
              <p:cNvSpPr>
                <a:spLocks noChangeArrowheads="1"/>
              </p:cNvSpPr>
              <p:nvPr/>
            </p:nvSpPr>
            <p:spPr bwMode="auto">
              <a:xfrm>
                <a:off x="6552" y="3797"/>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0" name="Freeform 195">
                <a:extLst>
                  <a:ext uri="{FF2B5EF4-FFF2-40B4-BE49-F238E27FC236}">
                    <a16:creationId xmlns:a16="http://schemas.microsoft.com/office/drawing/2014/main" id="{322B3201-500D-9DE8-BC37-9A0F0464E40A}"/>
                  </a:ext>
                </a:extLst>
              </p:cNvPr>
              <p:cNvSpPr>
                <a:spLocks/>
              </p:cNvSpPr>
              <p:nvPr/>
            </p:nvSpPr>
            <p:spPr bwMode="auto">
              <a:xfrm>
                <a:off x="6552" y="3797"/>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1" name="Freeform 196">
                <a:extLst>
                  <a:ext uri="{FF2B5EF4-FFF2-40B4-BE49-F238E27FC236}">
                    <a16:creationId xmlns:a16="http://schemas.microsoft.com/office/drawing/2014/main" id="{4403EDFA-D411-B49F-BBA0-E3BF4AB7F72C}"/>
                  </a:ext>
                </a:extLst>
              </p:cNvPr>
              <p:cNvSpPr>
                <a:spLocks/>
              </p:cNvSpPr>
              <p:nvPr/>
            </p:nvSpPr>
            <p:spPr bwMode="auto">
              <a:xfrm>
                <a:off x="6552" y="364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2" name="Freeform 197">
                <a:extLst>
                  <a:ext uri="{FF2B5EF4-FFF2-40B4-BE49-F238E27FC236}">
                    <a16:creationId xmlns:a16="http://schemas.microsoft.com/office/drawing/2014/main" id="{B4D5995A-E282-2328-DF5A-815C4F62D222}"/>
                  </a:ext>
                </a:extLst>
              </p:cNvPr>
              <p:cNvSpPr>
                <a:spLocks/>
              </p:cNvSpPr>
              <p:nvPr/>
            </p:nvSpPr>
            <p:spPr bwMode="auto">
              <a:xfrm>
                <a:off x="5615" y="3595"/>
                <a:ext cx="70" cy="0"/>
              </a:xfrm>
              <a:custGeom>
                <a:avLst/>
                <a:gdLst>
                  <a:gd name="T0" fmla="*/ 0 w 14"/>
                  <a:gd name="T1" fmla="*/ 14 w 14"/>
                  <a:gd name="T2" fmla="*/ 14 w 14"/>
                </a:gdLst>
                <a:ahLst/>
                <a:cxnLst>
                  <a:cxn ang="0">
                    <a:pos x="T0" y="0"/>
                  </a:cxn>
                  <a:cxn ang="0">
                    <a:pos x="T1" y="0"/>
                  </a:cxn>
                  <a:cxn ang="0">
                    <a:pos x="T2" y="0"/>
                  </a:cxn>
                </a:cxnLst>
                <a:rect l="0" t="0" r="r" b="b"/>
                <a:pathLst>
                  <a:path w="14">
                    <a:moveTo>
                      <a:pt x="0" y="0"/>
                    </a:moveTo>
                    <a:lnTo>
                      <a:pt x="14" y="0"/>
                    </a:lnTo>
                    <a:lnTo>
                      <a:pt x="14"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3" name="Freeform 198">
                <a:extLst>
                  <a:ext uri="{FF2B5EF4-FFF2-40B4-BE49-F238E27FC236}">
                    <a16:creationId xmlns:a16="http://schemas.microsoft.com/office/drawing/2014/main" id="{2F0894EA-8A7C-5347-9BC6-B65455332507}"/>
                  </a:ext>
                </a:extLst>
              </p:cNvPr>
              <p:cNvSpPr>
                <a:spLocks/>
              </p:cNvSpPr>
              <p:nvPr/>
            </p:nvSpPr>
            <p:spPr bwMode="auto">
              <a:xfrm>
                <a:off x="5645" y="364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4" name="Freeform 199">
                <a:extLst>
                  <a:ext uri="{FF2B5EF4-FFF2-40B4-BE49-F238E27FC236}">
                    <a16:creationId xmlns:a16="http://schemas.microsoft.com/office/drawing/2014/main" id="{AFC4AC92-FC97-080E-9DBC-40542C8A116D}"/>
                  </a:ext>
                </a:extLst>
              </p:cNvPr>
              <p:cNvSpPr>
                <a:spLocks/>
              </p:cNvSpPr>
              <p:nvPr/>
            </p:nvSpPr>
            <p:spPr bwMode="auto">
              <a:xfrm>
                <a:off x="5645" y="354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5" name="Freeform 200">
                <a:extLst>
                  <a:ext uri="{FF2B5EF4-FFF2-40B4-BE49-F238E27FC236}">
                    <a16:creationId xmlns:a16="http://schemas.microsoft.com/office/drawing/2014/main" id="{1499CAA2-B305-D815-959E-F90F00327595}"/>
                  </a:ext>
                </a:extLst>
              </p:cNvPr>
              <p:cNvSpPr>
                <a:spLocks/>
              </p:cNvSpPr>
              <p:nvPr/>
            </p:nvSpPr>
            <p:spPr bwMode="auto">
              <a:xfrm>
                <a:off x="5610" y="3595"/>
                <a:ext cx="70" cy="50"/>
              </a:xfrm>
              <a:custGeom>
                <a:avLst/>
                <a:gdLst>
                  <a:gd name="T0" fmla="*/ 35 w 70"/>
                  <a:gd name="T1" fmla="*/ 0 h 50"/>
                  <a:gd name="T2" fmla="*/ 35 w 70"/>
                  <a:gd name="T3" fmla="*/ 0 h 50"/>
                  <a:gd name="T4" fmla="*/ 70 w 70"/>
                  <a:gd name="T5" fmla="*/ 50 h 50"/>
                  <a:gd name="T6" fmla="*/ 0 w 70"/>
                  <a:gd name="T7" fmla="*/ 50 h 50"/>
                  <a:gd name="T8" fmla="*/ 35 w 70"/>
                  <a:gd name="T9" fmla="*/ 0 h 50"/>
                </a:gdLst>
                <a:ahLst/>
                <a:cxnLst>
                  <a:cxn ang="0">
                    <a:pos x="T0" y="T1"/>
                  </a:cxn>
                  <a:cxn ang="0">
                    <a:pos x="T2" y="T3"/>
                  </a:cxn>
                  <a:cxn ang="0">
                    <a:pos x="T4" y="T5"/>
                  </a:cxn>
                  <a:cxn ang="0">
                    <a:pos x="T6" y="T7"/>
                  </a:cxn>
                  <a:cxn ang="0">
                    <a:pos x="T8" y="T9"/>
                  </a:cxn>
                </a:cxnLst>
                <a:rect l="0" t="0" r="r" b="b"/>
                <a:pathLst>
                  <a:path w="70" h="50">
                    <a:moveTo>
                      <a:pt x="35" y="0"/>
                    </a:moveTo>
                    <a:lnTo>
                      <a:pt x="35" y="0"/>
                    </a:lnTo>
                    <a:lnTo>
                      <a:pt x="70" y="50"/>
                    </a:lnTo>
                    <a:lnTo>
                      <a:pt x="0" y="50"/>
                    </a:lnTo>
                    <a:lnTo>
                      <a:pt x="35"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6" name="Rectangle 201">
                <a:extLst>
                  <a:ext uri="{FF2B5EF4-FFF2-40B4-BE49-F238E27FC236}">
                    <a16:creationId xmlns:a16="http://schemas.microsoft.com/office/drawing/2014/main" id="{DD762DC2-2F12-8962-41A9-B88373521310}"/>
                  </a:ext>
                </a:extLst>
              </p:cNvPr>
              <p:cNvSpPr>
                <a:spLocks noChangeArrowheads="1"/>
              </p:cNvSpPr>
              <p:nvPr/>
            </p:nvSpPr>
            <p:spPr bwMode="auto">
              <a:xfrm>
                <a:off x="5645" y="349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D409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7" name="Rectangle 202">
                <a:extLst>
                  <a:ext uri="{FF2B5EF4-FFF2-40B4-BE49-F238E27FC236}">
                    <a16:creationId xmlns:a16="http://schemas.microsoft.com/office/drawing/2014/main" id="{6B558843-DDD2-57AD-CE03-7F9665CDFCE0}"/>
                  </a:ext>
                </a:extLst>
              </p:cNvPr>
              <p:cNvSpPr>
                <a:spLocks noChangeArrowheads="1"/>
              </p:cNvSpPr>
              <p:nvPr/>
            </p:nvSpPr>
            <p:spPr bwMode="auto">
              <a:xfrm>
                <a:off x="5645" y="3645"/>
                <a:ext cx="16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BAV21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8" name="Rectangle 203">
                <a:extLst>
                  <a:ext uri="{FF2B5EF4-FFF2-40B4-BE49-F238E27FC236}">
                    <a16:creationId xmlns:a16="http://schemas.microsoft.com/office/drawing/2014/main" id="{80368224-481D-DFEB-5BC9-4B5B1F86DA0F}"/>
                  </a:ext>
                </a:extLst>
              </p:cNvPr>
              <p:cNvSpPr>
                <a:spLocks noChangeArrowheads="1"/>
              </p:cNvSpPr>
              <p:nvPr/>
            </p:nvSpPr>
            <p:spPr bwMode="auto">
              <a:xfrm>
                <a:off x="5695" y="3595"/>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9" name="Freeform 204">
                <a:extLst>
                  <a:ext uri="{FF2B5EF4-FFF2-40B4-BE49-F238E27FC236}">
                    <a16:creationId xmlns:a16="http://schemas.microsoft.com/office/drawing/2014/main" id="{C2856CC9-B31B-96B0-DC7C-CC62253488D2}"/>
                  </a:ext>
                </a:extLst>
              </p:cNvPr>
              <p:cNvSpPr>
                <a:spLocks/>
              </p:cNvSpPr>
              <p:nvPr/>
            </p:nvSpPr>
            <p:spPr bwMode="auto">
              <a:xfrm>
                <a:off x="5645" y="3696"/>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406">
              <a:extLst>
                <a:ext uri="{FF2B5EF4-FFF2-40B4-BE49-F238E27FC236}">
                  <a16:creationId xmlns:a16="http://schemas.microsoft.com/office/drawing/2014/main" id="{1BDB8F0A-54E8-4CBA-D545-43C2806FBA41}"/>
                </a:ext>
              </a:extLst>
            </p:cNvPr>
            <p:cNvGrpSpPr>
              <a:grpSpLocks/>
            </p:cNvGrpSpPr>
            <p:nvPr/>
          </p:nvGrpSpPr>
          <p:grpSpPr bwMode="auto">
            <a:xfrm>
              <a:off x="5584826" y="2665413"/>
              <a:ext cx="5016500" cy="3930650"/>
              <a:chOff x="3518" y="1679"/>
              <a:chExt cx="3160" cy="2476"/>
            </a:xfrm>
          </p:grpSpPr>
          <p:sp>
            <p:nvSpPr>
              <p:cNvPr id="100" name="Rectangle 206">
                <a:extLst>
                  <a:ext uri="{FF2B5EF4-FFF2-40B4-BE49-F238E27FC236}">
                    <a16:creationId xmlns:a16="http://schemas.microsoft.com/office/drawing/2014/main" id="{CB6AD315-E3AE-6E50-B75F-30EC74569965}"/>
                  </a:ext>
                </a:extLst>
              </p:cNvPr>
              <p:cNvSpPr>
                <a:spLocks noChangeArrowheads="1"/>
              </p:cNvSpPr>
              <p:nvPr/>
            </p:nvSpPr>
            <p:spPr bwMode="auto">
              <a:xfrm rot="16200000">
                <a:off x="5594" y="3699"/>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 name="Freeform 207">
                <a:extLst>
                  <a:ext uri="{FF2B5EF4-FFF2-40B4-BE49-F238E27FC236}">
                    <a16:creationId xmlns:a16="http://schemas.microsoft.com/office/drawing/2014/main" id="{212023CC-4067-7EEC-0F69-ED51D5801757}"/>
                  </a:ext>
                </a:extLst>
              </p:cNvPr>
              <p:cNvSpPr>
                <a:spLocks/>
              </p:cNvSpPr>
              <p:nvPr/>
            </p:nvSpPr>
            <p:spPr bwMode="auto">
              <a:xfrm>
                <a:off x="5645" y="3494"/>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 name="Rectangle 208">
                <a:extLst>
                  <a:ext uri="{FF2B5EF4-FFF2-40B4-BE49-F238E27FC236}">
                    <a16:creationId xmlns:a16="http://schemas.microsoft.com/office/drawing/2014/main" id="{A572E634-CE0F-FF25-4C1B-B95DD695FD50}"/>
                  </a:ext>
                </a:extLst>
              </p:cNvPr>
              <p:cNvSpPr>
                <a:spLocks noChangeArrowheads="1"/>
              </p:cNvSpPr>
              <p:nvPr/>
            </p:nvSpPr>
            <p:spPr bwMode="auto">
              <a:xfrm rot="16200000">
                <a:off x="5594" y="3452"/>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 name="Freeform 209">
                <a:extLst>
                  <a:ext uri="{FF2B5EF4-FFF2-40B4-BE49-F238E27FC236}">
                    <a16:creationId xmlns:a16="http://schemas.microsoft.com/office/drawing/2014/main" id="{A97BF5DA-5665-274F-8130-D644127C99B8}"/>
                  </a:ext>
                </a:extLst>
              </p:cNvPr>
              <p:cNvSpPr>
                <a:spLocks/>
              </p:cNvSpPr>
              <p:nvPr/>
            </p:nvSpPr>
            <p:spPr bwMode="auto">
              <a:xfrm>
                <a:off x="5846" y="1982"/>
                <a:ext cx="152"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Freeform 210">
                <a:extLst>
                  <a:ext uri="{FF2B5EF4-FFF2-40B4-BE49-F238E27FC236}">
                    <a16:creationId xmlns:a16="http://schemas.microsoft.com/office/drawing/2014/main" id="{AB2B305B-D34B-D1F7-24D0-5D4983F7767D}"/>
                  </a:ext>
                </a:extLst>
              </p:cNvPr>
              <p:cNvSpPr>
                <a:spLocks/>
              </p:cNvSpPr>
              <p:nvPr/>
            </p:nvSpPr>
            <p:spPr bwMode="auto">
              <a:xfrm>
                <a:off x="4889" y="3696"/>
                <a:ext cx="0" cy="454"/>
              </a:xfrm>
              <a:custGeom>
                <a:avLst/>
                <a:gdLst>
                  <a:gd name="T0" fmla="*/ 90 h 90"/>
                  <a:gd name="T1" fmla="*/ 0 h 90"/>
                  <a:gd name="T2" fmla="*/ 0 h 90"/>
                </a:gdLst>
                <a:ahLst/>
                <a:cxnLst>
                  <a:cxn ang="0">
                    <a:pos x="0" y="T0"/>
                  </a:cxn>
                  <a:cxn ang="0">
                    <a:pos x="0" y="T1"/>
                  </a:cxn>
                  <a:cxn ang="0">
                    <a:pos x="0" y="T2"/>
                  </a:cxn>
                </a:cxnLst>
                <a:rect l="0" t="0" r="r" b="b"/>
                <a:pathLst>
                  <a:path h="90">
                    <a:moveTo>
                      <a:pt x="0" y="9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Freeform 211">
                <a:extLst>
                  <a:ext uri="{FF2B5EF4-FFF2-40B4-BE49-F238E27FC236}">
                    <a16:creationId xmlns:a16="http://schemas.microsoft.com/office/drawing/2014/main" id="{DB6514EC-7E67-D342-BD90-DC1C4B55EC64}"/>
                  </a:ext>
                </a:extLst>
              </p:cNvPr>
              <p:cNvSpPr>
                <a:spLocks/>
              </p:cNvSpPr>
              <p:nvPr/>
            </p:nvSpPr>
            <p:spPr bwMode="auto">
              <a:xfrm>
                <a:off x="5846" y="3897"/>
                <a:ext cx="0" cy="253"/>
              </a:xfrm>
              <a:custGeom>
                <a:avLst/>
                <a:gdLst>
                  <a:gd name="T0" fmla="*/ 50 h 50"/>
                  <a:gd name="T1" fmla="*/ 0 h 50"/>
                  <a:gd name="T2" fmla="*/ 0 h 50"/>
                </a:gdLst>
                <a:ahLst/>
                <a:cxnLst>
                  <a:cxn ang="0">
                    <a:pos x="0" y="T0"/>
                  </a:cxn>
                  <a:cxn ang="0">
                    <a:pos x="0" y="T1"/>
                  </a:cxn>
                  <a:cxn ang="0">
                    <a:pos x="0" y="T2"/>
                  </a:cxn>
                </a:cxnLst>
                <a:rect l="0" t="0" r="r" b="b"/>
                <a:pathLst>
                  <a:path h="50">
                    <a:moveTo>
                      <a:pt x="0" y="5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Oval 212">
                <a:extLst>
                  <a:ext uri="{FF2B5EF4-FFF2-40B4-BE49-F238E27FC236}">
                    <a16:creationId xmlns:a16="http://schemas.microsoft.com/office/drawing/2014/main" id="{27CFCDCB-4A24-F1ED-3C8D-79A9D3E81DBD}"/>
                  </a:ext>
                </a:extLst>
              </p:cNvPr>
              <p:cNvSpPr>
                <a:spLocks noChangeArrowheads="1"/>
              </p:cNvSpPr>
              <p:nvPr/>
            </p:nvSpPr>
            <p:spPr bwMode="auto">
              <a:xfrm>
                <a:off x="5836" y="4139"/>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7" name="Freeform 213">
                <a:extLst>
                  <a:ext uri="{FF2B5EF4-FFF2-40B4-BE49-F238E27FC236}">
                    <a16:creationId xmlns:a16="http://schemas.microsoft.com/office/drawing/2014/main" id="{DCECECFA-40E8-C591-DF56-8BA02C8C5E83}"/>
                  </a:ext>
                </a:extLst>
              </p:cNvPr>
              <p:cNvSpPr>
                <a:spLocks/>
              </p:cNvSpPr>
              <p:nvPr/>
            </p:nvSpPr>
            <p:spPr bwMode="auto">
              <a:xfrm>
                <a:off x="5443" y="3343"/>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Freeform 214">
                <a:extLst>
                  <a:ext uri="{FF2B5EF4-FFF2-40B4-BE49-F238E27FC236}">
                    <a16:creationId xmlns:a16="http://schemas.microsoft.com/office/drawing/2014/main" id="{7A0DE4BE-1F1F-B02C-3350-5F61F11D17C4}"/>
                  </a:ext>
                </a:extLst>
              </p:cNvPr>
              <p:cNvSpPr>
                <a:spLocks/>
              </p:cNvSpPr>
              <p:nvPr/>
            </p:nvSpPr>
            <p:spPr bwMode="auto">
              <a:xfrm>
                <a:off x="5645" y="3343"/>
                <a:ext cx="101" cy="0"/>
              </a:xfrm>
              <a:custGeom>
                <a:avLst/>
                <a:gdLst>
                  <a:gd name="T0" fmla="*/ 0 w 20"/>
                  <a:gd name="T1" fmla="*/ 20 w 20"/>
                  <a:gd name="T2" fmla="*/ 20 w 20"/>
                </a:gdLst>
                <a:ahLst/>
                <a:cxnLst>
                  <a:cxn ang="0">
                    <a:pos x="T0" y="0"/>
                  </a:cxn>
                  <a:cxn ang="0">
                    <a:pos x="T1" y="0"/>
                  </a:cxn>
                  <a:cxn ang="0">
                    <a:pos x="T2" y="0"/>
                  </a:cxn>
                </a:cxnLst>
                <a:rect l="0" t="0" r="r" b="b"/>
                <a:pathLst>
                  <a:path w="20">
                    <a:moveTo>
                      <a:pt x="0" y="0"/>
                    </a:moveTo>
                    <a:lnTo>
                      <a:pt x="20" y="0"/>
                    </a:lnTo>
                    <a:lnTo>
                      <a:pt x="2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9" name="Freeform 215">
                <a:extLst>
                  <a:ext uri="{FF2B5EF4-FFF2-40B4-BE49-F238E27FC236}">
                    <a16:creationId xmlns:a16="http://schemas.microsoft.com/office/drawing/2014/main" id="{091A6D85-3FB0-18F2-F300-7B210FFE3C2B}"/>
                  </a:ext>
                </a:extLst>
              </p:cNvPr>
              <p:cNvSpPr>
                <a:spLocks/>
              </p:cNvSpPr>
              <p:nvPr/>
            </p:nvSpPr>
            <p:spPr bwMode="auto">
              <a:xfrm>
                <a:off x="5594" y="1982"/>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0" name="Freeform 216">
                <a:extLst>
                  <a:ext uri="{FF2B5EF4-FFF2-40B4-BE49-F238E27FC236}">
                    <a16:creationId xmlns:a16="http://schemas.microsoft.com/office/drawing/2014/main" id="{3DDB8064-840C-1723-E542-1D614308814E}"/>
                  </a:ext>
                </a:extLst>
              </p:cNvPr>
              <p:cNvSpPr>
                <a:spLocks/>
              </p:cNvSpPr>
              <p:nvPr/>
            </p:nvSpPr>
            <p:spPr bwMode="auto">
              <a:xfrm>
                <a:off x="5443" y="3797"/>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 name="Oval 217">
                <a:extLst>
                  <a:ext uri="{FF2B5EF4-FFF2-40B4-BE49-F238E27FC236}">
                    <a16:creationId xmlns:a16="http://schemas.microsoft.com/office/drawing/2014/main" id="{4C32FD39-540A-AC09-7A60-0C9D85CA3F4B}"/>
                  </a:ext>
                </a:extLst>
              </p:cNvPr>
              <p:cNvSpPr>
                <a:spLocks noChangeArrowheads="1"/>
              </p:cNvSpPr>
              <p:nvPr/>
            </p:nvSpPr>
            <p:spPr bwMode="auto">
              <a:xfrm>
                <a:off x="5635" y="3787"/>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 name="Oval 218">
                <a:extLst>
                  <a:ext uri="{FF2B5EF4-FFF2-40B4-BE49-F238E27FC236}">
                    <a16:creationId xmlns:a16="http://schemas.microsoft.com/office/drawing/2014/main" id="{65E8A088-1960-44D6-9C32-2D4F2414235B}"/>
                  </a:ext>
                </a:extLst>
              </p:cNvPr>
              <p:cNvSpPr>
                <a:spLocks noChangeArrowheads="1"/>
              </p:cNvSpPr>
              <p:nvPr/>
            </p:nvSpPr>
            <p:spPr bwMode="auto">
              <a:xfrm>
                <a:off x="5433" y="3787"/>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 name="Freeform 219">
                <a:extLst>
                  <a:ext uri="{FF2B5EF4-FFF2-40B4-BE49-F238E27FC236}">
                    <a16:creationId xmlns:a16="http://schemas.microsoft.com/office/drawing/2014/main" id="{64BDAE48-C664-119E-9CA2-3E5422F7EC7C}"/>
                  </a:ext>
                </a:extLst>
              </p:cNvPr>
              <p:cNvSpPr>
                <a:spLocks/>
              </p:cNvSpPr>
              <p:nvPr/>
            </p:nvSpPr>
            <p:spPr bwMode="auto">
              <a:xfrm>
                <a:off x="5846" y="2688"/>
                <a:ext cx="152"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 name="Freeform 220">
                <a:extLst>
                  <a:ext uri="{FF2B5EF4-FFF2-40B4-BE49-F238E27FC236}">
                    <a16:creationId xmlns:a16="http://schemas.microsoft.com/office/drawing/2014/main" id="{14E7886F-4E76-173F-5FF8-32C6D4816C87}"/>
                  </a:ext>
                </a:extLst>
              </p:cNvPr>
              <p:cNvSpPr>
                <a:spLocks/>
              </p:cNvSpPr>
              <p:nvPr/>
            </p:nvSpPr>
            <p:spPr bwMode="auto">
              <a:xfrm>
                <a:off x="5141" y="1982"/>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5" name="Freeform 221">
                <a:extLst>
                  <a:ext uri="{FF2B5EF4-FFF2-40B4-BE49-F238E27FC236}">
                    <a16:creationId xmlns:a16="http://schemas.microsoft.com/office/drawing/2014/main" id="{14CC49D8-9B2F-3FF7-4EB1-21897C96E014}"/>
                  </a:ext>
                </a:extLst>
              </p:cNvPr>
              <p:cNvSpPr>
                <a:spLocks/>
              </p:cNvSpPr>
              <p:nvPr/>
            </p:nvSpPr>
            <p:spPr bwMode="auto">
              <a:xfrm>
                <a:off x="4435" y="2839"/>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6" name="Rectangle 222">
                <a:extLst>
                  <a:ext uri="{FF2B5EF4-FFF2-40B4-BE49-F238E27FC236}">
                    <a16:creationId xmlns:a16="http://schemas.microsoft.com/office/drawing/2014/main" id="{90BC6BFA-C635-0F12-028E-66E9E26098F2}"/>
                  </a:ext>
                </a:extLst>
              </p:cNvPr>
              <p:cNvSpPr>
                <a:spLocks noChangeArrowheads="1"/>
              </p:cNvSpPr>
              <p:nvPr/>
            </p:nvSpPr>
            <p:spPr bwMode="auto">
              <a:xfrm>
                <a:off x="4496" y="2783"/>
                <a:ext cx="21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AC_PWM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7" name="Freeform 223">
                <a:extLst>
                  <a:ext uri="{FF2B5EF4-FFF2-40B4-BE49-F238E27FC236}">
                    <a16:creationId xmlns:a16="http://schemas.microsoft.com/office/drawing/2014/main" id="{D205A369-F3A0-0062-94D5-F0D989BF456A}"/>
                  </a:ext>
                </a:extLst>
              </p:cNvPr>
              <p:cNvSpPr>
                <a:spLocks/>
              </p:cNvSpPr>
              <p:nvPr/>
            </p:nvSpPr>
            <p:spPr bwMode="auto">
              <a:xfrm>
                <a:off x="5227" y="2940"/>
                <a:ext cx="10" cy="20"/>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8" name="Freeform 224">
                <a:extLst>
                  <a:ext uri="{FF2B5EF4-FFF2-40B4-BE49-F238E27FC236}">
                    <a16:creationId xmlns:a16="http://schemas.microsoft.com/office/drawing/2014/main" id="{43938E71-0020-0F5D-9B33-0B3FCA4DADF9}"/>
                  </a:ext>
                </a:extLst>
              </p:cNvPr>
              <p:cNvSpPr>
                <a:spLocks/>
              </p:cNvSpPr>
              <p:nvPr/>
            </p:nvSpPr>
            <p:spPr bwMode="auto">
              <a:xfrm>
                <a:off x="5211" y="2919"/>
                <a:ext cx="16"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9" name="Freeform 225">
                <a:extLst>
                  <a:ext uri="{FF2B5EF4-FFF2-40B4-BE49-F238E27FC236}">
                    <a16:creationId xmlns:a16="http://schemas.microsoft.com/office/drawing/2014/main" id="{029C056D-4DC7-F9E2-B26A-A03E13054766}"/>
                  </a:ext>
                </a:extLst>
              </p:cNvPr>
              <p:cNvSpPr>
                <a:spLocks/>
              </p:cNvSpPr>
              <p:nvPr/>
            </p:nvSpPr>
            <p:spPr bwMode="auto">
              <a:xfrm>
                <a:off x="5196" y="2919"/>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0" name="Freeform 226">
                <a:extLst>
                  <a:ext uri="{FF2B5EF4-FFF2-40B4-BE49-F238E27FC236}">
                    <a16:creationId xmlns:a16="http://schemas.microsoft.com/office/drawing/2014/main" id="{12DB09F6-F34B-7353-E22A-F642371DAF0A}"/>
                  </a:ext>
                </a:extLst>
              </p:cNvPr>
              <p:cNvSpPr>
                <a:spLocks/>
              </p:cNvSpPr>
              <p:nvPr/>
            </p:nvSpPr>
            <p:spPr bwMode="auto">
              <a:xfrm>
                <a:off x="5181" y="2919"/>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1" name="Freeform 227">
                <a:extLst>
                  <a:ext uri="{FF2B5EF4-FFF2-40B4-BE49-F238E27FC236}">
                    <a16:creationId xmlns:a16="http://schemas.microsoft.com/office/drawing/2014/main" id="{83CDEECF-9886-BECB-D94C-57EF820FDC74}"/>
                  </a:ext>
                </a:extLst>
              </p:cNvPr>
              <p:cNvSpPr>
                <a:spLocks/>
              </p:cNvSpPr>
              <p:nvPr/>
            </p:nvSpPr>
            <p:spPr bwMode="auto">
              <a:xfrm>
                <a:off x="5166" y="2919"/>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 name="Freeform 228">
                <a:extLst>
                  <a:ext uri="{FF2B5EF4-FFF2-40B4-BE49-F238E27FC236}">
                    <a16:creationId xmlns:a16="http://schemas.microsoft.com/office/drawing/2014/main" id="{3FF0AA1A-A394-5A4E-6985-977068C8699A}"/>
                  </a:ext>
                </a:extLst>
              </p:cNvPr>
              <p:cNvSpPr>
                <a:spLocks/>
              </p:cNvSpPr>
              <p:nvPr/>
            </p:nvSpPr>
            <p:spPr bwMode="auto">
              <a:xfrm>
                <a:off x="5151" y="2919"/>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Freeform 229">
                <a:extLst>
                  <a:ext uri="{FF2B5EF4-FFF2-40B4-BE49-F238E27FC236}">
                    <a16:creationId xmlns:a16="http://schemas.microsoft.com/office/drawing/2014/main" id="{02657551-B32F-8BE7-E8EE-D5B3B8113AF6}"/>
                  </a:ext>
                </a:extLst>
              </p:cNvPr>
              <p:cNvSpPr>
                <a:spLocks/>
              </p:cNvSpPr>
              <p:nvPr/>
            </p:nvSpPr>
            <p:spPr bwMode="auto">
              <a:xfrm>
                <a:off x="5141" y="2919"/>
                <a:ext cx="10" cy="21"/>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 name="Freeform 230">
                <a:extLst>
                  <a:ext uri="{FF2B5EF4-FFF2-40B4-BE49-F238E27FC236}">
                    <a16:creationId xmlns:a16="http://schemas.microsoft.com/office/drawing/2014/main" id="{77C620C0-B2B2-DD02-892F-6FFBDC7EF1E2}"/>
                  </a:ext>
                </a:extLst>
              </p:cNvPr>
              <p:cNvSpPr>
                <a:spLocks/>
              </p:cNvSpPr>
              <p:nvPr/>
            </p:nvSpPr>
            <p:spPr bwMode="auto">
              <a:xfrm>
                <a:off x="5237" y="2940"/>
                <a:ext cx="5" cy="0"/>
              </a:xfrm>
              <a:custGeom>
                <a:avLst/>
                <a:gdLst>
                  <a:gd name="T0" fmla="*/ 1 w 1"/>
                  <a:gd name="T1" fmla="*/ 0 w 1"/>
                  <a:gd name="T2" fmla="*/ 0 w 1"/>
                </a:gdLst>
                <a:ahLst/>
                <a:cxnLst>
                  <a:cxn ang="0">
                    <a:pos x="T0" y="0"/>
                  </a:cxn>
                  <a:cxn ang="0">
                    <a:pos x="T1" y="0"/>
                  </a:cxn>
                  <a:cxn ang="0">
                    <a:pos x="T2" y="0"/>
                  </a:cxn>
                </a:cxnLst>
                <a:rect l="0" t="0" r="r" b="b"/>
                <a:pathLst>
                  <a:path w="1">
                    <a:moveTo>
                      <a:pt x="1"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 name="Rectangle 231">
                <a:extLst>
                  <a:ext uri="{FF2B5EF4-FFF2-40B4-BE49-F238E27FC236}">
                    <a16:creationId xmlns:a16="http://schemas.microsoft.com/office/drawing/2014/main" id="{A057C450-93AC-EC53-1373-3589934F6723}"/>
                  </a:ext>
                </a:extLst>
              </p:cNvPr>
              <p:cNvSpPr>
                <a:spLocks noChangeArrowheads="1"/>
              </p:cNvSpPr>
              <p:nvPr/>
            </p:nvSpPr>
            <p:spPr bwMode="auto">
              <a:xfrm>
                <a:off x="5040" y="2889"/>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6" name="Rectangle 232">
                <a:extLst>
                  <a:ext uri="{FF2B5EF4-FFF2-40B4-BE49-F238E27FC236}">
                    <a16:creationId xmlns:a16="http://schemas.microsoft.com/office/drawing/2014/main" id="{057CCF00-A9DA-D1CC-19F9-0510A5294242}"/>
                  </a:ext>
                </a:extLst>
              </p:cNvPr>
              <p:cNvSpPr>
                <a:spLocks noChangeArrowheads="1"/>
              </p:cNvSpPr>
              <p:nvPr/>
            </p:nvSpPr>
            <p:spPr bwMode="auto">
              <a:xfrm>
                <a:off x="5242" y="2889"/>
                <a:ext cx="10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7" name="Freeform 233">
                <a:extLst>
                  <a:ext uri="{FF2B5EF4-FFF2-40B4-BE49-F238E27FC236}">
                    <a16:creationId xmlns:a16="http://schemas.microsoft.com/office/drawing/2014/main" id="{DB638D8E-524E-D84A-0D79-33846C99FD86}"/>
                  </a:ext>
                </a:extLst>
              </p:cNvPr>
              <p:cNvSpPr>
                <a:spLocks/>
              </p:cNvSpPr>
              <p:nvPr/>
            </p:nvSpPr>
            <p:spPr bwMode="auto">
              <a:xfrm>
                <a:off x="5091" y="294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Freeform 234">
                <a:extLst>
                  <a:ext uri="{FF2B5EF4-FFF2-40B4-BE49-F238E27FC236}">
                    <a16:creationId xmlns:a16="http://schemas.microsoft.com/office/drawing/2014/main" id="{1C5EB2BC-4D8E-D760-A0C2-040066985544}"/>
                  </a:ext>
                </a:extLst>
              </p:cNvPr>
              <p:cNvSpPr>
                <a:spLocks/>
              </p:cNvSpPr>
              <p:nvPr/>
            </p:nvSpPr>
            <p:spPr bwMode="auto">
              <a:xfrm>
                <a:off x="5242" y="294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 name="Freeform 235">
                <a:extLst>
                  <a:ext uri="{FF2B5EF4-FFF2-40B4-BE49-F238E27FC236}">
                    <a16:creationId xmlns:a16="http://schemas.microsoft.com/office/drawing/2014/main" id="{7D803E71-B91E-57CB-2DE9-5AD73AF3675B}"/>
                  </a:ext>
                </a:extLst>
              </p:cNvPr>
              <p:cNvSpPr>
                <a:spLocks/>
              </p:cNvSpPr>
              <p:nvPr/>
            </p:nvSpPr>
            <p:spPr bwMode="auto">
              <a:xfrm>
                <a:off x="5998" y="1982"/>
                <a:ext cx="0" cy="302"/>
              </a:xfrm>
              <a:custGeom>
                <a:avLst/>
                <a:gdLst>
                  <a:gd name="T0" fmla="*/ 60 h 60"/>
                  <a:gd name="T1" fmla="*/ 0 h 60"/>
                  <a:gd name="T2" fmla="*/ 0 h 60"/>
                </a:gdLst>
                <a:ahLst/>
                <a:cxnLst>
                  <a:cxn ang="0">
                    <a:pos x="0" y="T0"/>
                  </a:cxn>
                  <a:cxn ang="0">
                    <a:pos x="0" y="T1"/>
                  </a:cxn>
                  <a:cxn ang="0">
                    <a:pos x="0" y="T2"/>
                  </a:cxn>
                </a:cxnLst>
                <a:rect l="0" t="0" r="r" b="b"/>
                <a:pathLst>
                  <a:path h="60">
                    <a:moveTo>
                      <a:pt x="0" y="6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 name="Freeform 236">
                <a:extLst>
                  <a:ext uri="{FF2B5EF4-FFF2-40B4-BE49-F238E27FC236}">
                    <a16:creationId xmlns:a16="http://schemas.microsoft.com/office/drawing/2014/main" id="{C0883D1C-AABA-DA6D-BA52-9A95FE89A3B7}"/>
                  </a:ext>
                </a:extLst>
              </p:cNvPr>
              <p:cNvSpPr>
                <a:spLocks/>
              </p:cNvSpPr>
              <p:nvPr/>
            </p:nvSpPr>
            <p:spPr bwMode="auto">
              <a:xfrm>
                <a:off x="6401" y="1931"/>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 name="Freeform 237">
                <a:extLst>
                  <a:ext uri="{FF2B5EF4-FFF2-40B4-BE49-F238E27FC236}">
                    <a16:creationId xmlns:a16="http://schemas.microsoft.com/office/drawing/2014/main" id="{44DF216E-0213-C239-0890-ECA8F0393872}"/>
                  </a:ext>
                </a:extLst>
              </p:cNvPr>
              <p:cNvSpPr>
                <a:spLocks/>
              </p:cNvSpPr>
              <p:nvPr/>
            </p:nvSpPr>
            <p:spPr bwMode="auto">
              <a:xfrm>
                <a:off x="5746"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 name="Freeform 238">
                <a:extLst>
                  <a:ext uri="{FF2B5EF4-FFF2-40B4-BE49-F238E27FC236}">
                    <a16:creationId xmlns:a16="http://schemas.microsoft.com/office/drawing/2014/main" id="{A9C12EE1-1F1C-5E68-A5B0-8A41B40B035C}"/>
                  </a:ext>
                </a:extLst>
              </p:cNvPr>
              <p:cNvSpPr>
                <a:spLocks/>
              </p:cNvSpPr>
              <p:nvPr/>
            </p:nvSpPr>
            <p:spPr bwMode="auto">
              <a:xfrm>
                <a:off x="6552" y="1679"/>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 name="Freeform 239">
                <a:extLst>
                  <a:ext uri="{FF2B5EF4-FFF2-40B4-BE49-F238E27FC236}">
                    <a16:creationId xmlns:a16="http://schemas.microsoft.com/office/drawing/2014/main" id="{20369326-E1E9-EBC9-3B96-FC7FA36ED1DA}"/>
                  </a:ext>
                </a:extLst>
              </p:cNvPr>
              <p:cNvSpPr>
                <a:spLocks/>
              </p:cNvSpPr>
              <p:nvPr/>
            </p:nvSpPr>
            <p:spPr bwMode="auto">
              <a:xfrm>
                <a:off x="3528" y="2940"/>
                <a:ext cx="454" cy="0"/>
              </a:xfrm>
              <a:custGeom>
                <a:avLst/>
                <a:gdLst>
                  <a:gd name="T0" fmla="*/ 90 w 90"/>
                  <a:gd name="T1" fmla="*/ 0 w 90"/>
                  <a:gd name="T2" fmla="*/ 0 w 90"/>
                </a:gdLst>
                <a:ahLst/>
                <a:cxnLst>
                  <a:cxn ang="0">
                    <a:pos x="T0" y="0"/>
                  </a:cxn>
                  <a:cxn ang="0">
                    <a:pos x="T1" y="0"/>
                  </a:cxn>
                  <a:cxn ang="0">
                    <a:pos x="T2" y="0"/>
                  </a:cxn>
                </a:cxnLst>
                <a:rect l="0" t="0" r="r" b="b"/>
                <a:pathLst>
                  <a:path w="90">
                    <a:moveTo>
                      <a:pt x="9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4" name="Rectangle 240">
                <a:extLst>
                  <a:ext uri="{FF2B5EF4-FFF2-40B4-BE49-F238E27FC236}">
                    <a16:creationId xmlns:a16="http://schemas.microsoft.com/office/drawing/2014/main" id="{26FB42FE-1BDD-C381-563A-11A6A997BB28}"/>
                  </a:ext>
                </a:extLst>
              </p:cNvPr>
              <p:cNvSpPr>
                <a:spLocks noChangeArrowheads="1"/>
              </p:cNvSpPr>
              <p:nvPr/>
            </p:nvSpPr>
            <p:spPr bwMode="auto">
              <a:xfrm>
                <a:off x="3639" y="2884"/>
                <a:ext cx="22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5" name="Freeform 241">
                <a:extLst>
                  <a:ext uri="{FF2B5EF4-FFF2-40B4-BE49-F238E27FC236}">
                    <a16:creationId xmlns:a16="http://schemas.microsoft.com/office/drawing/2014/main" id="{86391807-16AA-106F-FC49-73C8CB7F17AA}"/>
                  </a:ext>
                </a:extLst>
              </p:cNvPr>
              <p:cNvSpPr>
                <a:spLocks/>
              </p:cNvSpPr>
              <p:nvPr/>
            </p:nvSpPr>
            <p:spPr bwMode="auto">
              <a:xfrm>
                <a:off x="3629" y="3141"/>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6" name="Rectangle 242">
                <a:extLst>
                  <a:ext uri="{FF2B5EF4-FFF2-40B4-BE49-F238E27FC236}">
                    <a16:creationId xmlns:a16="http://schemas.microsoft.com/office/drawing/2014/main" id="{5E27569D-0EDB-A244-C202-0F682E01402F}"/>
                  </a:ext>
                </a:extLst>
              </p:cNvPr>
              <p:cNvSpPr>
                <a:spLocks noChangeArrowheads="1"/>
              </p:cNvSpPr>
              <p:nvPr/>
            </p:nvSpPr>
            <p:spPr bwMode="auto">
              <a:xfrm>
                <a:off x="3639" y="3086"/>
                <a:ext cx="30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ACDC_CTRL-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7" name="Freeform 243">
                <a:extLst>
                  <a:ext uri="{FF2B5EF4-FFF2-40B4-BE49-F238E27FC236}">
                    <a16:creationId xmlns:a16="http://schemas.microsoft.com/office/drawing/2014/main" id="{F17C74AD-A429-6826-5826-6FCEC71263F9}"/>
                  </a:ext>
                </a:extLst>
              </p:cNvPr>
              <p:cNvSpPr>
                <a:spLocks/>
              </p:cNvSpPr>
              <p:nvPr/>
            </p:nvSpPr>
            <p:spPr bwMode="auto">
              <a:xfrm>
                <a:off x="6149" y="2335"/>
                <a:ext cx="403" cy="0"/>
              </a:xfrm>
              <a:custGeom>
                <a:avLst/>
                <a:gdLst>
                  <a:gd name="T0" fmla="*/ 80 w 80"/>
                  <a:gd name="T1" fmla="*/ 0 w 80"/>
                  <a:gd name="T2" fmla="*/ 0 w 80"/>
                </a:gdLst>
                <a:ahLst/>
                <a:cxnLst>
                  <a:cxn ang="0">
                    <a:pos x="T0" y="0"/>
                  </a:cxn>
                  <a:cxn ang="0">
                    <a:pos x="T1" y="0"/>
                  </a:cxn>
                  <a:cxn ang="0">
                    <a:pos x="T2" y="0"/>
                  </a:cxn>
                </a:cxnLst>
                <a:rect l="0" t="0" r="r" b="b"/>
                <a:pathLst>
                  <a:path w="80">
                    <a:moveTo>
                      <a:pt x="8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8" name="Rectangle 244">
                <a:extLst>
                  <a:ext uri="{FF2B5EF4-FFF2-40B4-BE49-F238E27FC236}">
                    <a16:creationId xmlns:a16="http://schemas.microsoft.com/office/drawing/2014/main" id="{D427B47C-0DB8-4FC8-492E-5F18F8224EE4}"/>
                  </a:ext>
                </a:extLst>
              </p:cNvPr>
              <p:cNvSpPr>
                <a:spLocks noChangeArrowheads="1"/>
              </p:cNvSpPr>
              <p:nvPr/>
            </p:nvSpPr>
            <p:spPr bwMode="auto">
              <a:xfrm>
                <a:off x="6260" y="2279"/>
                <a:ext cx="1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CS_AC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9" name="Freeform 245">
                <a:extLst>
                  <a:ext uri="{FF2B5EF4-FFF2-40B4-BE49-F238E27FC236}">
                    <a16:creationId xmlns:a16="http://schemas.microsoft.com/office/drawing/2014/main" id="{38A8D6B6-B355-B8FC-8361-2166B82B87A1}"/>
                  </a:ext>
                </a:extLst>
              </p:cNvPr>
              <p:cNvSpPr>
                <a:spLocks/>
              </p:cNvSpPr>
              <p:nvPr/>
            </p:nvSpPr>
            <p:spPr bwMode="auto">
              <a:xfrm>
                <a:off x="3962" y="1931"/>
                <a:ext cx="0" cy="31"/>
              </a:xfrm>
              <a:custGeom>
                <a:avLst/>
                <a:gdLst>
                  <a:gd name="T0" fmla="*/ 6 h 6"/>
                  <a:gd name="T1" fmla="*/ 0 h 6"/>
                  <a:gd name="T2" fmla="*/ 0 h 6"/>
                </a:gdLst>
                <a:ahLst/>
                <a:cxnLst>
                  <a:cxn ang="0">
                    <a:pos x="0" y="T0"/>
                  </a:cxn>
                  <a:cxn ang="0">
                    <a:pos x="0" y="T1"/>
                  </a:cxn>
                  <a:cxn ang="0">
                    <a:pos x="0" y="T2"/>
                  </a:cxn>
                </a:cxnLst>
                <a:rect l="0" t="0" r="r" b="b"/>
                <a:pathLst>
                  <a:path h="6">
                    <a:moveTo>
                      <a:pt x="0" y="6"/>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0" name="Freeform 246">
                <a:extLst>
                  <a:ext uri="{FF2B5EF4-FFF2-40B4-BE49-F238E27FC236}">
                    <a16:creationId xmlns:a16="http://schemas.microsoft.com/office/drawing/2014/main" id="{1DEF69AB-CFA0-ACA1-48B6-F0C9D597467A}"/>
                  </a:ext>
                </a:extLst>
              </p:cNvPr>
              <p:cNvSpPr>
                <a:spLocks/>
              </p:cNvSpPr>
              <p:nvPr/>
            </p:nvSpPr>
            <p:spPr bwMode="auto">
              <a:xfrm>
                <a:off x="3962" y="1992"/>
                <a:ext cx="0" cy="25"/>
              </a:xfrm>
              <a:custGeom>
                <a:avLst/>
                <a:gdLst>
                  <a:gd name="T0" fmla="*/ 0 h 5"/>
                  <a:gd name="T1" fmla="*/ 5 h 5"/>
                  <a:gd name="T2" fmla="*/ 5 h 5"/>
                </a:gdLst>
                <a:ahLst/>
                <a:cxnLst>
                  <a:cxn ang="0">
                    <a:pos x="0" y="T0"/>
                  </a:cxn>
                  <a:cxn ang="0">
                    <a:pos x="0" y="T1"/>
                  </a:cxn>
                  <a:cxn ang="0">
                    <a:pos x="0" y="T2"/>
                  </a:cxn>
                </a:cxnLst>
                <a:rect l="0" t="0" r="r" b="b"/>
                <a:pathLst>
                  <a:path h="5">
                    <a:moveTo>
                      <a:pt x="0" y="0"/>
                    </a:moveTo>
                    <a:lnTo>
                      <a:pt x="0" y="5"/>
                    </a:lnTo>
                    <a:lnTo>
                      <a:pt x="0" y="5"/>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1" name="Freeform 247">
                <a:extLst>
                  <a:ext uri="{FF2B5EF4-FFF2-40B4-BE49-F238E27FC236}">
                    <a16:creationId xmlns:a16="http://schemas.microsoft.com/office/drawing/2014/main" id="{665418DC-E5BD-034F-5749-AD88B93AFEFB}"/>
                  </a:ext>
                </a:extLst>
              </p:cNvPr>
              <p:cNvSpPr>
                <a:spLocks/>
              </p:cNvSpPr>
              <p:nvPr/>
            </p:nvSpPr>
            <p:spPr bwMode="auto">
              <a:xfrm>
                <a:off x="3881" y="2017"/>
                <a:ext cx="81" cy="0"/>
              </a:xfrm>
              <a:custGeom>
                <a:avLst/>
                <a:gdLst>
                  <a:gd name="T0" fmla="*/ 16 w 16"/>
                  <a:gd name="T1" fmla="*/ 0 w 16"/>
                  <a:gd name="T2" fmla="*/ 0 w 16"/>
                </a:gdLst>
                <a:ahLst/>
                <a:cxnLst>
                  <a:cxn ang="0">
                    <a:pos x="T0" y="0"/>
                  </a:cxn>
                  <a:cxn ang="0">
                    <a:pos x="T1" y="0"/>
                  </a:cxn>
                  <a:cxn ang="0">
                    <a:pos x="T2" y="0"/>
                  </a:cxn>
                </a:cxnLst>
                <a:rect l="0" t="0" r="r" b="b"/>
                <a:pathLst>
                  <a:path w="16">
                    <a:moveTo>
                      <a:pt x="16"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2" name="Freeform 248">
                <a:extLst>
                  <a:ext uri="{FF2B5EF4-FFF2-40B4-BE49-F238E27FC236}">
                    <a16:creationId xmlns:a16="http://schemas.microsoft.com/office/drawing/2014/main" id="{82353DD8-C7DF-C2E9-E1C0-9D43B4A8BEED}"/>
                  </a:ext>
                </a:extLst>
              </p:cNvPr>
              <p:cNvSpPr>
                <a:spLocks/>
              </p:cNvSpPr>
              <p:nvPr/>
            </p:nvSpPr>
            <p:spPr bwMode="auto">
              <a:xfrm>
                <a:off x="3881" y="1982"/>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 name="Freeform 249">
                <a:extLst>
                  <a:ext uri="{FF2B5EF4-FFF2-40B4-BE49-F238E27FC236}">
                    <a16:creationId xmlns:a16="http://schemas.microsoft.com/office/drawing/2014/main" id="{E51F9A7C-B7FD-08F2-1118-CD84E1820EAD}"/>
                  </a:ext>
                </a:extLst>
              </p:cNvPr>
              <p:cNvSpPr>
                <a:spLocks/>
              </p:cNvSpPr>
              <p:nvPr/>
            </p:nvSpPr>
            <p:spPr bwMode="auto">
              <a:xfrm>
                <a:off x="3816" y="1921"/>
                <a:ext cx="30" cy="0"/>
              </a:xfrm>
              <a:custGeom>
                <a:avLst/>
                <a:gdLst>
                  <a:gd name="T0" fmla="*/ 6 w 6"/>
                  <a:gd name="T1" fmla="*/ 0 w 6"/>
                  <a:gd name="T2" fmla="*/ 0 w 6"/>
                </a:gdLst>
                <a:ahLst/>
                <a:cxnLst>
                  <a:cxn ang="0">
                    <a:pos x="T0" y="0"/>
                  </a:cxn>
                  <a:cxn ang="0">
                    <a:pos x="T1" y="0"/>
                  </a:cxn>
                  <a:cxn ang="0">
                    <a:pos x="T2" y="0"/>
                  </a:cxn>
                </a:cxnLst>
                <a:rect l="0" t="0" r="r" b="b"/>
                <a:pathLst>
                  <a:path w="6">
                    <a:moveTo>
                      <a:pt x="6"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4" name="Freeform 250">
                <a:extLst>
                  <a:ext uri="{FF2B5EF4-FFF2-40B4-BE49-F238E27FC236}">
                    <a16:creationId xmlns:a16="http://schemas.microsoft.com/office/drawing/2014/main" id="{1490EBF9-E20D-A04E-67B9-7B74A241E701}"/>
                  </a:ext>
                </a:extLst>
              </p:cNvPr>
              <p:cNvSpPr>
                <a:spLocks/>
              </p:cNvSpPr>
              <p:nvPr/>
            </p:nvSpPr>
            <p:spPr bwMode="auto">
              <a:xfrm>
                <a:off x="3952" y="1977"/>
                <a:ext cx="20" cy="15"/>
              </a:xfrm>
              <a:custGeom>
                <a:avLst/>
                <a:gdLst>
                  <a:gd name="T0" fmla="*/ 10 w 20"/>
                  <a:gd name="T1" fmla="*/ 0 h 15"/>
                  <a:gd name="T2" fmla="*/ 20 w 20"/>
                  <a:gd name="T3" fmla="*/ 15 h 15"/>
                  <a:gd name="T4" fmla="*/ 0 w 20"/>
                  <a:gd name="T5" fmla="*/ 15 h 15"/>
                  <a:gd name="T6" fmla="*/ 10 w 20"/>
                  <a:gd name="T7" fmla="*/ 0 h 15"/>
                </a:gdLst>
                <a:ahLst/>
                <a:cxnLst>
                  <a:cxn ang="0">
                    <a:pos x="T0" y="T1"/>
                  </a:cxn>
                  <a:cxn ang="0">
                    <a:pos x="T2" y="T3"/>
                  </a:cxn>
                  <a:cxn ang="0">
                    <a:pos x="T4" y="T5"/>
                  </a:cxn>
                  <a:cxn ang="0">
                    <a:pos x="T6" y="T7"/>
                  </a:cxn>
                </a:cxnLst>
                <a:rect l="0" t="0" r="r" b="b"/>
                <a:pathLst>
                  <a:path w="20" h="15">
                    <a:moveTo>
                      <a:pt x="10" y="0"/>
                    </a:moveTo>
                    <a:lnTo>
                      <a:pt x="20" y="15"/>
                    </a:lnTo>
                    <a:lnTo>
                      <a:pt x="0" y="15"/>
                    </a:lnTo>
                    <a:lnTo>
                      <a:pt x="10"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5" name="Freeform 251">
                <a:extLst>
                  <a:ext uri="{FF2B5EF4-FFF2-40B4-BE49-F238E27FC236}">
                    <a16:creationId xmlns:a16="http://schemas.microsoft.com/office/drawing/2014/main" id="{F138502B-3CBE-CFDC-73BB-F9B134F7963E}"/>
                  </a:ext>
                </a:extLst>
              </p:cNvPr>
              <p:cNvSpPr>
                <a:spLocks/>
              </p:cNvSpPr>
              <p:nvPr/>
            </p:nvSpPr>
            <p:spPr bwMode="auto">
              <a:xfrm>
                <a:off x="3816" y="1921"/>
                <a:ext cx="30" cy="25"/>
              </a:xfrm>
              <a:custGeom>
                <a:avLst/>
                <a:gdLst>
                  <a:gd name="T0" fmla="*/ 15 w 30"/>
                  <a:gd name="T1" fmla="*/ 0 h 25"/>
                  <a:gd name="T2" fmla="*/ 30 w 30"/>
                  <a:gd name="T3" fmla="*/ 25 h 25"/>
                  <a:gd name="T4" fmla="*/ 0 w 30"/>
                  <a:gd name="T5" fmla="*/ 25 h 25"/>
                  <a:gd name="T6" fmla="*/ 15 w 30"/>
                  <a:gd name="T7" fmla="*/ 0 h 25"/>
                </a:gdLst>
                <a:ahLst/>
                <a:cxnLst>
                  <a:cxn ang="0">
                    <a:pos x="T0" y="T1"/>
                  </a:cxn>
                  <a:cxn ang="0">
                    <a:pos x="T2" y="T3"/>
                  </a:cxn>
                  <a:cxn ang="0">
                    <a:pos x="T4" y="T5"/>
                  </a:cxn>
                  <a:cxn ang="0">
                    <a:pos x="T6" y="T7"/>
                  </a:cxn>
                </a:cxnLst>
                <a:rect l="0" t="0" r="r" b="b"/>
                <a:pathLst>
                  <a:path w="30" h="25">
                    <a:moveTo>
                      <a:pt x="15" y="0"/>
                    </a:moveTo>
                    <a:lnTo>
                      <a:pt x="30" y="25"/>
                    </a:lnTo>
                    <a:lnTo>
                      <a:pt x="0" y="25"/>
                    </a:lnTo>
                    <a:lnTo>
                      <a:pt x="15"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6" name="Freeform 252">
                <a:extLst>
                  <a:ext uri="{FF2B5EF4-FFF2-40B4-BE49-F238E27FC236}">
                    <a16:creationId xmlns:a16="http://schemas.microsoft.com/office/drawing/2014/main" id="{DD3B10CF-E4EF-C9C7-E4B3-80D964047D51}"/>
                  </a:ext>
                </a:extLst>
              </p:cNvPr>
              <p:cNvSpPr>
                <a:spLocks/>
              </p:cNvSpPr>
              <p:nvPr/>
            </p:nvSpPr>
            <p:spPr bwMode="auto">
              <a:xfrm>
                <a:off x="3896" y="1921"/>
                <a:ext cx="20" cy="20"/>
              </a:xfrm>
              <a:custGeom>
                <a:avLst/>
                <a:gdLst>
                  <a:gd name="T0" fmla="*/ 20 w 20"/>
                  <a:gd name="T1" fmla="*/ 10 h 20"/>
                  <a:gd name="T2" fmla="*/ 0 w 20"/>
                  <a:gd name="T3" fmla="*/ 20 h 20"/>
                  <a:gd name="T4" fmla="*/ 0 w 20"/>
                  <a:gd name="T5" fmla="*/ 0 h 20"/>
                  <a:gd name="T6" fmla="*/ 20 w 20"/>
                  <a:gd name="T7" fmla="*/ 10 h 20"/>
                </a:gdLst>
                <a:ahLst/>
                <a:cxnLst>
                  <a:cxn ang="0">
                    <a:pos x="T0" y="T1"/>
                  </a:cxn>
                  <a:cxn ang="0">
                    <a:pos x="T2" y="T3"/>
                  </a:cxn>
                  <a:cxn ang="0">
                    <a:pos x="T4" y="T5"/>
                  </a:cxn>
                  <a:cxn ang="0">
                    <a:pos x="T6" y="T7"/>
                  </a:cxn>
                </a:cxnLst>
                <a:rect l="0" t="0" r="r" b="b"/>
                <a:pathLst>
                  <a:path w="20" h="20">
                    <a:moveTo>
                      <a:pt x="20" y="10"/>
                    </a:moveTo>
                    <a:lnTo>
                      <a:pt x="0" y="20"/>
                    </a:lnTo>
                    <a:lnTo>
                      <a:pt x="0" y="0"/>
                    </a:lnTo>
                    <a:lnTo>
                      <a:pt x="20" y="1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7" name="Freeform 253">
                <a:extLst>
                  <a:ext uri="{FF2B5EF4-FFF2-40B4-BE49-F238E27FC236}">
                    <a16:creationId xmlns:a16="http://schemas.microsoft.com/office/drawing/2014/main" id="{85DBB0AC-11C5-2B57-CF81-F703F7EA7C48}"/>
                  </a:ext>
                </a:extLst>
              </p:cNvPr>
              <p:cNvSpPr>
                <a:spLocks/>
              </p:cNvSpPr>
              <p:nvPr/>
            </p:nvSpPr>
            <p:spPr bwMode="auto">
              <a:xfrm>
                <a:off x="3962" y="1972"/>
                <a:ext cx="0" cy="10"/>
              </a:xfrm>
              <a:custGeom>
                <a:avLst/>
                <a:gdLst>
                  <a:gd name="T0" fmla="*/ 0 h 2"/>
                  <a:gd name="T1" fmla="*/ 2 h 2"/>
                  <a:gd name="T2" fmla="*/ 2 h 2"/>
                </a:gdLst>
                <a:ahLst/>
                <a:cxnLst>
                  <a:cxn ang="0">
                    <a:pos x="0" y="T0"/>
                  </a:cxn>
                  <a:cxn ang="0">
                    <a:pos x="0" y="T1"/>
                  </a:cxn>
                  <a:cxn ang="0">
                    <a:pos x="0" y="T2"/>
                  </a:cxn>
                </a:cxnLst>
                <a:rect l="0" t="0" r="r" b="b"/>
                <a:pathLst>
                  <a:path h="2">
                    <a:moveTo>
                      <a:pt x="0" y="0"/>
                    </a:moveTo>
                    <a:lnTo>
                      <a:pt x="0" y="2"/>
                    </a:lnTo>
                    <a:lnTo>
                      <a:pt x="0" y="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8" name="Freeform 254">
                <a:extLst>
                  <a:ext uri="{FF2B5EF4-FFF2-40B4-BE49-F238E27FC236}">
                    <a16:creationId xmlns:a16="http://schemas.microsoft.com/office/drawing/2014/main" id="{B11C5954-736F-451C-AE08-57F58A4C7CAF}"/>
                  </a:ext>
                </a:extLst>
              </p:cNvPr>
              <p:cNvSpPr>
                <a:spLocks/>
              </p:cNvSpPr>
              <p:nvPr/>
            </p:nvSpPr>
            <p:spPr bwMode="auto">
              <a:xfrm>
                <a:off x="3962" y="1931"/>
                <a:ext cx="20" cy="0"/>
              </a:xfrm>
              <a:custGeom>
                <a:avLst/>
                <a:gdLst>
                  <a:gd name="T0" fmla="*/ 0 w 4"/>
                  <a:gd name="T1" fmla="*/ 4 w 4"/>
                  <a:gd name="T2" fmla="*/ 4 w 4"/>
                </a:gdLst>
                <a:ahLst/>
                <a:cxnLst>
                  <a:cxn ang="0">
                    <a:pos x="T0" y="0"/>
                  </a:cxn>
                  <a:cxn ang="0">
                    <a:pos x="T1" y="0"/>
                  </a:cxn>
                  <a:cxn ang="0">
                    <a:pos x="T2" y="0"/>
                  </a:cxn>
                </a:cxnLst>
                <a:rect l="0" t="0" r="r" b="b"/>
                <a:pathLst>
                  <a:path w="4">
                    <a:moveTo>
                      <a:pt x="0" y="0"/>
                    </a:moveTo>
                    <a:lnTo>
                      <a:pt x="4" y="0"/>
                    </a:lnTo>
                    <a:lnTo>
                      <a:pt x="4"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9" name="Freeform 255">
                <a:extLst>
                  <a:ext uri="{FF2B5EF4-FFF2-40B4-BE49-F238E27FC236}">
                    <a16:creationId xmlns:a16="http://schemas.microsoft.com/office/drawing/2014/main" id="{BF702332-571C-B1E4-54D8-359467A00CFD}"/>
                  </a:ext>
                </a:extLst>
              </p:cNvPr>
              <p:cNvSpPr>
                <a:spLocks/>
              </p:cNvSpPr>
              <p:nvPr/>
            </p:nvSpPr>
            <p:spPr bwMode="auto">
              <a:xfrm>
                <a:off x="3916" y="1921"/>
                <a:ext cx="0" cy="20"/>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0" name="Freeform 256">
                <a:extLst>
                  <a:ext uri="{FF2B5EF4-FFF2-40B4-BE49-F238E27FC236}">
                    <a16:creationId xmlns:a16="http://schemas.microsoft.com/office/drawing/2014/main" id="{005B3FE8-371F-8147-0688-7788EBDA67F3}"/>
                  </a:ext>
                </a:extLst>
              </p:cNvPr>
              <p:cNvSpPr>
                <a:spLocks/>
              </p:cNvSpPr>
              <p:nvPr/>
            </p:nvSpPr>
            <p:spPr bwMode="auto">
              <a:xfrm>
                <a:off x="3916" y="1951"/>
                <a:ext cx="0" cy="21"/>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1" name="Freeform 257">
                <a:extLst>
                  <a:ext uri="{FF2B5EF4-FFF2-40B4-BE49-F238E27FC236}">
                    <a16:creationId xmlns:a16="http://schemas.microsoft.com/office/drawing/2014/main" id="{D185C31E-F6C0-1A85-1142-ECC742204D7A}"/>
                  </a:ext>
                </a:extLst>
              </p:cNvPr>
              <p:cNvSpPr>
                <a:spLocks/>
              </p:cNvSpPr>
              <p:nvPr/>
            </p:nvSpPr>
            <p:spPr bwMode="auto">
              <a:xfrm>
                <a:off x="3916" y="1891"/>
                <a:ext cx="0" cy="20"/>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2" name="Freeform 258">
                <a:extLst>
                  <a:ext uri="{FF2B5EF4-FFF2-40B4-BE49-F238E27FC236}">
                    <a16:creationId xmlns:a16="http://schemas.microsoft.com/office/drawing/2014/main" id="{42E9E61B-A1DB-E6E0-AAE4-15551006339F}"/>
                  </a:ext>
                </a:extLst>
              </p:cNvPr>
              <p:cNvSpPr>
                <a:spLocks/>
              </p:cNvSpPr>
              <p:nvPr/>
            </p:nvSpPr>
            <p:spPr bwMode="auto">
              <a:xfrm>
                <a:off x="3921" y="1901"/>
                <a:ext cx="0" cy="61"/>
              </a:xfrm>
              <a:custGeom>
                <a:avLst/>
                <a:gdLst>
                  <a:gd name="T0" fmla="*/ 0 h 12"/>
                  <a:gd name="T1" fmla="*/ 12 h 12"/>
                  <a:gd name="T2" fmla="*/ 12 h 12"/>
                </a:gdLst>
                <a:ahLst/>
                <a:cxnLst>
                  <a:cxn ang="0">
                    <a:pos x="0" y="T0"/>
                  </a:cxn>
                  <a:cxn ang="0">
                    <a:pos x="0" y="T1"/>
                  </a:cxn>
                  <a:cxn ang="0">
                    <a:pos x="0" y="T2"/>
                  </a:cxn>
                </a:cxnLst>
                <a:rect l="0" t="0" r="r" b="b"/>
                <a:pathLst>
                  <a:path h="12">
                    <a:moveTo>
                      <a:pt x="0" y="0"/>
                    </a:moveTo>
                    <a:lnTo>
                      <a:pt x="0" y="12"/>
                    </a:lnTo>
                    <a:lnTo>
                      <a:pt x="0" y="1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3" name="Freeform 259">
                <a:extLst>
                  <a:ext uri="{FF2B5EF4-FFF2-40B4-BE49-F238E27FC236}">
                    <a16:creationId xmlns:a16="http://schemas.microsoft.com/office/drawing/2014/main" id="{6A902E5A-96AC-A726-D6A2-56DDE5327DE2}"/>
                  </a:ext>
                </a:extLst>
              </p:cNvPr>
              <p:cNvSpPr>
                <a:spLocks/>
              </p:cNvSpPr>
              <p:nvPr/>
            </p:nvSpPr>
            <p:spPr bwMode="auto">
              <a:xfrm>
                <a:off x="3921" y="1931"/>
                <a:ext cx="41" cy="0"/>
              </a:xfrm>
              <a:custGeom>
                <a:avLst/>
                <a:gdLst>
                  <a:gd name="T0" fmla="*/ 0 w 8"/>
                  <a:gd name="T1" fmla="*/ 8 w 8"/>
                  <a:gd name="T2" fmla="*/ 8 w 8"/>
                </a:gdLst>
                <a:ahLst/>
                <a:cxnLst>
                  <a:cxn ang="0">
                    <a:pos x="T0" y="0"/>
                  </a:cxn>
                  <a:cxn ang="0">
                    <a:pos x="T1" y="0"/>
                  </a:cxn>
                  <a:cxn ang="0">
                    <a:pos x="T2" y="0"/>
                  </a:cxn>
                </a:cxnLst>
                <a:rect l="0" t="0" r="r" b="b"/>
                <a:pathLst>
                  <a:path w="8">
                    <a:moveTo>
                      <a:pt x="0" y="0"/>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4" name="Freeform 260">
                <a:extLst>
                  <a:ext uri="{FF2B5EF4-FFF2-40B4-BE49-F238E27FC236}">
                    <a16:creationId xmlns:a16="http://schemas.microsoft.com/office/drawing/2014/main" id="{A02EBF51-5C48-C52E-854D-B1ADEE2F78C5}"/>
                  </a:ext>
                </a:extLst>
              </p:cNvPr>
              <p:cNvSpPr>
                <a:spLocks/>
              </p:cNvSpPr>
              <p:nvPr/>
            </p:nvSpPr>
            <p:spPr bwMode="auto">
              <a:xfrm>
                <a:off x="3881" y="1962"/>
                <a:ext cx="35" cy="0"/>
              </a:xfrm>
              <a:custGeom>
                <a:avLst/>
                <a:gdLst>
                  <a:gd name="T0" fmla="*/ 7 w 7"/>
                  <a:gd name="T1" fmla="*/ 0 w 7"/>
                  <a:gd name="T2" fmla="*/ 0 w 7"/>
                </a:gdLst>
                <a:ahLst/>
                <a:cxnLst>
                  <a:cxn ang="0">
                    <a:pos x="T0" y="0"/>
                  </a:cxn>
                  <a:cxn ang="0">
                    <a:pos x="T1" y="0"/>
                  </a:cxn>
                  <a:cxn ang="0">
                    <a:pos x="T2" y="0"/>
                  </a:cxn>
                </a:cxnLst>
                <a:rect l="0" t="0" r="r" b="b"/>
                <a:pathLst>
                  <a:path w="7">
                    <a:moveTo>
                      <a:pt x="7"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5" name="Freeform 261">
                <a:extLst>
                  <a:ext uri="{FF2B5EF4-FFF2-40B4-BE49-F238E27FC236}">
                    <a16:creationId xmlns:a16="http://schemas.microsoft.com/office/drawing/2014/main" id="{9334E4FF-62CD-9524-31E9-F54B8F840083}"/>
                  </a:ext>
                </a:extLst>
              </p:cNvPr>
              <p:cNvSpPr>
                <a:spLocks/>
              </p:cNvSpPr>
              <p:nvPr/>
            </p:nvSpPr>
            <p:spPr bwMode="auto">
              <a:xfrm>
                <a:off x="3881" y="1962"/>
                <a:ext cx="0" cy="20"/>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6" name="Freeform 262">
                <a:extLst>
                  <a:ext uri="{FF2B5EF4-FFF2-40B4-BE49-F238E27FC236}">
                    <a16:creationId xmlns:a16="http://schemas.microsoft.com/office/drawing/2014/main" id="{74B5007F-E7CA-A750-1D9A-DB16DE2A06A5}"/>
                  </a:ext>
                </a:extLst>
              </p:cNvPr>
              <p:cNvSpPr>
                <a:spLocks/>
              </p:cNvSpPr>
              <p:nvPr/>
            </p:nvSpPr>
            <p:spPr bwMode="auto">
              <a:xfrm>
                <a:off x="3881" y="1931"/>
                <a:ext cx="0" cy="31"/>
              </a:xfrm>
              <a:custGeom>
                <a:avLst/>
                <a:gdLst>
                  <a:gd name="T0" fmla="*/ 6 h 6"/>
                  <a:gd name="T1" fmla="*/ 0 h 6"/>
                  <a:gd name="T2" fmla="*/ 0 h 6"/>
                </a:gdLst>
                <a:ahLst/>
                <a:cxnLst>
                  <a:cxn ang="0">
                    <a:pos x="0" y="T0"/>
                  </a:cxn>
                  <a:cxn ang="0">
                    <a:pos x="0" y="T1"/>
                  </a:cxn>
                  <a:cxn ang="0">
                    <a:pos x="0" y="T2"/>
                  </a:cxn>
                </a:cxnLst>
                <a:rect l="0" t="0" r="r" b="b"/>
                <a:pathLst>
                  <a:path h="6">
                    <a:moveTo>
                      <a:pt x="0" y="6"/>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7" name="Freeform 263">
                <a:extLst>
                  <a:ext uri="{FF2B5EF4-FFF2-40B4-BE49-F238E27FC236}">
                    <a16:creationId xmlns:a16="http://schemas.microsoft.com/office/drawing/2014/main" id="{B518A2A0-86C9-F6C8-CC6F-2AE20DDE314E}"/>
                  </a:ext>
                </a:extLst>
              </p:cNvPr>
              <p:cNvSpPr>
                <a:spLocks/>
              </p:cNvSpPr>
              <p:nvPr/>
            </p:nvSpPr>
            <p:spPr bwMode="auto">
              <a:xfrm>
                <a:off x="3881" y="1931"/>
                <a:ext cx="15" cy="0"/>
              </a:xfrm>
              <a:custGeom>
                <a:avLst/>
                <a:gdLst>
                  <a:gd name="T0" fmla="*/ 0 w 3"/>
                  <a:gd name="T1" fmla="*/ 3 w 3"/>
                  <a:gd name="T2" fmla="*/ 3 w 3"/>
                </a:gdLst>
                <a:ahLst/>
                <a:cxnLst>
                  <a:cxn ang="0">
                    <a:pos x="T0" y="0"/>
                  </a:cxn>
                  <a:cxn ang="0">
                    <a:pos x="T1" y="0"/>
                  </a:cxn>
                  <a:cxn ang="0">
                    <a:pos x="T2" y="0"/>
                  </a:cxn>
                </a:cxnLst>
                <a:rect l="0" t="0" r="r" b="b"/>
                <a:pathLst>
                  <a:path w="3">
                    <a:moveTo>
                      <a:pt x="0" y="0"/>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8" name="Freeform 264">
                <a:extLst>
                  <a:ext uri="{FF2B5EF4-FFF2-40B4-BE49-F238E27FC236}">
                    <a16:creationId xmlns:a16="http://schemas.microsoft.com/office/drawing/2014/main" id="{A22CD2CC-4D81-2044-1C16-9C12F15E2778}"/>
                  </a:ext>
                </a:extLst>
              </p:cNvPr>
              <p:cNvSpPr>
                <a:spLocks/>
              </p:cNvSpPr>
              <p:nvPr/>
            </p:nvSpPr>
            <p:spPr bwMode="auto">
              <a:xfrm>
                <a:off x="3947" y="1972"/>
                <a:ext cx="30" cy="10"/>
              </a:xfrm>
              <a:custGeom>
                <a:avLst/>
                <a:gdLst>
                  <a:gd name="T0" fmla="*/ 0 w 30"/>
                  <a:gd name="T1" fmla="*/ 0 h 10"/>
                  <a:gd name="T2" fmla="*/ 5 w 30"/>
                  <a:gd name="T3" fmla="*/ 5 h 10"/>
                  <a:gd name="T4" fmla="*/ 25 w 30"/>
                  <a:gd name="T5" fmla="*/ 5 h 10"/>
                  <a:gd name="T6" fmla="*/ 30 w 30"/>
                  <a:gd name="T7" fmla="*/ 10 h 10"/>
                </a:gdLst>
                <a:ahLst/>
                <a:cxnLst>
                  <a:cxn ang="0">
                    <a:pos x="T0" y="T1"/>
                  </a:cxn>
                  <a:cxn ang="0">
                    <a:pos x="T2" y="T3"/>
                  </a:cxn>
                  <a:cxn ang="0">
                    <a:pos x="T4" y="T5"/>
                  </a:cxn>
                  <a:cxn ang="0">
                    <a:pos x="T6" y="T7"/>
                  </a:cxn>
                </a:cxnLst>
                <a:rect l="0" t="0" r="r" b="b"/>
                <a:pathLst>
                  <a:path w="30" h="10">
                    <a:moveTo>
                      <a:pt x="0" y="0"/>
                    </a:moveTo>
                    <a:lnTo>
                      <a:pt x="5" y="5"/>
                    </a:lnTo>
                    <a:lnTo>
                      <a:pt x="25" y="5"/>
                    </a:lnTo>
                    <a:lnTo>
                      <a:pt x="30" y="1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9" name="Freeform 265">
                <a:extLst>
                  <a:ext uri="{FF2B5EF4-FFF2-40B4-BE49-F238E27FC236}">
                    <a16:creationId xmlns:a16="http://schemas.microsoft.com/office/drawing/2014/main" id="{6C892B45-BA50-0CD7-4EEA-DAB5FCCBF142}"/>
                  </a:ext>
                </a:extLst>
              </p:cNvPr>
              <p:cNvSpPr>
                <a:spLocks/>
              </p:cNvSpPr>
              <p:nvPr/>
            </p:nvSpPr>
            <p:spPr bwMode="auto">
              <a:xfrm>
                <a:off x="3952" y="1962"/>
                <a:ext cx="20" cy="15"/>
              </a:xfrm>
              <a:custGeom>
                <a:avLst/>
                <a:gdLst>
                  <a:gd name="T0" fmla="*/ 10 w 20"/>
                  <a:gd name="T1" fmla="*/ 15 h 15"/>
                  <a:gd name="T2" fmla="*/ 0 w 20"/>
                  <a:gd name="T3" fmla="*/ 0 h 15"/>
                  <a:gd name="T4" fmla="*/ 20 w 20"/>
                  <a:gd name="T5" fmla="*/ 0 h 15"/>
                  <a:gd name="T6" fmla="*/ 10 w 20"/>
                  <a:gd name="T7" fmla="*/ 15 h 15"/>
                </a:gdLst>
                <a:ahLst/>
                <a:cxnLst>
                  <a:cxn ang="0">
                    <a:pos x="T0" y="T1"/>
                  </a:cxn>
                  <a:cxn ang="0">
                    <a:pos x="T2" y="T3"/>
                  </a:cxn>
                  <a:cxn ang="0">
                    <a:pos x="T4" y="T5"/>
                  </a:cxn>
                  <a:cxn ang="0">
                    <a:pos x="T6" y="T7"/>
                  </a:cxn>
                </a:cxnLst>
                <a:rect l="0" t="0" r="r" b="b"/>
                <a:pathLst>
                  <a:path w="20" h="15">
                    <a:moveTo>
                      <a:pt x="10" y="15"/>
                    </a:moveTo>
                    <a:lnTo>
                      <a:pt x="0" y="0"/>
                    </a:lnTo>
                    <a:lnTo>
                      <a:pt x="20" y="0"/>
                    </a:lnTo>
                    <a:lnTo>
                      <a:pt x="10" y="15"/>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0" name="Freeform 266">
                <a:extLst>
                  <a:ext uri="{FF2B5EF4-FFF2-40B4-BE49-F238E27FC236}">
                    <a16:creationId xmlns:a16="http://schemas.microsoft.com/office/drawing/2014/main" id="{F8B0DD83-BE0F-ACC1-3D01-81CB9F2A5146}"/>
                  </a:ext>
                </a:extLst>
              </p:cNvPr>
              <p:cNvSpPr>
                <a:spLocks/>
              </p:cNvSpPr>
              <p:nvPr/>
            </p:nvSpPr>
            <p:spPr bwMode="auto">
              <a:xfrm>
                <a:off x="3831" y="2017"/>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1" name="Freeform 267">
                <a:extLst>
                  <a:ext uri="{FF2B5EF4-FFF2-40B4-BE49-F238E27FC236}">
                    <a16:creationId xmlns:a16="http://schemas.microsoft.com/office/drawing/2014/main" id="{18112ABE-09EA-EABA-DB4A-175D6A5EF55D}"/>
                  </a:ext>
                </a:extLst>
              </p:cNvPr>
              <p:cNvSpPr>
                <a:spLocks/>
              </p:cNvSpPr>
              <p:nvPr/>
            </p:nvSpPr>
            <p:spPr bwMode="auto">
              <a:xfrm>
                <a:off x="3831" y="1946"/>
                <a:ext cx="0" cy="71"/>
              </a:xfrm>
              <a:custGeom>
                <a:avLst/>
                <a:gdLst>
                  <a:gd name="T0" fmla="*/ 14 h 14"/>
                  <a:gd name="T1" fmla="*/ 0 h 14"/>
                  <a:gd name="T2" fmla="*/ 0 h 14"/>
                </a:gdLst>
                <a:ahLst/>
                <a:cxnLst>
                  <a:cxn ang="0">
                    <a:pos x="0" y="T0"/>
                  </a:cxn>
                  <a:cxn ang="0">
                    <a:pos x="0" y="T1"/>
                  </a:cxn>
                  <a:cxn ang="0">
                    <a:pos x="0" y="T2"/>
                  </a:cxn>
                </a:cxnLst>
                <a:rect l="0" t="0" r="r" b="b"/>
                <a:pathLst>
                  <a:path h="14">
                    <a:moveTo>
                      <a:pt x="0" y="14"/>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2" name="Freeform 268">
                <a:extLst>
                  <a:ext uri="{FF2B5EF4-FFF2-40B4-BE49-F238E27FC236}">
                    <a16:creationId xmlns:a16="http://schemas.microsoft.com/office/drawing/2014/main" id="{1D768595-1CFD-A457-1ACB-80437332816A}"/>
                  </a:ext>
                </a:extLst>
              </p:cNvPr>
              <p:cNvSpPr>
                <a:spLocks/>
              </p:cNvSpPr>
              <p:nvPr/>
            </p:nvSpPr>
            <p:spPr bwMode="auto">
              <a:xfrm>
                <a:off x="3881" y="1901"/>
                <a:ext cx="35" cy="0"/>
              </a:xfrm>
              <a:custGeom>
                <a:avLst/>
                <a:gdLst>
                  <a:gd name="T0" fmla="*/ 7 w 7"/>
                  <a:gd name="T1" fmla="*/ 0 w 7"/>
                  <a:gd name="T2" fmla="*/ 0 w 7"/>
                </a:gdLst>
                <a:ahLst/>
                <a:cxnLst>
                  <a:cxn ang="0">
                    <a:pos x="T0" y="0"/>
                  </a:cxn>
                  <a:cxn ang="0">
                    <a:pos x="T1" y="0"/>
                  </a:cxn>
                  <a:cxn ang="0">
                    <a:pos x="T2" y="0"/>
                  </a:cxn>
                </a:cxnLst>
                <a:rect l="0" t="0" r="r" b="b"/>
                <a:pathLst>
                  <a:path w="7">
                    <a:moveTo>
                      <a:pt x="7"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3" name="Freeform 269">
                <a:extLst>
                  <a:ext uri="{FF2B5EF4-FFF2-40B4-BE49-F238E27FC236}">
                    <a16:creationId xmlns:a16="http://schemas.microsoft.com/office/drawing/2014/main" id="{E1A26613-8792-301B-BF11-91F1FC2A14F5}"/>
                  </a:ext>
                </a:extLst>
              </p:cNvPr>
              <p:cNvSpPr>
                <a:spLocks/>
              </p:cNvSpPr>
              <p:nvPr/>
            </p:nvSpPr>
            <p:spPr bwMode="auto">
              <a:xfrm>
                <a:off x="3881" y="1830"/>
                <a:ext cx="0" cy="71"/>
              </a:xfrm>
              <a:custGeom>
                <a:avLst/>
                <a:gdLst>
                  <a:gd name="T0" fmla="*/ 14 h 14"/>
                  <a:gd name="T1" fmla="*/ 0 h 14"/>
                  <a:gd name="T2" fmla="*/ 0 h 14"/>
                </a:gdLst>
                <a:ahLst/>
                <a:cxnLst>
                  <a:cxn ang="0">
                    <a:pos x="0" y="T0"/>
                  </a:cxn>
                  <a:cxn ang="0">
                    <a:pos x="0" y="T1"/>
                  </a:cxn>
                  <a:cxn ang="0">
                    <a:pos x="0" y="T2"/>
                  </a:cxn>
                </a:cxnLst>
                <a:rect l="0" t="0" r="r" b="b"/>
                <a:pathLst>
                  <a:path h="14">
                    <a:moveTo>
                      <a:pt x="0" y="14"/>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4" name="Freeform 270">
                <a:extLst>
                  <a:ext uri="{FF2B5EF4-FFF2-40B4-BE49-F238E27FC236}">
                    <a16:creationId xmlns:a16="http://schemas.microsoft.com/office/drawing/2014/main" id="{1F953D5D-73E5-BE84-1305-101399D26AF9}"/>
                  </a:ext>
                </a:extLst>
              </p:cNvPr>
              <p:cNvSpPr>
                <a:spLocks/>
              </p:cNvSpPr>
              <p:nvPr/>
            </p:nvSpPr>
            <p:spPr bwMode="auto">
              <a:xfrm>
                <a:off x="3831" y="1881"/>
                <a:ext cx="0" cy="40"/>
              </a:xfrm>
              <a:custGeom>
                <a:avLst/>
                <a:gdLst>
                  <a:gd name="T0" fmla="*/ 8 h 8"/>
                  <a:gd name="T1" fmla="*/ 0 h 8"/>
                  <a:gd name="T2" fmla="*/ 0 h 8"/>
                </a:gdLst>
                <a:ahLst/>
                <a:cxnLst>
                  <a:cxn ang="0">
                    <a:pos x="0" y="T0"/>
                  </a:cxn>
                  <a:cxn ang="0">
                    <a:pos x="0" y="T1"/>
                  </a:cxn>
                  <a:cxn ang="0">
                    <a:pos x="0" y="T2"/>
                  </a:cxn>
                </a:cxnLst>
                <a:rect l="0" t="0" r="r" b="b"/>
                <a:pathLst>
                  <a:path h="8">
                    <a:moveTo>
                      <a:pt x="0"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5" name="Freeform 271">
                <a:extLst>
                  <a:ext uri="{FF2B5EF4-FFF2-40B4-BE49-F238E27FC236}">
                    <a16:creationId xmlns:a16="http://schemas.microsoft.com/office/drawing/2014/main" id="{48450015-3AD5-2BE6-3CBA-886068D2B3EA}"/>
                  </a:ext>
                </a:extLst>
              </p:cNvPr>
              <p:cNvSpPr>
                <a:spLocks/>
              </p:cNvSpPr>
              <p:nvPr/>
            </p:nvSpPr>
            <p:spPr bwMode="auto">
              <a:xfrm>
                <a:off x="3831" y="1881"/>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6" name="Rectangle 272">
                <a:extLst>
                  <a:ext uri="{FF2B5EF4-FFF2-40B4-BE49-F238E27FC236}">
                    <a16:creationId xmlns:a16="http://schemas.microsoft.com/office/drawing/2014/main" id="{EA2C2EF8-63A4-F424-02ED-CF44DDF74655}"/>
                  </a:ext>
                </a:extLst>
              </p:cNvPr>
              <p:cNvSpPr>
                <a:spLocks noChangeArrowheads="1"/>
              </p:cNvSpPr>
              <p:nvPr/>
            </p:nvSpPr>
            <p:spPr bwMode="auto">
              <a:xfrm>
                <a:off x="3881" y="2032"/>
                <a:ext cx="13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Q401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7" name="Rectangle 273">
                <a:extLst>
                  <a:ext uri="{FF2B5EF4-FFF2-40B4-BE49-F238E27FC236}">
                    <a16:creationId xmlns:a16="http://schemas.microsoft.com/office/drawing/2014/main" id="{D49AB81A-BECF-2D53-C397-4125C367295A}"/>
                  </a:ext>
                </a:extLst>
              </p:cNvPr>
              <p:cNvSpPr>
                <a:spLocks noChangeArrowheads="1"/>
              </p:cNvSpPr>
              <p:nvPr/>
            </p:nvSpPr>
            <p:spPr bwMode="auto">
              <a:xfrm>
                <a:off x="3881" y="1830"/>
                <a:ext cx="25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rgbClr val="000000"/>
                    </a:solidFill>
                    <a:effectLst/>
                    <a:latin typeface="Arial" panose="020B0604020202020204" pitchFamily="34" charset="0"/>
                  </a:rPr>
                  <a:t>2N7002KW</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8" name="Freeform 274">
                <a:extLst>
                  <a:ext uri="{FF2B5EF4-FFF2-40B4-BE49-F238E27FC236}">
                    <a16:creationId xmlns:a16="http://schemas.microsoft.com/office/drawing/2014/main" id="{8A8EA448-54E0-F121-D1F3-3CF642EBCFBB}"/>
                  </a:ext>
                </a:extLst>
              </p:cNvPr>
              <p:cNvSpPr>
                <a:spLocks/>
              </p:cNvSpPr>
              <p:nvPr/>
            </p:nvSpPr>
            <p:spPr bwMode="auto">
              <a:xfrm>
                <a:off x="3982" y="1931"/>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9" name="Rectangle 275">
                <a:extLst>
                  <a:ext uri="{FF2B5EF4-FFF2-40B4-BE49-F238E27FC236}">
                    <a16:creationId xmlns:a16="http://schemas.microsoft.com/office/drawing/2014/main" id="{E94DAE24-ADBB-5905-C8E4-CCC3C6AA7FAD}"/>
                  </a:ext>
                </a:extLst>
              </p:cNvPr>
              <p:cNvSpPr>
                <a:spLocks noChangeArrowheads="1"/>
              </p:cNvSpPr>
              <p:nvPr/>
            </p:nvSpPr>
            <p:spPr bwMode="auto">
              <a:xfrm>
                <a:off x="4017" y="187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0" name="Freeform 276">
                <a:extLst>
                  <a:ext uri="{FF2B5EF4-FFF2-40B4-BE49-F238E27FC236}">
                    <a16:creationId xmlns:a16="http://schemas.microsoft.com/office/drawing/2014/main" id="{2CD06E26-6233-6DCF-16A9-9D8D487964FB}"/>
                  </a:ext>
                </a:extLst>
              </p:cNvPr>
              <p:cNvSpPr>
                <a:spLocks/>
              </p:cNvSpPr>
              <p:nvPr/>
            </p:nvSpPr>
            <p:spPr bwMode="auto">
              <a:xfrm>
                <a:off x="3881" y="2032"/>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1" name="Rectangle 277">
                <a:extLst>
                  <a:ext uri="{FF2B5EF4-FFF2-40B4-BE49-F238E27FC236}">
                    <a16:creationId xmlns:a16="http://schemas.microsoft.com/office/drawing/2014/main" id="{FC2CFED5-1419-B3F7-977A-94AB149E8A83}"/>
                  </a:ext>
                </a:extLst>
              </p:cNvPr>
              <p:cNvSpPr>
                <a:spLocks noChangeArrowheads="1"/>
              </p:cNvSpPr>
              <p:nvPr/>
            </p:nvSpPr>
            <p:spPr bwMode="auto">
              <a:xfrm rot="16200000">
                <a:off x="3831" y="2036"/>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2" name="Freeform 278">
                <a:extLst>
                  <a:ext uri="{FF2B5EF4-FFF2-40B4-BE49-F238E27FC236}">
                    <a16:creationId xmlns:a16="http://schemas.microsoft.com/office/drawing/2014/main" id="{D610DEBE-6F30-F887-D1A6-D14C1CB885C3}"/>
                  </a:ext>
                </a:extLst>
              </p:cNvPr>
              <p:cNvSpPr>
                <a:spLocks/>
              </p:cNvSpPr>
              <p:nvPr/>
            </p:nvSpPr>
            <p:spPr bwMode="auto">
              <a:xfrm>
                <a:off x="3881" y="178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3" name="Rectangle 279">
                <a:extLst>
                  <a:ext uri="{FF2B5EF4-FFF2-40B4-BE49-F238E27FC236}">
                    <a16:creationId xmlns:a16="http://schemas.microsoft.com/office/drawing/2014/main" id="{03075AE7-A4B1-6004-8C40-A75A2C0760C1}"/>
                  </a:ext>
                </a:extLst>
              </p:cNvPr>
              <p:cNvSpPr>
                <a:spLocks noChangeArrowheads="1"/>
              </p:cNvSpPr>
              <p:nvPr/>
            </p:nvSpPr>
            <p:spPr bwMode="auto">
              <a:xfrm rot="16200000">
                <a:off x="3831" y="1738"/>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4" name="Freeform 280">
                <a:extLst>
                  <a:ext uri="{FF2B5EF4-FFF2-40B4-BE49-F238E27FC236}">
                    <a16:creationId xmlns:a16="http://schemas.microsoft.com/office/drawing/2014/main" id="{B920DA45-4581-AF71-4998-A43EAE51416D}"/>
                  </a:ext>
                </a:extLst>
              </p:cNvPr>
              <p:cNvSpPr>
                <a:spLocks/>
              </p:cNvSpPr>
              <p:nvPr/>
            </p:nvSpPr>
            <p:spPr bwMode="auto">
              <a:xfrm>
                <a:off x="6149" y="2385"/>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5" name="Freeform 281">
                <a:extLst>
                  <a:ext uri="{FF2B5EF4-FFF2-40B4-BE49-F238E27FC236}">
                    <a16:creationId xmlns:a16="http://schemas.microsoft.com/office/drawing/2014/main" id="{30401D27-B256-B073-962E-AF31A21F8E54}"/>
                  </a:ext>
                </a:extLst>
              </p:cNvPr>
              <p:cNvSpPr>
                <a:spLocks/>
              </p:cNvSpPr>
              <p:nvPr/>
            </p:nvSpPr>
            <p:spPr bwMode="auto">
              <a:xfrm>
                <a:off x="5418" y="3963"/>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6" name="Freeform 282">
                <a:extLst>
                  <a:ext uri="{FF2B5EF4-FFF2-40B4-BE49-F238E27FC236}">
                    <a16:creationId xmlns:a16="http://schemas.microsoft.com/office/drawing/2014/main" id="{C936C167-824F-8CA2-CA68-CA8E06B11F14}"/>
                  </a:ext>
                </a:extLst>
              </p:cNvPr>
              <p:cNvSpPr>
                <a:spLocks/>
              </p:cNvSpPr>
              <p:nvPr/>
            </p:nvSpPr>
            <p:spPr bwMode="auto">
              <a:xfrm>
                <a:off x="5418" y="3983"/>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7" name="Freeform 283">
                <a:extLst>
                  <a:ext uri="{FF2B5EF4-FFF2-40B4-BE49-F238E27FC236}">
                    <a16:creationId xmlns:a16="http://schemas.microsoft.com/office/drawing/2014/main" id="{00E17C9D-B470-D12C-9A9B-69A80DB631FD}"/>
                  </a:ext>
                </a:extLst>
              </p:cNvPr>
              <p:cNvSpPr>
                <a:spLocks/>
              </p:cNvSpPr>
              <p:nvPr/>
            </p:nvSpPr>
            <p:spPr bwMode="auto">
              <a:xfrm>
                <a:off x="5443" y="3983"/>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8" name="Freeform 284">
                <a:extLst>
                  <a:ext uri="{FF2B5EF4-FFF2-40B4-BE49-F238E27FC236}">
                    <a16:creationId xmlns:a16="http://schemas.microsoft.com/office/drawing/2014/main" id="{AF62875C-CA06-4EB4-004E-54A183AFB7F4}"/>
                  </a:ext>
                </a:extLst>
              </p:cNvPr>
              <p:cNvSpPr>
                <a:spLocks/>
              </p:cNvSpPr>
              <p:nvPr/>
            </p:nvSpPr>
            <p:spPr bwMode="auto">
              <a:xfrm>
                <a:off x="5443" y="3948"/>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9" name="Rectangle 285">
                <a:extLst>
                  <a:ext uri="{FF2B5EF4-FFF2-40B4-BE49-F238E27FC236}">
                    <a16:creationId xmlns:a16="http://schemas.microsoft.com/office/drawing/2014/main" id="{0152382F-2323-5FAB-5D2D-BE5C49E03EF8}"/>
                  </a:ext>
                </a:extLst>
              </p:cNvPr>
              <p:cNvSpPr>
                <a:spLocks noChangeArrowheads="1"/>
              </p:cNvSpPr>
              <p:nvPr/>
            </p:nvSpPr>
            <p:spPr bwMode="auto">
              <a:xfrm>
                <a:off x="5443" y="3897"/>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C439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0" name="Rectangle 286">
                <a:extLst>
                  <a:ext uri="{FF2B5EF4-FFF2-40B4-BE49-F238E27FC236}">
                    <a16:creationId xmlns:a16="http://schemas.microsoft.com/office/drawing/2014/main" id="{8B8A6851-EABE-DFFB-9B4D-AB0133226EE0}"/>
                  </a:ext>
                </a:extLst>
              </p:cNvPr>
              <p:cNvSpPr>
                <a:spLocks noChangeArrowheads="1"/>
              </p:cNvSpPr>
              <p:nvPr/>
            </p:nvSpPr>
            <p:spPr bwMode="auto">
              <a:xfrm>
                <a:off x="5443" y="3998"/>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1" name="Freeform 287">
                <a:extLst>
                  <a:ext uri="{FF2B5EF4-FFF2-40B4-BE49-F238E27FC236}">
                    <a16:creationId xmlns:a16="http://schemas.microsoft.com/office/drawing/2014/main" id="{8B67D78E-F309-B8FE-8BEC-DB140E8F7A67}"/>
                  </a:ext>
                </a:extLst>
              </p:cNvPr>
              <p:cNvSpPr>
                <a:spLocks/>
              </p:cNvSpPr>
              <p:nvPr/>
            </p:nvSpPr>
            <p:spPr bwMode="auto">
              <a:xfrm>
                <a:off x="5443" y="3897"/>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2" name="Freeform 288">
                <a:extLst>
                  <a:ext uri="{FF2B5EF4-FFF2-40B4-BE49-F238E27FC236}">
                    <a16:creationId xmlns:a16="http://schemas.microsoft.com/office/drawing/2014/main" id="{A4613CBC-6ACE-CD8F-EE4B-FD9497942E09}"/>
                  </a:ext>
                </a:extLst>
              </p:cNvPr>
              <p:cNvSpPr>
                <a:spLocks/>
              </p:cNvSpPr>
              <p:nvPr/>
            </p:nvSpPr>
            <p:spPr bwMode="auto">
              <a:xfrm>
                <a:off x="5443" y="3998"/>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3" name="Freeform 289">
                <a:extLst>
                  <a:ext uri="{FF2B5EF4-FFF2-40B4-BE49-F238E27FC236}">
                    <a16:creationId xmlns:a16="http://schemas.microsoft.com/office/drawing/2014/main" id="{F802950D-6FFF-EB96-0830-74B955A59BCE}"/>
                  </a:ext>
                </a:extLst>
              </p:cNvPr>
              <p:cNvSpPr>
                <a:spLocks/>
              </p:cNvSpPr>
              <p:nvPr/>
            </p:nvSpPr>
            <p:spPr bwMode="auto">
              <a:xfrm>
                <a:off x="5443" y="3797"/>
                <a:ext cx="0" cy="100"/>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4" name="Freeform 290">
                <a:extLst>
                  <a:ext uri="{FF2B5EF4-FFF2-40B4-BE49-F238E27FC236}">
                    <a16:creationId xmlns:a16="http://schemas.microsoft.com/office/drawing/2014/main" id="{92D7030C-9B8E-F7E6-88AE-BCA2D34C9192}"/>
                  </a:ext>
                </a:extLst>
              </p:cNvPr>
              <p:cNvSpPr>
                <a:spLocks/>
              </p:cNvSpPr>
              <p:nvPr/>
            </p:nvSpPr>
            <p:spPr bwMode="auto">
              <a:xfrm>
                <a:off x="6375" y="2098"/>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5" name="Freeform 291">
                <a:extLst>
                  <a:ext uri="{FF2B5EF4-FFF2-40B4-BE49-F238E27FC236}">
                    <a16:creationId xmlns:a16="http://schemas.microsoft.com/office/drawing/2014/main" id="{E1DDB51C-E785-B407-1A7D-8ADF705F70B1}"/>
                  </a:ext>
                </a:extLst>
              </p:cNvPr>
              <p:cNvSpPr>
                <a:spLocks/>
              </p:cNvSpPr>
              <p:nvPr/>
            </p:nvSpPr>
            <p:spPr bwMode="auto">
              <a:xfrm>
                <a:off x="6375" y="2118"/>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6" name="Freeform 292">
                <a:extLst>
                  <a:ext uri="{FF2B5EF4-FFF2-40B4-BE49-F238E27FC236}">
                    <a16:creationId xmlns:a16="http://schemas.microsoft.com/office/drawing/2014/main" id="{8E37F96D-A9D4-C006-C8EE-53D073259F8E}"/>
                  </a:ext>
                </a:extLst>
              </p:cNvPr>
              <p:cNvSpPr>
                <a:spLocks/>
              </p:cNvSpPr>
              <p:nvPr/>
            </p:nvSpPr>
            <p:spPr bwMode="auto">
              <a:xfrm>
                <a:off x="6401" y="2118"/>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7" name="Freeform 293">
                <a:extLst>
                  <a:ext uri="{FF2B5EF4-FFF2-40B4-BE49-F238E27FC236}">
                    <a16:creationId xmlns:a16="http://schemas.microsoft.com/office/drawing/2014/main" id="{58C93D50-DE46-FB2C-3428-E1E661998B25}"/>
                  </a:ext>
                </a:extLst>
              </p:cNvPr>
              <p:cNvSpPr>
                <a:spLocks/>
              </p:cNvSpPr>
              <p:nvPr/>
            </p:nvSpPr>
            <p:spPr bwMode="auto">
              <a:xfrm>
                <a:off x="6401" y="2083"/>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8" name="Rectangle 294">
                <a:extLst>
                  <a:ext uri="{FF2B5EF4-FFF2-40B4-BE49-F238E27FC236}">
                    <a16:creationId xmlns:a16="http://schemas.microsoft.com/office/drawing/2014/main" id="{57BF3313-7957-25E4-4137-5ECEFDDBF810}"/>
                  </a:ext>
                </a:extLst>
              </p:cNvPr>
              <p:cNvSpPr>
                <a:spLocks noChangeArrowheads="1"/>
              </p:cNvSpPr>
              <p:nvPr/>
            </p:nvSpPr>
            <p:spPr bwMode="auto">
              <a:xfrm>
                <a:off x="6401" y="2032"/>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C406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9" name="Rectangle 295">
                <a:extLst>
                  <a:ext uri="{FF2B5EF4-FFF2-40B4-BE49-F238E27FC236}">
                    <a16:creationId xmlns:a16="http://schemas.microsoft.com/office/drawing/2014/main" id="{B11316B2-D170-F5B6-0509-CD2EC6144A5E}"/>
                  </a:ext>
                </a:extLst>
              </p:cNvPr>
              <p:cNvSpPr>
                <a:spLocks noChangeArrowheads="1"/>
              </p:cNvSpPr>
              <p:nvPr/>
            </p:nvSpPr>
            <p:spPr bwMode="auto">
              <a:xfrm>
                <a:off x="6401" y="2133"/>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0" name="Rectangle 296">
                <a:extLst>
                  <a:ext uri="{FF2B5EF4-FFF2-40B4-BE49-F238E27FC236}">
                    <a16:creationId xmlns:a16="http://schemas.microsoft.com/office/drawing/2014/main" id="{4712D983-A31D-DE05-45B8-5FBA5461A49D}"/>
                  </a:ext>
                </a:extLst>
              </p:cNvPr>
              <p:cNvSpPr>
                <a:spLocks noChangeArrowheads="1"/>
              </p:cNvSpPr>
              <p:nvPr/>
            </p:nvSpPr>
            <p:spPr bwMode="auto">
              <a:xfrm>
                <a:off x="6451" y="2083"/>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1" name="Freeform 297">
                <a:extLst>
                  <a:ext uri="{FF2B5EF4-FFF2-40B4-BE49-F238E27FC236}">
                    <a16:creationId xmlns:a16="http://schemas.microsoft.com/office/drawing/2014/main" id="{257AA209-71A1-41B5-3DC8-48AC239E1B9B}"/>
                  </a:ext>
                </a:extLst>
              </p:cNvPr>
              <p:cNvSpPr>
                <a:spLocks/>
              </p:cNvSpPr>
              <p:nvPr/>
            </p:nvSpPr>
            <p:spPr bwMode="auto">
              <a:xfrm>
                <a:off x="6401" y="2032"/>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2" name="Freeform 298">
                <a:extLst>
                  <a:ext uri="{FF2B5EF4-FFF2-40B4-BE49-F238E27FC236}">
                    <a16:creationId xmlns:a16="http://schemas.microsoft.com/office/drawing/2014/main" id="{8AEE62C8-F32F-B444-7015-48EA7FC93FA2}"/>
                  </a:ext>
                </a:extLst>
              </p:cNvPr>
              <p:cNvSpPr>
                <a:spLocks/>
              </p:cNvSpPr>
              <p:nvPr/>
            </p:nvSpPr>
            <p:spPr bwMode="auto">
              <a:xfrm>
                <a:off x="6401" y="2133"/>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3" name="Freeform 299">
                <a:extLst>
                  <a:ext uri="{FF2B5EF4-FFF2-40B4-BE49-F238E27FC236}">
                    <a16:creationId xmlns:a16="http://schemas.microsoft.com/office/drawing/2014/main" id="{18237026-7DC8-6448-A61C-C685700E6BB9}"/>
                  </a:ext>
                </a:extLst>
              </p:cNvPr>
              <p:cNvSpPr>
                <a:spLocks/>
              </p:cNvSpPr>
              <p:nvPr/>
            </p:nvSpPr>
            <p:spPr bwMode="auto">
              <a:xfrm>
                <a:off x="6532" y="186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4" name="Freeform 300">
                <a:extLst>
                  <a:ext uri="{FF2B5EF4-FFF2-40B4-BE49-F238E27FC236}">
                    <a16:creationId xmlns:a16="http://schemas.microsoft.com/office/drawing/2014/main" id="{F46301F5-6237-CDA1-1577-5E97A98FFCE4}"/>
                  </a:ext>
                </a:extLst>
              </p:cNvPr>
              <p:cNvSpPr>
                <a:spLocks/>
              </p:cNvSpPr>
              <p:nvPr/>
            </p:nvSpPr>
            <p:spPr bwMode="auto">
              <a:xfrm>
                <a:off x="6532" y="1851"/>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5" name="Freeform 301">
                <a:extLst>
                  <a:ext uri="{FF2B5EF4-FFF2-40B4-BE49-F238E27FC236}">
                    <a16:creationId xmlns:a16="http://schemas.microsoft.com/office/drawing/2014/main" id="{1BD70FE0-64EC-D02D-D917-279A1ECA2DF8}"/>
                  </a:ext>
                </a:extLst>
              </p:cNvPr>
              <p:cNvSpPr>
                <a:spLocks/>
              </p:cNvSpPr>
              <p:nvPr/>
            </p:nvSpPr>
            <p:spPr bwMode="auto">
              <a:xfrm>
                <a:off x="6532" y="1836"/>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6" name="Freeform 302">
                <a:extLst>
                  <a:ext uri="{FF2B5EF4-FFF2-40B4-BE49-F238E27FC236}">
                    <a16:creationId xmlns:a16="http://schemas.microsoft.com/office/drawing/2014/main" id="{E23ADE26-7477-3BF4-F44F-85BF535A0608}"/>
                  </a:ext>
                </a:extLst>
              </p:cNvPr>
              <p:cNvSpPr>
                <a:spLocks/>
              </p:cNvSpPr>
              <p:nvPr/>
            </p:nvSpPr>
            <p:spPr bwMode="auto">
              <a:xfrm>
                <a:off x="6532" y="1820"/>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7" name="Freeform 303">
                <a:extLst>
                  <a:ext uri="{FF2B5EF4-FFF2-40B4-BE49-F238E27FC236}">
                    <a16:creationId xmlns:a16="http://schemas.microsoft.com/office/drawing/2014/main" id="{3BC7E40D-B117-168B-4A3F-8CB84B96DB79}"/>
                  </a:ext>
                </a:extLst>
              </p:cNvPr>
              <p:cNvSpPr>
                <a:spLocks/>
              </p:cNvSpPr>
              <p:nvPr/>
            </p:nvSpPr>
            <p:spPr bwMode="auto">
              <a:xfrm>
                <a:off x="6532" y="1805"/>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8" name="Freeform 304">
                <a:extLst>
                  <a:ext uri="{FF2B5EF4-FFF2-40B4-BE49-F238E27FC236}">
                    <a16:creationId xmlns:a16="http://schemas.microsoft.com/office/drawing/2014/main" id="{20405DCE-0ADE-9189-D774-5A6A3D30E071}"/>
                  </a:ext>
                </a:extLst>
              </p:cNvPr>
              <p:cNvSpPr>
                <a:spLocks/>
              </p:cNvSpPr>
              <p:nvPr/>
            </p:nvSpPr>
            <p:spPr bwMode="auto">
              <a:xfrm>
                <a:off x="6532" y="1790"/>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9" name="Freeform 305">
                <a:extLst>
                  <a:ext uri="{FF2B5EF4-FFF2-40B4-BE49-F238E27FC236}">
                    <a16:creationId xmlns:a16="http://schemas.microsoft.com/office/drawing/2014/main" id="{396D0906-0690-292D-EE5B-BE34D0E1CC40}"/>
                  </a:ext>
                </a:extLst>
              </p:cNvPr>
              <p:cNvSpPr>
                <a:spLocks/>
              </p:cNvSpPr>
              <p:nvPr/>
            </p:nvSpPr>
            <p:spPr bwMode="auto">
              <a:xfrm>
                <a:off x="6552" y="178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0" name="Freeform 306">
                <a:extLst>
                  <a:ext uri="{FF2B5EF4-FFF2-40B4-BE49-F238E27FC236}">
                    <a16:creationId xmlns:a16="http://schemas.microsoft.com/office/drawing/2014/main" id="{BBAA7B00-7CCE-4844-5F40-9FA94382C900}"/>
                  </a:ext>
                </a:extLst>
              </p:cNvPr>
              <p:cNvSpPr>
                <a:spLocks/>
              </p:cNvSpPr>
              <p:nvPr/>
            </p:nvSpPr>
            <p:spPr bwMode="auto">
              <a:xfrm>
                <a:off x="6552" y="1876"/>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1" name="Rectangle 307">
                <a:extLst>
                  <a:ext uri="{FF2B5EF4-FFF2-40B4-BE49-F238E27FC236}">
                    <a16:creationId xmlns:a16="http://schemas.microsoft.com/office/drawing/2014/main" id="{6F371E74-6034-63C9-0DAC-1B6347753BE5}"/>
                  </a:ext>
                </a:extLst>
              </p:cNvPr>
              <p:cNvSpPr>
                <a:spLocks noChangeArrowheads="1"/>
              </p:cNvSpPr>
              <p:nvPr/>
            </p:nvSpPr>
            <p:spPr bwMode="auto">
              <a:xfrm>
                <a:off x="6552" y="173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2" name="Rectangle 308">
                <a:extLst>
                  <a:ext uri="{FF2B5EF4-FFF2-40B4-BE49-F238E27FC236}">
                    <a16:creationId xmlns:a16="http://schemas.microsoft.com/office/drawing/2014/main" id="{B3C3B895-9228-FE77-9F2D-25E4E2DC9D61}"/>
                  </a:ext>
                </a:extLst>
              </p:cNvPr>
              <p:cNvSpPr>
                <a:spLocks noChangeArrowheads="1"/>
              </p:cNvSpPr>
              <p:nvPr/>
            </p:nvSpPr>
            <p:spPr bwMode="auto">
              <a:xfrm>
                <a:off x="6552" y="1881"/>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3" name="Rectangle 309">
                <a:extLst>
                  <a:ext uri="{FF2B5EF4-FFF2-40B4-BE49-F238E27FC236}">
                    <a16:creationId xmlns:a16="http://schemas.microsoft.com/office/drawing/2014/main" id="{7BAC9D4A-C9AB-D90E-4373-952F915D27BB}"/>
                  </a:ext>
                </a:extLst>
              </p:cNvPr>
              <p:cNvSpPr>
                <a:spLocks noChangeArrowheads="1"/>
              </p:cNvSpPr>
              <p:nvPr/>
            </p:nvSpPr>
            <p:spPr bwMode="auto">
              <a:xfrm>
                <a:off x="6602" y="1780"/>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4" name="Freeform 310">
                <a:extLst>
                  <a:ext uri="{FF2B5EF4-FFF2-40B4-BE49-F238E27FC236}">
                    <a16:creationId xmlns:a16="http://schemas.microsoft.com/office/drawing/2014/main" id="{01958B55-392A-365A-325D-1ECBF9F6CE25}"/>
                  </a:ext>
                </a:extLst>
              </p:cNvPr>
              <p:cNvSpPr>
                <a:spLocks/>
              </p:cNvSpPr>
              <p:nvPr/>
            </p:nvSpPr>
            <p:spPr bwMode="auto">
              <a:xfrm>
                <a:off x="6552" y="173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5" name="Freeform 311">
                <a:extLst>
                  <a:ext uri="{FF2B5EF4-FFF2-40B4-BE49-F238E27FC236}">
                    <a16:creationId xmlns:a16="http://schemas.microsoft.com/office/drawing/2014/main" id="{A12F71E4-3F8E-47C4-D561-1FB987E5DECF}"/>
                  </a:ext>
                </a:extLst>
              </p:cNvPr>
              <p:cNvSpPr>
                <a:spLocks/>
              </p:cNvSpPr>
              <p:nvPr/>
            </p:nvSpPr>
            <p:spPr bwMode="auto">
              <a:xfrm>
                <a:off x="6552" y="1881"/>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6" name="Freeform 312">
                <a:extLst>
                  <a:ext uri="{FF2B5EF4-FFF2-40B4-BE49-F238E27FC236}">
                    <a16:creationId xmlns:a16="http://schemas.microsoft.com/office/drawing/2014/main" id="{F726D2EC-7EEB-B06A-4D16-3D41323F6DE4}"/>
                  </a:ext>
                </a:extLst>
              </p:cNvPr>
              <p:cNvSpPr>
                <a:spLocks/>
              </p:cNvSpPr>
              <p:nvPr/>
            </p:nvSpPr>
            <p:spPr bwMode="auto">
              <a:xfrm>
                <a:off x="6129" y="2572"/>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7" name="Freeform 313">
                <a:extLst>
                  <a:ext uri="{FF2B5EF4-FFF2-40B4-BE49-F238E27FC236}">
                    <a16:creationId xmlns:a16="http://schemas.microsoft.com/office/drawing/2014/main" id="{2BDEB6F6-4E50-25FB-C5CA-7BDB2DC7EACE}"/>
                  </a:ext>
                </a:extLst>
              </p:cNvPr>
              <p:cNvSpPr>
                <a:spLocks/>
              </p:cNvSpPr>
              <p:nvPr/>
            </p:nvSpPr>
            <p:spPr bwMode="auto">
              <a:xfrm>
                <a:off x="6129" y="2556"/>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8" name="Freeform 314">
                <a:extLst>
                  <a:ext uri="{FF2B5EF4-FFF2-40B4-BE49-F238E27FC236}">
                    <a16:creationId xmlns:a16="http://schemas.microsoft.com/office/drawing/2014/main" id="{84946270-7847-3BB3-096D-1D6458A70790}"/>
                  </a:ext>
                </a:extLst>
              </p:cNvPr>
              <p:cNvSpPr>
                <a:spLocks/>
              </p:cNvSpPr>
              <p:nvPr/>
            </p:nvSpPr>
            <p:spPr bwMode="auto">
              <a:xfrm>
                <a:off x="6129" y="254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9" name="Freeform 315">
                <a:extLst>
                  <a:ext uri="{FF2B5EF4-FFF2-40B4-BE49-F238E27FC236}">
                    <a16:creationId xmlns:a16="http://schemas.microsoft.com/office/drawing/2014/main" id="{4B9C4BDC-F865-5E62-18A5-876095435BAC}"/>
                  </a:ext>
                </a:extLst>
              </p:cNvPr>
              <p:cNvSpPr>
                <a:spLocks/>
              </p:cNvSpPr>
              <p:nvPr/>
            </p:nvSpPr>
            <p:spPr bwMode="auto">
              <a:xfrm>
                <a:off x="6129" y="252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0" name="Freeform 316">
                <a:extLst>
                  <a:ext uri="{FF2B5EF4-FFF2-40B4-BE49-F238E27FC236}">
                    <a16:creationId xmlns:a16="http://schemas.microsoft.com/office/drawing/2014/main" id="{C024034A-81E1-06CF-3FAA-5D35679A5D5F}"/>
                  </a:ext>
                </a:extLst>
              </p:cNvPr>
              <p:cNvSpPr>
                <a:spLocks/>
              </p:cNvSpPr>
              <p:nvPr/>
            </p:nvSpPr>
            <p:spPr bwMode="auto">
              <a:xfrm>
                <a:off x="6129" y="251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1" name="Freeform 317">
                <a:extLst>
                  <a:ext uri="{FF2B5EF4-FFF2-40B4-BE49-F238E27FC236}">
                    <a16:creationId xmlns:a16="http://schemas.microsoft.com/office/drawing/2014/main" id="{7BA18B85-4B7F-CBFE-D7DD-624EA1F034F3}"/>
                  </a:ext>
                </a:extLst>
              </p:cNvPr>
              <p:cNvSpPr>
                <a:spLocks/>
              </p:cNvSpPr>
              <p:nvPr/>
            </p:nvSpPr>
            <p:spPr bwMode="auto">
              <a:xfrm>
                <a:off x="6129" y="249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2" name="Freeform 318">
                <a:extLst>
                  <a:ext uri="{FF2B5EF4-FFF2-40B4-BE49-F238E27FC236}">
                    <a16:creationId xmlns:a16="http://schemas.microsoft.com/office/drawing/2014/main" id="{AA7C6856-E266-06F5-B868-73553093D769}"/>
                  </a:ext>
                </a:extLst>
              </p:cNvPr>
              <p:cNvSpPr>
                <a:spLocks/>
              </p:cNvSpPr>
              <p:nvPr/>
            </p:nvSpPr>
            <p:spPr bwMode="auto">
              <a:xfrm>
                <a:off x="6149" y="248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3" name="Freeform 319">
                <a:extLst>
                  <a:ext uri="{FF2B5EF4-FFF2-40B4-BE49-F238E27FC236}">
                    <a16:creationId xmlns:a16="http://schemas.microsoft.com/office/drawing/2014/main" id="{B885880F-CE2A-27CD-D0D0-607D5F602D9D}"/>
                  </a:ext>
                </a:extLst>
              </p:cNvPr>
              <p:cNvSpPr>
                <a:spLocks/>
              </p:cNvSpPr>
              <p:nvPr/>
            </p:nvSpPr>
            <p:spPr bwMode="auto">
              <a:xfrm>
                <a:off x="6149" y="2582"/>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4" name="Rectangle 320">
                <a:extLst>
                  <a:ext uri="{FF2B5EF4-FFF2-40B4-BE49-F238E27FC236}">
                    <a16:creationId xmlns:a16="http://schemas.microsoft.com/office/drawing/2014/main" id="{2573F454-5BCA-9B96-4A1B-027658BAD8E1}"/>
                  </a:ext>
                </a:extLst>
              </p:cNvPr>
              <p:cNvSpPr>
                <a:spLocks noChangeArrowheads="1"/>
              </p:cNvSpPr>
              <p:nvPr/>
            </p:nvSpPr>
            <p:spPr bwMode="auto">
              <a:xfrm>
                <a:off x="6149" y="243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5" name="Rectangle 321">
                <a:extLst>
                  <a:ext uri="{FF2B5EF4-FFF2-40B4-BE49-F238E27FC236}">
                    <a16:creationId xmlns:a16="http://schemas.microsoft.com/office/drawing/2014/main" id="{F4D9F846-F512-2493-C6FF-AD42A471A74D}"/>
                  </a:ext>
                </a:extLst>
              </p:cNvPr>
              <p:cNvSpPr>
                <a:spLocks noChangeArrowheads="1"/>
              </p:cNvSpPr>
              <p:nvPr/>
            </p:nvSpPr>
            <p:spPr bwMode="auto">
              <a:xfrm>
                <a:off x="6149" y="2587"/>
                <a:ext cx="8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6" name="Freeform 322">
                <a:extLst>
                  <a:ext uri="{FF2B5EF4-FFF2-40B4-BE49-F238E27FC236}">
                    <a16:creationId xmlns:a16="http://schemas.microsoft.com/office/drawing/2014/main" id="{12188500-26BA-7962-4FBA-8C76E28BA40D}"/>
                  </a:ext>
                </a:extLst>
              </p:cNvPr>
              <p:cNvSpPr>
                <a:spLocks/>
              </p:cNvSpPr>
              <p:nvPr/>
            </p:nvSpPr>
            <p:spPr bwMode="auto">
              <a:xfrm>
                <a:off x="6149" y="243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7" name="Freeform 323">
                <a:extLst>
                  <a:ext uri="{FF2B5EF4-FFF2-40B4-BE49-F238E27FC236}">
                    <a16:creationId xmlns:a16="http://schemas.microsoft.com/office/drawing/2014/main" id="{3F1D371E-BB97-CCBB-9F01-AC87F52290F6}"/>
                  </a:ext>
                </a:extLst>
              </p:cNvPr>
              <p:cNvSpPr>
                <a:spLocks/>
              </p:cNvSpPr>
              <p:nvPr/>
            </p:nvSpPr>
            <p:spPr bwMode="auto">
              <a:xfrm>
                <a:off x="6149" y="2587"/>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8" name="Freeform 324">
                <a:extLst>
                  <a:ext uri="{FF2B5EF4-FFF2-40B4-BE49-F238E27FC236}">
                    <a16:creationId xmlns:a16="http://schemas.microsoft.com/office/drawing/2014/main" id="{D1B598BB-FCA7-CE9E-BE8A-0C466B7AF462}"/>
                  </a:ext>
                </a:extLst>
              </p:cNvPr>
              <p:cNvSpPr>
                <a:spLocks/>
              </p:cNvSpPr>
              <p:nvPr/>
            </p:nvSpPr>
            <p:spPr bwMode="auto">
              <a:xfrm>
                <a:off x="3528" y="3696"/>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9" name="Rectangle 325">
                <a:extLst>
                  <a:ext uri="{FF2B5EF4-FFF2-40B4-BE49-F238E27FC236}">
                    <a16:creationId xmlns:a16="http://schemas.microsoft.com/office/drawing/2014/main" id="{A9ECABEC-E1AA-F861-4A09-259B298F91E0}"/>
                  </a:ext>
                </a:extLst>
              </p:cNvPr>
              <p:cNvSpPr>
                <a:spLocks noChangeArrowheads="1"/>
              </p:cNvSpPr>
              <p:nvPr/>
            </p:nvSpPr>
            <p:spPr bwMode="auto">
              <a:xfrm>
                <a:off x="3639" y="3640"/>
                <a:ext cx="21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AC_Rt/Ct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0" name="Freeform 326">
                <a:extLst>
                  <a:ext uri="{FF2B5EF4-FFF2-40B4-BE49-F238E27FC236}">
                    <a16:creationId xmlns:a16="http://schemas.microsoft.com/office/drawing/2014/main" id="{AF6304A1-7856-74E0-578B-084192BDFAA7}"/>
                  </a:ext>
                </a:extLst>
              </p:cNvPr>
              <p:cNvSpPr>
                <a:spLocks/>
              </p:cNvSpPr>
              <p:nvPr/>
            </p:nvSpPr>
            <p:spPr bwMode="auto">
              <a:xfrm>
                <a:off x="3881" y="178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1" name="Rectangle 327">
                <a:extLst>
                  <a:ext uri="{FF2B5EF4-FFF2-40B4-BE49-F238E27FC236}">
                    <a16:creationId xmlns:a16="http://schemas.microsoft.com/office/drawing/2014/main" id="{888D9607-5321-DC6B-6F1B-FECB7AFEFB28}"/>
                  </a:ext>
                </a:extLst>
              </p:cNvPr>
              <p:cNvSpPr>
                <a:spLocks noChangeArrowheads="1"/>
              </p:cNvSpPr>
              <p:nvPr/>
            </p:nvSpPr>
            <p:spPr bwMode="auto">
              <a:xfrm>
                <a:off x="4032" y="3192"/>
                <a:ext cx="22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Courier New" panose="02070309020205020404" pitchFamily="49" charset="0"/>
                  </a:rPr>
                  <a:t>50% DUTY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2" name="Freeform 328">
                <a:extLst>
                  <a:ext uri="{FF2B5EF4-FFF2-40B4-BE49-F238E27FC236}">
                    <a16:creationId xmlns:a16="http://schemas.microsoft.com/office/drawing/2014/main" id="{02EBE37A-AC59-1A0D-36FC-A0732DFBBCF8}"/>
                  </a:ext>
                </a:extLst>
              </p:cNvPr>
              <p:cNvSpPr>
                <a:spLocks/>
              </p:cNvSpPr>
              <p:nvPr/>
            </p:nvSpPr>
            <p:spPr bwMode="auto">
              <a:xfrm>
                <a:off x="4234" y="1931"/>
                <a:ext cx="101" cy="0"/>
              </a:xfrm>
              <a:custGeom>
                <a:avLst/>
                <a:gdLst>
                  <a:gd name="T0" fmla="*/ 20 w 20"/>
                  <a:gd name="T1" fmla="*/ 0 w 20"/>
                  <a:gd name="T2" fmla="*/ 0 w 20"/>
                </a:gdLst>
                <a:ahLst/>
                <a:cxnLst>
                  <a:cxn ang="0">
                    <a:pos x="T0" y="0"/>
                  </a:cxn>
                  <a:cxn ang="0">
                    <a:pos x="T1" y="0"/>
                  </a:cxn>
                  <a:cxn ang="0">
                    <a:pos x="T2" y="0"/>
                  </a:cxn>
                </a:cxnLst>
                <a:rect l="0" t="0" r="r" b="b"/>
                <a:pathLst>
                  <a:path w="20">
                    <a:moveTo>
                      <a:pt x="2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3" name="Freeform 329">
                <a:extLst>
                  <a:ext uri="{FF2B5EF4-FFF2-40B4-BE49-F238E27FC236}">
                    <a16:creationId xmlns:a16="http://schemas.microsoft.com/office/drawing/2014/main" id="{C878E5D2-A69F-418B-70D8-6CB10EDAB5ED}"/>
                  </a:ext>
                </a:extLst>
              </p:cNvPr>
              <p:cNvSpPr>
                <a:spLocks/>
              </p:cNvSpPr>
              <p:nvPr/>
            </p:nvSpPr>
            <p:spPr bwMode="auto">
              <a:xfrm>
                <a:off x="3629" y="1780"/>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4" name="Freeform 330">
                <a:extLst>
                  <a:ext uri="{FF2B5EF4-FFF2-40B4-BE49-F238E27FC236}">
                    <a16:creationId xmlns:a16="http://schemas.microsoft.com/office/drawing/2014/main" id="{54E59001-ED2A-6E77-C8A3-16680FCB8EFA}"/>
                  </a:ext>
                </a:extLst>
              </p:cNvPr>
              <p:cNvSpPr>
                <a:spLocks/>
              </p:cNvSpPr>
              <p:nvPr/>
            </p:nvSpPr>
            <p:spPr bwMode="auto">
              <a:xfrm>
                <a:off x="6381" y="186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5" name="Freeform 331">
                <a:extLst>
                  <a:ext uri="{FF2B5EF4-FFF2-40B4-BE49-F238E27FC236}">
                    <a16:creationId xmlns:a16="http://schemas.microsoft.com/office/drawing/2014/main" id="{7C9EF49B-FFDB-9C4F-032C-E65F76107F76}"/>
                  </a:ext>
                </a:extLst>
              </p:cNvPr>
              <p:cNvSpPr>
                <a:spLocks/>
              </p:cNvSpPr>
              <p:nvPr/>
            </p:nvSpPr>
            <p:spPr bwMode="auto">
              <a:xfrm>
                <a:off x="6381" y="1851"/>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6" name="Freeform 332">
                <a:extLst>
                  <a:ext uri="{FF2B5EF4-FFF2-40B4-BE49-F238E27FC236}">
                    <a16:creationId xmlns:a16="http://schemas.microsoft.com/office/drawing/2014/main" id="{D9C0ABE3-55EC-A26E-DE56-EF4E272E8858}"/>
                  </a:ext>
                </a:extLst>
              </p:cNvPr>
              <p:cNvSpPr>
                <a:spLocks/>
              </p:cNvSpPr>
              <p:nvPr/>
            </p:nvSpPr>
            <p:spPr bwMode="auto">
              <a:xfrm>
                <a:off x="6381" y="1836"/>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7" name="Freeform 333">
                <a:extLst>
                  <a:ext uri="{FF2B5EF4-FFF2-40B4-BE49-F238E27FC236}">
                    <a16:creationId xmlns:a16="http://schemas.microsoft.com/office/drawing/2014/main" id="{4D1D4945-6944-1958-B74A-EFE280B21FF7}"/>
                  </a:ext>
                </a:extLst>
              </p:cNvPr>
              <p:cNvSpPr>
                <a:spLocks/>
              </p:cNvSpPr>
              <p:nvPr/>
            </p:nvSpPr>
            <p:spPr bwMode="auto">
              <a:xfrm>
                <a:off x="6381" y="1820"/>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8" name="Freeform 334">
                <a:extLst>
                  <a:ext uri="{FF2B5EF4-FFF2-40B4-BE49-F238E27FC236}">
                    <a16:creationId xmlns:a16="http://schemas.microsoft.com/office/drawing/2014/main" id="{82062A11-C5B2-E7D9-BD3D-7ED3814DF9B6}"/>
                  </a:ext>
                </a:extLst>
              </p:cNvPr>
              <p:cNvSpPr>
                <a:spLocks/>
              </p:cNvSpPr>
              <p:nvPr/>
            </p:nvSpPr>
            <p:spPr bwMode="auto">
              <a:xfrm>
                <a:off x="6381" y="1805"/>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9" name="Freeform 335">
                <a:extLst>
                  <a:ext uri="{FF2B5EF4-FFF2-40B4-BE49-F238E27FC236}">
                    <a16:creationId xmlns:a16="http://schemas.microsoft.com/office/drawing/2014/main" id="{8AFA34BB-D049-E81F-B37F-A363F24CCA99}"/>
                  </a:ext>
                </a:extLst>
              </p:cNvPr>
              <p:cNvSpPr>
                <a:spLocks/>
              </p:cNvSpPr>
              <p:nvPr/>
            </p:nvSpPr>
            <p:spPr bwMode="auto">
              <a:xfrm>
                <a:off x="6381" y="1790"/>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0" name="Freeform 336">
                <a:extLst>
                  <a:ext uri="{FF2B5EF4-FFF2-40B4-BE49-F238E27FC236}">
                    <a16:creationId xmlns:a16="http://schemas.microsoft.com/office/drawing/2014/main" id="{45090709-9132-224A-5C28-3F71BF44E9DF}"/>
                  </a:ext>
                </a:extLst>
              </p:cNvPr>
              <p:cNvSpPr>
                <a:spLocks/>
              </p:cNvSpPr>
              <p:nvPr/>
            </p:nvSpPr>
            <p:spPr bwMode="auto">
              <a:xfrm>
                <a:off x="6401" y="178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1" name="Freeform 337">
                <a:extLst>
                  <a:ext uri="{FF2B5EF4-FFF2-40B4-BE49-F238E27FC236}">
                    <a16:creationId xmlns:a16="http://schemas.microsoft.com/office/drawing/2014/main" id="{50867CF4-FEEA-BD61-7720-57568510BC23}"/>
                  </a:ext>
                </a:extLst>
              </p:cNvPr>
              <p:cNvSpPr>
                <a:spLocks/>
              </p:cNvSpPr>
              <p:nvPr/>
            </p:nvSpPr>
            <p:spPr bwMode="auto">
              <a:xfrm>
                <a:off x="6401" y="1876"/>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2" name="Rectangle 338">
                <a:extLst>
                  <a:ext uri="{FF2B5EF4-FFF2-40B4-BE49-F238E27FC236}">
                    <a16:creationId xmlns:a16="http://schemas.microsoft.com/office/drawing/2014/main" id="{BA8F36AD-48B3-EDC6-DFDF-8F6EA1875EC8}"/>
                  </a:ext>
                </a:extLst>
              </p:cNvPr>
              <p:cNvSpPr>
                <a:spLocks noChangeArrowheads="1"/>
              </p:cNvSpPr>
              <p:nvPr/>
            </p:nvSpPr>
            <p:spPr bwMode="auto">
              <a:xfrm>
                <a:off x="6401" y="173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3" name="Rectangle 339">
                <a:extLst>
                  <a:ext uri="{FF2B5EF4-FFF2-40B4-BE49-F238E27FC236}">
                    <a16:creationId xmlns:a16="http://schemas.microsoft.com/office/drawing/2014/main" id="{E21D36FB-F136-6BC2-E4EB-FE95EC9DEEAC}"/>
                  </a:ext>
                </a:extLst>
              </p:cNvPr>
              <p:cNvSpPr>
                <a:spLocks noChangeArrowheads="1"/>
              </p:cNvSpPr>
              <p:nvPr/>
            </p:nvSpPr>
            <p:spPr bwMode="auto">
              <a:xfrm>
                <a:off x="6401" y="1881"/>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4" name="Rectangle 340">
                <a:extLst>
                  <a:ext uri="{FF2B5EF4-FFF2-40B4-BE49-F238E27FC236}">
                    <a16:creationId xmlns:a16="http://schemas.microsoft.com/office/drawing/2014/main" id="{EF22BFDE-17D2-1B80-AE8A-523091DE4649}"/>
                  </a:ext>
                </a:extLst>
              </p:cNvPr>
              <p:cNvSpPr>
                <a:spLocks noChangeArrowheads="1"/>
              </p:cNvSpPr>
              <p:nvPr/>
            </p:nvSpPr>
            <p:spPr bwMode="auto">
              <a:xfrm>
                <a:off x="6451" y="1780"/>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5" name="Freeform 341">
                <a:extLst>
                  <a:ext uri="{FF2B5EF4-FFF2-40B4-BE49-F238E27FC236}">
                    <a16:creationId xmlns:a16="http://schemas.microsoft.com/office/drawing/2014/main" id="{0C331833-DF5E-68FB-2641-9F24BC69DF62}"/>
                  </a:ext>
                </a:extLst>
              </p:cNvPr>
              <p:cNvSpPr>
                <a:spLocks/>
              </p:cNvSpPr>
              <p:nvPr/>
            </p:nvSpPr>
            <p:spPr bwMode="auto">
              <a:xfrm>
                <a:off x="6401" y="173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6" name="Freeform 342">
                <a:extLst>
                  <a:ext uri="{FF2B5EF4-FFF2-40B4-BE49-F238E27FC236}">
                    <a16:creationId xmlns:a16="http://schemas.microsoft.com/office/drawing/2014/main" id="{4417A278-8219-C919-6AF5-E94366F3A43A}"/>
                  </a:ext>
                </a:extLst>
              </p:cNvPr>
              <p:cNvSpPr>
                <a:spLocks/>
              </p:cNvSpPr>
              <p:nvPr/>
            </p:nvSpPr>
            <p:spPr bwMode="auto">
              <a:xfrm>
                <a:off x="6401" y="1881"/>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7" name="Freeform 343">
                <a:extLst>
                  <a:ext uri="{FF2B5EF4-FFF2-40B4-BE49-F238E27FC236}">
                    <a16:creationId xmlns:a16="http://schemas.microsoft.com/office/drawing/2014/main" id="{C15BB97B-83BC-9007-48B3-98F07AE6434B}"/>
                  </a:ext>
                </a:extLst>
              </p:cNvPr>
              <p:cNvSpPr>
                <a:spLocks/>
              </p:cNvSpPr>
              <p:nvPr/>
            </p:nvSpPr>
            <p:spPr bwMode="auto">
              <a:xfrm>
                <a:off x="4889" y="1982"/>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8" name="Oval 344">
                <a:extLst>
                  <a:ext uri="{FF2B5EF4-FFF2-40B4-BE49-F238E27FC236}">
                    <a16:creationId xmlns:a16="http://schemas.microsoft.com/office/drawing/2014/main" id="{A3F07A10-F9C2-CCFD-F3A5-3DACAC1D08D5}"/>
                  </a:ext>
                </a:extLst>
              </p:cNvPr>
              <p:cNvSpPr>
                <a:spLocks noChangeArrowheads="1"/>
              </p:cNvSpPr>
              <p:nvPr/>
            </p:nvSpPr>
            <p:spPr bwMode="auto">
              <a:xfrm>
                <a:off x="5131" y="1972"/>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9" name="Rectangle 345">
                <a:extLst>
                  <a:ext uri="{FF2B5EF4-FFF2-40B4-BE49-F238E27FC236}">
                    <a16:creationId xmlns:a16="http://schemas.microsoft.com/office/drawing/2014/main" id="{68683290-7745-CB80-5CC4-3A2B2AF07D86}"/>
                  </a:ext>
                </a:extLst>
              </p:cNvPr>
              <p:cNvSpPr>
                <a:spLocks noChangeArrowheads="1"/>
              </p:cNvSpPr>
              <p:nvPr/>
            </p:nvSpPr>
            <p:spPr bwMode="auto">
              <a:xfrm>
                <a:off x="4899" y="1926"/>
                <a:ext cx="21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AC_PWM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0" name="Freeform 346">
                <a:extLst>
                  <a:ext uri="{FF2B5EF4-FFF2-40B4-BE49-F238E27FC236}">
                    <a16:creationId xmlns:a16="http://schemas.microsoft.com/office/drawing/2014/main" id="{3331AB60-B7F4-5937-21D7-B6F9C7E9AA52}"/>
                  </a:ext>
                </a:extLst>
              </p:cNvPr>
              <p:cNvSpPr>
                <a:spLocks/>
              </p:cNvSpPr>
              <p:nvPr/>
            </p:nvSpPr>
            <p:spPr bwMode="auto">
              <a:xfrm>
                <a:off x="4435" y="2940"/>
                <a:ext cx="605" cy="0"/>
              </a:xfrm>
              <a:custGeom>
                <a:avLst/>
                <a:gdLst>
                  <a:gd name="T0" fmla="*/ 120 w 120"/>
                  <a:gd name="T1" fmla="*/ 0 w 120"/>
                  <a:gd name="T2" fmla="*/ 0 w 120"/>
                </a:gdLst>
                <a:ahLst/>
                <a:cxnLst>
                  <a:cxn ang="0">
                    <a:pos x="T0" y="0"/>
                  </a:cxn>
                  <a:cxn ang="0">
                    <a:pos x="T1" y="0"/>
                  </a:cxn>
                  <a:cxn ang="0">
                    <a:pos x="T2" y="0"/>
                  </a:cxn>
                </a:cxnLst>
                <a:rect l="0" t="0" r="r" b="b"/>
                <a:pathLst>
                  <a:path w="120">
                    <a:moveTo>
                      <a:pt x="12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1" name="Oval 347">
                <a:extLst>
                  <a:ext uri="{FF2B5EF4-FFF2-40B4-BE49-F238E27FC236}">
                    <a16:creationId xmlns:a16="http://schemas.microsoft.com/office/drawing/2014/main" id="{54D7127E-2DBD-EF78-CDA6-0130C8FAA563}"/>
                  </a:ext>
                </a:extLst>
              </p:cNvPr>
              <p:cNvSpPr>
                <a:spLocks noChangeArrowheads="1"/>
              </p:cNvSpPr>
              <p:nvPr/>
            </p:nvSpPr>
            <p:spPr bwMode="auto">
              <a:xfrm>
                <a:off x="5030" y="2930"/>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2" name="Freeform 348">
                <a:extLst>
                  <a:ext uri="{FF2B5EF4-FFF2-40B4-BE49-F238E27FC236}">
                    <a16:creationId xmlns:a16="http://schemas.microsoft.com/office/drawing/2014/main" id="{4AD99598-588E-27F1-9B7D-9D102FF6CE4E}"/>
                  </a:ext>
                </a:extLst>
              </p:cNvPr>
              <p:cNvSpPr>
                <a:spLocks/>
              </p:cNvSpPr>
              <p:nvPr/>
            </p:nvSpPr>
            <p:spPr bwMode="auto">
              <a:xfrm>
                <a:off x="5040" y="294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3" name="Freeform 349">
                <a:extLst>
                  <a:ext uri="{FF2B5EF4-FFF2-40B4-BE49-F238E27FC236}">
                    <a16:creationId xmlns:a16="http://schemas.microsoft.com/office/drawing/2014/main" id="{64C5C555-3FE3-B202-9824-E064EC723651}"/>
                  </a:ext>
                </a:extLst>
              </p:cNvPr>
              <p:cNvSpPr>
                <a:spLocks/>
              </p:cNvSpPr>
              <p:nvPr/>
            </p:nvSpPr>
            <p:spPr bwMode="auto">
              <a:xfrm>
                <a:off x="3579" y="2839"/>
                <a:ext cx="403" cy="0"/>
              </a:xfrm>
              <a:custGeom>
                <a:avLst/>
                <a:gdLst>
                  <a:gd name="T0" fmla="*/ 0 w 80"/>
                  <a:gd name="T1" fmla="*/ 80 w 80"/>
                  <a:gd name="T2" fmla="*/ 80 w 80"/>
                </a:gdLst>
                <a:ahLst/>
                <a:cxnLst>
                  <a:cxn ang="0">
                    <a:pos x="T0" y="0"/>
                  </a:cxn>
                  <a:cxn ang="0">
                    <a:pos x="T1" y="0"/>
                  </a:cxn>
                  <a:cxn ang="0">
                    <a:pos x="T2" y="0"/>
                  </a:cxn>
                </a:cxnLst>
                <a:rect l="0" t="0" r="r" b="b"/>
                <a:pathLst>
                  <a:path w="80">
                    <a:moveTo>
                      <a:pt x="0" y="0"/>
                    </a:moveTo>
                    <a:lnTo>
                      <a:pt x="80" y="0"/>
                    </a:lnTo>
                    <a:lnTo>
                      <a:pt x="8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4" name="Oval 350">
                <a:extLst>
                  <a:ext uri="{FF2B5EF4-FFF2-40B4-BE49-F238E27FC236}">
                    <a16:creationId xmlns:a16="http://schemas.microsoft.com/office/drawing/2014/main" id="{096E1CA2-FCAF-4BB6-4137-D60F8FD1F727}"/>
                  </a:ext>
                </a:extLst>
              </p:cNvPr>
              <p:cNvSpPr>
                <a:spLocks noChangeArrowheads="1"/>
              </p:cNvSpPr>
              <p:nvPr/>
            </p:nvSpPr>
            <p:spPr bwMode="auto">
              <a:xfrm>
                <a:off x="3569" y="2829"/>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5" name="Rectangle 351">
                <a:extLst>
                  <a:ext uri="{FF2B5EF4-FFF2-40B4-BE49-F238E27FC236}">
                    <a16:creationId xmlns:a16="http://schemas.microsoft.com/office/drawing/2014/main" id="{C9A99505-5BD3-72BB-204E-7DD047F2DE6A}"/>
                  </a:ext>
                </a:extLst>
              </p:cNvPr>
              <p:cNvSpPr>
                <a:spLocks noChangeArrowheads="1"/>
              </p:cNvSpPr>
              <p:nvPr/>
            </p:nvSpPr>
            <p:spPr bwMode="auto">
              <a:xfrm>
                <a:off x="3639" y="2783"/>
                <a:ext cx="27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ACDC_VCC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6" name="Freeform 352">
                <a:extLst>
                  <a:ext uri="{FF2B5EF4-FFF2-40B4-BE49-F238E27FC236}">
                    <a16:creationId xmlns:a16="http://schemas.microsoft.com/office/drawing/2014/main" id="{0103AFDE-8F9A-BC2D-D8DC-3730CBB45EB8}"/>
                  </a:ext>
                </a:extLst>
              </p:cNvPr>
              <p:cNvSpPr>
                <a:spLocks/>
              </p:cNvSpPr>
              <p:nvPr/>
            </p:nvSpPr>
            <p:spPr bwMode="auto">
              <a:xfrm>
                <a:off x="6300" y="238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7" name="Freeform 353">
                <a:extLst>
                  <a:ext uri="{FF2B5EF4-FFF2-40B4-BE49-F238E27FC236}">
                    <a16:creationId xmlns:a16="http://schemas.microsoft.com/office/drawing/2014/main" id="{1D2F8A4D-C9A6-9D80-EE60-22CDD05B03E0}"/>
                  </a:ext>
                </a:extLst>
              </p:cNvPr>
              <p:cNvSpPr>
                <a:spLocks/>
              </p:cNvSpPr>
              <p:nvPr/>
            </p:nvSpPr>
            <p:spPr bwMode="auto">
              <a:xfrm>
                <a:off x="5443" y="3645"/>
                <a:ext cx="0" cy="152"/>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8" name="Freeform 354">
                <a:extLst>
                  <a:ext uri="{FF2B5EF4-FFF2-40B4-BE49-F238E27FC236}">
                    <a16:creationId xmlns:a16="http://schemas.microsoft.com/office/drawing/2014/main" id="{10652958-D988-9CFB-4024-6EAD0C5C63DE}"/>
                  </a:ext>
                </a:extLst>
              </p:cNvPr>
              <p:cNvSpPr>
                <a:spLocks/>
              </p:cNvSpPr>
              <p:nvPr/>
            </p:nvSpPr>
            <p:spPr bwMode="auto">
              <a:xfrm>
                <a:off x="5292" y="1790"/>
                <a:ext cx="0" cy="71"/>
              </a:xfrm>
              <a:custGeom>
                <a:avLst/>
                <a:gdLst>
                  <a:gd name="T0" fmla="*/ 14 h 14"/>
                  <a:gd name="T1" fmla="*/ 0 h 14"/>
                  <a:gd name="T2" fmla="*/ 0 h 14"/>
                </a:gdLst>
                <a:ahLst/>
                <a:cxnLst>
                  <a:cxn ang="0">
                    <a:pos x="0" y="T0"/>
                  </a:cxn>
                  <a:cxn ang="0">
                    <a:pos x="0" y="T1"/>
                  </a:cxn>
                  <a:cxn ang="0">
                    <a:pos x="0" y="T2"/>
                  </a:cxn>
                </a:cxnLst>
                <a:rect l="0" t="0" r="r" b="b"/>
                <a:pathLst>
                  <a:path h="14">
                    <a:moveTo>
                      <a:pt x="0" y="14"/>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9" name="Freeform 355">
                <a:extLst>
                  <a:ext uri="{FF2B5EF4-FFF2-40B4-BE49-F238E27FC236}">
                    <a16:creationId xmlns:a16="http://schemas.microsoft.com/office/drawing/2014/main" id="{D599BAD3-F501-3028-6219-3B29B88FE8C7}"/>
                  </a:ext>
                </a:extLst>
              </p:cNvPr>
              <p:cNvSpPr>
                <a:spLocks/>
              </p:cNvSpPr>
              <p:nvPr/>
            </p:nvSpPr>
            <p:spPr bwMode="auto">
              <a:xfrm>
                <a:off x="5342" y="183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0" name="Freeform 356">
                <a:extLst>
                  <a:ext uri="{FF2B5EF4-FFF2-40B4-BE49-F238E27FC236}">
                    <a16:creationId xmlns:a16="http://schemas.microsoft.com/office/drawing/2014/main" id="{D7CFD4BC-F280-B609-6B43-77DB156636AF}"/>
                  </a:ext>
                </a:extLst>
              </p:cNvPr>
              <p:cNvSpPr>
                <a:spLocks/>
              </p:cNvSpPr>
              <p:nvPr/>
            </p:nvSpPr>
            <p:spPr bwMode="auto">
              <a:xfrm>
                <a:off x="5242"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1" name="Freeform 357">
                <a:extLst>
                  <a:ext uri="{FF2B5EF4-FFF2-40B4-BE49-F238E27FC236}">
                    <a16:creationId xmlns:a16="http://schemas.microsoft.com/office/drawing/2014/main" id="{59568BFF-E4C5-9B71-6D4E-02104E4C7507}"/>
                  </a:ext>
                </a:extLst>
              </p:cNvPr>
              <p:cNvSpPr>
                <a:spLocks/>
              </p:cNvSpPr>
              <p:nvPr/>
            </p:nvSpPr>
            <p:spPr bwMode="auto">
              <a:xfrm>
                <a:off x="5292" y="1795"/>
                <a:ext cx="50" cy="71"/>
              </a:xfrm>
              <a:custGeom>
                <a:avLst/>
                <a:gdLst>
                  <a:gd name="T0" fmla="*/ 0 w 50"/>
                  <a:gd name="T1" fmla="*/ 35 h 71"/>
                  <a:gd name="T2" fmla="*/ 0 w 50"/>
                  <a:gd name="T3" fmla="*/ 35 h 71"/>
                  <a:gd name="T4" fmla="*/ 50 w 50"/>
                  <a:gd name="T5" fmla="*/ 0 h 71"/>
                  <a:gd name="T6" fmla="*/ 50 w 50"/>
                  <a:gd name="T7" fmla="*/ 71 h 71"/>
                  <a:gd name="T8" fmla="*/ 0 w 50"/>
                  <a:gd name="T9" fmla="*/ 35 h 71"/>
                </a:gdLst>
                <a:ahLst/>
                <a:cxnLst>
                  <a:cxn ang="0">
                    <a:pos x="T0" y="T1"/>
                  </a:cxn>
                  <a:cxn ang="0">
                    <a:pos x="T2" y="T3"/>
                  </a:cxn>
                  <a:cxn ang="0">
                    <a:pos x="T4" y="T5"/>
                  </a:cxn>
                  <a:cxn ang="0">
                    <a:pos x="T6" y="T7"/>
                  </a:cxn>
                  <a:cxn ang="0">
                    <a:pos x="T8" y="T9"/>
                  </a:cxn>
                </a:cxnLst>
                <a:rect l="0" t="0" r="r" b="b"/>
                <a:pathLst>
                  <a:path w="50" h="71">
                    <a:moveTo>
                      <a:pt x="0" y="35"/>
                    </a:moveTo>
                    <a:lnTo>
                      <a:pt x="0" y="35"/>
                    </a:lnTo>
                    <a:lnTo>
                      <a:pt x="50" y="0"/>
                    </a:lnTo>
                    <a:lnTo>
                      <a:pt x="50" y="71"/>
                    </a:lnTo>
                    <a:lnTo>
                      <a:pt x="0" y="35"/>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2" name="Rectangle 358">
                <a:extLst>
                  <a:ext uri="{FF2B5EF4-FFF2-40B4-BE49-F238E27FC236}">
                    <a16:creationId xmlns:a16="http://schemas.microsoft.com/office/drawing/2014/main" id="{D13E0030-A1F2-9125-0B76-D812229C5109}"/>
                  </a:ext>
                </a:extLst>
              </p:cNvPr>
              <p:cNvSpPr>
                <a:spLocks noChangeArrowheads="1"/>
              </p:cNvSpPr>
              <p:nvPr/>
            </p:nvSpPr>
            <p:spPr bwMode="auto">
              <a:xfrm>
                <a:off x="5242" y="173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D403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3" name="Rectangle 359">
                <a:extLst>
                  <a:ext uri="{FF2B5EF4-FFF2-40B4-BE49-F238E27FC236}">
                    <a16:creationId xmlns:a16="http://schemas.microsoft.com/office/drawing/2014/main" id="{9C00B175-AB08-2E71-7EC3-794D80CEB75F}"/>
                  </a:ext>
                </a:extLst>
              </p:cNvPr>
              <p:cNvSpPr>
                <a:spLocks noChangeArrowheads="1"/>
              </p:cNvSpPr>
              <p:nvPr/>
            </p:nvSpPr>
            <p:spPr bwMode="auto">
              <a:xfrm>
                <a:off x="5463" y="1684"/>
                <a:ext cx="17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1N4148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4" name="Freeform 360">
                <a:extLst>
                  <a:ext uri="{FF2B5EF4-FFF2-40B4-BE49-F238E27FC236}">
                    <a16:creationId xmlns:a16="http://schemas.microsoft.com/office/drawing/2014/main" id="{286DCEC0-F98E-9D56-416D-01704C7A1123}"/>
                  </a:ext>
                </a:extLst>
              </p:cNvPr>
              <p:cNvSpPr>
                <a:spLocks/>
              </p:cNvSpPr>
              <p:nvPr/>
            </p:nvSpPr>
            <p:spPr bwMode="auto">
              <a:xfrm>
                <a:off x="5393" y="183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5" name="Rectangle 361">
                <a:extLst>
                  <a:ext uri="{FF2B5EF4-FFF2-40B4-BE49-F238E27FC236}">
                    <a16:creationId xmlns:a16="http://schemas.microsoft.com/office/drawing/2014/main" id="{170BDC76-4988-CC33-BA93-34D53CD35877}"/>
                  </a:ext>
                </a:extLst>
              </p:cNvPr>
              <p:cNvSpPr>
                <a:spLocks noChangeArrowheads="1"/>
              </p:cNvSpPr>
              <p:nvPr/>
            </p:nvSpPr>
            <p:spPr bwMode="auto">
              <a:xfrm>
                <a:off x="5428" y="177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6" name="Freeform 362">
                <a:extLst>
                  <a:ext uri="{FF2B5EF4-FFF2-40B4-BE49-F238E27FC236}">
                    <a16:creationId xmlns:a16="http://schemas.microsoft.com/office/drawing/2014/main" id="{AFE5B764-108D-6761-417C-4F03D8221967}"/>
                  </a:ext>
                </a:extLst>
              </p:cNvPr>
              <p:cNvSpPr>
                <a:spLocks/>
              </p:cNvSpPr>
              <p:nvPr/>
            </p:nvSpPr>
            <p:spPr bwMode="auto">
              <a:xfrm>
                <a:off x="5191" y="183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7" name="Rectangle 363">
                <a:extLst>
                  <a:ext uri="{FF2B5EF4-FFF2-40B4-BE49-F238E27FC236}">
                    <a16:creationId xmlns:a16="http://schemas.microsoft.com/office/drawing/2014/main" id="{F969C705-17E3-39DA-7531-3F8073D323AD}"/>
                  </a:ext>
                </a:extLst>
              </p:cNvPr>
              <p:cNvSpPr>
                <a:spLocks noChangeArrowheads="1"/>
              </p:cNvSpPr>
              <p:nvPr/>
            </p:nvSpPr>
            <p:spPr bwMode="auto">
              <a:xfrm>
                <a:off x="5181" y="177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8" name="Freeform 364">
                <a:extLst>
                  <a:ext uri="{FF2B5EF4-FFF2-40B4-BE49-F238E27FC236}">
                    <a16:creationId xmlns:a16="http://schemas.microsoft.com/office/drawing/2014/main" id="{BCCE62FF-7E8A-BCCF-D796-3FB0C38028EE}"/>
                  </a:ext>
                </a:extLst>
              </p:cNvPr>
              <p:cNvSpPr>
                <a:spLocks/>
              </p:cNvSpPr>
              <p:nvPr/>
            </p:nvSpPr>
            <p:spPr bwMode="auto">
              <a:xfrm>
                <a:off x="5423" y="358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9" name="Freeform 365">
                <a:extLst>
                  <a:ext uri="{FF2B5EF4-FFF2-40B4-BE49-F238E27FC236}">
                    <a16:creationId xmlns:a16="http://schemas.microsoft.com/office/drawing/2014/main" id="{84717E08-CEBC-F721-05F5-565D319C8CE2}"/>
                  </a:ext>
                </a:extLst>
              </p:cNvPr>
              <p:cNvSpPr>
                <a:spLocks/>
              </p:cNvSpPr>
              <p:nvPr/>
            </p:nvSpPr>
            <p:spPr bwMode="auto">
              <a:xfrm>
                <a:off x="5423" y="3565"/>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0" name="Freeform 366">
                <a:extLst>
                  <a:ext uri="{FF2B5EF4-FFF2-40B4-BE49-F238E27FC236}">
                    <a16:creationId xmlns:a16="http://schemas.microsoft.com/office/drawing/2014/main" id="{9CF0BF09-D492-EB07-67EF-985B389AFD55}"/>
                  </a:ext>
                </a:extLst>
              </p:cNvPr>
              <p:cNvSpPr>
                <a:spLocks/>
              </p:cNvSpPr>
              <p:nvPr/>
            </p:nvSpPr>
            <p:spPr bwMode="auto">
              <a:xfrm>
                <a:off x="5423" y="3550"/>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1" name="Freeform 367">
                <a:extLst>
                  <a:ext uri="{FF2B5EF4-FFF2-40B4-BE49-F238E27FC236}">
                    <a16:creationId xmlns:a16="http://schemas.microsoft.com/office/drawing/2014/main" id="{71BEB6D5-7B26-524A-684A-6C7221E63223}"/>
                  </a:ext>
                </a:extLst>
              </p:cNvPr>
              <p:cNvSpPr>
                <a:spLocks/>
              </p:cNvSpPr>
              <p:nvPr/>
            </p:nvSpPr>
            <p:spPr bwMode="auto">
              <a:xfrm>
                <a:off x="5423" y="3534"/>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2" name="Freeform 368">
                <a:extLst>
                  <a:ext uri="{FF2B5EF4-FFF2-40B4-BE49-F238E27FC236}">
                    <a16:creationId xmlns:a16="http://schemas.microsoft.com/office/drawing/2014/main" id="{C39B5D1C-EB6E-D327-41D3-5CA93CB32E1C}"/>
                  </a:ext>
                </a:extLst>
              </p:cNvPr>
              <p:cNvSpPr>
                <a:spLocks/>
              </p:cNvSpPr>
              <p:nvPr/>
            </p:nvSpPr>
            <p:spPr bwMode="auto">
              <a:xfrm>
                <a:off x="5423" y="3519"/>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3" name="Freeform 369">
                <a:extLst>
                  <a:ext uri="{FF2B5EF4-FFF2-40B4-BE49-F238E27FC236}">
                    <a16:creationId xmlns:a16="http://schemas.microsoft.com/office/drawing/2014/main" id="{28C32B8D-D2A8-2EA5-4106-A662FD7C38B4}"/>
                  </a:ext>
                </a:extLst>
              </p:cNvPr>
              <p:cNvSpPr>
                <a:spLocks/>
              </p:cNvSpPr>
              <p:nvPr/>
            </p:nvSpPr>
            <p:spPr bwMode="auto">
              <a:xfrm>
                <a:off x="5423" y="3504"/>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4" name="Freeform 370">
                <a:extLst>
                  <a:ext uri="{FF2B5EF4-FFF2-40B4-BE49-F238E27FC236}">
                    <a16:creationId xmlns:a16="http://schemas.microsoft.com/office/drawing/2014/main" id="{F6085F2D-FFB5-547D-B1C6-C77767F5AB4B}"/>
                  </a:ext>
                </a:extLst>
              </p:cNvPr>
              <p:cNvSpPr>
                <a:spLocks/>
              </p:cNvSpPr>
              <p:nvPr/>
            </p:nvSpPr>
            <p:spPr bwMode="auto">
              <a:xfrm>
                <a:off x="5443" y="3494"/>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5" name="Freeform 371">
                <a:extLst>
                  <a:ext uri="{FF2B5EF4-FFF2-40B4-BE49-F238E27FC236}">
                    <a16:creationId xmlns:a16="http://schemas.microsoft.com/office/drawing/2014/main" id="{AFBCB564-32C7-6867-A97E-38C5D303105D}"/>
                  </a:ext>
                </a:extLst>
              </p:cNvPr>
              <p:cNvSpPr>
                <a:spLocks/>
              </p:cNvSpPr>
              <p:nvPr/>
            </p:nvSpPr>
            <p:spPr bwMode="auto">
              <a:xfrm>
                <a:off x="5443" y="3590"/>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6" name="Rectangle 372">
                <a:extLst>
                  <a:ext uri="{FF2B5EF4-FFF2-40B4-BE49-F238E27FC236}">
                    <a16:creationId xmlns:a16="http://schemas.microsoft.com/office/drawing/2014/main" id="{94B952B0-662F-3CAB-EB86-0F6DE4A1C6D7}"/>
                  </a:ext>
                </a:extLst>
              </p:cNvPr>
              <p:cNvSpPr>
                <a:spLocks noChangeArrowheads="1"/>
              </p:cNvSpPr>
              <p:nvPr/>
            </p:nvSpPr>
            <p:spPr bwMode="auto">
              <a:xfrm>
                <a:off x="5443" y="344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R438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7" name="Rectangle 373">
                <a:extLst>
                  <a:ext uri="{FF2B5EF4-FFF2-40B4-BE49-F238E27FC236}">
                    <a16:creationId xmlns:a16="http://schemas.microsoft.com/office/drawing/2014/main" id="{E07054D6-552E-3ED8-92E2-BE59505A6130}"/>
                  </a:ext>
                </a:extLst>
              </p:cNvPr>
              <p:cNvSpPr>
                <a:spLocks noChangeArrowheads="1"/>
              </p:cNvSpPr>
              <p:nvPr/>
            </p:nvSpPr>
            <p:spPr bwMode="auto">
              <a:xfrm>
                <a:off x="5443" y="3595"/>
                <a:ext cx="10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8" name="Freeform 374">
                <a:extLst>
                  <a:ext uri="{FF2B5EF4-FFF2-40B4-BE49-F238E27FC236}">
                    <a16:creationId xmlns:a16="http://schemas.microsoft.com/office/drawing/2014/main" id="{3E57DC13-E75E-2B4E-6657-47B43750AAE8}"/>
                  </a:ext>
                </a:extLst>
              </p:cNvPr>
              <p:cNvSpPr>
                <a:spLocks/>
              </p:cNvSpPr>
              <p:nvPr/>
            </p:nvSpPr>
            <p:spPr bwMode="auto">
              <a:xfrm>
                <a:off x="5443" y="3444"/>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9" name="Freeform 375">
                <a:extLst>
                  <a:ext uri="{FF2B5EF4-FFF2-40B4-BE49-F238E27FC236}">
                    <a16:creationId xmlns:a16="http://schemas.microsoft.com/office/drawing/2014/main" id="{14323101-4ABA-8CDE-5976-BD06CBA4FFC5}"/>
                  </a:ext>
                </a:extLst>
              </p:cNvPr>
              <p:cNvSpPr>
                <a:spLocks/>
              </p:cNvSpPr>
              <p:nvPr/>
            </p:nvSpPr>
            <p:spPr bwMode="auto">
              <a:xfrm>
                <a:off x="5443" y="3595"/>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0" name="Freeform 376">
                <a:extLst>
                  <a:ext uri="{FF2B5EF4-FFF2-40B4-BE49-F238E27FC236}">
                    <a16:creationId xmlns:a16="http://schemas.microsoft.com/office/drawing/2014/main" id="{49E67997-C0B5-9229-E1EF-A9813EDBF9DF}"/>
                  </a:ext>
                </a:extLst>
              </p:cNvPr>
              <p:cNvSpPr>
                <a:spLocks/>
              </p:cNvSpPr>
              <p:nvPr/>
            </p:nvSpPr>
            <p:spPr bwMode="auto">
              <a:xfrm>
                <a:off x="6280" y="2572"/>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1" name="Freeform 377">
                <a:extLst>
                  <a:ext uri="{FF2B5EF4-FFF2-40B4-BE49-F238E27FC236}">
                    <a16:creationId xmlns:a16="http://schemas.microsoft.com/office/drawing/2014/main" id="{CC6F269E-60EC-D7C8-3A29-AAF6C741DD8A}"/>
                  </a:ext>
                </a:extLst>
              </p:cNvPr>
              <p:cNvSpPr>
                <a:spLocks/>
              </p:cNvSpPr>
              <p:nvPr/>
            </p:nvSpPr>
            <p:spPr bwMode="auto">
              <a:xfrm>
                <a:off x="6280" y="2556"/>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2" name="Freeform 378">
                <a:extLst>
                  <a:ext uri="{FF2B5EF4-FFF2-40B4-BE49-F238E27FC236}">
                    <a16:creationId xmlns:a16="http://schemas.microsoft.com/office/drawing/2014/main" id="{8C7D3A57-477C-8015-E7CA-10801073E03B}"/>
                  </a:ext>
                </a:extLst>
              </p:cNvPr>
              <p:cNvSpPr>
                <a:spLocks/>
              </p:cNvSpPr>
              <p:nvPr/>
            </p:nvSpPr>
            <p:spPr bwMode="auto">
              <a:xfrm>
                <a:off x="6280" y="254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379">
                <a:extLst>
                  <a:ext uri="{FF2B5EF4-FFF2-40B4-BE49-F238E27FC236}">
                    <a16:creationId xmlns:a16="http://schemas.microsoft.com/office/drawing/2014/main" id="{F66768CC-7691-07F0-178D-F267BC3205E4}"/>
                  </a:ext>
                </a:extLst>
              </p:cNvPr>
              <p:cNvSpPr>
                <a:spLocks/>
              </p:cNvSpPr>
              <p:nvPr/>
            </p:nvSpPr>
            <p:spPr bwMode="auto">
              <a:xfrm>
                <a:off x="6280" y="252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4" name="Freeform 380">
                <a:extLst>
                  <a:ext uri="{FF2B5EF4-FFF2-40B4-BE49-F238E27FC236}">
                    <a16:creationId xmlns:a16="http://schemas.microsoft.com/office/drawing/2014/main" id="{873C543F-0E6F-46FE-B114-7DE05A2DAE72}"/>
                  </a:ext>
                </a:extLst>
              </p:cNvPr>
              <p:cNvSpPr>
                <a:spLocks/>
              </p:cNvSpPr>
              <p:nvPr/>
            </p:nvSpPr>
            <p:spPr bwMode="auto">
              <a:xfrm>
                <a:off x="6280" y="251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5" name="Freeform 381">
                <a:extLst>
                  <a:ext uri="{FF2B5EF4-FFF2-40B4-BE49-F238E27FC236}">
                    <a16:creationId xmlns:a16="http://schemas.microsoft.com/office/drawing/2014/main" id="{1B1D31BC-34D1-EB6F-B873-053C16BF2D1A}"/>
                  </a:ext>
                </a:extLst>
              </p:cNvPr>
              <p:cNvSpPr>
                <a:spLocks/>
              </p:cNvSpPr>
              <p:nvPr/>
            </p:nvSpPr>
            <p:spPr bwMode="auto">
              <a:xfrm>
                <a:off x="6280" y="249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6" name="Freeform 382">
                <a:extLst>
                  <a:ext uri="{FF2B5EF4-FFF2-40B4-BE49-F238E27FC236}">
                    <a16:creationId xmlns:a16="http://schemas.microsoft.com/office/drawing/2014/main" id="{277A0B13-DE8E-6339-7CC5-6E51CD53C766}"/>
                  </a:ext>
                </a:extLst>
              </p:cNvPr>
              <p:cNvSpPr>
                <a:spLocks/>
              </p:cNvSpPr>
              <p:nvPr/>
            </p:nvSpPr>
            <p:spPr bwMode="auto">
              <a:xfrm>
                <a:off x="6300" y="248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7" name="Freeform 383">
                <a:extLst>
                  <a:ext uri="{FF2B5EF4-FFF2-40B4-BE49-F238E27FC236}">
                    <a16:creationId xmlns:a16="http://schemas.microsoft.com/office/drawing/2014/main" id="{D2A7F0B3-BA68-81F7-28E7-79776A8B37C5}"/>
                  </a:ext>
                </a:extLst>
              </p:cNvPr>
              <p:cNvSpPr>
                <a:spLocks/>
              </p:cNvSpPr>
              <p:nvPr/>
            </p:nvSpPr>
            <p:spPr bwMode="auto">
              <a:xfrm>
                <a:off x="6300" y="2582"/>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8" name="Rectangle 384">
                <a:extLst>
                  <a:ext uri="{FF2B5EF4-FFF2-40B4-BE49-F238E27FC236}">
                    <a16:creationId xmlns:a16="http://schemas.microsoft.com/office/drawing/2014/main" id="{ACB3BCB3-768B-CB0F-118B-F616269B636A}"/>
                  </a:ext>
                </a:extLst>
              </p:cNvPr>
              <p:cNvSpPr>
                <a:spLocks noChangeArrowheads="1"/>
              </p:cNvSpPr>
              <p:nvPr/>
            </p:nvSpPr>
            <p:spPr bwMode="auto">
              <a:xfrm>
                <a:off x="6300" y="243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9" name="Rectangle 385">
                <a:extLst>
                  <a:ext uri="{FF2B5EF4-FFF2-40B4-BE49-F238E27FC236}">
                    <a16:creationId xmlns:a16="http://schemas.microsoft.com/office/drawing/2014/main" id="{CB57659B-43C9-5D04-6C8E-7DFF13C740B7}"/>
                  </a:ext>
                </a:extLst>
              </p:cNvPr>
              <p:cNvSpPr>
                <a:spLocks noChangeArrowheads="1"/>
              </p:cNvSpPr>
              <p:nvPr/>
            </p:nvSpPr>
            <p:spPr bwMode="auto">
              <a:xfrm>
                <a:off x="6300" y="2587"/>
                <a:ext cx="8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0" name="Freeform 386">
                <a:extLst>
                  <a:ext uri="{FF2B5EF4-FFF2-40B4-BE49-F238E27FC236}">
                    <a16:creationId xmlns:a16="http://schemas.microsoft.com/office/drawing/2014/main" id="{C5391E7F-7ACA-A972-8A86-8CC2BC0A4DF6}"/>
                  </a:ext>
                </a:extLst>
              </p:cNvPr>
              <p:cNvSpPr>
                <a:spLocks/>
              </p:cNvSpPr>
              <p:nvPr/>
            </p:nvSpPr>
            <p:spPr bwMode="auto">
              <a:xfrm>
                <a:off x="6300" y="243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1" name="Freeform 387">
                <a:extLst>
                  <a:ext uri="{FF2B5EF4-FFF2-40B4-BE49-F238E27FC236}">
                    <a16:creationId xmlns:a16="http://schemas.microsoft.com/office/drawing/2014/main" id="{08F2B3DC-8403-8971-9DFA-23C0225BE29C}"/>
                  </a:ext>
                </a:extLst>
              </p:cNvPr>
              <p:cNvSpPr>
                <a:spLocks/>
              </p:cNvSpPr>
              <p:nvPr/>
            </p:nvSpPr>
            <p:spPr bwMode="auto">
              <a:xfrm>
                <a:off x="6300" y="2587"/>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2" name="Freeform 388">
                <a:extLst>
                  <a:ext uri="{FF2B5EF4-FFF2-40B4-BE49-F238E27FC236}">
                    <a16:creationId xmlns:a16="http://schemas.microsoft.com/office/drawing/2014/main" id="{3353380E-72DD-0092-35C4-32CB1DB78D98}"/>
                  </a:ext>
                </a:extLst>
              </p:cNvPr>
              <p:cNvSpPr>
                <a:spLocks/>
              </p:cNvSpPr>
              <p:nvPr/>
            </p:nvSpPr>
            <p:spPr bwMode="auto">
              <a:xfrm>
                <a:off x="6401" y="1982"/>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3" name="Oval 389">
                <a:extLst>
                  <a:ext uri="{FF2B5EF4-FFF2-40B4-BE49-F238E27FC236}">
                    <a16:creationId xmlns:a16="http://schemas.microsoft.com/office/drawing/2014/main" id="{D95047D3-63BA-BCDB-67A3-58A9185EDA3B}"/>
                  </a:ext>
                </a:extLst>
              </p:cNvPr>
              <p:cNvSpPr>
                <a:spLocks noChangeArrowheads="1"/>
              </p:cNvSpPr>
              <p:nvPr/>
            </p:nvSpPr>
            <p:spPr bwMode="auto">
              <a:xfrm>
                <a:off x="6391" y="1972"/>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390">
                <a:extLst>
                  <a:ext uri="{FF2B5EF4-FFF2-40B4-BE49-F238E27FC236}">
                    <a16:creationId xmlns:a16="http://schemas.microsoft.com/office/drawing/2014/main" id="{A1A632C3-DC2D-10ED-9739-69D170A87151}"/>
                  </a:ext>
                </a:extLst>
              </p:cNvPr>
              <p:cNvSpPr>
                <a:spLocks/>
              </p:cNvSpPr>
              <p:nvPr/>
            </p:nvSpPr>
            <p:spPr bwMode="auto">
              <a:xfrm>
                <a:off x="5141"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5" name="Freeform 391">
                <a:extLst>
                  <a:ext uri="{FF2B5EF4-FFF2-40B4-BE49-F238E27FC236}">
                    <a16:creationId xmlns:a16="http://schemas.microsoft.com/office/drawing/2014/main" id="{5E9D4760-2964-5EEF-6E0B-CA5D0E061E4D}"/>
                  </a:ext>
                </a:extLst>
              </p:cNvPr>
              <p:cNvSpPr>
                <a:spLocks/>
              </p:cNvSpPr>
              <p:nvPr/>
            </p:nvSpPr>
            <p:spPr bwMode="auto">
              <a:xfrm>
                <a:off x="6401" y="1679"/>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6" name="Freeform 392">
                <a:extLst>
                  <a:ext uri="{FF2B5EF4-FFF2-40B4-BE49-F238E27FC236}">
                    <a16:creationId xmlns:a16="http://schemas.microsoft.com/office/drawing/2014/main" id="{03122613-F7BE-AF50-3894-5E962934D22E}"/>
                  </a:ext>
                </a:extLst>
              </p:cNvPr>
              <p:cNvSpPr>
                <a:spLocks/>
              </p:cNvSpPr>
              <p:nvPr/>
            </p:nvSpPr>
            <p:spPr bwMode="auto">
              <a:xfrm>
                <a:off x="3528" y="4150"/>
                <a:ext cx="1361" cy="0"/>
              </a:xfrm>
              <a:custGeom>
                <a:avLst/>
                <a:gdLst>
                  <a:gd name="T0" fmla="*/ 0 w 270"/>
                  <a:gd name="T1" fmla="*/ 270 w 270"/>
                  <a:gd name="T2" fmla="*/ 270 w 270"/>
                </a:gdLst>
                <a:ahLst/>
                <a:cxnLst>
                  <a:cxn ang="0">
                    <a:pos x="T0" y="0"/>
                  </a:cxn>
                  <a:cxn ang="0">
                    <a:pos x="T1" y="0"/>
                  </a:cxn>
                  <a:cxn ang="0">
                    <a:pos x="T2" y="0"/>
                  </a:cxn>
                </a:cxnLst>
                <a:rect l="0" t="0" r="r" b="b"/>
                <a:pathLst>
                  <a:path w="270">
                    <a:moveTo>
                      <a:pt x="0" y="0"/>
                    </a:moveTo>
                    <a:lnTo>
                      <a:pt x="270" y="0"/>
                    </a:lnTo>
                    <a:lnTo>
                      <a:pt x="27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7" name="Oval 393">
                <a:extLst>
                  <a:ext uri="{FF2B5EF4-FFF2-40B4-BE49-F238E27FC236}">
                    <a16:creationId xmlns:a16="http://schemas.microsoft.com/office/drawing/2014/main" id="{70EB7286-A560-B95B-1A04-D754A39C848A}"/>
                  </a:ext>
                </a:extLst>
              </p:cNvPr>
              <p:cNvSpPr>
                <a:spLocks noChangeArrowheads="1"/>
              </p:cNvSpPr>
              <p:nvPr/>
            </p:nvSpPr>
            <p:spPr bwMode="auto">
              <a:xfrm>
                <a:off x="3518" y="4139"/>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Oval 394">
                <a:extLst>
                  <a:ext uri="{FF2B5EF4-FFF2-40B4-BE49-F238E27FC236}">
                    <a16:creationId xmlns:a16="http://schemas.microsoft.com/office/drawing/2014/main" id="{A10D8FA1-B8AC-DB38-7F0C-DD58339E0D60}"/>
                  </a:ext>
                </a:extLst>
              </p:cNvPr>
              <p:cNvSpPr>
                <a:spLocks noChangeArrowheads="1"/>
              </p:cNvSpPr>
              <p:nvPr/>
            </p:nvSpPr>
            <p:spPr bwMode="auto">
              <a:xfrm>
                <a:off x="4879" y="4139"/>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395">
                <a:extLst>
                  <a:ext uri="{FF2B5EF4-FFF2-40B4-BE49-F238E27FC236}">
                    <a16:creationId xmlns:a16="http://schemas.microsoft.com/office/drawing/2014/main" id="{55832951-1A3A-EFA4-2EFA-4614C776E0C5}"/>
                  </a:ext>
                </a:extLst>
              </p:cNvPr>
              <p:cNvSpPr>
                <a:spLocks/>
              </p:cNvSpPr>
              <p:nvPr/>
            </p:nvSpPr>
            <p:spPr bwMode="auto">
              <a:xfrm>
                <a:off x="5846" y="3595"/>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0" name="Rectangle 396">
                <a:extLst>
                  <a:ext uri="{FF2B5EF4-FFF2-40B4-BE49-F238E27FC236}">
                    <a16:creationId xmlns:a16="http://schemas.microsoft.com/office/drawing/2014/main" id="{BC19C439-309C-B991-5903-17DF136A430D}"/>
                  </a:ext>
                </a:extLst>
              </p:cNvPr>
              <p:cNvSpPr>
                <a:spLocks noChangeArrowheads="1"/>
              </p:cNvSpPr>
              <p:nvPr/>
            </p:nvSpPr>
            <p:spPr bwMode="auto">
              <a:xfrm>
                <a:off x="5856" y="3540"/>
                <a:ext cx="24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AC_COMP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1" name="Freeform 397">
                <a:extLst>
                  <a:ext uri="{FF2B5EF4-FFF2-40B4-BE49-F238E27FC236}">
                    <a16:creationId xmlns:a16="http://schemas.microsoft.com/office/drawing/2014/main" id="{A27B07C6-2A09-BEB6-9C8B-E50DD53EC00E}"/>
                  </a:ext>
                </a:extLst>
              </p:cNvPr>
              <p:cNvSpPr>
                <a:spLocks/>
              </p:cNvSpPr>
              <p:nvPr/>
            </p:nvSpPr>
            <p:spPr bwMode="auto">
              <a:xfrm>
                <a:off x="5146" y="3121"/>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2" name="Freeform 398">
                <a:extLst>
                  <a:ext uri="{FF2B5EF4-FFF2-40B4-BE49-F238E27FC236}">
                    <a16:creationId xmlns:a16="http://schemas.microsoft.com/office/drawing/2014/main" id="{05A7B783-E5CC-2DC0-99C4-69E75EDDA234}"/>
                  </a:ext>
                </a:extLst>
              </p:cNvPr>
              <p:cNvSpPr>
                <a:spLocks/>
              </p:cNvSpPr>
              <p:nvPr/>
            </p:nvSpPr>
            <p:spPr bwMode="auto">
              <a:xfrm>
                <a:off x="5156" y="3121"/>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3" name="Freeform 399">
                <a:extLst>
                  <a:ext uri="{FF2B5EF4-FFF2-40B4-BE49-F238E27FC236}">
                    <a16:creationId xmlns:a16="http://schemas.microsoft.com/office/drawing/2014/main" id="{3406DBC9-CFF9-4F16-B230-1CC730F24078}"/>
                  </a:ext>
                </a:extLst>
              </p:cNvPr>
              <p:cNvSpPr>
                <a:spLocks/>
              </p:cNvSpPr>
              <p:nvPr/>
            </p:nvSpPr>
            <p:spPr bwMode="auto">
              <a:xfrm>
                <a:off x="5171" y="3121"/>
                <a:ext cx="15"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4" name="Freeform 400">
                <a:extLst>
                  <a:ext uri="{FF2B5EF4-FFF2-40B4-BE49-F238E27FC236}">
                    <a16:creationId xmlns:a16="http://schemas.microsoft.com/office/drawing/2014/main" id="{BBF8FBF2-BAA8-670E-8B74-C90FCAFFCF68}"/>
                  </a:ext>
                </a:extLst>
              </p:cNvPr>
              <p:cNvSpPr>
                <a:spLocks/>
              </p:cNvSpPr>
              <p:nvPr/>
            </p:nvSpPr>
            <p:spPr bwMode="auto">
              <a:xfrm>
                <a:off x="5186" y="3121"/>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5" name="Freeform 401">
                <a:extLst>
                  <a:ext uri="{FF2B5EF4-FFF2-40B4-BE49-F238E27FC236}">
                    <a16:creationId xmlns:a16="http://schemas.microsoft.com/office/drawing/2014/main" id="{668E5D41-338D-8795-6784-1CE75F18A7DE}"/>
                  </a:ext>
                </a:extLst>
              </p:cNvPr>
              <p:cNvSpPr>
                <a:spLocks/>
              </p:cNvSpPr>
              <p:nvPr/>
            </p:nvSpPr>
            <p:spPr bwMode="auto">
              <a:xfrm>
                <a:off x="5201" y="3121"/>
                <a:ext cx="15"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6" name="Freeform 402">
                <a:extLst>
                  <a:ext uri="{FF2B5EF4-FFF2-40B4-BE49-F238E27FC236}">
                    <a16:creationId xmlns:a16="http://schemas.microsoft.com/office/drawing/2014/main" id="{6D9D370C-BCA6-49BD-D6EE-1FC90995B553}"/>
                  </a:ext>
                </a:extLst>
              </p:cNvPr>
              <p:cNvSpPr>
                <a:spLocks/>
              </p:cNvSpPr>
              <p:nvPr/>
            </p:nvSpPr>
            <p:spPr bwMode="auto">
              <a:xfrm>
                <a:off x="5216" y="3121"/>
                <a:ext cx="16"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7" name="Freeform 403">
                <a:extLst>
                  <a:ext uri="{FF2B5EF4-FFF2-40B4-BE49-F238E27FC236}">
                    <a16:creationId xmlns:a16="http://schemas.microsoft.com/office/drawing/2014/main" id="{04C0661D-D7A5-3C87-0053-ACA1511B9B19}"/>
                  </a:ext>
                </a:extLst>
              </p:cNvPr>
              <p:cNvSpPr>
                <a:spLocks/>
              </p:cNvSpPr>
              <p:nvPr/>
            </p:nvSpPr>
            <p:spPr bwMode="auto">
              <a:xfrm>
                <a:off x="5232" y="3141"/>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8" name="Freeform 404">
                <a:extLst>
                  <a:ext uri="{FF2B5EF4-FFF2-40B4-BE49-F238E27FC236}">
                    <a16:creationId xmlns:a16="http://schemas.microsoft.com/office/drawing/2014/main" id="{66E335FB-AA76-5FAA-7054-D5362CA9AACF}"/>
                  </a:ext>
                </a:extLst>
              </p:cNvPr>
              <p:cNvSpPr>
                <a:spLocks/>
              </p:cNvSpPr>
              <p:nvPr/>
            </p:nvSpPr>
            <p:spPr bwMode="auto">
              <a:xfrm>
                <a:off x="5141" y="3141"/>
                <a:ext cx="5"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9" name="Rectangle 405">
                <a:extLst>
                  <a:ext uri="{FF2B5EF4-FFF2-40B4-BE49-F238E27FC236}">
                    <a16:creationId xmlns:a16="http://schemas.microsoft.com/office/drawing/2014/main" id="{385CA9A9-731B-C9F9-969E-640BB92C7860}"/>
                  </a:ext>
                </a:extLst>
              </p:cNvPr>
              <p:cNvSpPr>
                <a:spLocks noChangeArrowheads="1"/>
              </p:cNvSpPr>
              <p:nvPr/>
            </p:nvSpPr>
            <p:spPr bwMode="auto">
              <a:xfrm>
                <a:off x="5040" y="3091"/>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12" name="Rectangle 407">
              <a:extLst>
                <a:ext uri="{FF2B5EF4-FFF2-40B4-BE49-F238E27FC236}">
                  <a16:creationId xmlns:a16="http://schemas.microsoft.com/office/drawing/2014/main" id="{27083B8A-DBBD-DEC7-A542-2B3F8ACA8F8D}"/>
                </a:ext>
              </a:extLst>
            </p:cNvPr>
            <p:cNvSpPr>
              <a:spLocks noChangeArrowheads="1"/>
            </p:cNvSpPr>
            <p:nvPr/>
          </p:nvSpPr>
          <p:spPr bwMode="auto">
            <a:xfrm>
              <a:off x="8321676" y="4906963"/>
              <a:ext cx="19208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Freeform 408">
              <a:extLst>
                <a:ext uri="{FF2B5EF4-FFF2-40B4-BE49-F238E27FC236}">
                  <a16:creationId xmlns:a16="http://schemas.microsoft.com/office/drawing/2014/main" id="{C72BD652-7691-695F-344D-DE19695F40D4}"/>
                </a:ext>
              </a:extLst>
            </p:cNvPr>
            <p:cNvSpPr>
              <a:spLocks/>
            </p:cNvSpPr>
            <p:nvPr/>
          </p:nvSpPr>
          <p:spPr bwMode="auto">
            <a:xfrm>
              <a:off x="8321676" y="4986338"/>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409">
              <a:extLst>
                <a:ext uri="{FF2B5EF4-FFF2-40B4-BE49-F238E27FC236}">
                  <a16:creationId xmlns:a16="http://schemas.microsoft.com/office/drawing/2014/main" id="{C3550842-0563-1CA5-C118-ABBA3796EB0B}"/>
                </a:ext>
              </a:extLst>
            </p:cNvPr>
            <p:cNvSpPr>
              <a:spLocks/>
            </p:cNvSpPr>
            <p:nvPr/>
          </p:nvSpPr>
          <p:spPr bwMode="auto">
            <a:xfrm>
              <a:off x="8081963" y="4986338"/>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410">
              <a:extLst>
                <a:ext uri="{FF2B5EF4-FFF2-40B4-BE49-F238E27FC236}">
                  <a16:creationId xmlns:a16="http://schemas.microsoft.com/office/drawing/2014/main" id="{7CDAA357-1915-B8F8-9A59-84F1DB73D4F1}"/>
                </a:ext>
              </a:extLst>
            </p:cNvPr>
            <p:cNvSpPr>
              <a:spLocks/>
            </p:cNvSpPr>
            <p:nvPr/>
          </p:nvSpPr>
          <p:spPr bwMode="auto">
            <a:xfrm>
              <a:off x="7040563" y="4986338"/>
              <a:ext cx="720725" cy="0"/>
            </a:xfrm>
            <a:custGeom>
              <a:avLst/>
              <a:gdLst>
                <a:gd name="T0" fmla="*/ 90 w 90"/>
                <a:gd name="T1" fmla="*/ 0 w 90"/>
                <a:gd name="T2" fmla="*/ 0 w 90"/>
              </a:gdLst>
              <a:ahLst/>
              <a:cxnLst>
                <a:cxn ang="0">
                  <a:pos x="T0" y="0"/>
                </a:cxn>
                <a:cxn ang="0">
                  <a:pos x="T1" y="0"/>
                </a:cxn>
                <a:cxn ang="0">
                  <a:pos x="T2" y="0"/>
                </a:cxn>
              </a:cxnLst>
              <a:rect l="0" t="0" r="r" b="b"/>
              <a:pathLst>
                <a:path w="90">
                  <a:moveTo>
                    <a:pt x="9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Oval 411">
              <a:extLst>
                <a:ext uri="{FF2B5EF4-FFF2-40B4-BE49-F238E27FC236}">
                  <a16:creationId xmlns:a16="http://schemas.microsoft.com/office/drawing/2014/main" id="{B10AB8F9-F14B-8439-6CF3-6AF3F6BFCE15}"/>
                </a:ext>
              </a:extLst>
            </p:cNvPr>
            <p:cNvSpPr>
              <a:spLocks noChangeArrowheads="1"/>
            </p:cNvSpPr>
            <p:nvPr/>
          </p:nvSpPr>
          <p:spPr bwMode="auto">
            <a:xfrm>
              <a:off x="7745413" y="4970463"/>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412">
              <a:extLst>
                <a:ext uri="{FF2B5EF4-FFF2-40B4-BE49-F238E27FC236}">
                  <a16:creationId xmlns:a16="http://schemas.microsoft.com/office/drawing/2014/main" id="{80627D8B-72DB-C51D-5FC9-F2347B5BE860}"/>
                </a:ext>
              </a:extLst>
            </p:cNvPr>
            <p:cNvSpPr>
              <a:spLocks/>
            </p:cNvSpPr>
            <p:nvPr/>
          </p:nvSpPr>
          <p:spPr bwMode="auto">
            <a:xfrm>
              <a:off x="8401051" y="4667251"/>
              <a:ext cx="320675"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Rectangle 413">
              <a:extLst>
                <a:ext uri="{FF2B5EF4-FFF2-40B4-BE49-F238E27FC236}">
                  <a16:creationId xmlns:a16="http://schemas.microsoft.com/office/drawing/2014/main" id="{EB7B216A-CF7E-6B5B-49EC-97F05FC91D83}"/>
                </a:ext>
              </a:extLst>
            </p:cNvPr>
            <p:cNvSpPr>
              <a:spLocks noChangeArrowheads="1"/>
            </p:cNvSpPr>
            <p:nvPr/>
          </p:nvSpPr>
          <p:spPr bwMode="auto">
            <a:xfrm>
              <a:off x="8497888" y="4578351"/>
              <a:ext cx="2635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Freeform 414">
              <a:extLst>
                <a:ext uri="{FF2B5EF4-FFF2-40B4-BE49-F238E27FC236}">
                  <a16:creationId xmlns:a16="http://schemas.microsoft.com/office/drawing/2014/main" id="{CC1DEEBB-F25F-88A2-7097-481898CBFA5E}"/>
                </a:ext>
              </a:extLst>
            </p:cNvPr>
            <p:cNvSpPr>
              <a:spLocks/>
            </p:cNvSpPr>
            <p:nvPr/>
          </p:nvSpPr>
          <p:spPr bwMode="auto">
            <a:xfrm>
              <a:off x="10161587" y="3146426"/>
              <a:ext cx="45719" cy="95167"/>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415">
              <a:extLst>
                <a:ext uri="{FF2B5EF4-FFF2-40B4-BE49-F238E27FC236}">
                  <a16:creationId xmlns:a16="http://schemas.microsoft.com/office/drawing/2014/main" id="{ACC9A1DB-19BE-4D0E-131C-3EB5B0E25F87}"/>
                </a:ext>
              </a:extLst>
            </p:cNvPr>
            <p:cNvSpPr>
              <a:spLocks/>
            </p:cNvSpPr>
            <p:nvPr/>
          </p:nvSpPr>
          <p:spPr bwMode="auto">
            <a:xfrm>
              <a:off x="9761538" y="3786188"/>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416">
              <a:extLst>
                <a:ext uri="{FF2B5EF4-FFF2-40B4-BE49-F238E27FC236}">
                  <a16:creationId xmlns:a16="http://schemas.microsoft.com/office/drawing/2014/main" id="{9A5D200B-2823-4ED9-FECE-47AD3FE0AB6C}"/>
                </a:ext>
              </a:extLst>
            </p:cNvPr>
            <p:cNvSpPr>
              <a:spLocks/>
            </p:cNvSpPr>
            <p:nvPr/>
          </p:nvSpPr>
          <p:spPr bwMode="auto">
            <a:xfrm>
              <a:off x="6689726" y="3362326"/>
              <a:ext cx="31750" cy="15875"/>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417">
              <a:extLst>
                <a:ext uri="{FF2B5EF4-FFF2-40B4-BE49-F238E27FC236}">
                  <a16:creationId xmlns:a16="http://schemas.microsoft.com/office/drawing/2014/main" id="{0EDAD6AF-82D2-57FC-1382-10B3A30A0FCA}"/>
                </a:ext>
              </a:extLst>
            </p:cNvPr>
            <p:cNvSpPr>
              <a:spLocks/>
            </p:cNvSpPr>
            <p:nvPr/>
          </p:nvSpPr>
          <p:spPr bwMode="auto">
            <a:xfrm>
              <a:off x="6689726" y="3338513"/>
              <a:ext cx="63500" cy="238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418">
              <a:extLst>
                <a:ext uri="{FF2B5EF4-FFF2-40B4-BE49-F238E27FC236}">
                  <a16:creationId xmlns:a16="http://schemas.microsoft.com/office/drawing/2014/main" id="{B6BCF5E9-925F-161B-CEB0-7C8EC21F068D}"/>
                </a:ext>
              </a:extLst>
            </p:cNvPr>
            <p:cNvSpPr>
              <a:spLocks/>
            </p:cNvSpPr>
            <p:nvPr/>
          </p:nvSpPr>
          <p:spPr bwMode="auto">
            <a:xfrm>
              <a:off x="6689726" y="3314701"/>
              <a:ext cx="63500" cy="238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419">
              <a:extLst>
                <a:ext uri="{FF2B5EF4-FFF2-40B4-BE49-F238E27FC236}">
                  <a16:creationId xmlns:a16="http://schemas.microsoft.com/office/drawing/2014/main" id="{78743692-BBD5-A778-CEAA-633E14D74A9A}"/>
                </a:ext>
              </a:extLst>
            </p:cNvPr>
            <p:cNvSpPr>
              <a:spLocks/>
            </p:cNvSpPr>
            <p:nvPr/>
          </p:nvSpPr>
          <p:spPr bwMode="auto">
            <a:xfrm>
              <a:off x="6689726" y="3289301"/>
              <a:ext cx="63500" cy="25400"/>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420">
              <a:extLst>
                <a:ext uri="{FF2B5EF4-FFF2-40B4-BE49-F238E27FC236}">
                  <a16:creationId xmlns:a16="http://schemas.microsoft.com/office/drawing/2014/main" id="{F537E422-7D47-BFF2-A544-6B4928EA7164}"/>
                </a:ext>
              </a:extLst>
            </p:cNvPr>
            <p:cNvSpPr>
              <a:spLocks/>
            </p:cNvSpPr>
            <p:nvPr/>
          </p:nvSpPr>
          <p:spPr bwMode="auto">
            <a:xfrm>
              <a:off x="6689726" y="3265488"/>
              <a:ext cx="63500" cy="238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421">
              <a:extLst>
                <a:ext uri="{FF2B5EF4-FFF2-40B4-BE49-F238E27FC236}">
                  <a16:creationId xmlns:a16="http://schemas.microsoft.com/office/drawing/2014/main" id="{55997369-0553-0448-9460-D8EFA87CBA8D}"/>
                </a:ext>
              </a:extLst>
            </p:cNvPr>
            <p:cNvSpPr>
              <a:spLocks/>
            </p:cNvSpPr>
            <p:nvPr/>
          </p:nvSpPr>
          <p:spPr bwMode="auto">
            <a:xfrm>
              <a:off x="6689726" y="3241676"/>
              <a:ext cx="63500" cy="238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422">
              <a:extLst>
                <a:ext uri="{FF2B5EF4-FFF2-40B4-BE49-F238E27FC236}">
                  <a16:creationId xmlns:a16="http://schemas.microsoft.com/office/drawing/2014/main" id="{26DB6091-DE4B-912C-93E3-0936B69D2FE4}"/>
                </a:ext>
              </a:extLst>
            </p:cNvPr>
            <p:cNvSpPr>
              <a:spLocks/>
            </p:cNvSpPr>
            <p:nvPr/>
          </p:nvSpPr>
          <p:spPr bwMode="auto">
            <a:xfrm>
              <a:off x="6721476" y="3225801"/>
              <a:ext cx="31750" cy="15875"/>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423">
              <a:extLst>
                <a:ext uri="{FF2B5EF4-FFF2-40B4-BE49-F238E27FC236}">
                  <a16:creationId xmlns:a16="http://schemas.microsoft.com/office/drawing/2014/main" id="{C7FC2FF4-1F96-95AD-9101-EA47222D9CF8}"/>
                </a:ext>
              </a:extLst>
            </p:cNvPr>
            <p:cNvSpPr>
              <a:spLocks/>
            </p:cNvSpPr>
            <p:nvPr/>
          </p:nvSpPr>
          <p:spPr bwMode="auto">
            <a:xfrm>
              <a:off x="6721476" y="3378201"/>
              <a:ext cx="0" cy="7938"/>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Rectangle 424">
              <a:extLst>
                <a:ext uri="{FF2B5EF4-FFF2-40B4-BE49-F238E27FC236}">
                  <a16:creationId xmlns:a16="http://schemas.microsoft.com/office/drawing/2014/main" id="{0CF8C940-A96E-1886-D3C4-1CEA995F12E5}"/>
                </a:ext>
              </a:extLst>
            </p:cNvPr>
            <p:cNvSpPr>
              <a:spLocks noChangeArrowheads="1"/>
            </p:cNvSpPr>
            <p:nvPr/>
          </p:nvSpPr>
          <p:spPr bwMode="auto">
            <a:xfrm>
              <a:off x="6721476" y="3146426"/>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425">
              <a:extLst>
                <a:ext uri="{FF2B5EF4-FFF2-40B4-BE49-F238E27FC236}">
                  <a16:creationId xmlns:a16="http://schemas.microsoft.com/office/drawing/2014/main" id="{406760AA-E3E2-B32F-8770-CA03F30CEC59}"/>
                </a:ext>
              </a:extLst>
            </p:cNvPr>
            <p:cNvSpPr>
              <a:spLocks noChangeArrowheads="1"/>
            </p:cNvSpPr>
            <p:nvPr/>
          </p:nvSpPr>
          <p:spPr bwMode="auto">
            <a:xfrm>
              <a:off x="6721476" y="3386138"/>
              <a:ext cx="1603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Freeform 426">
              <a:extLst>
                <a:ext uri="{FF2B5EF4-FFF2-40B4-BE49-F238E27FC236}">
                  <a16:creationId xmlns:a16="http://schemas.microsoft.com/office/drawing/2014/main" id="{6593E9AB-5A9F-440B-CE1A-E2CC5BB970B1}"/>
                </a:ext>
              </a:extLst>
            </p:cNvPr>
            <p:cNvSpPr>
              <a:spLocks/>
            </p:cNvSpPr>
            <p:nvPr/>
          </p:nvSpPr>
          <p:spPr bwMode="auto">
            <a:xfrm>
              <a:off x="6721476" y="3146426"/>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427">
              <a:extLst>
                <a:ext uri="{FF2B5EF4-FFF2-40B4-BE49-F238E27FC236}">
                  <a16:creationId xmlns:a16="http://schemas.microsoft.com/office/drawing/2014/main" id="{8E817F17-70CC-F042-4A64-9E8F2129B920}"/>
                </a:ext>
              </a:extLst>
            </p:cNvPr>
            <p:cNvSpPr>
              <a:spLocks/>
            </p:cNvSpPr>
            <p:nvPr/>
          </p:nvSpPr>
          <p:spPr bwMode="auto">
            <a:xfrm>
              <a:off x="6721476" y="3386138"/>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428">
              <a:extLst>
                <a:ext uri="{FF2B5EF4-FFF2-40B4-BE49-F238E27FC236}">
                  <a16:creationId xmlns:a16="http://schemas.microsoft.com/office/drawing/2014/main" id="{04BBDB32-3474-F2FE-563E-6452E04417EC}"/>
                </a:ext>
              </a:extLst>
            </p:cNvPr>
            <p:cNvSpPr>
              <a:spLocks/>
            </p:cNvSpPr>
            <p:nvPr/>
          </p:nvSpPr>
          <p:spPr bwMode="auto">
            <a:xfrm>
              <a:off x="9201151" y="6051551"/>
              <a:ext cx="79375" cy="55563"/>
            </a:xfrm>
            <a:custGeom>
              <a:avLst/>
              <a:gdLst>
                <a:gd name="T0" fmla="*/ 10 w 10"/>
                <a:gd name="T1" fmla="*/ 7 h 7"/>
                <a:gd name="T2" fmla="*/ 0 w 10"/>
                <a:gd name="T3" fmla="*/ 0 h 7"/>
                <a:gd name="T4" fmla="*/ 0 w 10"/>
                <a:gd name="T5" fmla="*/ 0 h 7"/>
              </a:gdLst>
              <a:ahLst/>
              <a:cxnLst>
                <a:cxn ang="0">
                  <a:pos x="T0" y="T1"/>
                </a:cxn>
                <a:cxn ang="0">
                  <a:pos x="T2" y="T3"/>
                </a:cxn>
                <a:cxn ang="0">
                  <a:pos x="T4" y="T5"/>
                </a:cxn>
              </a:cxnLst>
              <a:rect l="0" t="0" r="r" b="b"/>
              <a:pathLst>
                <a:path w="10" h="7">
                  <a:moveTo>
                    <a:pt x="10" y="7"/>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429">
              <a:extLst>
                <a:ext uri="{FF2B5EF4-FFF2-40B4-BE49-F238E27FC236}">
                  <a16:creationId xmlns:a16="http://schemas.microsoft.com/office/drawing/2014/main" id="{B859C898-E992-6197-6397-1828266CDEAF}"/>
                </a:ext>
              </a:extLst>
            </p:cNvPr>
            <p:cNvSpPr>
              <a:spLocks/>
            </p:cNvSpPr>
            <p:nvPr/>
          </p:nvSpPr>
          <p:spPr bwMode="auto">
            <a:xfrm>
              <a:off x="9201151" y="5946776"/>
              <a:ext cx="79375" cy="57150"/>
            </a:xfrm>
            <a:custGeom>
              <a:avLst/>
              <a:gdLst>
                <a:gd name="T0" fmla="*/ 0 w 10"/>
                <a:gd name="T1" fmla="*/ 7 h 7"/>
                <a:gd name="T2" fmla="*/ 10 w 10"/>
                <a:gd name="T3" fmla="*/ 0 h 7"/>
                <a:gd name="T4" fmla="*/ 10 w 10"/>
                <a:gd name="T5" fmla="*/ 0 h 7"/>
              </a:gdLst>
              <a:ahLst/>
              <a:cxnLst>
                <a:cxn ang="0">
                  <a:pos x="T0" y="T1"/>
                </a:cxn>
                <a:cxn ang="0">
                  <a:pos x="T2" y="T3"/>
                </a:cxn>
                <a:cxn ang="0">
                  <a:pos x="T4" y="T5"/>
                </a:cxn>
              </a:cxnLst>
              <a:rect l="0" t="0" r="r" b="b"/>
              <a:pathLst>
                <a:path w="10" h="7">
                  <a:moveTo>
                    <a:pt x="0" y="7"/>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430">
              <a:extLst>
                <a:ext uri="{FF2B5EF4-FFF2-40B4-BE49-F238E27FC236}">
                  <a16:creationId xmlns:a16="http://schemas.microsoft.com/office/drawing/2014/main" id="{24C0D575-172D-99FD-3D5D-F091215B538D}"/>
                </a:ext>
              </a:extLst>
            </p:cNvPr>
            <p:cNvSpPr>
              <a:spLocks/>
            </p:cNvSpPr>
            <p:nvPr/>
          </p:nvSpPr>
          <p:spPr bwMode="auto">
            <a:xfrm>
              <a:off x="9201151" y="5946776"/>
              <a:ext cx="0" cy="160338"/>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431">
              <a:extLst>
                <a:ext uri="{FF2B5EF4-FFF2-40B4-BE49-F238E27FC236}">
                  <a16:creationId xmlns:a16="http://schemas.microsoft.com/office/drawing/2014/main" id="{07362B11-88D6-8FD2-8BC5-23EA8213C1EE}"/>
                </a:ext>
              </a:extLst>
            </p:cNvPr>
            <p:cNvSpPr>
              <a:spLocks/>
            </p:cNvSpPr>
            <p:nvPr/>
          </p:nvSpPr>
          <p:spPr bwMode="auto">
            <a:xfrm>
              <a:off x="9121776" y="6027738"/>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Freeform 432">
              <a:extLst>
                <a:ext uri="{FF2B5EF4-FFF2-40B4-BE49-F238E27FC236}">
                  <a16:creationId xmlns:a16="http://schemas.microsoft.com/office/drawing/2014/main" id="{C15596DC-4BD7-F66D-8FB6-5D15B48E53AD}"/>
                </a:ext>
              </a:extLst>
            </p:cNvPr>
            <p:cNvSpPr>
              <a:spLocks/>
            </p:cNvSpPr>
            <p:nvPr/>
          </p:nvSpPr>
          <p:spPr bwMode="auto">
            <a:xfrm>
              <a:off x="9201151" y="5962651"/>
              <a:ext cx="47625" cy="41275"/>
            </a:xfrm>
            <a:custGeom>
              <a:avLst/>
              <a:gdLst>
                <a:gd name="T0" fmla="*/ 0 w 30"/>
                <a:gd name="T1" fmla="*/ 26 h 26"/>
                <a:gd name="T2" fmla="*/ 20 w 30"/>
                <a:gd name="T3" fmla="*/ 0 h 26"/>
                <a:gd name="T4" fmla="*/ 30 w 30"/>
                <a:gd name="T5" fmla="*/ 15 h 26"/>
                <a:gd name="T6" fmla="*/ 0 w 30"/>
                <a:gd name="T7" fmla="*/ 26 h 26"/>
              </a:gdLst>
              <a:ahLst/>
              <a:cxnLst>
                <a:cxn ang="0">
                  <a:pos x="T0" y="T1"/>
                </a:cxn>
                <a:cxn ang="0">
                  <a:pos x="T2" y="T3"/>
                </a:cxn>
                <a:cxn ang="0">
                  <a:pos x="T4" y="T5"/>
                </a:cxn>
                <a:cxn ang="0">
                  <a:pos x="T6" y="T7"/>
                </a:cxn>
              </a:cxnLst>
              <a:rect l="0" t="0" r="r" b="b"/>
              <a:pathLst>
                <a:path w="30" h="26">
                  <a:moveTo>
                    <a:pt x="0" y="26"/>
                  </a:moveTo>
                  <a:lnTo>
                    <a:pt x="20" y="0"/>
                  </a:lnTo>
                  <a:lnTo>
                    <a:pt x="30" y="15"/>
                  </a:lnTo>
                  <a:lnTo>
                    <a:pt x="0" y="26"/>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 name="Rectangle 433">
              <a:extLst>
                <a:ext uri="{FF2B5EF4-FFF2-40B4-BE49-F238E27FC236}">
                  <a16:creationId xmlns:a16="http://schemas.microsoft.com/office/drawing/2014/main" id="{6180B86F-6539-832D-0ECD-042DFC86CF14}"/>
                </a:ext>
              </a:extLst>
            </p:cNvPr>
            <p:cNvSpPr>
              <a:spLocks noChangeArrowheads="1"/>
            </p:cNvSpPr>
            <p:nvPr/>
          </p:nvSpPr>
          <p:spPr bwMode="auto">
            <a:xfrm>
              <a:off x="9361488" y="6011863"/>
              <a:ext cx="207963"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Q405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434">
              <a:extLst>
                <a:ext uri="{FF2B5EF4-FFF2-40B4-BE49-F238E27FC236}">
                  <a16:creationId xmlns:a16="http://schemas.microsoft.com/office/drawing/2014/main" id="{26EDF2A9-015D-66BE-8183-85A2C0FE03A2}"/>
                </a:ext>
              </a:extLst>
            </p:cNvPr>
            <p:cNvSpPr>
              <a:spLocks noChangeArrowheads="1"/>
            </p:cNvSpPr>
            <p:nvPr/>
          </p:nvSpPr>
          <p:spPr bwMode="auto">
            <a:xfrm>
              <a:off x="9361488" y="5930901"/>
              <a:ext cx="368300"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MMBTA56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Freeform 435">
              <a:extLst>
                <a:ext uri="{FF2B5EF4-FFF2-40B4-BE49-F238E27FC236}">
                  <a16:creationId xmlns:a16="http://schemas.microsoft.com/office/drawing/2014/main" id="{50A79820-6B44-048A-7AE1-204974624D61}"/>
                </a:ext>
              </a:extLst>
            </p:cNvPr>
            <p:cNvSpPr>
              <a:spLocks/>
            </p:cNvSpPr>
            <p:nvPr/>
          </p:nvSpPr>
          <p:spPr bwMode="auto">
            <a:xfrm>
              <a:off x="9280526" y="6107113"/>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Rectangle 436">
              <a:extLst>
                <a:ext uri="{FF2B5EF4-FFF2-40B4-BE49-F238E27FC236}">
                  <a16:creationId xmlns:a16="http://schemas.microsoft.com/office/drawing/2014/main" id="{96D5A295-28A4-A650-7DBA-471E2CB2E96F}"/>
                </a:ext>
              </a:extLst>
            </p:cNvPr>
            <p:cNvSpPr>
              <a:spLocks noChangeArrowheads="1"/>
            </p:cNvSpPr>
            <p:nvPr/>
          </p:nvSpPr>
          <p:spPr bwMode="auto">
            <a:xfrm rot="16200000">
              <a:off x="9201151" y="6113463"/>
              <a:ext cx="714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Freeform 437">
              <a:extLst>
                <a:ext uri="{FF2B5EF4-FFF2-40B4-BE49-F238E27FC236}">
                  <a16:creationId xmlns:a16="http://schemas.microsoft.com/office/drawing/2014/main" id="{A673ED9B-8C59-9F68-30A7-31EB13040646}"/>
                </a:ext>
              </a:extLst>
            </p:cNvPr>
            <p:cNvSpPr>
              <a:spLocks/>
            </p:cNvSpPr>
            <p:nvPr/>
          </p:nvSpPr>
          <p:spPr bwMode="auto">
            <a:xfrm>
              <a:off x="9280526" y="5867401"/>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Rectangle 438">
              <a:extLst>
                <a:ext uri="{FF2B5EF4-FFF2-40B4-BE49-F238E27FC236}">
                  <a16:creationId xmlns:a16="http://schemas.microsoft.com/office/drawing/2014/main" id="{AE77B06C-61F9-67AA-BF19-975842785931}"/>
                </a:ext>
              </a:extLst>
            </p:cNvPr>
            <p:cNvSpPr>
              <a:spLocks noChangeArrowheads="1"/>
            </p:cNvSpPr>
            <p:nvPr/>
          </p:nvSpPr>
          <p:spPr bwMode="auto">
            <a:xfrm rot="16200000">
              <a:off x="9201151" y="5800726"/>
              <a:ext cx="714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Freeform 439">
              <a:extLst>
                <a:ext uri="{FF2B5EF4-FFF2-40B4-BE49-F238E27FC236}">
                  <a16:creationId xmlns:a16="http://schemas.microsoft.com/office/drawing/2014/main" id="{5494A245-484F-CC63-DFD1-39BC4F040879}"/>
                </a:ext>
              </a:extLst>
            </p:cNvPr>
            <p:cNvSpPr>
              <a:spLocks/>
            </p:cNvSpPr>
            <p:nvPr/>
          </p:nvSpPr>
          <p:spPr bwMode="auto">
            <a:xfrm>
              <a:off x="9096376" y="6003926"/>
              <a:ext cx="25400" cy="47625"/>
            </a:xfrm>
            <a:custGeom>
              <a:avLst/>
              <a:gdLst>
                <a:gd name="T0" fmla="*/ 16 w 16"/>
                <a:gd name="T1" fmla="*/ 15 h 30"/>
                <a:gd name="T2" fmla="*/ 0 w 16"/>
                <a:gd name="T3" fmla="*/ 0 h 30"/>
                <a:gd name="T4" fmla="*/ 0 w 16"/>
                <a:gd name="T5" fmla="*/ 30 h 30"/>
                <a:gd name="T6" fmla="*/ 16 w 16"/>
                <a:gd name="T7" fmla="*/ 15 h 30"/>
              </a:gdLst>
              <a:ahLst/>
              <a:cxnLst>
                <a:cxn ang="0">
                  <a:pos x="T0" y="T1"/>
                </a:cxn>
                <a:cxn ang="0">
                  <a:pos x="T2" y="T3"/>
                </a:cxn>
                <a:cxn ang="0">
                  <a:pos x="T4" y="T5"/>
                </a:cxn>
                <a:cxn ang="0">
                  <a:pos x="T6" y="T7"/>
                </a:cxn>
              </a:cxnLst>
              <a:rect l="0" t="0" r="r" b="b"/>
              <a:pathLst>
                <a:path w="16" h="30">
                  <a:moveTo>
                    <a:pt x="16" y="15"/>
                  </a:moveTo>
                  <a:lnTo>
                    <a:pt x="0" y="0"/>
                  </a:lnTo>
                  <a:lnTo>
                    <a:pt x="0" y="30"/>
                  </a:lnTo>
                  <a:lnTo>
                    <a:pt x="16" y="15"/>
                  </a:lnTo>
                  <a:close/>
                </a:path>
              </a:pathLst>
            </a:custGeom>
            <a:solidFill>
              <a:srgbClr val="AA8844"/>
            </a:solidFill>
            <a:ln w="7938">
              <a:solidFill>
                <a:srgbClr val="AA8844"/>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Freeform 440">
              <a:extLst>
                <a:ext uri="{FF2B5EF4-FFF2-40B4-BE49-F238E27FC236}">
                  <a16:creationId xmlns:a16="http://schemas.microsoft.com/office/drawing/2014/main" id="{CAFE47C7-C96F-3585-B249-E711A95A4CA6}"/>
                </a:ext>
              </a:extLst>
            </p:cNvPr>
            <p:cNvSpPr>
              <a:spLocks/>
            </p:cNvSpPr>
            <p:nvPr/>
          </p:nvSpPr>
          <p:spPr bwMode="auto">
            <a:xfrm>
              <a:off x="9040813" y="6027738"/>
              <a:ext cx="80963"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Rectangle 441">
              <a:extLst>
                <a:ext uri="{FF2B5EF4-FFF2-40B4-BE49-F238E27FC236}">
                  <a16:creationId xmlns:a16="http://schemas.microsoft.com/office/drawing/2014/main" id="{523293AD-161E-D6D7-63A2-F41C5FAC9BDC}"/>
                </a:ext>
              </a:extLst>
            </p:cNvPr>
            <p:cNvSpPr>
              <a:spLocks noChangeArrowheads="1"/>
            </p:cNvSpPr>
            <p:nvPr/>
          </p:nvSpPr>
          <p:spPr bwMode="auto">
            <a:xfrm>
              <a:off x="9024938" y="5930901"/>
              <a:ext cx="714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Freeform 442">
              <a:extLst>
                <a:ext uri="{FF2B5EF4-FFF2-40B4-BE49-F238E27FC236}">
                  <a16:creationId xmlns:a16="http://schemas.microsoft.com/office/drawing/2014/main" id="{71F75CF5-BF40-3A08-7137-31C24B06097E}"/>
                </a:ext>
              </a:extLst>
            </p:cNvPr>
            <p:cNvSpPr>
              <a:spLocks/>
            </p:cNvSpPr>
            <p:nvPr/>
          </p:nvSpPr>
          <p:spPr bwMode="auto">
            <a:xfrm>
              <a:off x="7921626" y="4826001"/>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Freeform 443">
              <a:extLst>
                <a:ext uri="{FF2B5EF4-FFF2-40B4-BE49-F238E27FC236}">
                  <a16:creationId xmlns:a16="http://schemas.microsoft.com/office/drawing/2014/main" id="{CBEE7FC7-9380-12CA-1D16-AC42FBB30D47}"/>
                </a:ext>
              </a:extLst>
            </p:cNvPr>
            <p:cNvSpPr>
              <a:spLocks/>
            </p:cNvSpPr>
            <p:nvPr/>
          </p:nvSpPr>
          <p:spPr bwMode="auto">
            <a:xfrm>
              <a:off x="6481763" y="3065463"/>
              <a:ext cx="239713"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444">
              <a:extLst>
                <a:ext uri="{FF2B5EF4-FFF2-40B4-BE49-F238E27FC236}">
                  <a16:creationId xmlns:a16="http://schemas.microsoft.com/office/drawing/2014/main" id="{B57BD245-DEF0-FF5C-D9A8-5F4F855732AE}"/>
                </a:ext>
              </a:extLst>
            </p:cNvPr>
            <p:cNvSpPr>
              <a:spLocks/>
            </p:cNvSpPr>
            <p:nvPr/>
          </p:nvSpPr>
          <p:spPr bwMode="auto">
            <a:xfrm>
              <a:off x="9761538" y="2665413"/>
              <a:ext cx="400050"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445">
              <a:extLst>
                <a:ext uri="{FF2B5EF4-FFF2-40B4-BE49-F238E27FC236}">
                  <a16:creationId xmlns:a16="http://schemas.microsoft.com/office/drawing/2014/main" id="{4EEF9A0F-671A-316B-C02E-611506FB3D9D}"/>
                </a:ext>
              </a:extLst>
            </p:cNvPr>
            <p:cNvSpPr>
              <a:spLocks/>
            </p:cNvSpPr>
            <p:nvPr/>
          </p:nvSpPr>
          <p:spPr bwMode="auto">
            <a:xfrm>
              <a:off x="10361613" y="6403976"/>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446">
              <a:extLst>
                <a:ext uri="{FF2B5EF4-FFF2-40B4-BE49-F238E27FC236}">
                  <a16:creationId xmlns:a16="http://schemas.microsoft.com/office/drawing/2014/main" id="{2C6E0DD4-711E-6A02-580E-9086E423C539}"/>
                </a:ext>
              </a:extLst>
            </p:cNvPr>
            <p:cNvSpPr>
              <a:spLocks/>
            </p:cNvSpPr>
            <p:nvPr/>
          </p:nvSpPr>
          <p:spPr bwMode="auto">
            <a:xfrm>
              <a:off x="10361613" y="6370638"/>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447">
              <a:extLst>
                <a:ext uri="{FF2B5EF4-FFF2-40B4-BE49-F238E27FC236}">
                  <a16:creationId xmlns:a16="http://schemas.microsoft.com/office/drawing/2014/main" id="{6F879BCD-CCF5-93CC-B61D-70546459AE74}"/>
                </a:ext>
              </a:extLst>
            </p:cNvPr>
            <p:cNvSpPr>
              <a:spLocks/>
            </p:cNvSpPr>
            <p:nvPr/>
          </p:nvSpPr>
          <p:spPr bwMode="auto">
            <a:xfrm>
              <a:off x="10401301" y="6346826"/>
              <a:ext cx="0" cy="238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448">
              <a:extLst>
                <a:ext uri="{FF2B5EF4-FFF2-40B4-BE49-F238E27FC236}">
                  <a16:creationId xmlns:a16="http://schemas.microsoft.com/office/drawing/2014/main" id="{E734D77B-45FF-AB41-637F-A49CA29B6E5D}"/>
                </a:ext>
              </a:extLst>
            </p:cNvPr>
            <p:cNvSpPr>
              <a:spLocks/>
            </p:cNvSpPr>
            <p:nvPr/>
          </p:nvSpPr>
          <p:spPr bwMode="auto">
            <a:xfrm>
              <a:off x="10401301" y="6403976"/>
              <a:ext cx="0" cy="238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4" name="Rectangle 449">
              <a:extLst>
                <a:ext uri="{FF2B5EF4-FFF2-40B4-BE49-F238E27FC236}">
                  <a16:creationId xmlns:a16="http://schemas.microsoft.com/office/drawing/2014/main" id="{B967D05B-AC26-0791-2B14-D0AF1CA7812B}"/>
                </a:ext>
              </a:extLst>
            </p:cNvPr>
            <p:cNvSpPr>
              <a:spLocks noChangeArrowheads="1"/>
            </p:cNvSpPr>
            <p:nvPr/>
          </p:nvSpPr>
          <p:spPr bwMode="auto">
            <a:xfrm>
              <a:off x="10401301" y="6267451"/>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C438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450">
              <a:extLst>
                <a:ext uri="{FF2B5EF4-FFF2-40B4-BE49-F238E27FC236}">
                  <a16:creationId xmlns:a16="http://schemas.microsoft.com/office/drawing/2014/main" id="{EEE5D5FB-E28B-CDED-F444-02D3A7F0DB7A}"/>
                </a:ext>
              </a:extLst>
            </p:cNvPr>
            <p:cNvSpPr>
              <a:spLocks noChangeArrowheads="1"/>
            </p:cNvSpPr>
            <p:nvPr/>
          </p:nvSpPr>
          <p:spPr bwMode="auto">
            <a:xfrm>
              <a:off x="10401301" y="6427788"/>
              <a:ext cx="152400"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47n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 name="Freeform 451">
              <a:extLst>
                <a:ext uri="{FF2B5EF4-FFF2-40B4-BE49-F238E27FC236}">
                  <a16:creationId xmlns:a16="http://schemas.microsoft.com/office/drawing/2014/main" id="{0E221B32-6A57-D09E-C452-BD534F2C2814}"/>
                </a:ext>
              </a:extLst>
            </p:cNvPr>
            <p:cNvSpPr>
              <a:spLocks/>
            </p:cNvSpPr>
            <p:nvPr/>
          </p:nvSpPr>
          <p:spPr bwMode="auto">
            <a:xfrm>
              <a:off x="10401301" y="6427788"/>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452">
              <a:extLst>
                <a:ext uri="{FF2B5EF4-FFF2-40B4-BE49-F238E27FC236}">
                  <a16:creationId xmlns:a16="http://schemas.microsoft.com/office/drawing/2014/main" id="{51731F3E-C97E-8FD4-739D-A91DD0C32048}"/>
                </a:ext>
              </a:extLst>
            </p:cNvPr>
            <p:cNvSpPr>
              <a:spLocks/>
            </p:cNvSpPr>
            <p:nvPr/>
          </p:nvSpPr>
          <p:spPr bwMode="auto">
            <a:xfrm>
              <a:off x="10401301" y="6267451"/>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Freeform 453">
              <a:extLst>
                <a:ext uri="{FF2B5EF4-FFF2-40B4-BE49-F238E27FC236}">
                  <a16:creationId xmlns:a16="http://schemas.microsoft.com/office/drawing/2014/main" id="{69B656A1-0BA4-787E-81CF-B05FA5D9557B}"/>
                </a:ext>
              </a:extLst>
            </p:cNvPr>
            <p:cNvSpPr>
              <a:spLocks/>
            </p:cNvSpPr>
            <p:nvPr/>
          </p:nvSpPr>
          <p:spPr bwMode="auto">
            <a:xfrm>
              <a:off x="9761538" y="2505076"/>
              <a:ext cx="0" cy="160338"/>
            </a:xfrm>
            <a:custGeom>
              <a:avLst/>
              <a:gdLst>
                <a:gd name="T0" fmla="*/ 0 h 20"/>
                <a:gd name="T1" fmla="*/ 20 h 20"/>
                <a:gd name="T2" fmla="*/ 20 h 20"/>
              </a:gdLst>
              <a:ahLst/>
              <a:cxnLst>
                <a:cxn ang="0">
                  <a:pos x="0" y="T0"/>
                </a:cxn>
                <a:cxn ang="0">
                  <a:pos x="0" y="T1"/>
                </a:cxn>
                <a:cxn ang="0">
                  <a:pos x="0" y="T2"/>
                </a:cxn>
              </a:cxnLst>
              <a:rect l="0" t="0" r="r" b="b"/>
              <a:pathLst>
                <a:path h="20">
                  <a:moveTo>
                    <a:pt x="0" y="0"/>
                  </a:moveTo>
                  <a:lnTo>
                    <a:pt x="0" y="20"/>
                  </a:lnTo>
                  <a:lnTo>
                    <a:pt x="0" y="2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454">
              <a:extLst>
                <a:ext uri="{FF2B5EF4-FFF2-40B4-BE49-F238E27FC236}">
                  <a16:creationId xmlns:a16="http://schemas.microsoft.com/office/drawing/2014/main" id="{37558C77-91F3-E14C-C1FE-82B85950BA1A}"/>
                </a:ext>
              </a:extLst>
            </p:cNvPr>
            <p:cNvSpPr>
              <a:spLocks/>
            </p:cNvSpPr>
            <p:nvPr/>
          </p:nvSpPr>
          <p:spPr bwMode="auto">
            <a:xfrm>
              <a:off x="9201151" y="2905126"/>
              <a:ext cx="0" cy="241300"/>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455">
              <a:extLst>
                <a:ext uri="{FF2B5EF4-FFF2-40B4-BE49-F238E27FC236}">
                  <a16:creationId xmlns:a16="http://schemas.microsoft.com/office/drawing/2014/main" id="{1DB7D5C3-1C25-4A18-EF9C-046F8145E8F2}"/>
                </a:ext>
              </a:extLst>
            </p:cNvPr>
            <p:cNvSpPr>
              <a:spLocks/>
            </p:cNvSpPr>
            <p:nvPr/>
          </p:nvSpPr>
          <p:spPr bwMode="auto">
            <a:xfrm>
              <a:off x="6440488" y="3281363"/>
              <a:ext cx="80963"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Freeform 456">
              <a:extLst>
                <a:ext uri="{FF2B5EF4-FFF2-40B4-BE49-F238E27FC236}">
                  <a16:creationId xmlns:a16="http://schemas.microsoft.com/office/drawing/2014/main" id="{BB0DE3E1-80AA-1791-2C48-F72945DBD38E}"/>
                </a:ext>
              </a:extLst>
            </p:cNvPr>
            <p:cNvSpPr>
              <a:spLocks/>
            </p:cNvSpPr>
            <p:nvPr/>
          </p:nvSpPr>
          <p:spPr bwMode="auto">
            <a:xfrm>
              <a:off x="6440488" y="3249613"/>
              <a:ext cx="80963"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Freeform 457">
              <a:extLst>
                <a:ext uri="{FF2B5EF4-FFF2-40B4-BE49-F238E27FC236}">
                  <a16:creationId xmlns:a16="http://schemas.microsoft.com/office/drawing/2014/main" id="{3D8D910F-23D0-117C-C00B-A7784E041256}"/>
                </a:ext>
              </a:extLst>
            </p:cNvPr>
            <p:cNvSpPr>
              <a:spLocks/>
            </p:cNvSpPr>
            <p:nvPr/>
          </p:nvSpPr>
          <p:spPr bwMode="auto">
            <a:xfrm>
              <a:off x="6481763" y="3225801"/>
              <a:ext cx="0" cy="238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458">
              <a:extLst>
                <a:ext uri="{FF2B5EF4-FFF2-40B4-BE49-F238E27FC236}">
                  <a16:creationId xmlns:a16="http://schemas.microsoft.com/office/drawing/2014/main" id="{4E1B0CA4-AD2B-C715-CFCC-15548750D075}"/>
                </a:ext>
              </a:extLst>
            </p:cNvPr>
            <p:cNvSpPr>
              <a:spLocks/>
            </p:cNvSpPr>
            <p:nvPr/>
          </p:nvSpPr>
          <p:spPr bwMode="auto">
            <a:xfrm>
              <a:off x="6481763" y="3281363"/>
              <a:ext cx="0" cy="25400"/>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Rectangle 459">
              <a:extLst>
                <a:ext uri="{FF2B5EF4-FFF2-40B4-BE49-F238E27FC236}">
                  <a16:creationId xmlns:a16="http://schemas.microsoft.com/office/drawing/2014/main" id="{7D0AC045-E171-FDC0-17D5-61DFEE1A63AF}"/>
                </a:ext>
              </a:extLst>
            </p:cNvPr>
            <p:cNvSpPr>
              <a:spLocks noChangeArrowheads="1"/>
            </p:cNvSpPr>
            <p:nvPr/>
          </p:nvSpPr>
          <p:spPr bwMode="auto">
            <a:xfrm>
              <a:off x="6481763" y="3146426"/>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C405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 name="Rectangle 460">
              <a:extLst>
                <a:ext uri="{FF2B5EF4-FFF2-40B4-BE49-F238E27FC236}">
                  <a16:creationId xmlns:a16="http://schemas.microsoft.com/office/drawing/2014/main" id="{BF979B5F-B856-A7C8-4231-82F0F4027CB5}"/>
                </a:ext>
              </a:extLst>
            </p:cNvPr>
            <p:cNvSpPr>
              <a:spLocks noChangeArrowheads="1"/>
            </p:cNvSpPr>
            <p:nvPr/>
          </p:nvSpPr>
          <p:spPr bwMode="auto">
            <a:xfrm>
              <a:off x="6481763" y="3306763"/>
              <a:ext cx="19208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 name="Freeform 461">
              <a:extLst>
                <a:ext uri="{FF2B5EF4-FFF2-40B4-BE49-F238E27FC236}">
                  <a16:creationId xmlns:a16="http://schemas.microsoft.com/office/drawing/2014/main" id="{70168C17-EBE4-0BCD-1A87-C94CD693A063}"/>
                </a:ext>
              </a:extLst>
            </p:cNvPr>
            <p:cNvSpPr>
              <a:spLocks/>
            </p:cNvSpPr>
            <p:nvPr/>
          </p:nvSpPr>
          <p:spPr bwMode="auto">
            <a:xfrm>
              <a:off x="6481763" y="3306763"/>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7" name="Freeform 462">
              <a:extLst>
                <a:ext uri="{FF2B5EF4-FFF2-40B4-BE49-F238E27FC236}">
                  <a16:creationId xmlns:a16="http://schemas.microsoft.com/office/drawing/2014/main" id="{F241FBB5-2EA9-0F86-E748-7493AA7E7B29}"/>
                </a:ext>
              </a:extLst>
            </p:cNvPr>
            <p:cNvSpPr>
              <a:spLocks/>
            </p:cNvSpPr>
            <p:nvPr/>
          </p:nvSpPr>
          <p:spPr bwMode="auto">
            <a:xfrm>
              <a:off x="6481763" y="3146426"/>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8" name="Freeform 463">
              <a:extLst>
                <a:ext uri="{FF2B5EF4-FFF2-40B4-BE49-F238E27FC236}">
                  <a16:creationId xmlns:a16="http://schemas.microsoft.com/office/drawing/2014/main" id="{D615CCE0-FF59-BB01-C316-675DCF789FE9}"/>
                </a:ext>
              </a:extLst>
            </p:cNvPr>
            <p:cNvSpPr>
              <a:spLocks/>
            </p:cNvSpPr>
            <p:nvPr/>
          </p:nvSpPr>
          <p:spPr bwMode="auto">
            <a:xfrm>
              <a:off x="10001251" y="4186238"/>
              <a:ext cx="0" cy="80963"/>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Freeform 464">
              <a:extLst>
                <a:ext uri="{FF2B5EF4-FFF2-40B4-BE49-F238E27FC236}">
                  <a16:creationId xmlns:a16="http://schemas.microsoft.com/office/drawing/2014/main" id="{BB918273-E70E-4B89-C265-5DEFAED9947C}"/>
                </a:ext>
              </a:extLst>
            </p:cNvPr>
            <p:cNvSpPr>
              <a:spLocks/>
            </p:cNvSpPr>
            <p:nvPr/>
          </p:nvSpPr>
          <p:spPr bwMode="auto">
            <a:xfrm>
              <a:off x="8640763" y="6427788"/>
              <a:ext cx="0" cy="160338"/>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465">
              <a:extLst>
                <a:ext uri="{FF2B5EF4-FFF2-40B4-BE49-F238E27FC236}">
                  <a16:creationId xmlns:a16="http://schemas.microsoft.com/office/drawing/2014/main" id="{746531C5-1553-1EC3-E8AC-9102A6F80CBB}"/>
                </a:ext>
              </a:extLst>
            </p:cNvPr>
            <p:cNvSpPr>
              <a:spLocks/>
            </p:cNvSpPr>
            <p:nvPr/>
          </p:nvSpPr>
          <p:spPr bwMode="auto">
            <a:xfrm>
              <a:off x="7040563" y="4826001"/>
              <a:ext cx="560388"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Rectangle 466">
              <a:extLst>
                <a:ext uri="{FF2B5EF4-FFF2-40B4-BE49-F238E27FC236}">
                  <a16:creationId xmlns:a16="http://schemas.microsoft.com/office/drawing/2014/main" id="{5D87F6A5-3CA6-2F27-ABAA-1D9862E6536C}"/>
                </a:ext>
              </a:extLst>
            </p:cNvPr>
            <p:cNvSpPr>
              <a:spLocks noChangeArrowheads="1"/>
            </p:cNvSpPr>
            <p:nvPr/>
          </p:nvSpPr>
          <p:spPr bwMode="auto">
            <a:xfrm>
              <a:off x="7137401" y="4738688"/>
              <a:ext cx="38417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AC_COMP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 name="Freeform 467">
              <a:extLst>
                <a:ext uri="{FF2B5EF4-FFF2-40B4-BE49-F238E27FC236}">
                  <a16:creationId xmlns:a16="http://schemas.microsoft.com/office/drawing/2014/main" id="{EF6CC012-DD9B-725F-6909-9DB0474974A7}"/>
                </a:ext>
              </a:extLst>
            </p:cNvPr>
            <p:cNvSpPr>
              <a:spLocks/>
            </p:cNvSpPr>
            <p:nvPr/>
          </p:nvSpPr>
          <p:spPr bwMode="auto">
            <a:xfrm>
              <a:off x="6969126" y="3033713"/>
              <a:ext cx="15875" cy="3175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Freeform 468">
              <a:extLst>
                <a:ext uri="{FF2B5EF4-FFF2-40B4-BE49-F238E27FC236}">
                  <a16:creationId xmlns:a16="http://schemas.microsoft.com/office/drawing/2014/main" id="{B23F1A62-AB20-C4C2-7DC7-D42AD99A2DE2}"/>
                </a:ext>
              </a:extLst>
            </p:cNvPr>
            <p:cNvSpPr>
              <a:spLocks/>
            </p:cNvSpPr>
            <p:nvPr/>
          </p:nvSpPr>
          <p:spPr bwMode="auto">
            <a:xfrm>
              <a:off x="6985001" y="3033713"/>
              <a:ext cx="23813" cy="6350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Freeform 469">
              <a:extLst>
                <a:ext uri="{FF2B5EF4-FFF2-40B4-BE49-F238E27FC236}">
                  <a16:creationId xmlns:a16="http://schemas.microsoft.com/office/drawing/2014/main" id="{3AB1D221-0A54-315C-5AFD-395DC90522FB}"/>
                </a:ext>
              </a:extLst>
            </p:cNvPr>
            <p:cNvSpPr>
              <a:spLocks/>
            </p:cNvSpPr>
            <p:nvPr/>
          </p:nvSpPr>
          <p:spPr bwMode="auto">
            <a:xfrm>
              <a:off x="7008813" y="3033713"/>
              <a:ext cx="23813" cy="6350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470">
              <a:extLst>
                <a:ext uri="{FF2B5EF4-FFF2-40B4-BE49-F238E27FC236}">
                  <a16:creationId xmlns:a16="http://schemas.microsoft.com/office/drawing/2014/main" id="{D8647E45-325A-5EF0-2C84-9B44F680D05A}"/>
                </a:ext>
              </a:extLst>
            </p:cNvPr>
            <p:cNvSpPr>
              <a:spLocks/>
            </p:cNvSpPr>
            <p:nvPr/>
          </p:nvSpPr>
          <p:spPr bwMode="auto">
            <a:xfrm>
              <a:off x="7032626" y="3033713"/>
              <a:ext cx="25400" cy="6350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Freeform 471">
              <a:extLst>
                <a:ext uri="{FF2B5EF4-FFF2-40B4-BE49-F238E27FC236}">
                  <a16:creationId xmlns:a16="http://schemas.microsoft.com/office/drawing/2014/main" id="{095B2EDB-C79F-B61E-A403-17FDBC75EB4F}"/>
                </a:ext>
              </a:extLst>
            </p:cNvPr>
            <p:cNvSpPr>
              <a:spLocks/>
            </p:cNvSpPr>
            <p:nvPr/>
          </p:nvSpPr>
          <p:spPr bwMode="auto">
            <a:xfrm>
              <a:off x="7058026" y="3033713"/>
              <a:ext cx="23813" cy="6350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472">
              <a:extLst>
                <a:ext uri="{FF2B5EF4-FFF2-40B4-BE49-F238E27FC236}">
                  <a16:creationId xmlns:a16="http://schemas.microsoft.com/office/drawing/2014/main" id="{58FDF0E7-E5CB-0327-08CA-F5B8627A5FE4}"/>
                </a:ext>
              </a:extLst>
            </p:cNvPr>
            <p:cNvSpPr>
              <a:spLocks/>
            </p:cNvSpPr>
            <p:nvPr/>
          </p:nvSpPr>
          <p:spPr bwMode="auto">
            <a:xfrm>
              <a:off x="7081838" y="3033713"/>
              <a:ext cx="23813" cy="6350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473">
              <a:extLst>
                <a:ext uri="{FF2B5EF4-FFF2-40B4-BE49-F238E27FC236}">
                  <a16:creationId xmlns:a16="http://schemas.microsoft.com/office/drawing/2014/main" id="{3F6F1547-CC7C-BAA0-5351-685DD77ED4D1}"/>
                </a:ext>
              </a:extLst>
            </p:cNvPr>
            <p:cNvSpPr>
              <a:spLocks/>
            </p:cNvSpPr>
            <p:nvPr/>
          </p:nvSpPr>
          <p:spPr bwMode="auto">
            <a:xfrm>
              <a:off x="7105651" y="3065463"/>
              <a:ext cx="15875" cy="3175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474">
              <a:extLst>
                <a:ext uri="{FF2B5EF4-FFF2-40B4-BE49-F238E27FC236}">
                  <a16:creationId xmlns:a16="http://schemas.microsoft.com/office/drawing/2014/main" id="{3F64A314-281B-B1F8-BC96-C5757736499F}"/>
                </a:ext>
              </a:extLst>
            </p:cNvPr>
            <p:cNvSpPr>
              <a:spLocks/>
            </p:cNvSpPr>
            <p:nvPr/>
          </p:nvSpPr>
          <p:spPr bwMode="auto">
            <a:xfrm>
              <a:off x="6961188" y="3065463"/>
              <a:ext cx="7938"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Rectangle 475">
              <a:extLst>
                <a:ext uri="{FF2B5EF4-FFF2-40B4-BE49-F238E27FC236}">
                  <a16:creationId xmlns:a16="http://schemas.microsoft.com/office/drawing/2014/main" id="{10859D3D-4F6B-86DC-B473-0E154C91B332}"/>
                </a:ext>
              </a:extLst>
            </p:cNvPr>
            <p:cNvSpPr>
              <a:spLocks noChangeArrowheads="1"/>
            </p:cNvSpPr>
            <p:nvPr/>
          </p:nvSpPr>
          <p:spPr bwMode="auto">
            <a:xfrm>
              <a:off x="6800851" y="2986088"/>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 name="Rectangle 476">
              <a:extLst>
                <a:ext uri="{FF2B5EF4-FFF2-40B4-BE49-F238E27FC236}">
                  <a16:creationId xmlns:a16="http://schemas.microsoft.com/office/drawing/2014/main" id="{2B142BDC-AF6D-EFB1-780D-EB33C331F4BE}"/>
                </a:ext>
              </a:extLst>
            </p:cNvPr>
            <p:cNvSpPr>
              <a:spLocks noChangeArrowheads="1"/>
            </p:cNvSpPr>
            <p:nvPr/>
          </p:nvSpPr>
          <p:spPr bwMode="auto">
            <a:xfrm>
              <a:off x="7121526" y="2986088"/>
              <a:ext cx="120650"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Freeform 477">
              <a:extLst>
                <a:ext uri="{FF2B5EF4-FFF2-40B4-BE49-F238E27FC236}">
                  <a16:creationId xmlns:a16="http://schemas.microsoft.com/office/drawing/2014/main" id="{56AD81E5-06D3-B542-FD06-8B5A38026A04}"/>
                </a:ext>
              </a:extLst>
            </p:cNvPr>
            <p:cNvSpPr>
              <a:spLocks/>
            </p:cNvSpPr>
            <p:nvPr/>
          </p:nvSpPr>
          <p:spPr bwMode="auto">
            <a:xfrm>
              <a:off x="7121526" y="3065463"/>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478">
              <a:extLst>
                <a:ext uri="{FF2B5EF4-FFF2-40B4-BE49-F238E27FC236}">
                  <a16:creationId xmlns:a16="http://schemas.microsoft.com/office/drawing/2014/main" id="{2731B57B-93FD-6142-029A-F24A1A41DCD3}"/>
                </a:ext>
              </a:extLst>
            </p:cNvPr>
            <p:cNvSpPr>
              <a:spLocks/>
            </p:cNvSpPr>
            <p:nvPr/>
          </p:nvSpPr>
          <p:spPr bwMode="auto">
            <a:xfrm>
              <a:off x="6881813" y="3065463"/>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479">
              <a:extLst>
                <a:ext uri="{FF2B5EF4-FFF2-40B4-BE49-F238E27FC236}">
                  <a16:creationId xmlns:a16="http://schemas.microsoft.com/office/drawing/2014/main" id="{53AF3B95-1E41-0B17-BF77-63E0EB44F545}"/>
                </a:ext>
              </a:extLst>
            </p:cNvPr>
            <p:cNvSpPr>
              <a:spLocks/>
            </p:cNvSpPr>
            <p:nvPr/>
          </p:nvSpPr>
          <p:spPr bwMode="auto">
            <a:xfrm>
              <a:off x="8001001" y="4667251"/>
              <a:ext cx="0" cy="158750"/>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480">
              <a:extLst>
                <a:ext uri="{FF2B5EF4-FFF2-40B4-BE49-F238E27FC236}">
                  <a16:creationId xmlns:a16="http://schemas.microsoft.com/office/drawing/2014/main" id="{5F4375AF-2A55-BFBD-2746-1AA05865F4E9}"/>
                </a:ext>
              </a:extLst>
            </p:cNvPr>
            <p:cNvSpPr>
              <a:spLocks/>
            </p:cNvSpPr>
            <p:nvPr/>
          </p:nvSpPr>
          <p:spPr bwMode="auto">
            <a:xfrm>
              <a:off x="6721476" y="3465513"/>
              <a:ext cx="0" cy="80963"/>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481">
              <a:extLst>
                <a:ext uri="{FF2B5EF4-FFF2-40B4-BE49-F238E27FC236}">
                  <a16:creationId xmlns:a16="http://schemas.microsoft.com/office/drawing/2014/main" id="{2E8510C3-03C6-7900-D70D-6D641C793D07}"/>
                </a:ext>
              </a:extLst>
            </p:cNvPr>
            <p:cNvSpPr>
              <a:spLocks/>
            </p:cNvSpPr>
            <p:nvPr/>
          </p:nvSpPr>
          <p:spPr bwMode="auto">
            <a:xfrm>
              <a:off x="10401301" y="5707063"/>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482">
              <a:extLst>
                <a:ext uri="{FF2B5EF4-FFF2-40B4-BE49-F238E27FC236}">
                  <a16:creationId xmlns:a16="http://schemas.microsoft.com/office/drawing/2014/main" id="{935CC2E4-3FAD-B774-D57C-8E506CF531F3}"/>
                </a:ext>
              </a:extLst>
            </p:cNvPr>
            <p:cNvSpPr>
              <a:spLocks/>
            </p:cNvSpPr>
            <p:nvPr/>
          </p:nvSpPr>
          <p:spPr bwMode="auto">
            <a:xfrm>
              <a:off x="9121776" y="5307013"/>
              <a:ext cx="479425" cy="0"/>
            </a:xfrm>
            <a:custGeom>
              <a:avLst/>
              <a:gdLst>
                <a:gd name="T0" fmla="*/ 0 w 60"/>
                <a:gd name="T1" fmla="*/ 60 w 60"/>
                <a:gd name="T2" fmla="*/ 60 w 60"/>
              </a:gdLst>
              <a:ahLst/>
              <a:cxnLst>
                <a:cxn ang="0">
                  <a:pos x="T0" y="0"/>
                </a:cxn>
                <a:cxn ang="0">
                  <a:pos x="T1" y="0"/>
                </a:cxn>
                <a:cxn ang="0">
                  <a:pos x="T2" y="0"/>
                </a:cxn>
              </a:cxnLst>
              <a:rect l="0" t="0" r="r" b="b"/>
              <a:pathLst>
                <a:path w="60">
                  <a:moveTo>
                    <a:pt x="0" y="0"/>
                  </a:moveTo>
                  <a:lnTo>
                    <a:pt x="60" y="0"/>
                  </a:lnTo>
                  <a:lnTo>
                    <a:pt x="6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Oval 483">
              <a:extLst>
                <a:ext uri="{FF2B5EF4-FFF2-40B4-BE49-F238E27FC236}">
                  <a16:creationId xmlns:a16="http://schemas.microsoft.com/office/drawing/2014/main" id="{D5CCE714-9A12-55B0-7722-D0526688C19C}"/>
                </a:ext>
              </a:extLst>
            </p:cNvPr>
            <p:cNvSpPr>
              <a:spLocks noChangeArrowheads="1"/>
            </p:cNvSpPr>
            <p:nvPr/>
          </p:nvSpPr>
          <p:spPr bwMode="auto">
            <a:xfrm>
              <a:off x="9105901" y="5291138"/>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 name="Rectangle 484">
              <a:extLst>
                <a:ext uri="{FF2B5EF4-FFF2-40B4-BE49-F238E27FC236}">
                  <a16:creationId xmlns:a16="http://schemas.microsoft.com/office/drawing/2014/main" id="{03605C4E-BD4F-A7EF-C5BC-9B20668E268D}"/>
                </a:ext>
              </a:extLst>
            </p:cNvPr>
            <p:cNvSpPr>
              <a:spLocks noChangeArrowheads="1"/>
            </p:cNvSpPr>
            <p:nvPr/>
          </p:nvSpPr>
          <p:spPr bwMode="auto">
            <a:xfrm>
              <a:off x="9296401" y="5218113"/>
              <a:ext cx="360363"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 name="Freeform 485">
              <a:extLst>
                <a:ext uri="{FF2B5EF4-FFF2-40B4-BE49-F238E27FC236}">
                  <a16:creationId xmlns:a16="http://schemas.microsoft.com/office/drawing/2014/main" id="{814F36DD-927F-04DB-0CA6-A8E8B4D16315}"/>
                </a:ext>
              </a:extLst>
            </p:cNvPr>
            <p:cNvSpPr>
              <a:spLocks/>
            </p:cNvSpPr>
            <p:nvPr/>
          </p:nvSpPr>
          <p:spPr bwMode="auto">
            <a:xfrm>
              <a:off x="9201151" y="3146426"/>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Oval 486">
              <a:extLst>
                <a:ext uri="{FF2B5EF4-FFF2-40B4-BE49-F238E27FC236}">
                  <a16:creationId xmlns:a16="http://schemas.microsoft.com/office/drawing/2014/main" id="{5A8A02B7-63D4-9114-0865-A11B4EB0942C}"/>
                </a:ext>
              </a:extLst>
            </p:cNvPr>
            <p:cNvSpPr>
              <a:spLocks noChangeArrowheads="1"/>
            </p:cNvSpPr>
            <p:nvPr/>
          </p:nvSpPr>
          <p:spPr bwMode="auto">
            <a:xfrm>
              <a:off x="9185276" y="3130551"/>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2" name="Freeform 487">
              <a:extLst>
                <a:ext uri="{FF2B5EF4-FFF2-40B4-BE49-F238E27FC236}">
                  <a16:creationId xmlns:a16="http://schemas.microsoft.com/office/drawing/2014/main" id="{155D2CCD-D603-4810-C7CB-B00FA02791DF}"/>
                </a:ext>
              </a:extLst>
            </p:cNvPr>
            <p:cNvSpPr>
              <a:spLocks/>
            </p:cNvSpPr>
            <p:nvPr/>
          </p:nvSpPr>
          <p:spPr bwMode="auto">
            <a:xfrm>
              <a:off x="9761538" y="4267201"/>
              <a:ext cx="239713"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Freeform 488">
              <a:extLst>
                <a:ext uri="{FF2B5EF4-FFF2-40B4-BE49-F238E27FC236}">
                  <a16:creationId xmlns:a16="http://schemas.microsoft.com/office/drawing/2014/main" id="{AB927059-279F-772A-AD7D-D03A316246B2}"/>
                </a:ext>
              </a:extLst>
            </p:cNvPr>
            <p:cNvSpPr>
              <a:spLocks/>
            </p:cNvSpPr>
            <p:nvPr/>
          </p:nvSpPr>
          <p:spPr bwMode="auto">
            <a:xfrm>
              <a:off x="6721476" y="3546476"/>
              <a:ext cx="879475" cy="0"/>
            </a:xfrm>
            <a:custGeom>
              <a:avLst/>
              <a:gdLst>
                <a:gd name="T0" fmla="*/ 110 w 110"/>
                <a:gd name="T1" fmla="*/ 0 w 110"/>
                <a:gd name="T2" fmla="*/ 0 w 110"/>
              </a:gdLst>
              <a:ahLst/>
              <a:cxnLst>
                <a:cxn ang="0">
                  <a:pos x="T0" y="0"/>
                </a:cxn>
                <a:cxn ang="0">
                  <a:pos x="T1" y="0"/>
                </a:cxn>
                <a:cxn ang="0">
                  <a:pos x="T2" y="0"/>
                </a:cxn>
              </a:cxnLst>
              <a:rect l="0" t="0" r="r" b="b"/>
              <a:pathLst>
                <a:path w="110">
                  <a:moveTo>
                    <a:pt x="1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Oval 489">
              <a:extLst>
                <a:ext uri="{FF2B5EF4-FFF2-40B4-BE49-F238E27FC236}">
                  <a16:creationId xmlns:a16="http://schemas.microsoft.com/office/drawing/2014/main" id="{1FB509FF-6C7E-679C-246B-DD3C9BC7303C}"/>
                </a:ext>
              </a:extLst>
            </p:cNvPr>
            <p:cNvSpPr>
              <a:spLocks noChangeArrowheads="1"/>
            </p:cNvSpPr>
            <p:nvPr/>
          </p:nvSpPr>
          <p:spPr bwMode="auto">
            <a:xfrm>
              <a:off x="6705601" y="3530601"/>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5" name="Rectangle 490">
              <a:extLst>
                <a:ext uri="{FF2B5EF4-FFF2-40B4-BE49-F238E27FC236}">
                  <a16:creationId xmlns:a16="http://schemas.microsoft.com/office/drawing/2014/main" id="{313CE3D2-4CD6-8DE5-7619-5BC0D7244093}"/>
                </a:ext>
              </a:extLst>
            </p:cNvPr>
            <p:cNvSpPr>
              <a:spLocks noChangeArrowheads="1"/>
            </p:cNvSpPr>
            <p:nvPr/>
          </p:nvSpPr>
          <p:spPr bwMode="auto">
            <a:xfrm>
              <a:off x="7216776" y="3457576"/>
              <a:ext cx="487363"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ACDC_CTRL-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 name="Freeform 491">
              <a:extLst>
                <a:ext uri="{FF2B5EF4-FFF2-40B4-BE49-F238E27FC236}">
                  <a16:creationId xmlns:a16="http://schemas.microsoft.com/office/drawing/2014/main" id="{D6A1E084-23D4-C03A-08D7-D9836050CC13}"/>
                </a:ext>
              </a:extLst>
            </p:cNvPr>
            <p:cNvSpPr>
              <a:spLocks/>
            </p:cNvSpPr>
            <p:nvPr/>
          </p:nvSpPr>
          <p:spPr bwMode="auto">
            <a:xfrm>
              <a:off x="8640763" y="6588126"/>
              <a:ext cx="639763" cy="0"/>
            </a:xfrm>
            <a:custGeom>
              <a:avLst/>
              <a:gdLst>
                <a:gd name="T0" fmla="*/ 80 w 80"/>
                <a:gd name="T1" fmla="*/ 0 w 80"/>
                <a:gd name="T2" fmla="*/ 0 w 80"/>
              </a:gdLst>
              <a:ahLst/>
              <a:cxnLst>
                <a:cxn ang="0">
                  <a:pos x="T0" y="0"/>
                </a:cxn>
                <a:cxn ang="0">
                  <a:pos x="T1" y="0"/>
                </a:cxn>
                <a:cxn ang="0">
                  <a:pos x="T2" y="0"/>
                </a:cxn>
              </a:cxnLst>
              <a:rect l="0" t="0" r="r" b="b"/>
              <a:pathLst>
                <a:path w="80">
                  <a:moveTo>
                    <a:pt x="8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7" name="Oval 492">
              <a:extLst>
                <a:ext uri="{FF2B5EF4-FFF2-40B4-BE49-F238E27FC236}">
                  <a16:creationId xmlns:a16="http://schemas.microsoft.com/office/drawing/2014/main" id="{13BDDCA0-9E05-F4FF-C305-0E8DAA490888}"/>
                </a:ext>
              </a:extLst>
            </p:cNvPr>
            <p:cNvSpPr>
              <a:spLocks noChangeArrowheads="1"/>
            </p:cNvSpPr>
            <p:nvPr/>
          </p:nvSpPr>
          <p:spPr bwMode="auto">
            <a:xfrm>
              <a:off x="8624888" y="6570663"/>
              <a:ext cx="23813" cy="25400"/>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 name="Freeform 493">
              <a:extLst>
                <a:ext uri="{FF2B5EF4-FFF2-40B4-BE49-F238E27FC236}">
                  <a16:creationId xmlns:a16="http://schemas.microsoft.com/office/drawing/2014/main" id="{CDC7D7E7-4E38-D5FC-12AB-517EFB54C648}"/>
                </a:ext>
              </a:extLst>
            </p:cNvPr>
            <p:cNvSpPr>
              <a:spLocks/>
            </p:cNvSpPr>
            <p:nvPr/>
          </p:nvSpPr>
          <p:spPr bwMode="auto">
            <a:xfrm>
              <a:off x="10161588" y="2665413"/>
              <a:ext cx="239713"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9" name="Oval 494">
              <a:extLst>
                <a:ext uri="{FF2B5EF4-FFF2-40B4-BE49-F238E27FC236}">
                  <a16:creationId xmlns:a16="http://schemas.microsoft.com/office/drawing/2014/main" id="{E5C29830-56B5-F16E-98CE-CA2B13257069}"/>
                </a:ext>
              </a:extLst>
            </p:cNvPr>
            <p:cNvSpPr>
              <a:spLocks noChangeArrowheads="1"/>
            </p:cNvSpPr>
            <p:nvPr/>
          </p:nvSpPr>
          <p:spPr bwMode="auto">
            <a:xfrm>
              <a:off x="10145713" y="2649538"/>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500119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9A989-7228-5970-A9A0-9BA28803F7D1}"/>
              </a:ext>
            </a:extLst>
          </p:cNvPr>
          <p:cNvSpPr>
            <a:spLocks noGrp="1"/>
          </p:cNvSpPr>
          <p:nvPr>
            <p:ph type="title"/>
          </p:nvPr>
        </p:nvSpPr>
        <p:spPr/>
        <p:txBody>
          <a:bodyPr/>
          <a:lstStyle/>
          <a:p>
            <a:r>
              <a:rPr lang="en-US" dirty="0"/>
              <a:t>Digital</a:t>
            </a:r>
          </a:p>
        </p:txBody>
      </p:sp>
      <p:sp>
        <p:nvSpPr>
          <p:cNvPr id="3" name="Content Placeholder 2">
            <a:extLst>
              <a:ext uri="{FF2B5EF4-FFF2-40B4-BE49-F238E27FC236}">
                <a16:creationId xmlns:a16="http://schemas.microsoft.com/office/drawing/2014/main" id="{5D7A2FA7-883D-6E7D-0624-8FDCFDD20B5C}"/>
              </a:ext>
            </a:extLst>
          </p:cNvPr>
          <p:cNvSpPr>
            <a:spLocks noGrp="1"/>
          </p:cNvSpPr>
          <p:nvPr>
            <p:ph idx="1"/>
          </p:nvPr>
        </p:nvSpPr>
        <p:spPr/>
        <p:txBody>
          <a:bodyPr/>
          <a:lstStyle/>
          <a:p>
            <a:r>
              <a:rPr lang="en-US" dirty="0"/>
              <a:t>Peripheral Connection</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24BDF02C-E247-073E-4AEF-D26821248D5E}"/>
              </a:ext>
            </a:extLst>
          </p:cNvPr>
          <p:cNvSpPr>
            <a:spLocks noGrp="1"/>
          </p:cNvSpPr>
          <p:nvPr>
            <p:ph type="sldNum" sz="quarter" idx="12"/>
          </p:nvPr>
        </p:nvSpPr>
        <p:spPr/>
        <p:txBody>
          <a:bodyPr/>
          <a:lstStyle/>
          <a:p>
            <a:fld id="{4055E60B-063F-7341-AAD1-65F55D97E323}" type="slidenum">
              <a:rPr lang="en-IL" smtClean="0"/>
              <a:t>11</a:t>
            </a:fld>
            <a:endParaRPr lang="en-IL"/>
          </a:p>
        </p:txBody>
      </p:sp>
    </p:spTree>
    <p:extLst>
      <p:ext uri="{BB962C8B-B14F-4D97-AF65-F5344CB8AC3E}">
        <p14:creationId xmlns:p14="http://schemas.microsoft.com/office/powerpoint/2010/main" val="719207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0031-F5B9-C9EE-1692-2661F6007E5E}"/>
              </a:ext>
            </a:extLst>
          </p:cNvPr>
          <p:cNvSpPr>
            <a:spLocks noGrp="1"/>
          </p:cNvSpPr>
          <p:nvPr>
            <p:ph type="title"/>
          </p:nvPr>
        </p:nvSpPr>
        <p:spPr/>
        <p:txBody>
          <a:bodyPr/>
          <a:lstStyle/>
          <a:p>
            <a:r>
              <a:rPr lang="en-US" dirty="0"/>
              <a:t>Debug card</a:t>
            </a:r>
          </a:p>
        </p:txBody>
      </p:sp>
      <p:sp>
        <p:nvSpPr>
          <p:cNvPr id="3" name="Content Placeholder 2">
            <a:extLst>
              <a:ext uri="{FF2B5EF4-FFF2-40B4-BE49-F238E27FC236}">
                <a16:creationId xmlns:a16="http://schemas.microsoft.com/office/drawing/2014/main" id="{AAC31DA8-662C-7C50-82A5-DE45AB706CB5}"/>
              </a:ext>
            </a:extLst>
          </p:cNvPr>
          <p:cNvSpPr>
            <a:spLocks noGrp="1"/>
          </p:cNvSpPr>
          <p:nvPr>
            <p:ph idx="1"/>
          </p:nvPr>
        </p:nvSpPr>
        <p:spPr/>
        <p:txBody>
          <a:bodyPr/>
          <a:lstStyle/>
          <a:p>
            <a:r>
              <a:rPr lang="en-US" dirty="0"/>
              <a:t>Debug Card is connected and used only in lab.</a:t>
            </a:r>
          </a:p>
          <a:p>
            <a:pPr lvl="1"/>
            <a:r>
              <a:rPr lang="en-US" dirty="0"/>
              <a:t>When not used SPI lines become stubs and antennas. Signal is both distorted and collects noises.</a:t>
            </a:r>
          </a:p>
        </p:txBody>
      </p:sp>
      <p:sp>
        <p:nvSpPr>
          <p:cNvPr id="4" name="Slide Number Placeholder 3">
            <a:extLst>
              <a:ext uri="{FF2B5EF4-FFF2-40B4-BE49-F238E27FC236}">
                <a16:creationId xmlns:a16="http://schemas.microsoft.com/office/drawing/2014/main" id="{3CCCDEAA-BA08-A80E-A4A8-50FC2055A0AF}"/>
              </a:ext>
            </a:extLst>
          </p:cNvPr>
          <p:cNvSpPr>
            <a:spLocks noGrp="1"/>
          </p:cNvSpPr>
          <p:nvPr>
            <p:ph type="sldNum" sz="quarter" idx="12"/>
          </p:nvPr>
        </p:nvSpPr>
        <p:spPr/>
        <p:txBody>
          <a:bodyPr/>
          <a:lstStyle/>
          <a:p>
            <a:fld id="{4055E60B-063F-7341-AAD1-65F55D97E323}" type="slidenum">
              <a:rPr lang="en-IL" smtClean="0"/>
              <a:t>12</a:t>
            </a:fld>
            <a:endParaRPr lang="en-IL"/>
          </a:p>
        </p:txBody>
      </p:sp>
      <p:grpSp>
        <p:nvGrpSpPr>
          <p:cNvPr id="12" name="Group 11">
            <a:extLst>
              <a:ext uri="{FF2B5EF4-FFF2-40B4-BE49-F238E27FC236}">
                <a16:creationId xmlns:a16="http://schemas.microsoft.com/office/drawing/2014/main" id="{152AB72C-D952-9050-A021-D4CDC83EF258}"/>
              </a:ext>
            </a:extLst>
          </p:cNvPr>
          <p:cNvGrpSpPr/>
          <p:nvPr/>
        </p:nvGrpSpPr>
        <p:grpSpPr>
          <a:xfrm>
            <a:off x="2373696" y="2324100"/>
            <a:ext cx="7240204" cy="4307498"/>
            <a:chOff x="405196" y="1163408"/>
            <a:chExt cx="9958162" cy="5328490"/>
          </a:xfrm>
        </p:grpSpPr>
        <p:pic>
          <p:nvPicPr>
            <p:cNvPr id="6" name="Content Placeholder 5">
              <a:extLst>
                <a:ext uri="{FF2B5EF4-FFF2-40B4-BE49-F238E27FC236}">
                  <a16:creationId xmlns:a16="http://schemas.microsoft.com/office/drawing/2014/main" id="{D5CA32CD-1CDC-B865-F5B1-993840738FCB}"/>
                </a:ext>
              </a:extLst>
            </p:cNvPr>
            <p:cNvPicPr>
              <a:picLocks/>
            </p:cNvPicPr>
            <p:nvPr/>
          </p:nvPicPr>
          <p:blipFill>
            <a:blip r:embed="rId2"/>
            <a:stretch>
              <a:fillRect/>
            </a:stretch>
          </p:blipFill>
          <p:spPr>
            <a:xfrm>
              <a:off x="405196" y="1163408"/>
              <a:ext cx="9958162" cy="5328490"/>
            </a:xfrm>
            <a:prstGeom prst="rect">
              <a:avLst/>
            </a:prstGeom>
          </p:spPr>
        </p:pic>
        <p:grpSp>
          <p:nvGrpSpPr>
            <p:cNvPr id="7" name="Group 6">
              <a:extLst>
                <a:ext uri="{FF2B5EF4-FFF2-40B4-BE49-F238E27FC236}">
                  <a16:creationId xmlns:a16="http://schemas.microsoft.com/office/drawing/2014/main" id="{31E65589-753A-7E21-6568-1F772DD5ABA0}"/>
                </a:ext>
              </a:extLst>
            </p:cNvPr>
            <p:cNvGrpSpPr/>
            <p:nvPr/>
          </p:nvGrpSpPr>
          <p:grpSpPr>
            <a:xfrm>
              <a:off x="1711842" y="1687286"/>
              <a:ext cx="8537944" cy="4328615"/>
              <a:chOff x="1711842" y="1687286"/>
              <a:chExt cx="8537944" cy="4328615"/>
            </a:xfrm>
          </p:grpSpPr>
          <p:sp>
            <p:nvSpPr>
              <p:cNvPr id="8" name="Rectangle 7">
                <a:extLst>
                  <a:ext uri="{FF2B5EF4-FFF2-40B4-BE49-F238E27FC236}">
                    <a16:creationId xmlns:a16="http://schemas.microsoft.com/office/drawing/2014/main" id="{2799A380-7197-A81B-364E-613DE6512BC5}"/>
                  </a:ext>
                </a:extLst>
              </p:cNvPr>
              <p:cNvSpPr/>
              <p:nvPr/>
            </p:nvSpPr>
            <p:spPr>
              <a:xfrm>
                <a:off x="3614057" y="1687286"/>
                <a:ext cx="1338943" cy="1262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FPGA</a:t>
                </a:r>
              </a:p>
            </p:txBody>
          </p:sp>
          <p:sp>
            <p:nvSpPr>
              <p:cNvPr id="9" name="Rectangle 8">
                <a:extLst>
                  <a:ext uri="{FF2B5EF4-FFF2-40B4-BE49-F238E27FC236}">
                    <a16:creationId xmlns:a16="http://schemas.microsoft.com/office/drawing/2014/main" id="{DEA1E732-854A-C43B-21DB-9E7701D72FAA}"/>
                  </a:ext>
                </a:extLst>
              </p:cNvPr>
              <p:cNvSpPr/>
              <p:nvPr/>
            </p:nvSpPr>
            <p:spPr>
              <a:xfrm>
                <a:off x="1711842" y="4029740"/>
                <a:ext cx="1307805"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10" name="Rectangle 9">
                <a:extLst>
                  <a:ext uri="{FF2B5EF4-FFF2-40B4-BE49-F238E27FC236}">
                    <a16:creationId xmlns:a16="http://schemas.microsoft.com/office/drawing/2014/main" id="{20E3C7A0-C03C-A243-02DF-A631261CAFEA}"/>
                  </a:ext>
                </a:extLst>
              </p:cNvPr>
              <p:cNvSpPr/>
              <p:nvPr/>
            </p:nvSpPr>
            <p:spPr>
              <a:xfrm>
                <a:off x="5943600" y="4263656"/>
                <a:ext cx="1382233"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PWR</a:t>
                </a:r>
              </a:p>
            </p:txBody>
          </p:sp>
          <p:sp>
            <p:nvSpPr>
              <p:cNvPr id="11" name="Rectangle 10">
                <a:extLst>
                  <a:ext uri="{FF2B5EF4-FFF2-40B4-BE49-F238E27FC236}">
                    <a16:creationId xmlns:a16="http://schemas.microsoft.com/office/drawing/2014/main" id="{68E8976F-C258-13AF-285D-ECD5BC41DD2B}"/>
                  </a:ext>
                </a:extLst>
              </p:cNvPr>
              <p:cNvSpPr/>
              <p:nvPr/>
            </p:nvSpPr>
            <p:spPr>
              <a:xfrm>
                <a:off x="9027042" y="5284381"/>
                <a:ext cx="1222744"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DBG</a:t>
                </a:r>
              </a:p>
            </p:txBody>
          </p:sp>
        </p:grpSp>
      </p:grpSp>
    </p:spTree>
    <p:extLst>
      <p:ext uri="{BB962C8B-B14F-4D97-AF65-F5344CB8AC3E}">
        <p14:creationId xmlns:p14="http://schemas.microsoft.com/office/powerpoint/2010/main" val="3316827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323E7-8A54-B9A0-8D13-5F862D15AB14}"/>
              </a:ext>
            </a:extLst>
          </p:cNvPr>
          <p:cNvSpPr>
            <a:spLocks noGrp="1"/>
          </p:cNvSpPr>
          <p:nvPr>
            <p:ph type="title"/>
          </p:nvPr>
        </p:nvSpPr>
        <p:spPr/>
        <p:txBody>
          <a:bodyPr/>
          <a:lstStyle/>
          <a:p>
            <a:r>
              <a:rPr lang="en-US" dirty="0"/>
              <a:t>Example V4</a:t>
            </a:r>
          </a:p>
        </p:txBody>
      </p:sp>
      <p:sp>
        <p:nvSpPr>
          <p:cNvPr id="3" name="Content Placeholder 2">
            <a:extLst>
              <a:ext uri="{FF2B5EF4-FFF2-40B4-BE49-F238E27FC236}">
                <a16:creationId xmlns:a16="http://schemas.microsoft.com/office/drawing/2014/main" id="{A632DD06-BE7C-D80D-D779-9A2657A86705}"/>
              </a:ext>
            </a:extLst>
          </p:cNvPr>
          <p:cNvSpPr>
            <a:spLocks noGrp="1"/>
          </p:cNvSpPr>
          <p:nvPr>
            <p:ph idx="1"/>
          </p:nvPr>
        </p:nvSpPr>
        <p:spPr>
          <a:xfrm>
            <a:off x="516000" y="1474149"/>
            <a:ext cx="4056000" cy="4680000"/>
          </a:xfrm>
        </p:spPr>
        <p:txBody>
          <a:bodyPr/>
          <a:lstStyle/>
          <a:p>
            <a:r>
              <a:rPr lang="en-US" dirty="0"/>
              <a:t>MNGR to Debug connector 20cm</a:t>
            </a:r>
          </a:p>
          <a:p>
            <a:r>
              <a:rPr lang="en-US" dirty="0"/>
              <a:t>FPGA to Debug 25cm</a:t>
            </a:r>
          </a:p>
          <a:p>
            <a:r>
              <a:rPr lang="en-US" dirty="0"/>
              <a:t>Solutions:</a:t>
            </a:r>
          </a:p>
          <a:p>
            <a:pPr lvl="1"/>
            <a:r>
              <a:rPr lang="en-US" dirty="0"/>
              <a:t>Place Debug connector close to manager </a:t>
            </a:r>
          </a:p>
          <a:p>
            <a:pPr lvl="1"/>
            <a:r>
              <a:rPr lang="en-US" dirty="0"/>
              <a:t>Use 0 ohm resistors to disconnect.</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EAA0C927-2488-D2B5-1AEB-FBC7B67EFDC3}"/>
              </a:ext>
            </a:extLst>
          </p:cNvPr>
          <p:cNvSpPr>
            <a:spLocks noGrp="1"/>
          </p:cNvSpPr>
          <p:nvPr>
            <p:ph type="sldNum" sz="quarter" idx="12"/>
          </p:nvPr>
        </p:nvSpPr>
        <p:spPr/>
        <p:txBody>
          <a:bodyPr/>
          <a:lstStyle/>
          <a:p>
            <a:fld id="{4055E60B-063F-7341-AAD1-65F55D97E323}" type="slidenum">
              <a:rPr lang="en-IL" smtClean="0"/>
              <a:t>13</a:t>
            </a:fld>
            <a:endParaRPr lang="en-IL"/>
          </a:p>
        </p:txBody>
      </p:sp>
      <p:grpSp>
        <p:nvGrpSpPr>
          <p:cNvPr id="5" name="Group 4">
            <a:extLst>
              <a:ext uri="{FF2B5EF4-FFF2-40B4-BE49-F238E27FC236}">
                <a16:creationId xmlns:a16="http://schemas.microsoft.com/office/drawing/2014/main" id="{E4E9FCF4-0637-90E9-5F00-74D384845F7A}"/>
              </a:ext>
            </a:extLst>
          </p:cNvPr>
          <p:cNvGrpSpPr/>
          <p:nvPr/>
        </p:nvGrpSpPr>
        <p:grpSpPr>
          <a:xfrm>
            <a:off x="4951796" y="1474149"/>
            <a:ext cx="7240204" cy="4307498"/>
            <a:chOff x="405196" y="1163408"/>
            <a:chExt cx="9958162" cy="5328490"/>
          </a:xfrm>
        </p:grpSpPr>
        <p:pic>
          <p:nvPicPr>
            <p:cNvPr id="6" name="Content Placeholder 5">
              <a:extLst>
                <a:ext uri="{FF2B5EF4-FFF2-40B4-BE49-F238E27FC236}">
                  <a16:creationId xmlns:a16="http://schemas.microsoft.com/office/drawing/2014/main" id="{867D41A8-AC51-90BD-AD96-A141DECA2603}"/>
                </a:ext>
              </a:extLst>
            </p:cNvPr>
            <p:cNvPicPr>
              <a:picLocks/>
            </p:cNvPicPr>
            <p:nvPr/>
          </p:nvPicPr>
          <p:blipFill>
            <a:blip r:embed="rId2"/>
            <a:stretch>
              <a:fillRect/>
            </a:stretch>
          </p:blipFill>
          <p:spPr>
            <a:xfrm>
              <a:off x="405196" y="1163408"/>
              <a:ext cx="9958162" cy="5328490"/>
            </a:xfrm>
            <a:prstGeom prst="rect">
              <a:avLst/>
            </a:prstGeom>
          </p:spPr>
        </p:pic>
        <p:grpSp>
          <p:nvGrpSpPr>
            <p:cNvPr id="7" name="Group 6">
              <a:extLst>
                <a:ext uri="{FF2B5EF4-FFF2-40B4-BE49-F238E27FC236}">
                  <a16:creationId xmlns:a16="http://schemas.microsoft.com/office/drawing/2014/main" id="{6FD2E922-88E0-045C-7231-3D9C90841DC1}"/>
                </a:ext>
              </a:extLst>
            </p:cNvPr>
            <p:cNvGrpSpPr/>
            <p:nvPr/>
          </p:nvGrpSpPr>
          <p:grpSpPr>
            <a:xfrm>
              <a:off x="1711842" y="1687286"/>
              <a:ext cx="8537944" cy="4328615"/>
              <a:chOff x="1711842" y="1687286"/>
              <a:chExt cx="8537944" cy="4328615"/>
            </a:xfrm>
          </p:grpSpPr>
          <p:sp>
            <p:nvSpPr>
              <p:cNvPr id="8" name="Rectangle 7">
                <a:extLst>
                  <a:ext uri="{FF2B5EF4-FFF2-40B4-BE49-F238E27FC236}">
                    <a16:creationId xmlns:a16="http://schemas.microsoft.com/office/drawing/2014/main" id="{579278DF-D52C-D8DB-F976-1A9692130FD4}"/>
                  </a:ext>
                </a:extLst>
              </p:cNvPr>
              <p:cNvSpPr/>
              <p:nvPr/>
            </p:nvSpPr>
            <p:spPr>
              <a:xfrm>
                <a:off x="3614057" y="1687286"/>
                <a:ext cx="1338943" cy="1262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FPGA</a:t>
                </a:r>
              </a:p>
            </p:txBody>
          </p:sp>
          <p:sp>
            <p:nvSpPr>
              <p:cNvPr id="9" name="Rectangle 8">
                <a:extLst>
                  <a:ext uri="{FF2B5EF4-FFF2-40B4-BE49-F238E27FC236}">
                    <a16:creationId xmlns:a16="http://schemas.microsoft.com/office/drawing/2014/main" id="{722C4C6F-B681-B4E6-116B-151C4AD11467}"/>
                  </a:ext>
                </a:extLst>
              </p:cNvPr>
              <p:cNvSpPr/>
              <p:nvPr/>
            </p:nvSpPr>
            <p:spPr>
              <a:xfrm>
                <a:off x="1711842" y="4029740"/>
                <a:ext cx="1307805"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10" name="Rectangle 9">
                <a:extLst>
                  <a:ext uri="{FF2B5EF4-FFF2-40B4-BE49-F238E27FC236}">
                    <a16:creationId xmlns:a16="http://schemas.microsoft.com/office/drawing/2014/main" id="{322C345F-0CBD-3876-BBD9-1FB4306628ED}"/>
                  </a:ext>
                </a:extLst>
              </p:cNvPr>
              <p:cNvSpPr/>
              <p:nvPr/>
            </p:nvSpPr>
            <p:spPr>
              <a:xfrm>
                <a:off x="5943600" y="4263656"/>
                <a:ext cx="1382233"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PWR</a:t>
                </a:r>
              </a:p>
            </p:txBody>
          </p:sp>
          <p:sp>
            <p:nvSpPr>
              <p:cNvPr id="11" name="Rectangle 10">
                <a:extLst>
                  <a:ext uri="{FF2B5EF4-FFF2-40B4-BE49-F238E27FC236}">
                    <a16:creationId xmlns:a16="http://schemas.microsoft.com/office/drawing/2014/main" id="{7156BAC3-2F44-13D8-B199-09890FF36595}"/>
                  </a:ext>
                </a:extLst>
              </p:cNvPr>
              <p:cNvSpPr/>
              <p:nvPr/>
            </p:nvSpPr>
            <p:spPr>
              <a:xfrm>
                <a:off x="9027042" y="5284381"/>
                <a:ext cx="1222744"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DBG</a:t>
                </a:r>
              </a:p>
            </p:txBody>
          </p:sp>
        </p:grpSp>
      </p:grpSp>
    </p:spTree>
    <p:extLst>
      <p:ext uri="{BB962C8B-B14F-4D97-AF65-F5344CB8AC3E}">
        <p14:creationId xmlns:p14="http://schemas.microsoft.com/office/powerpoint/2010/main" val="407258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FFD93-35DD-5A36-EB07-DC04314D27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227C7-5995-5C59-607D-E0CBE581ECF5}"/>
              </a:ext>
            </a:extLst>
          </p:cNvPr>
          <p:cNvSpPr>
            <a:spLocks noGrp="1"/>
          </p:cNvSpPr>
          <p:nvPr>
            <p:ph type="title"/>
          </p:nvPr>
        </p:nvSpPr>
        <p:spPr/>
        <p:txBody>
          <a:bodyPr/>
          <a:lstStyle/>
          <a:p>
            <a:r>
              <a:rPr lang="en-US" dirty="0"/>
              <a:t>Example V4 (what we intended 🙂)</a:t>
            </a:r>
          </a:p>
        </p:txBody>
      </p:sp>
      <p:sp>
        <p:nvSpPr>
          <p:cNvPr id="3" name="Content Placeholder 2">
            <a:extLst>
              <a:ext uri="{FF2B5EF4-FFF2-40B4-BE49-F238E27FC236}">
                <a16:creationId xmlns:a16="http://schemas.microsoft.com/office/drawing/2014/main" id="{58B1C9D8-0DA0-35F5-635F-8394A80A25D1}"/>
              </a:ext>
            </a:extLst>
          </p:cNvPr>
          <p:cNvSpPr>
            <a:spLocks noGrp="1"/>
          </p:cNvSpPr>
          <p:nvPr>
            <p:ph idx="1"/>
          </p:nvPr>
        </p:nvSpPr>
        <p:spPr>
          <a:xfrm>
            <a:off x="516000" y="1474149"/>
            <a:ext cx="4056000" cy="4680000"/>
          </a:xfrm>
        </p:spPr>
        <p:txBody>
          <a:bodyPr/>
          <a:lstStyle/>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47DF9070-FEB6-8558-7EA8-8B3DFCC7C4C5}"/>
              </a:ext>
            </a:extLst>
          </p:cNvPr>
          <p:cNvSpPr>
            <a:spLocks noGrp="1"/>
          </p:cNvSpPr>
          <p:nvPr>
            <p:ph type="sldNum" sz="quarter" idx="12"/>
          </p:nvPr>
        </p:nvSpPr>
        <p:spPr/>
        <p:txBody>
          <a:bodyPr/>
          <a:lstStyle/>
          <a:p>
            <a:fld id="{4055E60B-063F-7341-AAD1-65F55D97E323}" type="slidenum">
              <a:rPr lang="en-IL" smtClean="0"/>
              <a:t>14</a:t>
            </a:fld>
            <a:endParaRPr lang="en-IL"/>
          </a:p>
        </p:txBody>
      </p:sp>
      <p:sp>
        <p:nvSpPr>
          <p:cNvPr id="13" name="Slide Number Placeholder 3">
            <a:extLst>
              <a:ext uri="{FF2B5EF4-FFF2-40B4-BE49-F238E27FC236}">
                <a16:creationId xmlns:a16="http://schemas.microsoft.com/office/drawing/2014/main" id="{963F1504-2A01-679B-E812-E1B4A1ECE5E4}"/>
              </a:ext>
            </a:extLst>
          </p:cNvPr>
          <p:cNvSpPr txBox="1">
            <a:spLocks/>
          </p:cNvSpPr>
          <p:nvPr/>
        </p:nvSpPr>
        <p:spPr>
          <a:xfrm>
            <a:off x="714967" y="6228057"/>
            <a:ext cx="348973" cy="365125"/>
          </a:xfrm>
          <a:prstGeom prst="rect">
            <a:avLst/>
          </a:prstGeom>
        </p:spPr>
        <p:txBody>
          <a:bodyPr vert="horz" lIns="91440" tIns="45720" rIns="91440" bIns="45720" rtlCol="0" anchor="ctr"/>
          <a:lstStyle>
            <a:defPPr>
              <a:defRPr lang="en-IL"/>
            </a:defPPr>
            <a:lvl1pPr marL="0" algn="l" defTabSz="914400" rtl="0" eaLnBrk="1" latinLnBrk="0" hangingPunct="1">
              <a:defRPr sz="1000" b="0" i="0" kern="1200">
                <a:solidFill>
                  <a:schemeClr val="accent4">
                    <a:alpha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055E60B-063F-7341-AAD1-65F55D97E323}" type="slidenum">
              <a:rPr lang="en-IL" smtClean="0"/>
              <a:pPr/>
              <a:t>14</a:t>
            </a:fld>
            <a:endParaRPr lang="en-IL"/>
          </a:p>
        </p:txBody>
      </p:sp>
      <p:pic>
        <p:nvPicPr>
          <p:cNvPr id="14" name="Content Placeholder 5">
            <a:extLst>
              <a:ext uri="{FF2B5EF4-FFF2-40B4-BE49-F238E27FC236}">
                <a16:creationId xmlns:a16="http://schemas.microsoft.com/office/drawing/2014/main" id="{4647BB99-60F8-DF8B-C667-516386A3CE12}"/>
              </a:ext>
            </a:extLst>
          </p:cNvPr>
          <p:cNvPicPr>
            <a:picLocks/>
          </p:cNvPicPr>
          <p:nvPr/>
        </p:nvPicPr>
        <p:blipFill>
          <a:blip r:embed="rId2"/>
          <a:stretch>
            <a:fillRect/>
          </a:stretch>
        </p:blipFill>
        <p:spPr>
          <a:xfrm>
            <a:off x="976696" y="1035115"/>
            <a:ext cx="9958162" cy="5328490"/>
          </a:xfrm>
          <a:prstGeom prst="rect">
            <a:avLst/>
          </a:prstGeom>
        </p:spPr>
      </p:pic>
      <p:sp>
        <p:nvSpPr>
          <p:cNvPr id="16" name="Rectangle 15">
            <a:extLst>
              <a:ext uri="{FF2B5EF4-FFF2-40B4-BE49-F238E27FC236}">
                <a16:creationId xmlns:a16="http://schemas.microsoft.com/office/drawing/2014/main" id="{29394AE2-1928-DD0C-B0D5-A6260CA2E349}"/>
              </a:ext>
            </a:extLst>
          </p:cNvPr>
          <p:cNvSpPr/>
          <p:nvPr/>
        </p:nvSpPr>
        <p:spPr>
          <a:xfrm>
            <a:off x="4185557" y="1558993"/>
            <a:ext cx="1338943" cy="1262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FPGA</a:t>
            </a:r>
          </a:p>
        </p:txBody>
      </p:sp>
      <p:sp>
        <p:nvSpPr>
          <p:cNvPr id="17" name="Rectangle 16">
            <a:extLst>
              <a:ext uri="{FF2B5EF4-FFF2-40B4-BE49-F238E27FC236}">
                <a16:creationId xmlns:a16="http://schemas.microsoft.com/office/drawing/2014/main" id="{843B4FFB-25FA-AB33-39F0-231C34A42A9D}"/>
              </a:ext>
            </a:extLst>
          </p:cNvPr>
          <p:cNvSpPr/>
          <p:nvPr/>
        </p:nvSpPr>
        <p:spPr>
          <a:xfrm>
            <a:off x="2283342" y="3901447"/>
            <a:ext cx="1307805"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18" name="Rectangle 17">
            <a:extLst>
              <a:ext uri="{FF2B5EF4-FFF2-40B4-BE49-F238E27FC236}">
                <a16:creationId xmlns:a16="http://schemas.microsoft.com/office/drawing/2014/main" id="{FEC815C2-C879-87BF-571A-CBF1346D8703}"/>
              </a:ext>
            </a:extLst>
          </p:cNvPr>
          <p:cNvSpPr/>
          <p:nvPr/>
        </p:nvSpPr>
        <p:spPr>
          <a:xfrm>
            <a:off x="6515100" y="4135363"/>
            <a:ext cx="1382233"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PWR</a:t>
            </a:r>
          </a:p>
        </p:txBody>
      </p:sp>
      <p:sp>
        <p:nvSpPr>
          <p:cNvPr id="19" name="Rectangle 18">
            <a:extLst>
              <a:ext uri="{FF2B5EF4-FFF2-40B4-BE49-F238E27FC236}">
                <a16:creationId xmlns:a16="http://schemas.microsoft.com/office/drawing/2014/main" id="{3135FFF3-B298-1962-C0EE-6E6B78656D9C}"/>
              </a:ext>
            </a:extLst>
          </p:cNvPr>
          <p:cNvSpPr/>
          <p:nvPr/>
        </p:nvSpPr>
        <p:spPr>
          <a:xfrm>
            <a:off x="9598542" y="5156088"/>
            <a:ext cx="1222744"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DBG</a:t>
            </a:r>
          </a:p>
        </p:txBody>
      </p:sp>
      <p:sp>
        <p:nvSpPr>
          <p:cNvPr id="20" name="Rectangle 19">
            <a:extLst>
              <a:ext uri="{FF2B5EF4-FFF2-40B4-BE49-F238E27FC236}">
                <a16:creationId xmlns:a16="http://schemas.microsoft.com/office/drawing/2014/main" id="{1995677F-8C04-73A8-78EE-C053978C8E38}"/>
              </a:ext>
            </a:extLst>
          </p:cNvPr>
          <p:cNvSpPr/>
          <p:nvPr/>
        </p:nvSpPr>
        <p:spPr>
          <a:xfrm rot="5400000">
            <a:off x="1786087" y="4397812"/>
            <a:ext cx="482600" cy="177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RES</a:t>
            </a:r>
          </a:p>
        </p:txBody>
      </p:sp>
    </p:spTree>
    <p:extLst>
      <p:ext uri="{BB962C8B-B14F-4D97-AF65-F5344CB8AC3E}">
        <p14:creationId xmlns:p14="http://schemas.microsoft.com/office/powerpoint/2010/main" val="2726411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B3AB-AF81-7A8A-3DB5-05C6C1B59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BC592-0D6A-E127-DFF2-E1BA9A54DBE0}"/>
              </a:ext>
            </a:extLst>
          </p:cNvPr>
          <p:cNvSpPr>
            <a:spLocks noGrp="1"/>
          </p:cNvSpPr>
          <p:nvPr>
            <p:ph type="title"/>
          </p:nvPr>
        </p:nvSpPr>
        <p:spPr/>
        <p:txBody>
          <a:bodyPr/>
          <a:lstStyle/>
          <a:p>
            <a:r>
              <a:rPr lang="en-US" dirty="0"/>
              <a:t>Example V4 (What we implemented ☹ )</a:t>
            </a:r>
          </a:p>
        </p:txBody>
      </p:sp>
      <p:sp>
        <p:nvSpPr>
          <p:cNvPr id="3" name="Content Placeholder 2">
            <a:extLst>
              <a:ext uri="{FF2B5EF4-FFF2-40B4-BE49-F238E27FC236}">
                <a16:creationId xmlns:a16="http://schemas.microsoft.com/office/drawing/2014/main" id="{CD9E2210-92E4-F569-0BEE-24548B96D048}"/>
              </a:ext>
            </a:extLst>
          </p:cNvPr>
          <p:cNvSpPr>
            <a:spLocks noGrp="1"/>
          </p:cNvSpPr>
          <p:nvPr>
            <p:ph idx="1"/>
          </p:nvPr>
        </p:nvSpPr>
        <p:spPr>
          <a:xfrm>
            <a:off x="516000" y="1474149"/>
            <a:ext cx="4056000" cy="4680000"/>
          </a:xfrm>
        </p:spPr>
        <p:txBody>
          <a:bodyPr/>
          <a:lstStyle/>
          <a:p>
            <a:pPr marL="0" indent="0">
              <a:buNone/>
            </a:pPr>
            <a:endParaRPr lang="en-US" dirty="0"/>
          </a:p>
          <a:p>
            <a:r>
              <a:rPr lang="en-US" dirty="0"/>
              <a:t>Even best solutions should be implemented correctly.</a:t>
            </a:r>
          </a:p>
        </p:txBody>
      </p:sp>
      <p:sp>
        <p:nvSpPr>
          <p:cNvPr id="4" name="Slide Number Placeholder 3">
            <a:extLst>
              <a:ext uri="{FF2B5EF4-FFF2-40B4-BE49-F238E27FC236}">
                <a16:creationId xmlns:a16="http://schemas.microsoft.com/office/drawing/2014/main" id="{D674B7F7-84EF-8BA9-7D8E-2FB2197954B5}"/>
              </a:ext>
            </a:extLst>
          </p:cNvPr>
          <p:cNvSpPr>
            <a:spLocks noGrp="1"/>
          </p:cNvSpPr>
          <p:nvPr>
            <p:ph type="sldNum" sz="quarter" idx="12"/>
          </p:nvPr>
        </p:nvSpPr>
        <p:spPr/>
        <p:txBody>
          <a:bodyPr/>
          <a:lstStyle/>
          <a:p>
            <a:fld id="{4055E60B-063F-7341-AAD1-65F55D97E323}" type="slidenum">
              <a:rPr lang="en-IL" smtClean="0"/>
              <a:t>15</a:t>
            </a:fld>
            <a:endParaRPr lang="en-IL"/>
          </a:p>
        </p:txBody>
      </p:sp>
      <p:pic>
        <p:nvPicPr>
          <p:cNvPr id="23" name="Picture 22">
            <a:extLst>
              <a:ext uri="{FF2B5EF4-FFF2-40B4-BE49-F238E27FC236}">
                <a16:creationId xmlns:a16="http://schemas.microsoft.com/office/drawing/2014/main" id="{C6CFCB33-828F-6582-68C9-E0AB9BA1A3D9}"/>
              </a:ext>
            </a:extLst>
          </p:cNvPr>
          <p:cNvPicPr>
            <a:picLocks noChangeAspect="1"/>
          </p:cNvPicPr>
          <p:nvPr/>
        </p:nvPicPr>
        <p:blipFill>
          <a:blip r:embed="rId2"/>
          <a:stretch>
            <a:fillRect/>
          </a:stretch>
        </p:blipFill>
        <p:spPr>
          <a:xfrm>
            <a:off x="4019550" y="1509057"/>
            <a:ext cx="6896100" cy="4924425"/>
          </a:xfrm>
          <a:prstGeom prst="rect">
            <a:avLst/>
          </a:prstGeom>
        </p:spPr>
      </p:pic>
      <p:sp>
        <p:nvSpPr>
          <p:cNvPr id="24" name="Rectangle 23">
            <a:extLst>
              <a:ext uri="{FF2B5EF4-FFF2-40B4-BE49-F238E27FC236}">
                <a16:creationId xmlns:a16="http://schemas.microsoft.com/office/drawing/2014/main" id="{4EC55170-E289-2B5F-7221-F90541E0B616}"/>
              </a:ext>
            </a:extLst>
          </p:cNvPr>
          <p:cNvSpPr/>
          <p:nvPr/>
        </p:nvSpPr>
        <p:spPr>
          <a:xfrm>
            <a:off x="6767745" y="2174359"/>
            <a:ext cx="2223855" cy="2270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26" name="Rectangle 25">
            <a:extLst>
              <a:ext uri="{FF2B5EF4-FFF2-40B4-BE49-F238E27FC236}">
                <a16:creationId xmlns:a16="http://schemas.microsoft.com/office/drawing/2014/main" id="{82EDF6EE-6AB2-D31A-7691-C1BADBED13B1}"/>
              </a:ext>
            </a:extLst>
          </p:cNvPr>
          <p:cNvSpPr/>
          <p:nvPr/>
        </p:nvSpPr>
        <p:spPr>
          <a:xfrm>
            <a:off x="5854700" y="2416612"/>
            <a:ext cx="482600" cy="177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RES</a:t>
            </a:r>
          </a:p>
        </p:txBody>
      </p:sp>
    </p:spTree>
    <p:extLst>
      <p:ext uri="{BB962C8B-B14F-4D97-AF65-F5344CB8AC3E}">
        <p14:creationId xmlns:p14="http://schemas.microsoft.com/office/powerpoint/2010/main" val="2201303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6DCF0-8B1A-8063-1B7C-F5C29893F2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37126B-5007-68AD-C636-19F7A89A3BCE}"/>
              </a:ext>
            </a:extLst>
          </p:cNvPr>
          <p:cNvSpPr>
            <a:spLocks noGrp="1"/>
          </p:cNvSpPr>
          <p:nvPr>
            <p:ph idx="1"/>
          </p:nvPr>
        </p:nvSpPr>
        <p:spPr/>
        <p:txBody>
          <a:bodyPr/>
          <a:lstStyle/>
          <a:p>
            <a:r>
              <a:rPr lang="en-US" dirty="0"/>
              <a:t>Functionality: make sure to comply with lab equipment</a:t>
            </a:r>
          </a:p>
          <a:p>
            <a:pPr lvl="1"/>
            <a:r>
              <a:rPr lang="en-US" dirty="0"/>
              <a:t>Debug card pulls.</a:t>
            </a:r>
          </a:p>
          <a:p>
            <a:r>
              <a:rPr lang="en-US" dirty="0"/>
              <a:t>Do we need legacy?</a:t>
            </a:r>
          </a:p>
          <a:p>
            <a:pPr lvl="1"/>
            <a:r>
              <a:rPr lang="en-US" dirty="0"/>
              <a:t>ATP of RESET</a:t>
            </a:r>
          </a:p>
          <a:p>
            <a:pPr lvl="1"/>
            <a:endParaRPr lang="en-US" dirty="0"/>
          </a:p>
          <a:p>
            <a:r>
              <a:rPr lang="en-US" dirty="0"/>
              <a:t>Automated test equipment</a:t>
            </a:r>
          </a:p>
          <a:p>
            <a:pPr lvl="1"/>
            <a:r>
              <a:rPr lang="en-US" dirty="0"/>
              <a:t>Prefer to use low voltage/low current equipment</a:t>
            </a:r>
          </a:p>
          <a:p>
            <a:pPr lvl="1"/>
            <a:endParaRPr lang="en-US" dirty="0"/>
          </a:p>
          <a:p>
            <a:r>
              <a:rPr lang="en-US" dirty="0"/>
              <a:t>Not supported by software but </a:t>
            </a:r>
            <a:r>
              <a:rPr lang="en-US" dirty="0" err="1"/>
              <a:t>mauntains</a:t>
            </a:r>
            <a:r>
              <a:rPr lang="en-US" dirty="0"/>
              <a:t> the opportunity for future</a:t>
            </a:r>
          </a:p>
          <a:p>
            <a:r>
              <a:rPr lang="en-US" dirty="0"/>
              <a:t>Aux</a:t>
            </a:r>
          </a:p>
          <a:p>
            <a:pPr lvl="1"/>
            <a:r>
              <a:rPr lang="en-US" dirty="0"/>
              <a:t>AC/DC who is on</a:t>
            </a:r>
          </a:p>
          <a:p>
            <a:pPr lvl="1"/>
            <a:r>
              <a:rPr lang="en-US" dirty="0"/>
              <a:t>Voltage/current</a:t>
            </a:r>
          </a:p>
        </p:txBody>
      </p:sp>
      <p:sp>
        <p:nvSpPr>
          <p:cNvPr id="4" name="Slide Number Placeholder 3">
            <a:extLst>
              <a:ext uri="{FF2B5EF4-FFF2-40B4-BE49-F238E27FC236}">
                <a16:creationId xmlns:a16="http://schemas.microsoft.com/office/drawing/2014/main" id="{A5D2CE41-3B9F-0005-C446-12050CD8D2EA}"/>
              </a:ext>
            </a:extLst>
          </p:cNvPr>
          <p:cNvSpPr>
            <a:spLocks noGrp="1"/>
          </p:cNvSpPr>
          <p:nvPr>
            <p:ph type="sldNum" sz="quarter" idx="12"/>
          </p:nvPr>
        </p:nvSpPr>
        <p:spPr/>
        <p:txBody>
          <a:bodyPr/>
          <a:lstStyle/>
          <a:p>
            <a:fld id="{4055E60B-063F-7341-AAD1-65F55D97E323}" type="slidenum">
              <a:rPr lang="en-IL" smtClean="0"/>
              <a:t>16</a:t>
            </a:fld>
            <a:endParaRPr lang="en-IL"/>
          </a:p>
        </p:txBody>
      </p:sp>
    </p:spTree>
    <p:extLst>
      <p:ext uri="{BB962C8B-B14F-4D97-AF65-F5344CB8AC3E}">
        <p14:creationId xmlns:p14="http://schemas.microsoft.com/office/powerpoint/2010/main" val="2084325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14DB-EB79-D2E8-61CB-3F2EB25A4B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AFD57D-B9E0-F7CE-51D2-1143811B1B6E}"/>
              </a:ext>
            </a:extLst>
          </p:cNvPr>
          <p:cNvSpPr>
            <a:spLocks noGrp="1"/>
          </p:cNvSpPr>
          <p:nvPr>
            <p:ph idx="1"/>
          </p:nvPr>
        </p:nvSpPr>
        <p:spPr/>
        <p:txBody>
          <a:bodyPr/>
          <a:lstStyle/>
          <a:p>
            <a:r>
              <a:rPr lang="en-US" dirty="0"/>
              <a:t>Temperature is a good predictor</a:t>
            </a:r>
          </a:p>
          <a:p>
            <a:r>
              <a:rPr lang="en-US" dirty="0"/>
              <a:t>How much money/effort/space should we invest?</a:t>
            </a:r>
          </a:p>
        </p:txBody>
      </p:sp>
      <p:sp>
        <p:nvSpPr>
          <p:cNvPr id="4" name="Slide Number Placeholder 3">
            <a:extLst>
              <a:ext uri="{FF2B5EF4-FFF2-40B4-BE49-F238E27FC236}">
                <a16:creationId xmlns:a16="http://schemas.microsoft.com/office/drawing/2014/main" id="{27947F01-E639-2E6C-3658-B9ECCF5F4C40}"/>
              </a:ext>
            </a:extLst>
          </p:cNvPr>
          <p:cNvSpPr>
            <a:spLocks noGrp="1"/>
          </p:cNvSpPr>
          <p:nvPr>
            <p:ph type="sldNum" sz="quarter" idx="12"/>
          </p:nvPr>
        </p:nvSpPr>
        <p:spPr/>
        <p:txBody>
          <a:bodyPr/>
          <a:lstStyle/>
          <a:p>
            <a:fld id="{4055E60B-063F-7341-AAD1-65F55D97E323}" type="slidenum">
              <a:rPr lang="en-IL" smtClean="0"/>
              <a:t>17</a:t>
            </a:fld>
            <a:endParaRPr lang="en-IL"/>
          </a:p>
        </p:txBody>
      </p:sp>
    </p:spTree>
    <p:extLst>
      <p:ext uri="{BB962C8B-B14F-4D97-AF65-F5344CB8AC3E}">
        <p14:creationId xmlns:p14="http://schemas.microsoft.com/office/powerpoint/2010/main" val="3399603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ACEC2-669A-70D4-7647-31E0C299D62C}"/>
              </a:ext>
            </a:extLst>
          </p:cNvPr>
          <p:cNvSpPr>
            <a:spLocks noGrp="1"/>
          </p:cNvSpPr>
          <p:nvPr>
            <p:ph type="title"/>
          </p:nvPr>
        </p:nvSpPr>
        <p:spPr/>
        <p:txBody>
          <a:bodyPr/>
          <a:lstStyle/>
          <a:p>
            <a:r>
              <a:rPr lang="en-US" dirty="0"/>
              <a:t>Temperature measurement</a:t>
            </a:r>
          </a:p>
        </p:txBody>
      </p:sp>
      <p:sp>
        <p:nvSpPr>
          <p:cNvPr id="3" name="Content Placeholder 2">
            <a:extLst>
              <a:ext uri="{FF2B5EF4-FFF2-40B4-BE49-F238E27FC236}">
                <a16:creationId xmlns:a16="http://schemas.microsoft.com/office/drawing/2014/main" id="{C1870F8D-52A2-E6D1-AB4D-DF0ED74BF950}"/>
              </a:ext>
            </a:extLst>
          </p:cNvPr>
          <p:cNvSpPr>
            <a:spLocks noGrp="1"/>
          </p:cNvSpPr>
          <p:nvPr>
            <p:ph idx="1"/>
          </p:nvPr>
        </p:nvSpPr>
        <p:spPr/>
        <p:txBody>
          <a:bodyPr/>
          <a:lstStyle/>
          <a:p>
            <a:r>
              <a:rPr lang="en-US" dirty="0"/>
              <a:t>Important mainly for remote FA</a:t>
            </a:r>
          </a:p>
          <a:p>
            <a:r>
              <a:rPr lang="en-US" dirty="0"/>
              <a:t>System level testing</a:t>
            </a:r>
          </a:p>
          <a:p>
            <a:r>
              <a:rPr lang="en-US" dirty="0"/>
              <a:t>Performance depends on ambient</a:t>
            </a:r>
          </a:p>
          <a:p>
            <a:r>
              <a:rPr lang="en-US" dirty="0"/>
              <a:t>Need calibration temperature sensor</a:t>
            </a:r>
          </a:p>
          <a:p>
            <a:pPr lvl="1"/>
            <a:r>
              <a:rPr lang="en-US" dirty="0"/>
              <a:t>HS measurement?</a:t>
            </a:r>
          </a:p>
          <a:p>
            <a:r>
              <a:rPr lang="en-US" dirty="0"/>
              <a:t>Sensor should be located as close as possible to device in question</a:t>
            </a:r>
          </a:p>
          <a:p>
            <a:pPr lvl="1"/>
            <a:r>
              <a:rPr lang="en-US" dirty="0"/>
              <a:t>Clearance creepage.</a:t>
            </a:r>
          </a:p>
          <a:p>
            <a:pPr lvl="1"/>
            <a:r>
              <a:rPr lang="en-US" dirty="0"/>
              <a:t>Two possible solutions:</a:t>
            </a:r>
          </a:p>
          <a:p>
            <a:pPr lvl="2"/>
            <a:r>
              <a:rPr lang="en-US" dirty="0"/>
              <a:t>CTM – heat transfer through different layers.</a:t>
            </a:r>
          </a:p>
          <a:p>
            <a:pPr lvl="2"/>
            <a:endParaRPr lang="en-US" dirty="0"/>
          </a:p>
          <a:p>
            <a:endParaRPr lang="en-US" dirty="0"/>
          </a:p>
        </p:txBody>
      </p:sp>
      <p:sp>
        <p:nvSpPr>
          <p:cNvPr id="4" name="Slide Number Placeholder 3">
            <a:extLst>
              <a:ext uri="{FF2B5EF4-FFF2-40B4-BE49-F238E27FC236}">
                <a16:creationId xmlns:a16="http://schemas.microsoft.com/office/drawing/2014/main" id="{3559E891-C68D-AAD3-037A-25CC9EA8C2BF}"/>
              </a:ext>
            </a:extLst>
          </p:cNvPr>
          <p:cNvSpPr>
            <a:spLocks noGrp="1"/>
          </p:cNvSpPr>
          <p:nvPr>
            <p:ph type="sldNum" sz="quarter" idx="12"/>
          </p:nvPr>
        </p:nvSpPr>
        <p:spPr/>
        <p:txBody>
          <a:bodyPr/>
          <a:lstStyle/>
          <a:p>
            <a:fld id="{4055E60B-063F-7341-AAD1-65F55D97E323}" type="slidenum">
              <a:rPr lang="en-IL" smtClean="0"/>
              <a:t>18</a:t>
            </a:fld>
            <a:endParaRPr lang="en-IL"/>
          </a:p>
        </p:txBody>
      </p:sp>
    </p:spTree>
    <p:extLst>
      <p:ext uri="{BB962C8B-B14F-4D97-AF65-F5344CB8AC3E}">
        <p14:creationId xmlns:p14="http://schemas.microsoft.com/office/powerpoint/2010/main" val="3109316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36969-2A1D-3568-7FE2-E9B493CFA0D0}"/>
              </a:ext>
            </a:extLst>
          </p:cNvPr>
          <p:cNvSpPr>
            <a:spLocks noGrp="1"/>
          </p:cNvSpPr>
          <p:nvPr>
            <p:ph type="title"/>
          </p:nvPr>
        </p:nvSpPr>
        <p:spPr/>
        <p:txBody>
          <a:bodyPr/>
          <a:lstStyle/>
          <a:p>
            <a:r>
              <a:rPr lang="en-US" dirty="0"/>
              <a:t>CTM</a:t>
            </a:r>
            <a:r>
              <a:rPr lang="he-IL" dirty="0"/>
              <a:t> </a:t>
            </a:r>
            <a:r>
              <a:rPr lang="en-US" dirty="0"/>
              <a:t> (H1300)</a:t>
            </a:r>
          </a:p>
        </p:txBody>
      </p:sp>
      <p:sp>
        <p:nvSpPr>
          <p:cNvPr id="4" name="Slide Number Placeholder 3">
            <a:extLst>
              <a:ext uri="{FF2B5EF4-FFF2-40B4-BE49-F238E27FC236}">
                <a16:creationId xmlns:a16="http://schemas.microsoft.com/office/drawing/2014/main" id="{A2E742B6-A4CD-7E39-22ED-67486F0355B3}"/>
              </a:ext>
            </a:extLst>
          </p:cNvPr>
          <p:cNvSpPr>
            <a:spLocks noGrp="1"/>
          </p:cNvSpPr>
          <p:nvPr>
            <p:ph type="sldNum" sz="quarter" idx="12"/>
          </p:nvPr>
        </p:nvSpPr>
        <p:spPr/>
        <p:txBody>
          <a:bodyPr/>
          <a:lstStyle/>
          <a:p>
            <a:fld id="{4055E60B-063F-7341-AAD1-65F55D97E323}" type="slidenum">
              <a:rPr lang="en-IL" smtClean="0"/>
              <a:t>19</a:t>
            </a:fld>
            <a:endParaRPr lang="en-IL"/>
          </a:p>
        </p:txBody>
      </p:sp>
      <p:pic>
        <p:nvPicPr>
          <p:cNvPr id="7" name="Picture 6">
            <a:extLst>
              <a:ext uri="{FF2B5EF4-FFF2-40B4-BE49-F238E27FC236}">
                <a16:creationId xmlns:a16="http://schemas.microsoft.com/office/drawing/2014/main" id="{31A2E6BC-B0D3-F24C-BAB4-4F3813E6916B}"/>
              </a:ext>
            </a:extLst>
          </p:cNvPr>
          <p:cNvPicPr>
            <a:picLocks noChangeAspect="1"/>
          </p:cNvPicPr>
          <p:nvPr/>
        </p:nvPicPr>
        <p:blipFill>
          <a:blip r:embed="rId2"/>
          <a:stretch>
            <a:fillRect/>
          </a:stretch>
        </p:blipFill>
        <p:spPr>
          <a:xfrm>
            <a:off x="740956" y="2615609"/>
            <a:ext cx="4291222" cy="3356233"/>
          </a:xfrm>
          <a:prstGeom prst="rect">
            <a:avLst/>
          </a:prstGeom>
        </p:spPr>
      </p:pic>
      <p:sp>
        <p:nvSpPr>
          <p:cNvPr id="9" name="Content Placeholder 8">
            <a:extLst>
              <a:ext uri="{FF2B5EF4-FFF2-40B4-BE49-F238E27FC236}">
                <a16:creationId xmlns:a16="http://schemas.microsoft.com/office/drawing/2014/main" id="{1B5760B0-BF28-7E4C-26F7-623149275F94}"/>
              </a:ext>
            </a:extLst>
          </p:cNvPr>
          <p:cNvSpPr>
            <a:spLocks noGrp="1"/>
          </p:cNvSpPr>
          <p:nvPr>
            <p:ph idx="1"/>
          </p:nvPr>
        </p:nvSpPr>
        <p:spPr/>
        <p:txBody>
          <a:bodyPr/>
          <a:lstStyle/>
          <a:p>
            <a:r>
              <a:rPr lang="en-US" dirty="0"/>
              <a:t>Maximum metal around thermistor</a:t>
            </a:r>
          </a:p>
        </p:txBody>
      </p:sp>
      <p:pic>
        <p:nvPicPr>
          <p:cNvPr id="11" name="Picture 10">
            <a:extLst>
              <a:ext uri="{FF2B5EF4-FFF2-40B4-BE49-F238E27FC236}">
                <a16:creationId xmlns:a16="http://schemas.microsoft.com/office/drawing/2014/main" id="{1C29E2F6-AC5B-E7A9-5B36-6466C3F2520E}"/>
              </a:ext>
            </a:extLst>
          </p:cNvPr>
          <p:cNvPicPr>
            <a:picLocks noChangeAspect="1"/>
          </p:cNvPicPr>
          <p:nvPr/>
        </p:nvPicPr>
        <p:blipFill>
          <a:blip r:embed="rId3"/>
          <a:stretch>
            <a:fillRect/>
          </a:stretch>
        </p:blipFill>
        <p:spPr>
          <a:xfrm>
            <a:off x="5848178" y="2615609"/>
            <a:ext cx="5062686" cy="3356233"/>
          </a:xfrm>
          <a:prstGeom prst="rect">
            <a:avLst/>
          </a:prstGeom>
        </p:spPr>
      </p:pic>
    </p:spTree>
    <p:extLst>
      <p:ext uri="{BB962C8B-B14F-4D97-AF65-F5344CB8AC3E}">
        <p14:creationId xmlns:p14="http://schemas.microsoft.com/office/powerpoint/2010/main" val="1856336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71061-BEAD-7827-9454-C38F05E65C6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54FD627-5B2E-D124-27DD-D69CFFFF5400}"/>
              </a:ext>
            </a:extLst>
          </p:cNvPr>
          <p:cNvSpPr>
            <a:spLocks noGrp="1"/>
          </p:cNvSpPr>
          <p:nvPr>
            <p:ph idx="1"/>
          </p:nvPr>
        </p:nvSpPr>
        <p:spPr/>
        <p:txBody>
          <a:bodyPr/>
          <a:lstStyle/>
          <a:p>
            <a:r>
              <a:rPr lang="en-US" dirty="0"/>
              <a:t>Temperature senses</a:t>
            </a:r>
          </a:p>
          <a:p>
            <a:pPr lvl="1"/>
            <a:r>
              <a:rPr lang="en-US" dirty="0"/>
              <a:t>Ambient</a:t>
            </a:r>
          </a:p>
          <a:p>
            <a:pPr lvl="1"/>
            <a:r>
              <a:rPr lang="en-US" dirty="0"/>
              <a:t>Enough</a:t>
            </a:r>
          </a:p>
          <a:p>
            <a:pPr lvl="1"/>
            <a:r>
              <a:rPr lang="en-US" dirty="0"/>
              <a:t>Location</a:t>
            </a:r>
          </a:p>
          <a:p>
            <a:pPr lvl="1"/>
            <a:r>
              <a:rPr lang="en-US" dirty="0"/>
              <a:t>Heat transfer</a:t>
            </a:r>
          </a:p>
          <a:p>
            <a:r>
              <a:rPr lang="en-US" dirty="0"/>
              <a:t>Need to be able to differentiate between measurements.</a:t>
            </a:r>
          </a:p>
          <a:p>
            <a:r>
              <a:rPr lang="en-US" dirty="0"/>
              <a:t>Test points on the lab side</a:t>
            </a:r>
          </a:p>
          <a:p>
            <a:r>
              <a:rPr lang="en-US" dirty="0"/>
              <a:t>Grounds.</a:t>
            </a:r>
          </a:p>
          <a:p>
            <a:r>
              <a:rPr lang="en-US" dirty="0"/>
              <a:t>Isolate blocks from source/load</a:t>
            </a:r>
          </a:p>
          <a:p>
            <a:r>
              <a:rPr lang="en-US" dirty="0"/>
              <a:t>Cost?</a:t>
            </a:r>
          </a:p>
          <a:p>
            <a:r>
              <a:rPr lang="en-US" dirty="0"/>
              <a:t>Telemetry (Fans)</a:t>
            </a:r>
          </a:p>
          <a:p>
            <a:r>
              <a:rPr lang="en-US" dirty="0"/>
              <a:t>Area?</a:t>
            </a:r>
          </a:p>
          <a:p>
            <a:endParaRPr lang="en-US" dirty="0"/>
          </a:p>
        </p:txBody>
      </p:sp>
      <p:sp>
        <p:nvSpPr>
          <p:cNvPr id="4" name="Slide Number Placeholder 3">
            <a:extLst>
              <a:ext uri="{FF2B5EF4-FFF2-40B4-BE49-F238E27FC236}">
                <a16:creationId xmlns:a16="http://schemas.microsoft.com/office/drawing/2014/main" id="{1D26F592-37D1-8155-8420-6F8E73E3A315}"/>
              </a:ext>
            </a:extLst>
          </p:cNvPr>
          <p:cNvSpPr>
            <a:spLocks noGrp="1"/>
          </p:cNvSpPr>
          <p:nvPr>
            <p:ph type="sldNum" sz="quarter" idx="12"/>
          </p:nvPr>
        </p:nvSpPr>
        <p:spPr/>
        <p:txBody>
          <a:bodyPr/>
          <a:lstStyle/>
          <a:p>
            <a:fld id="{4055E60B-063F-7341-AAD1-65F55D97E323}" type="slidenum">
              <a:rPr lang="en-IL" smtClean="0"/>
              <a:t>20</a:t>
            </a:fld>
            <a:endParaRPr lang="en-IL"/>
          </a:p>
        </p:txBody>
      </p:sp>
    </p:spTree>
    <p:extLst>
      <p:ext uri="{BB962C8B-B14F-4D97-AF65-F5344CB8AC3E}">
        <p14:creationId xmlns:p14="http://schemas.microsoft.com/office/powerpoint/2010/main" val="2556745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F9E36-F99E-C861-8258-F70C99CC2328}"/>
              </a:ext>
            </a:extLst>
          </p:cNvPr>
          <p:cNvSpPr>
            <a:spLocks noGrp="1"/>
          </p:cNvSpPr>
          <p:nvPr>
            <p:ph type="title"/>
          </p:nvPr>
        </p:nvSpPr>
        <p:spPr/>
        <p:txBody>
          <a:bodyPr/>
          <a:lstStyle/>
          <a:p>
            <a:r>
              <a:rPr lang="en-US" dirty="0"/>
              <a:t>RSS2.5</a:t>
            </a:r>
          </a:p>
        </p:txBody>
      </p:sp>
      <p:sp>
        <p:nvSpPr>
          <p:cNvPr id="3" name="Content Placeholder 2">
            <a:extLst>
              <a:ext uri="{FF2B5EF4-FFF2-40B4-BE49-F238E27FC236}">
                <a16:creationId xmlns:a16="http://schemas.microsoft.com/office/drawing/2014/main" id="{D160BF60-5460-DF08-01E4-15BAD7AB91D7}"/>
              </a:ext>
            </a:extLst>
          </p:cNvPr>
          <p:cNvSpPr>
            <a:spLocks noGrp="1"/>
          </p:cNvSpPr>
          <p:nvPr>
            <p:ph idx="1"/>
          </p:nvPr>
        </p:nvSpPr>
        <p:spPr/>
        <p:txBody>
          <a:bodyPr/>
          <a:lstStyle/>
          <a:p>
            <a:r>
              <a:rPr lang="en-US" dirty="0"/>
              <a:t>Analog isolation</a:t>
            </a:r>
          </a:p>
        </p:txBody>
      </p:sp>
      <p:sp>
        <p:nvSpPr>
          <p:cNvPr id="4" name="Slide Number Placeholder 3">
            <a:extLst>
              <a:ext uri="{FF2B5EF4-FFF2-40B4-BE49-F238E27FC236}">
                <a16:creationId xmlns:a16="http://schemas.microsoft.com/office/drawing/2014/main" id="{26F019F8-5723-88FF-0583-A940ECD7CC08}"/>
              </a:ext>
            </a:extLst>
          </p:cNvPr>
          <p:cNvSpPr>
            <a:spLocks noGrp="1"/>
          </p:cNvSpPr>
          <p:nvPr>
            <p:ph type="sldNum" sz="quarter" idx="12"/>
          </p:nvPr>
        </p:nvSpPr>
        <p:spPr/>
        <p:txBody>
          <a:bodyPr/>
          <a:lstStyle/>
          <a:p>
            <a:fld id="{4055E60B-063F-7341-AAD1-65F55D97E323}" type="slidenum">
              <a:rPr lang="en-IL" smtClean="0"/>
              <a:t>21</a:t>
            </a:fld>
            <a:endParaRPr lang="en-IL"/>
          </a:p>
        </p:txBody>
      </p:sp>
      <p:pic>
        <p:nvPicPr>
          <p:cNvPr id="6" name="Picture 5">
            <a:extLst>
              <a:ext uri="{FF2B5EF4-FFF2-40B4-BE49-F238E27FC236}">
                <a16:creationId xmlns:a16="http://schemas.microsoft.com/office/drawing/2014/main" id="{76458606-2C55-2362-4F5C-33B9B25FFA3C}"/>
              </a:ext>
            </a:extLst>
          </p:cNvPr>
          <p:cNvPicPr>
            <a:picLocks noChangeAspect="1"/>
          </p:cNvPicPr>
          <p:nvPr/>
        </p:nvPicPr>
        <p:blipFill>
          <a:blip r:embed="rId2"/>
          <a:stretch>
            <a:fillRect/>
          </a:stretch>
        </p:blipFill>
        <p:spPr>
          <a:xfrm>
            <a:off x="1424837" y="1964602"/>
            <a:ext cx="2431586" cy="3844988"/>
          </a:xfrm>
          <a:prstGeom prst="rect">
            <a:avLst/>
          </a:prstGeom>
        </p:spPr>
      </p:pic>
      <p:pic>
        <p:nvPicPr>
          <p:cNvPr id="8" name="Picture 7">
            <a:extLst>
              <a:ext uri="{FF2B5EF4-FFF2-40B4-BE49-F238E27FC236}">
                <a16:creationId xmlns:a16="http://schemas.microsoft.com/office/drawing/2014/main" id="{A2A14D22-DB6A-C722-0909-7FDCF640A6A6}"/>
              </a:ext>
            </a:extLst>
          </p:cNvPr>
          <p:cNvPicPr>
            <a:picLocks noChangeAspect="1"/>
          </p:cNvPicPr>
          <p:nvPr/>
        </p:nvPicPr>
        <p:blipFill>
          <a:blip r:embed="rId3"/>
          <a:stretch>
            <a:fillRect/>
          </a:stretch>
        </p:blipFill>
        <p:spPr>
          <a:xfrm>
            <a:off x="4594575" y="1964602"/>
            <a:ext cx="6479502" cy="3223034"/>
          </a:xfrm>
          <a:prstGeom prst="rect">
            <a:avLst/>
          </a:prstGeom>
        </p:spPr>
      </p:pic>
    </p:spTree>
    <p:extLst>
      <p:ext uri="{BB962C8B-B14F-4D97-AF65-F5344CB8AC3E}">
        <p14:creationId xmlns:p14="http://schemas.microsoft.com/office/powerpoint/2010/main" val="924837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A67B4-9C3C-0ECE-BE7D-D8F5D7A292D6}"/>
              </a:ext>
            </a:extLst>
          </p:cNvPr>
          <p:cNvSpPr>
            <a:spLocks noGrp="1"/>
          </p:cNvSpPr>
          <p:nvPr>
            <p:ph type="title"/>
          </p:nvPr>
        </p:nvSpPr>
        <p:spPr/>
        <p:txBody>
          <a:bodyPr/>
          <a:lstStyle/>
          <a:p>
            <a:r>
              <a:rPr lang="en-US" dirty="0"/>
              <a:t>V4</a:t>
            </a:r>
          </a:p>
        </p:txBody>
      </p:sp>
      <p:sp>
        <p:nvSpPr>
          <p:cNvPr id="3" name="Content Placeholder 2">
            <a:extLst>
              <a:ext uri="{FF2B5EF4-FFF2-40B4-BE49-F238E27FC236}">
                <a16:creationId xmlns:a16="http://schemas.microsoft.com/office/drawing/2014/main" id="{CB0DC3F7-DC9E-2BCD-2EA4-E74FF8276ACD}"/>
              </a:ext>
            </a:extLst>
          </p:cNvPr>
          <p:cNvSpPr>
            <a:spLocks noGrp="1"/>
          </p:cNvSpPr>
          <p:nvPr>
            <p:ph idx="1"/>
          </p:nvPr>
        </p:nvSpPr>
        <p:spPr/>
        <p:txBody>
          <a:bodyPr/>
          <a:lstStyle/>
          <a:p>
            <a:r>
              <a:rPr lang="en-US" dirty="0" err="1"/>
              <a:t>sss</a:t>
            </a:r>
            <a:endParaRPr lang="en-US" dirty="0"/>
          </a:p>
        </p:txBody>
      </p:sp>
      <p:sp>
        <p:nvSpPr>
          <p:cNvPr id="4" name="Slide Number Placeholder 3">
            <a:extLst>
              <a:ext uri="{FF2B5EF4-FFF2-40B4-BE49-F238E27FC236}">
                <a16:creationId xmlns:a16="http://schemas.microsoft.com/office/drawing/2014/main" id="{43A219FB-9343-5140-FB37-D62A5B4F0801}"/>
              </a:ext>
            </a:extLst>
          </p:cNvPr>
          <p:cNvSpPr>
            <a:spLocks noGrp="1"/>
          </p:cNvSpPr>
          <p:nvPr>
            <p:ph type="sldNum" sz="quarter" idx="12"/>
          </p:nvPr>
        </p:nvSpPr>
        <p:spPr/>
        <p:txBody>
          <a:bodyPr/>
          <a:lstStyle/>
          <a:p>
            <a:fld id="{4055E60B-063F-7341-AAD1-65F55D97E323}" type="slidenum">
              <a:rPr lang="en-IL" smtClean="0"/>
              <a:t>22</a:t>
            </a:fld>
            <a:endParaRPr lang="en-IL"/>
          </a:p>
        </p:txBody>
      </p:sp>
      <p:pic>
        <p:nvPicPr>
          <p:cNvPr id="8" name="Picture 7">
            <a:extLst>
              <a:ext uri="{FF2B5EF4-FFF2-40B4-BE49-F238E27FC236}">
                <a16:creationId xmlns:a16="http://schemas.microsoft.com/office/drawing/2014/main" id="{BF0C156E-63D8-856C-77A2-DAA957A58081}"/>
              </a:ext>
            </a:extLst>
          </p:cNvPr>
          <p:cNvPicPr>
            <a:picLocks noChangeAspect="1"/>
          </p:cNvPicPr>
          <p:nvPr/>
        </p:nvPicPr>
        <p:blipFill>
          <a:blip r:embed="rId2"/>
          <a:stretch>
            <a:fillRect/>
          </a:stretch>
        </p:blipFill>
        <p:spPr>
          <a:xfrm>
            <a:off x="2462212" y="1985307"/>
            <a:ext cx="7458075" cy="4448175"/>
          </a:xfrm>
          <a:prstGeom prst="rect">
            <a:avLst/>
          </a:prstGeom>
        </p:spPr>
      </p:pic>
    </p:spTree>
    <p:extLst>
      <p:ext uri="{BB962C8B-B14F-4D97-AF65-F5344CB8AC3E}">
        <p14:creationId xmlns:p14="http://schemas.microsoft.com/office/powerpoint/2010/main" val="4094355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84C9C-0168-7CB9-38F4-BEA34DD21BA7}"/>
              </a:ext>
            </a:extLst>
          </p:cNvPr>
          <p:cNvSpPr>
            <a:spLocks noGrp="1"/>
          </p:cNvSpPr>
          <p:nvPr>
            <p:ph type="title"/>
          </p:nvPr>
        </p:nvSpPr>
        <p:spPr/>
        <p:txBody>
          <a:bodyPr/>
          <a:lstStyle/>
          <a:p>
            <a:r>
              <a:rPr lang="en-US" dirty="0"/>
              <a:t>JPI</a:t>
            </a:r>
          </a:p>
        </p:txBody>
      </p:sp>
      <p:sp>
        <p:nvSpPr>
          <p:cNvPr id="3" name="Content Placeholder 2">
            <a:extLst>
              <a:ext uri="{FF2B5EF4-FFF2-40B4-BE49-F238E27FC236}">
                <a16:creationId xmlns:a16="http://schemas.microsoft.com/office/drawing/2014/main" id="{3C11A1EA-3952-1A6B-1BAA-AE29E55BD8AB}"/>
              </a:ext>
            </a:extLst>
          </p:cNvPr>
          <p:cNvSpPr>
            <a:spLocks noGrp="1"/>
          </p:cNvSpPr>
          <p:nvPr>
            <p:ph idx="1"/>
          </p:nvPr>
        </p:nvSpPr>
        <p:spPr/>
        <p:txBody>
          <a:bodyPr/>
          <a:lstStyle/>
          <a:p>
            <a:r>
              <a:rPr lang="en-US" dirty="0"/>
              <a:t>Single temperature meter</a:t>
            </a:r>
          </a:p>
          <a:p>
            <a:r>
              <a:rPr lang="en-US" dirty="0"/>
              <a:t>Sigle </a:t>
            </a:r>
            <a:r>
              <a:rPr lang="en-US" dirty="0" err="1"/>
              <a:t>desat</a:t>
            </a:r>
            <a:r>
              <a:rPr lang="en-US" dirty="0"/>
              <a:t> trip</a:t>
            </a:r>
          </a:p>
          <a:p>
            <a:r>
              <a:rPr lang="en-US" dirty="0"/>
              <a:t>Main Aux voltage</a:t>
            </a:r>
          </a:p>
        </p:txBody>
      </p:sp>
      <p:sp>
        <p:nvSpPr>
          <p:cNvPr id="4" name="Slide Number Placeholder 3">
            <a:extLst>
              <a:ext uri="{FF2B5EF4-FFF2-40B4-BE49-F238E27FC236}">
                <a16:creationId xmlns:a16="http://schemas.microsoft.com/office/drawing/2014/main" id="{26DD44C6-E9E3-82A3-41BF-5E1EDABF8FCB}"/>
              </a:ext>
            </a:extLst>
          </p:cNvPr>
          <p:cNvSpPr>
            <a:spLocks noGrp="1"/>
          </p:cNvSpPr>
          <p:nvPr>
            <p:ph type="sldNum" sz="quarter" idx="12"/>
          </p:nvPr>
        </p:nvSpPr>
        <p:spPr/>
        <p:txBody>
          <a:bodyPr/>
          <a:lstStyle/>
          <a:p>
            <a:fld id="{4055E60B-063F-7341-AAD1-65F55D97E323}" type="slidenum">
              <a:rPr lang="en-IL" smtClean="0"/>
              <a:t>23</a:t>
            </a:fld>
            <a:endParaRPr lang="en-IL"/>
          </a:p>
        </p:txBody>
      </p:sp>
      <p:pic>
        <p:nvPicPr>
          <p:cNvPr id="6" name="Picture 5">
            <a:extLst>
              <a:ext uri="{FF2B5EF4-FFF2-40B4-BE49-F238E27FC236}">
                <a16:creationId xmlns:a16="http://schemas.microsoft.com/office/drawing/2014/main" id="{B72365D2-F153-0839-2F32-00842752603D}"/>
              </a:ext>
            </a:extLst>
          </p:cNvPr>
          <p:cNvPicPr>
            <a:picLocks noChangeAspect="1"/>
          </p:cNvPicPr>
          <p:nvPr/>
        </p:nvPicPr>
        <p:blipFill>
          <a:blip r:embed="rId2"/>
          <a:stretch>
            <a:fillRect/>
          </a:stretch>
        </p:blipFill>
        <p:spPr>
          <a:xfrm rot="5400000">
            <a:off x="4859762" y="1482992"/>
            <a:ext cx="6174424" cy="3937415"/>
          </a:xfrm>
          <a:prstGeom prst="rect">
            <a:avLst/>
          </a:prstGeom>
        </p:spPr>
      </p:pic>
    </p:spTree>
    <p:extLst>
      <p:ext uri="{BB962C8B-B14F-4D97-AF65-F5344CB8AC3E}">
        <p14:creationId xmlns:p14="http://schemas.microsoft.com/office/powerpoint/2010/main" val="2114022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D1F70-4B54-5CBA-71C4-F0387F055A0B}"/>
              </a:ext>
            </a:extLst>
          </p:cNvPr>
          <p:cNvSpPr>
            <a:spLocks noGrp="1"/>
          </p:cNvSpPr>
          <p:nvPr>
            <p:ph type="title"/>
          </p:nvPr>
        </p:nvSpPr>
        <p:spPr/>
        <p:txBody>
          <a:bodyPr/>
          <a:lstStyle/>
          <a:p>
            <a:r>
              <a:rPr lang="en-US" dirty="0"/>
              <a:t>Debug Connector</a:t>
            </a:r>
          </a:p>
        </p:txBody>
      </p:sp>
      <p:sp>
        <p:nvSpPr>
          <p:cNvPr id="4" name="Slide Number Placeholder 3">
            <a:extLst>
              <a:ext uri="{FF2B5EF4-FFF2-40B4-BE49-F238E27FC236}">
                <a16:creationId xmlns:a16="http://schemas.microsoft.com/office/drawing/2014/main" id="{4D1A4903-66D8-D8FA-1FD2-1221CEEFE72A}"/>
              </a:ext>
            </a:extLst>
          </p:cNvPr>
          <p:cNvSpPr>
            <a:spLocks noGrp="1"/>
          </p:cNvSpPr>
          <p:nvPr>
            <p:ph type="sldNum" sz="quarter" idx="12"/>
          </p:nvPr>
        </p:nvSpPr>
        <p:spPr/>
        <p:txBody>
          <a:bodyPr/>
          <a:lstStyle/>
          <a:p>
            <a:fld id="{4055E60B-063F-7341-AAD1-65F55D97E323}" type="slidenum">
              <a:rPr lang="en-IL" smtClean="0"/>
              <a:t>24</a:t>
            </a:fld>
            <a:endParaRPr lang="en-IL"/>
          </a:p>
        </p:txBody>
      </p:sp>
      <p:sp>
        <p:nvSpPr>
          <p:cNvPr id="5" name="Content Placeholder 4">
            <a:extLst>
              <a:ext uri="{FF2B5EF4-FFF2-40B4-BE49-F238E27FC236}">
                <a16:creationId xmlns:a16="http://schemas.microsoft.com/office/drawing/2014/main" id="{EBA2F69A-6FD0-EEF2-F14E-FF6A2F6CF2D3}"/>
              </a:ext>
            </a:extLst>
          </p:cNvPr>
          <p:cNvSpPr>
            <a:spLocks noGrp="1"/>
          </p:cNvSpPr>
          <p:nvPr>
            <p:ph idx="1"/>
          </p:nvPr>
        </p:nvSpPr>
        <p:spPr/>
        <p:txBody>
          <a:bodyPr/>
          <a:lstStyle/>
          <a:p>
            <a:endParaRPr lang="en-US"/>
          </a:p>
        </p:txBody>
      </p:sp>
      <p:pic>
        <p:nvPicPr>
          <p:cNvPr id="11" name="Content Placeholder 5">
            <a:extLst>
              <a:ext uri="{FF2B5EF4-FFF2-40B4-BE49-F238E27FC236}">
                <a16:creationId xmlns:a16="http://schemas.microsoft.com/office/drawing/2014/main" id="{2FBF893A-674D-A511-4D8A-AB6AA82EBFDC}"/>
              </a:ext>
            </a:extLst>
          </p:cNvPr>
          <p:cNvPicPr>
            <a:picLocks/>
          </p:cNvPicPr>
          <p:nvPr/>
        </p:nvPicPr>
        <p:blipFill>
          <a:blip r:embed="rId2"/>
          <a:stretch>
            <a:fillRect/>
          </a:stretch>
        </p:blipFill>
        <p:spPr>
          <a:xfrm>
            <a:off x="405196" y="1163408"/>
            <a:ext cx="9958162" cy="5328490"/>
          </a:xfrm>
          <a:prstGeom prst="rect">
            <a:avLst/>
          </a:prstGeom>
        </p:spPr>
      </p:pic>
      <p:grpSp>
        <p:nvGrpSpPr>
          <p:cNvPr id="13" name="Group 12">
            <a:extLst>
              <a:ext uri="{FF2B5EF4-FFF2-40B4-BE49-F238E27FC236}">
                <a16:creationId xmlns:a16="http://schemas.microsoft.com/office/drawing/2014/main" id="{A0350B0A-6293-37F0-813F-E20CBB7AC95B}"/>
              </a:ext>
            </a:extLst>
          </p:cNvPr>
          <p:cNvGrpSpPr/>
          <p:nvPr/>
        </p:nvGrpSpPr>
        <p:grpSpPr>
          <a:xfrm>
            <a:off x="1711842" y="1687286"/>
            <a:ext cx="8537944" cy="4328615"/>
            <a:chOff x="1711842" y="1687286"/>
            <a:chExt cx="8537944" cy="4328615"/>
          </a:xfrm>
        </p:grpSpPr>
        <p:sp>
          <p:nvSpPr>
            <p:cNvPr id="14" name="Rectangle 13">
              <a:extLst>
                <a:ext uri="{FF2B5EF4-FFF2-40B4-BE49-F238E27FC236}">
                  <a16:creationId xmlns:a16="http://schemas.microsoft.com/office/drawing/2014/main" id="{32994AA1-CB51-C7C0-4070-6EFDE3C796C8}"/>
                </a:ext>
              </a:extLst>
            </p:cNvPr>
            <p:cNvSpPr/>
            <p:nvPr/>
          </p:nvSpPr>
          <p:spPr>
            <a:xfrm>
              <a:off x="3614057" y="1687286"/>
              <a:ext cx="1338943" cy="1262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FPGA</a:t>
              </a:r>
            </a:p>
          </p:txBody>
        </p:sp>
        <p:sp>
          <p:nvSpPr>
            <p:cNvPr id="15" name="Rectangle 14">
              <a:extLst>
                <a:ext uri="{FF2B5EF4-FFF2-40B4-BE49-F238E27FC236}">
                  <a16:creationId xmlns:a16="http://schemas.microsoft.com/office/drawing/2014/main" id="{CE758D48-5EFB-37C8-0212-DE9E4F2D2CB1}"/>
                </a:ext>
              </a:extLst>
            </p:cNvPr>
            <p:cNvSpPr/>
            <p:nvPr/>
          </p:nvSpPr>
          <p:spPr>
            <a:xfrm>
              <a:off x="1711842" y="4029740"/>
              <a:ext cx="1307805"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16" name="Rectangle 15">
              <a:extLst>
                <a:ext uri="{FF2B5EF4-FFF2-40B4-BE49-F238E27FC236}">
                  <a16:creationId xmlns:a16="http://schemas.microsoft.com/office/drawing/2014/main" id="{6F594EA4-ACF1-99D4-37E0-DF683A908F73}"/>
                </a:ext>
              </a:extLst>
            </p:cNvPr>
            <p:cNvSpPr/>
            <p:nvPr/>
          </p:nvSpPr>
          <p:spPr>
            <a:xfrm>
              <a:off x="5943600" y="4263656"/>
              <a:ext cx="1382233"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PWR</a:t>
              </a:r>
            </a:p>
          </p:txBody>
        </p:sp>
        <p:sp>
          <p:nvSpPr>
            <p:cNvPr id="17" name="Rectangle 16">
              <a:extLst>
                <a:ext uri="{FF2B5EF4-FFF2-40B4-BE49-F238E27FC236}">
                  <a16:creationId xmlns:a16="http://schemas.microsoft.com/office/drawing/2014/main" id="{CC447328-3CB9-4461-7CE6-A6D9C4C2B485}"/>
                </a:ext>
              </a:extLst>
            </p:cNvPr>
            <p:cNvSpPr/>
            <p:nvPr/>
          </p:nvSpPr>
          <p:spPr>
            <a:xfrm>
              <a:off x="9027042" y="5284381"/>
              <a:ext cx="1222744"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DBG</a:t>
              </a:r>
            </a:p>
          </p:txBody>
        </p:sp>
      </p:grpSp>
    </p:spTree>
    <p:extLst>
      <p:ext uri="{BB962C8B-B14F-4D97-AF65-F5344CB8AC3E}">
        <p14:creationId xmlns:p14="http://schemas.microsoft.com/office/powerpoint/2010/main" val="23086389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50FD6-6DD0-0C91-8F89-4227E0E0E952}"/>
              </a:ext>
            </a:extLst>
          </p:cNvPr>
          <p:cNvSpPr>
            <a:spLocks noGrp="1"/>
          </p:cNvSpPr>
          <p:nvPr>
            <p:ph type="title"/>
          </p:nvPr>
        </p:nvSpPr>
        <p:spPr/>
        <p:txBody>
          <a:bodyPr/>
          <a:lstStyle/>
          <a:p>
            <a:r>
              <a:rPr lang="en-US" dirty="0"/>
              <a:t>Debug Connector</a:t>
            </a:r>
          </a:p>
        </p:txBody>
      </p:sp>
      <p:sp>
        <p:nvSpPr>
          <p:cNvPr id="3" name="Content Placeholder 2">
            <a:extLst>
              <a:ext uri="{FF2B5EF4-FFF2-40B4-BE49-F238E27FC236}">
                <a16:creationId xmlns:a16="http://schemas.microsoft.com/office/drawing/2014/main" id="{7A84E313-59EA-3B4A-6025-246C41D7001A}"/>
              </a:ext>
            </a:extLst>
          </p:cNvPr>
          <p:cNvSpPr>
            <a:spLocks noGrp="1"/>
          </p:cNvSpPr>
          <p:nvPr>
            <p:ph idx="1"/>
          </p:nvPr>
        </p:nvSpPr>
        <p:spPr/>
        <p:txBody>
          <a:bodyPr/>
          <a:lstStyle/>
          <a:p>
            <a:r>
              <a:rPr lang="en-US" dirty="0"/>
              <a:t>MNGR to debug SPI line is 25cm.</a:t>
            </a:r>
          </a:p>
          <a:p>
            <a:r>
              <a:rPr lang="en-US" dirty="0"/>
              <a:t>For “operational” assembly the debug buffer is not connected and the MNGR to debug SPI is not used.</a:t>
            </a:r>
          </a:p>
          <a:p>
            <a:r>
              <a:rPr lang="en-US" dirty="0">
                <a:sym typeface="Wingdings" panose="05000000000000000000" pitchFamily="2" charset="2"/>
              </a:rPr>
              <a:t>STUB with length of 25cm</a:t>
            </a:r>
          </a:p>
          <a:p>
            <a:pPr lvl="1"/>
            <a:r>
              <a:rPr lang="en-US" dirty="0">
                <a:sym typeface="Wingdings" panose="05000000000000000000" pitchFamily="2" charset="2"/>
              </a:rPr>
              <a:t>Double clocking.</a:t>
            </a:r>
          </a:p>
          <a:p>
            <a:pPr lvl="1"/>
            <a:r>
              <a:rPr lang="en-US" dirty="0">
                <a:sym typeface="Wingdings" panose="05000000000000000000" pitchFamily="2" charset="2"/>
              </a:rPr>
              <a:t>Increased rise/fall time due to extra capacitance.</a:t>
            </a:r>
          </a:p>
          <a:p>
            <a:pPr lvl="1"/>
            <a:r>
              <a:rPr lang="en-US" dirty="0">
                <a:sym typeface="Wingdings" panose="05000000000000000000" pitchFamily="2" charset="2"/>
              </a:rPr>
              <a:t>Ringing</a:t>
            </a:r>
          </a:p>
          <a:p>
            <a:pPr lvl="1"/>
            <a:endParaRPr lang="en-US" dirty="0">
              <a:sym typeface="Wingdings" panose="05000000000000000000" pitchFamily="2" charset="2"/>
            </a:endParaRPr>
          </a:p>
          <a:p>
            <a:r>
              <a:rPr lang="en-US" dirty="0">
                <a:sym typeface="Wingdings" panose="05000000000000000000" pitchFamily="2" charset="2"/>
              </a:rPr>
              <a:t>Solution add resistor in the branch point and assemble only when debug connector is used.</a:t>
            </a:r>
            <a:endParaRPr lang="en-US" dirty="0"/>
          </a:p>
        </p:txBody>
      </p:sp>
      <p:sp>
        <p:nvSpPr>
          <p:cNvPr id="4" name="Slide Number Placeholder 3">
            <a:extLst>
              <a:ext uri="{FF2B5EF4-FFF2-40B4-BE49-F238E27FC236}">
                <a16:creationId xmlns:a16="http://schemas.microsoft.com/office/drawing/2014/main" id="{B99D1F56-1B4F-74DD-6AE8-EA03226E021A}"/>
              </a:ext>
            </a:extLst>
          </p:cNvPr>
          <p:cNvSpPr>
            <a:spLocks noGrp="1"/>
          </p:cNvSpPr>
          <p:nvPr>
            <p:ph type="sldNum" sz="quarter" idx="12"/>
          </p:nvPr>
        </p:nvSpPr>
        <p:spPr/>
        <p:txBody>
          <a:bodyPr/>
          <a:lstStyle/>
          <a:p>
            <a:fld id="{4055E60B-063F-7341-AAD1-65F55D97E323}" type="slidenum">
              <a:rPr lang="en-IL" smtClean="0"/>
              <a:t>25</a:t>
            </a:fld>
            <a:endParaRPr lang="en-IL"/>
          </a:p>
        </p:txBody>
      </p:sp>
    </p:spTree>
    <p:extLst>
      <p:ext uri="{BB962C8B-B14F-4D97-AF65-F5344CB8AC3E}">
        <p14:creationId xmlns:p14="http://schemas.microsoft.com/office/powerpoint/2010/main" val="15317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84D26-FDEF-7A43-A00F-647656BAD43C}"/>
              </a:ext>
            </a:extLst>
          </p:cNvPr>
          <p:cNvSpPr>
            <a:spLocks noGrp="1"/>
          </p:cNvSpPr>
          <p:nvPr>
            <p:ph type="title"/>
          </p:nvPr>
        </p:nvSpPr>
        <p:spPr/>
        <p:txBody>
          <a:bodyPr/>
          <a:lstStyle/>
          <a:p>
            <a:r>
              <a:rPr lang="en-US" dirty="0"/>
              <a:t>Debug connector</a:t>
            </a:r>
          </a:p>
        </p:txBody>
      </p:sp>
      <p:sp>
        <p:nvSpPr>
          <p:cNvPr id="3" name="Content Placeholder 2">
            <a:extLst>
              <a:ext uri="{FF2B5EF4-FFF2-40B4-BE49-F238E27FC236}">
                <a16:creationId xmlns:a16="http://schemas.microsoft.com/office/drawing/2014/main" id="{B03281CE-227D-4351-29A4-CB7A95C5F72E}"/>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BE8B2173-CBB6-9CFF-1E64-7BC3232CC22F}"/>
              </a:ext>
            </a:extLst>
          </p:cNvPr>
          <p:cNvSpPr>
            <a:spLocks noGrp="1"/>
          </p:cNvSpPr>
          <p:nvPr>
            <p:ph type="sldNum" sz="quarter" idx="12"/>
          </p:nvPr>
        </p:nvSpPr>
        <p:spPr/>
        <p:txBody>
          <a:bodyPr/>
          <a:lstStyle/>
          <a:p>
            <a:fld id="{4055E60B-063F-7341-AAD1-65F55D97E323}" type="slidenum">
              <a:rPr lang="en-IL" smtClean="0"/>
              <a:t>26</a:t>
            </a:fld>
            <a:endParaRPr lang="en-IL"/>
          </a:p>
        </p:txBody>
      </p:sp>
      <p:pic>
        <p:nvPicPr>
          <p:cNvPr id="5" name="Content Placeholder 5">
            <a:extLst>
              <a:ext uri="{FF2B5EF4-FFF2-40B4-BE49-F238E27FC236}">
                <a16:creationId xmlns:a16="http://schemas.microsoft.com/office/drawing/2014/main" id="{DD0D3CCF-B43F-0C82-FDD6-DC5A695957F4}"/>
              </a:ext>
            </a:extLst>
          </p:cNvPr>
          <p:cNvPicPr>
            <a:picLocks/>
          </p:cNvPicPr>
          <p:nvPr/>
        </p:nvPicPr>
        <p:blipFill>
          <a:blip r:embed="rId2"/>
          <a:stretch>
            <a:fillRect/>
          </a:stretch>
        </p:blipFill>
        <p:spPr>
          <a:xfrm>
            <a:off x="405196" y="1163408"/>
            <a:ext cx="9958162" cy="5328490"/>
          </a:xfrm>
          <a:prstGeom prst="rect">
            <a:avLst/>
          </a:prstGeom>
        </p:spPr>
      </p:pic>
      <p:grpSp>
        <p:nvGrpSpPr>
          <p:cNvPr id="6" name="Group 5">
            <a:extLst>
              <a:ext uri="{FF2B5EF4-FFF2-40B4-BE49-F238E27FC236}">
                <a16:creationId xmlns:a16="http://schemas.microsoft.com/office/drawing/2014/main" id="{AA791131-A954-7560-A685-BD28BBC65746}"/>
              </a:ext>
            </a:extLst>
          </p:cNvPr>
          <p:cNvGrpSpPr/>
          <p:nvPr/>
        </p:nvGrpSpPr>
        <p:grpSpPr>
          <a:xfrm>
            <a:off x="1711842" y="1687286"/>
            <a:ext cx="8537944" cy="4328615"/>
            <a:chOff x="1711842" y="1687286"/>
            <a:chExt cx="8537944" cy="4328615"/>
          </a:xfrm>
        </p:grpSpPr>
        <p:sp>
          <p:nvSpPr>
            <p:cNvPr id="7" name="Rectangle 6">
              <a:extLst>
                <a:ext uri="{FF2B5EF4-FFF2-40B4-BE49-F238E27FC236}">
                  <a16:creationId xmlns:a16="http://schemas.microsoft.com/office/drawing/2014/main" id="{70C67313-8EEB-0158-B64E-BE816B773D96}"/>
                </a:ext>
              </a:extLst>
            </p:cNvPr>
            <p:cNvSpPr/>
            <p:nvPr/>
          </p:nvSpPr>
          <p:spPr>
            <a:xfrm>
              <a:off x="3614057" y="1687286"/>
              <a:ext cx="1338943" cy="1262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FPGA</a:t>
              </a:r>
            </a:p>
          </p:txBody>
        </p:sp>
        <p:sp>
          <p:nvSpPr>
            <p:cNvPr id="8" name="Rectangle 7">
              <a:extLst>
                <a:ext uri="{FF2B5EF4-FFF2-40B4-BE49-F238E27FC236}">
                  <a16:creationId xmlns:a16="http://schemas.microsoft.com/office/drawing/2014/main" id="{D8FEB673-86DE-940D-9A83-49868265BA5B}"/>
                </a:ext>
              </a:extLst>
            </p:cNvPr>
            <p:cNvSpPr/>
            <p:nvPr/>
          </p:nvSpPr>
          <p:spPr>
            <a:xfrm>
              <a:off x="1711842" y="4029740"/>
              <a:ext cx="1307805"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9" name="Rectangle 8">
              <a:extLst>
                <a:ext uri="{FF2B5EF4-FFF2-40B4-BE49-F238E27FC236}">
                  <a16:creationId xmlns:a16="http://schemas.microsoft.com/office/drawing/2014/main" id="{B3DBE547-27CC-E8E2-AE19-59F8ED5742B5}"/>
                </a:ext>
              </a:extLst>
            </p:cNvPr>
            <p:cNvSpPr/>
            <p:nvPr/>
          </p:nvSpPr>
          <p:spPr>
            <a:xfrm>
              <a:off x="5943600" y="4263656"/>
              <a:ext cx="1382233"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PWR</a:t>
              </a:r>
            </a:p>
          </p:txBody>
        </p:sp>
        <p:sp>
          <p:nvSpPr>
            <p:cNvPr id="10" name="Rectangle 9">
              <a:extLst>
                <a:ext uri="{FF2B5EF4-FFF2-40B4-BE49-F238E27FC236}">
                  <a16:creationId xmlns:a16="http://schemas.microsoft.com/office/drawing/2014/main" id="{E89FF22E-D7E0-74B0-ABE4-C9FB8BE73DAA}"/>
                </a:ext>
              </a:extLst>
            </p:cNvPr>
            <p:cNvSpPr/>
            <p:nvPr/>
          </p:nvSpPr>
          <p:spPr>
            <a:xfrm>
              <a:off x="9027042" y="5284381"/>
              <a:ext cx="1222744"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DBG</a:t>
              </a:r>
            </a:p>
          </p:txBody>
        </p:sp>
      </p:grpSp>
      <p:sp>
        <p:nvSpPr>
          <p:cNvPr id="11" name="Rectangle 10">
            <a:extLst>
              <a:ext uri="{FF2B5EF4-FFF2-40B4-BE49-F238E27FC236}">
                <a16:creationId xmlns:a16="http://schemas.microsoft.com/office/drawing/2014/main" id="{3DC1D7B5-D268-8A5F-37A6-F108EC871EE1}"/>
              </a:ext>
            </a:extLst>
          </p:cNvPr>
          <p:cNvSpPr/>
          <p:nvPr/>
        </p:nvSpPr>
        <p:spPr>
          <a:xfrm rot="5400000">
            <a:off x="1214587" y="4322905"/>
            <a:ext cx="482600" cy="177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RES</a:t>
            </a:r>
          </a:p>
        </p:txBody>
      </p:sp>
    </p:spTree>
    <p:extLst>
      <p:ext uri="{BB962C8B-B14F-4D97-AF65-F5344CB8AC3E}">
        <p14:creationId xmlns:p14="http://schemas.microsoft.com/office/powerpoint/2010/main" val="184304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AFCCC-B9E4-088E-C535-93A090E290E7}"/>
              </a:ext>
            </a:extLst>
          </p:cNvPr>
          <p:cNvSpPr>
            <a:spLocks noGrp="1"/>
          </p:cNvSpPr>
          <p:nvPr>
            <p:ph type="title"/>
          </p:nvPr>
        </p:nvSpPr>
        <p:spPr>
          <a:xfrm>
            <a:off x="516000" y="463296"/>
            <a:ext cx="11160000" cy="731520"/>
          </a:xfrm>
        </p:spPr>
        <p:txBody>
          <a:bodyPr anchor="t">
            <a:normAutofit/>
          </a:bodyPr>
          <a:lstStyle/>
          <a:p>
            <a:r>
              <a:rPr lang="en-US" dirty="0"/>
              <a:t>DEBUG PULLS</a:t>
            </a:r>
          </a:p>
        </p:txBody>
      </p:sp>
      <p:sp>
        <p:nvSpPr>
          <p:cNvPr id="3" name="Content Placeholder 2">
            <a:extLst>
              <a:ext uri="{FF2B5EF4-FFF2-40B4-BE49-F238E27FC236}">
                <a16:creationId xmlns:a16="http://schemas.microsoft.com/office/drawing/2014/main" id="{E65F236E-189E-1E3A-F5FC-25AED4572EBB}"/>
              </a:ext>
            </a:extLst>
          </p:cNvPr>
          <p:cNvSpPr>
            <a:spLocks noGrp="1"/>
          </p:cNvSpPr>
          <p:nvPr>
            <p:ph idx="1"/>
          </p:nvPr>
        </p:nvSpPr>
        <p:spPr>
          <a:xfrm>
            <a:off x="516000" y="2305877"/>
            <a:ext cx="11160000" cy="3848271"/>
          </a:xfrm>
        </p:spPr>
        <p:txBody>
          <a:bodyPr>
            <a:normAutofit/>
          </a:bodyPr>
          <a:lstStyle/>
          <a:p>
            <a:r>
              <a:rPr lang="en-US" dirty="0"/>
              <a:t>DEBUG SPI default is low.</a:t>
            </a:r>
          </a:p>
          <a:p>
            <a:r>
              <a:rPr lang="en-US" dirty="0"/>
              <a:t>DEBUG output is push-pull</a:t>
            </a:r>
          </a:p>
          <a:p>
            <a:r>
              <a:rPr lang="en-US" dirty="0"/>
              <a:t>When debug </a:t>
            </a:r>
            <a:r>
              <a:rPr lang="en-US" dirty="0" err="1"/>
              <a:t>catd</a:t>
            </a:r>
            <a:r>
              <a:rPr lang="en-US" dirty="0"/>
              <a:t> is connected it is impossible to use pull-ups and assume default high for UUT.</a:t>
            </a:r>
          </a:p>
        </p:txBody>
      </p:sp>
      <p:sp>
        <p:nvSpPr>
          <p:cNvPr id="4" name="Slide Number Placeholder 3">
            <a:extLst>
              <a:ext uri="{FF2B5EF4-FFF2-40B4-BE49-F238E27FC236}">
                <a16:creationId xmlns:a16="http://schemas.microsoft.com/office/drawing/2014/main" id="{A25933D3-2CB6-3D16-15CB-019B3449DACF}"/>
              </a:ext>
            </a:extLst>
          </p:cNvPr>
          <p:cNvSpPr>
            <a:spLocks noGrp="1"/>
          </p:cNvSpPr>
          <p:nvPr>
            <p:ph type="sldNum" sz="quarter" idx="12"/>
          </p:nvPr>
        </p:nvSpPr>
        <p:spPr>
          <a:xfrm>
            <a:off x="143467" y="6356350"/>
            <a:ext cx="348973" cy="365125"/>
          </a:xfrm>
        </p:spPr>
        <p:txBody>
          <a:bodyPr anchor="ctr">
            <a:normAutofit/>
          </a:bodyPr>
          <a:lstStyle/>
          <a:p>
            <a:pPr>
              <a:spcAft>
                <a:spcPts val="600"/>
              </a:spcAft>
            </a:pPr>
            <a:fld id="{4055E60B-063F-7341-AAD1-65F55D97E323}" type="slidenum">
              <a:rPr lang="en-IL" smtClean="0"/>
              <a:pPr>
                <a:spcAft>
                  <a:spcPts val="600"/>
                </a:spcAft>
              </a:pPr>
              <a:t>27</a:t>
            </a:fld>
            <a:endParaRPr lang="en-IL"/>
          </a:p>
        </p:txBody>
      </p:sp>
      <p:sp>
        <p:nvSpPr>
          <p:cNvPr id="9" name="Text Placeholder 4">
            <a:extLst>
              <a:ext uri="{FF2B5EF4-FFF2-40B4-BE49-F238E27FC236}">
                <a16:creationId xmlns:a16="http://schemas.microsoft.com/office/drawing/2014/main" id="{58D25492-8C70-BA63-8E76-E278CB10ADE5}"/>
              </a:ext>
            </a:extLst>
          </p:cNvPr>
          <p:cNvSpPr>
            <a:spLocks noGrp="1"/>
          </p:cNvSpPr>
          <p:nvPr>
            <p:ph type="body" sz="quarter" idx="18"/>
          </p:nvPr>
        </p:nvSpPr>
        <p:spPr>
          <a:xfrm>
            <a:off x="516000" y="1431235"/>
            <a:ext cx="11160000" cy="675378"/>
          </a:xfrm>
        </p:spPr>
        <p:txBody>
          <a:bodyPr/>
          <a:lstStyle/>
          <a:p>
            <a:endParaRPr lang="en-US"/>
          </a:p>
        </p:txBody>
      </p:sp>
    </p:spTree>
    <p:extLst>
      <p:ext uri="{BB962C8B-B14F-4D97-AF65-F5344CB8AC3E}">
        <p14:creationId xmlns:p14="http://schemas.microsoft.com/office/powerpoint/2010/main" val="329555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2668B-8FBE-DEE5-7FF6-ED2499045248}"/>
              </a:ext>
            </a:extLst>
          </p:cNvPr>
          <p:cNvSpPr>
            <a:spLocks noGrp="1"/>
          </p:cNvSpPr>
          <p:nvPr>
            <p:ph type="title"/>
          </p:nvPr>
        </p:nvSpPr>
        <p:spPr/>
        <p:txBody>
          <a:bodyPr/>
          <a:lstStyle/>
          <a:p>
            <a:r>
              <a:rPr lang="en-US" dirty="0"/>
              <a:t>JTAG</a:t>
            </a:r>
          </a:p>
        </p:txBody>
      </p:sp>
      <p:sp>
        <p:nvSpPr>
          <p:cNvPr id="4" name="Slide Number Placeholder 3">
            <a:extLst>
              <a:ext uri="{FF2B5EF4-FFF2-40B4-BE49-F238E27FC236}">
                <a16:creationId xmlns:a16="http://schemas.microsoft.com/office/drawing/2014/main" id="{F14022BB-A270-E6CA-6613-C41B2E9232FC}"/>
              </a:ext>
            </a:extLst>
          </p:cNvPr>
          <p:cNvSpPr>
            <a:spLocks noGrp="1"/>
          </p:cNvSpPr>
          <p:nvPr>
            <p:ph type="sldNum" sz="quarter" idx="12"/>
          </p:nvPr>
        </p:nvSpPr>
        <p:spPr/>
        <p:txBody>
          <a:bodyPr/>
          <a:lstStyle/>
          <a:p>
            <a:fld id="{4055E60B-063F-7341-AAD1-65F55D97E323}" type="slidenum">
              <a:rPr lang="en-IL" smtClean="0"/>
              <a:t>28</a:t>
            </a:fld>
            <a:endParaRPr lang="en-IL"/>
          </a:p>
        </p:txBody>
      </p:sp>
      <p:sp>
        <p:nvSpPr>
          <p:cNvPr id="8" name="Content Placeholder 7">
            <a:extLst>
              <a:ext uri="{FF2B5EF4-FFF2-40B4-BE49-F238E27FC236}">
                <a16:creationId xmlns:a16="http://schemas.microsoft.com/office/drawing/2014/main" id="{B3F598CB-FABA-BFAC-A06B-1B910B75DAE1}"/>
              </a:ext>
            </a:extLst>
          </p:cNvPr>
          <p:cNvSpPr>
            <a:spLocks noGrp="1"/>
          </p:cNvSpPr>
          <p:nvPr>
            <p:ph idx="1"/>
          </p:nvPr>
        </p:nvSpPr>
        <p:spPr/>
        <p:txBody>
          <a:bodyPr/>
          <a:lstStyle/>
          <a:p>
            <a:r>
              <a:rPr lang="en-US" dirty="0"/>
              <a:t> JTAG resets the DSP</a:t>
            </a:r>
          </a:p>
          <a:p>
            <a:r>
              <a:rPr lang="en-US" dirty="0"/>
              <a:t>To avoid false RESET the line should be pulled as close as possible to the DSP pin.</a:t>
            </a:r>
          </a:p>
          <a:p>
            <a:endParaRPr lang="en-US" dirty="0"/>
          </a:p>
          <a:p>
            <a:endParaRPr lang="en-US" dirty="0"/>
          </a:p>
          <a:p>
            <a:endParaRPr lang="en-US" dirty="0"/>
          </a:p>
        </p:txBody>
      </p:sp>
      <p:pic>
        <p:nvPicPr>
          <p:cNvPr id="9" name="Content Placeholder 5">
            <a:extLst>
              <a:ext uri="{FF2B5EF4-FFF2-40B4-BE49-F238E27FC236}">
                <a16:creationId xmlns:a16="http://schemas.microsoft.com/office/drawing/2014/main" id="{A76CD7A8-66F3-CBAF-4BB3-6F0D20372671}"/>
              </a:ext>
            </a:extLst>
          </p:cNvPr>
          <p:cNvPicPr>
            <a:picLocks noChangeAspect="1"/>
          </p:cNvPicPr>
          <p:nvPr/>
        </p:nvPicPr>
        <p:blipFill>
          <a:blip r:embed="rId2"/>
          <a:stretch>
            <a:fillRect/>
          </a:stretch>
        </p:blipFill>
        <p:spPr>
          <a:xfrm>
            <a:off x="6836229" y="2503014"/>
            <a:ext cx="4963362" cy="4133869"/>
          </a:xfrm>
          <a:prstGeom prst="rect">
            <a:avLst/>
          </a:prstGeom>
        </p:spPr>
      </p:pic>
    </p:spTree>
    <p:extLst>
      <p:ext uri="{BB962C8B-B14F-4D97-AF65-F5344CB8AC3E}">
        <p14:creationId xmlns:p14="http://schemas.microsoft.com/office/powerpoint/2010/main" val="4197140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3F381-0521-66C4-1989-2C9ADC61628C}"/>
              </a:ext>
            </a:extLst>
          </p:cNvPr>
          <p:cNvSpPr>
            <a:spLocks noGrp="1"/>
          </p:cNvSpPr>
          <p:nvPr>
            <p:ph type="title"/>
          </p:nvPr>
        </p:nvSpPr>
        <p:spPr/>
        <p:txBody>
          <a:bodyPr/>
          <a:lstStyle/>
          <a:p>
            <a:r>
              <a:rPr lang="en-US" dirty="0"/>
              <a:t>Production line</a:t>
            </a:r>
          </a:p>
        </p:txBody>
      </p:sp>
      <p:sp>
        <p:nvSpPr>
          <p:cNvPr id="3" name="Content Placeholder 2">
            <a:extLst>
              <a:ext uri="{FF2B5EF4-FFF2-40B4-BE49-F238E27FC236}">
                <a16:creationId xmlns:a16="http://schemas.microsoft.com/office/drawing/2014/main" id="{D0EA751B-11A4-7E92-D5FB-1984B86F747F}"/>
              </a:ext>
            </a:extLst>
          </p:cNvPr>
          <p:cNvSpPr>
            <a:spLocks noGrp="1"/>
          </p:cNvSpPr>
          <p:nvPr>
            <p:ph idx="1"/>
          </p:nvPr>
        </p:nvSpPr>
        <p:spPr/>
        <p:txBody>
          <a:bodyPr/>
          <a:lstStyle/>
          <a:p>
            <a:r>
              <a:rPr lang="en-US" dirty="0"/>
              <a:t>What do we test</a:t>
            </a:r>
          </a:p>
          <a:p>
            <a:pPr lvl="1"/>
            <a:r>
              <a:rPr lang="en-US" dirty="0"/>
              <a:t>Functionality</a:t>
            </a:r>
          </a:p>
          <a:p>
            <a:r>
              <a:rPr lang="en-US" dirty="0"/>
              <a:t>What we do not test</a:t>
            </a:r>
          </a:p>
          <a:p>
            <a:pPr lvl="1"/>
            <a:r>
              <a:rPr lang="en-US" dirty="0"/>
              <a:t>Crystal</a:t>
            </a:r>
          </a:p>
          <a:p>
            <a:pPr lvl="1"/>
            <a:r>
              <a:rPr lang="en-US" dirty="0"/>
              <a:t>Legs of sensitive silicone </a:t>
            </a:r>
          </a:p>
          <a:p>
            <a:pPr lvl="1"/>
            <a:endParaRPr lang="en-US" dirty="0"/>
          </a:p>
          <a:p>
            <a:r>
              <a:rPr lang="en-US" dirty="0"/>
              <a:t>Self test</a:t>
            </a:r>
          </a:p>
          <a:p>
            <a:r>
              <a:rPr lang="en-US" dirty="0"/>
              <a:t>Thermal attachment</a:t>
            </a:r>
          </a:p>
          <a:p>
            <a:r>
              <a:rPr lang="en-US" dirty="0"/>
              <a:t>ATP</a:t>
            </a:r>
          </a:p>
          <a:p>
            <a:r>
              <a:rPr lang="en-US" dirty="0"/>
              <a:t>ICT</a:t>
            </a:r>
          </a:p>
          <a:p>
            <a:r>
              <a:rPr lang="en-US" dirty="0"/>
              <a:t>Grounds</a:t>
            </a:r>
          </a:p>
          <a:p>
            <a:r>
              <a:rPr lang="en-US" dirty="0"/>
              <a:t>Avoid stubs </a:t>
            </a:r>
          </a:p>
        </p:txBody>
      </p:sp>
      <p:sp>
        <p:nvSpPr>
          <p:cNvPr id="4" name="Slide Number Placeholder 3">
            <a:extLst>
              <a:ext uri="{FF2B5EF4-FFF2-40B4-BE49-F238E27FC236}">
                <a16:creationId xmlns:a16="http://schemas.microsoft.com/office/drawing/2014/main" id="{85020928-F270-F21B-1362-4AF315D0C01F}"/>
              </a:ext>
            </a:extLst>
          </p:cNvPr>
          <p:cNvSpPr>
            <a:spLocks noGrp="1"/>
          </p:cNvSpPr>
          <p:nvPr>
            <p:ph type="sldNum" sz="quarter" idx="12"/>
          </p:nvPr>
        </p:nvSpPr>
        <p:spPr/>
        <p:txBody>
          <a:bodyPr/>
          <a:lstStyle/>
          <a:p>
            <a:fld id="{4055E60B-063F-7341-AAD1-65F55D97E323}" type="slidenum">
              <a:rPr lang="en-IL" smtClean="0"/>
              <a:t>29</a:t>
            </a:fld>
            <a:endParaRPr lang="en-IL"/>
          </a:p>
        </p:txBody>
      </p:sp>
    </p:spTree>
    <p:extLst>
      <p:ext uri="{BB962C8B-B14F-4D97-AF65-F5344CB8AC3E}">
        <p14:creationId xmlns:p14="http://schemas.microsoft.com/office/powerpoint/2010/main" val="1163123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6C0C7-8E86-AF56-97D0-55C6300B73DB}"/>
              </a:ext>
            </a:extLst>
          </p:cNvPr>
          <p:cNvSpPr>
            <a:spLocks noGrp="1"/>
          </p:cNvSpPr>
          <p:nvPr>
            <p:ph type="title"/>
          </p:nvPr>
        </p:nvSpPr>
        <p:spPr/>
        <p:txBody>
          <a:bodyPr/>
          <a:lstStyle/>
          <a:p>
            <a:r>
              <a:rPr lang="en-US" dirty="0"/>
              <a:t>Auxiliary</a:t>
            </a:r>
          </a:p>
        </p:txBody>
      </p:sp>
      <p:sp>
        <p:nvSpPr>
          <p:cNvPr id="3" name="Content Placeholder 2">
            <a:extLst>
              <a:ext uri="{FF2B5EF4-FFF2-40B4-BE49-F238E27FC236}">
                <a16:creationId xmlns:a16="http://schemas.microsoft.com/office/drawing/2014/main" id="{20FEA9ED-88DB-718E-9DB3-95D2E3CB7C78}"/>
              </a:ext>
            </a:extLst>
          </p:cNvPr>
          <p:cNvSpPr>
            <a:spLocks noGrp="1"/>
          </p:cNvSpPr>
          <p:nvPr>
            <p:ph idx="1"/>
          </p:nvPr>
        </p:nvSpPr>
        <p:spPr/>
        <p:txBody>
          <a:bodyPr/>
          <a:lstStyle/>
          <a:p>
            <a:r>
              <a:rPr lang="en-US" dirty="0"/>
              <a:t>Output/Input resistors for isolation.</a:t>
            </a:r>
          </a:p>
          <a:p>
            <a:r>
              <a:rPr lang="en-US" dirty="0"/>
              <a:t>TPs both on lines end grounds.</a:t>
            </a:r>
          </a:p>
          <a:p>
            <a:r>
              <a:rPr lang="en-US" dirty="0"/>
              <a:t>TPs on visible side.</a:t>
            </a:r>
          </a:p>
        </p:txBody>
      </p:sp>
      <p:sp>
        <p:nvSpPr>
          <p:cNvPr id="4" name="Slide Number Placeholder 3">
            <a:extLst>
              <a:ext uri="{FF2B5EF4-FFF2-40B4-BE49-F238E27FC236}">
                <a16:creationId xmlns:a16="http://schemas.microsoft.com/office/drawing/2014/main" id="{051DB762-342A-323C-9261-F4C4BF076A0D}"/>
              </a:ext>
            </a:extLst>
          </p:cNvPr>
          <p:cNvSpPr>
            <a:spLocks noGrp="1"/>
          </p:cNvSpPr>
          <p:nvPr>
            <p:ph type="sldNum" sz="quarter" idx="12"/>
          </p:nvPr>
        </p:nvSpPr>
        <p:spPr/>
        <p:txBody>
          <a:bodyPr/>
          <a:lstStyle/>
          <a:p>
            <a:fld id="{4055E60B-063F-7341-AAD1-65F55D97E323}" type="slidenum">
              <a:rPr lang="en-IL" smtClean="0"/>
              <a:t>30</a:t>
            </a:fld>
            <a:endParaRPr lang="en-IL"/>
          </a:p>
        </p:txBody>
      </p:sp>
    </p:spTree>
    <p:extLst>
      <p:ext uri="{BB962C8B-B14F-4D97-AF65-F5344CB8AC3E}">
        <p14:creationId xmlns:p14="http://schemas.microsoft.com/office/powerpoint/2010/main" val="4040537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75"/>
</p:tagLst>
</file>

<file path=ppt/theme/theme1.xml><?xml version="1.0" encoding="utf-8"?>
<a:theme xmlns:a="http://schemas.openxmlformats.org/drawingml/2006/main" name="SolarEdge Theme">
  <a:themeElements>
    <a:clrScheme name="SolarEdge Theme">
      <a:dk1>
        <a:srgbClr val="000000"/>
      </a:dk1>
      <a:lt1>
        <a:srgbClr val="FFFFFF"/>
      </a:lt1>
      <a:dk2>
        <a:srgbClr val="00082E"/>
      </a:dk2>
      <a:lt2>
        <a:srgbClr val="F0F0F0"/>
      </a:lt2>
      <a:accent1>
        <a:srgbClr val="2E8FD6"/>
      </a:accent1>
      <a:accent2>
        <a:srgbClr val="78BAE6"/>
      </a:accent2>
      <a:accent3>
        <a:srgbClr val="A0D3AD"/>
      </a:accent3>
      <a:accent4>
        <a:srgbClr val="696969"/>
      </a:accent4>
      <a:accent5>
        <a:srgbClr val="FFCC7F"/>
      </a:accent5>
      <a:accent6>
        <a:srgbClr val="00082E"/>
      </a:accent6>
      <a:hlink>
        <a:srgbClr val="0432FF"/>
      </a:hlink>
      <a:folHlink>
        <a:srgbClr val="932092"/>
      </a:folHlink>
    </a:clrScheme>
    <a:fontScheme name="Segoe UI">
      <a:majorFont>
        <a:latin typeface="Segoe UI Semibold"/>
        <a:ea typeface=""/>
        <a:cs typeface="Segoe UI"/>
      </a:majorFont>
      <a:minorFont>
        <a:latin typeface="Segoe UI Light"/>
        <a:ea typeface=""/>
        <a:cs typeface="Segoe U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olarEdge 2024" id="{3CC4FE8B-9F4B-0040-BBEC-0E12262FB828}" vid="{AE0FB627-1573-F047-B734-29661BEEEF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495CB41-BFA5-C944-97A4-EF83B88CB602}">
  <we:reference id="wa200001766" version="1.5.0.0" store="en-US" storeType="OMEX"/>
  <we:alternateReferences>
    <we:reference id="WA200001766" version="1.5.0.0" store="WA2000017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AFBE424BC50B241B01C4D90EC99ADAD" ma:contentTypeVersion="10" ma:contentTypeDescription="Create a new document." ma:contentTypeScope="" ma:versionID="a1e29afb4d137b1028d4b276639ea2b8">
  <xsd:schema xmlns:xsd="http://www.w3.org/2001/XMLSchema" xmlns:xs="http://www.w3.org/2001/XMLSchema" xmlns:p="http://schemas.microsoft.com/office/2006/metadata/properties" xmlns:ns2="fcffac0d-b31a-4f0d-b252-4fe01ade461d" xmlns:ns3="4eb08019-584f-4cf3-9965-127f9e4e6dfc" targetNamespace="http://schemas.microsoft.com/office/2006/metadata/properties" ma:root="true" ma:fieldsID="ab6eca1d812fdbd6c8a9a7489475db27" ns2:_="" ns3:_="">
    <xsd:import namespace="fcffac0d-b31a-4f0d-b252-4fe01ade461d"/>
    <xsd:import namespace="4eb08019-584f-4cf3-9965-127f9e4e6d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ffac0d-b31a-4f0d-b252-4fe01ade46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e211368-18e4-4c8f-90a1-ddf75dec7ae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b08019-584f-4cf3-9965-127f9e4e6df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a008302-c642-4659-bd18-5be9fd68b0b1}" ma:internalName="TaxCatchAll" ma:showField="CatchAllData" ma:web="4eb08019-584f-4cf3-9965-127f9e4e6d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eb08019-584f-4cf3-9965-127f9e4e6dfc" xsi:nil="true"/>
    <lcf76f155ced4ddcb4097134ff3c332f xmlns="fcffac0d-b31a-4f0d-b252-4fe01ade461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C33F3EE-55BC-4BBB-9C7D-85575923FDF2}">
  <ds:schemaRefs>
    <ds:schemaRef ds:uri="http://schemas.microsoft.com/sharepoint/v3/contenttype/forms"/>
  </ds:schemaRefs>
</ds:datastoreItem>
</file>

<file path=customXml/itemProps2.xml><?xml version="1.0" encoding="utf-8"?>
<ds:datastoreItem xmlns:ds="http://schemas.openxmlformats.org/officeDocument/2006/customXml" ds:itemID="{6FBE6674-293C-43D2-A2E2-F686F3CC62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ffac0d-b31a-4f0d-b252-4fe01ade461d"/>
    <ds:schemaRef ds:uri="4eb08019-584f-4cf3-9965-127f9e4e6d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9796532-ABC8-4B55-BBEB-9A6497551F15}">
  <ds:schemaRefs>
    <ds:schemaRef ds:uri="http://schemas.microsoft.com/office/2006/metadata/properties"/>
    <ds:schemaRef ds:uri="http://schemas.microsoft.com/office/infopath/2007/PartnerControls"/>
    <ds:schemaRef ds:uri="4eb08019-584f-4cf3-9965-127f9e4e6dfc"/>
    <ds:schemaRef ds:uri="fcffac0d-b31a-4f0d-b252-4fe01ade461d"/>
  </ds:schemaRefs>
</ds:datastoreItem>
</file>

<file path=docMetadata/LabelInfo.xml><?xml version="1.0" encoding="utf-8"?>
<clbl:labelList xmlns:clbl="http://schemas.microsoft.com/office/2020/mipLabelMetadata">
  <clbl:label id="{fb37c808-6ca7-40eb-8746-85795efcbd36}" enabled="0" method="" siteId="{fb37c808-6ca7-40eb-8746-85795efcbd36}" removed="1"/>
</clbl:labelList>
</file>

<file path=docProps/app.xml><?xml version="1.0" encoding="utf-8"?>
<Properties xmlns="http://schemas.openxmlformats.org/officeDocument/2006/extended-properties" xmlns:vt="http://schemas.openxmlformats.org/officeDocument/2006/docPropsVTypes">
  <Template>SolarEdge 2024</Template>
  <TotalTime>5705</TotalTime>
  <Words>887</Words>
  <Application>Microsoft Office PowerPoint</Application>
  <PresentationFormat>Widescreen</PresentationFormat>
  <Paragraphs>299</Paragraphs>
  <Slides>30</Slides>
  <Notes>1</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SolarEdge Theme</vt:lpstr>
      <vt:lpstr>Design for testing and FA</vt:lpstr>
      <vt:lpstr>Design and Layout for failure</vt:lpstr>
      <vt:lpstr>Design and Layout for testing, failure analysis and failure mitigation </vt:lpstr>
      <vt:lpstr>Design and Layout for Lab testing</vt:lpstr>
      <vt:lpstr>Auxiliary</vt:lpstr>
      <vt:lpstr>Auxilaiary</vt:lpstr>
      <vt:lpstr>Main Auxilaiary</vt:lpstr>
      <vt:lpstr>Main Auxiliary</vt:lpstr>
      <vt:lpstr>Bode 100</vt:lpstr>
      <vt:lpstr>Auxiliary Current FB</vt:lpstr>
      <vt:lpstr>Digital</vt:lpstr>
      <vt:lpstr>Debug card</vt:lpstr>
      <vt:lpstr>Example V4</vt:lpstr>
      <vt:lpstr>Example V4 (what we intended 🙂)</vt:lpstr>
      <vt:lpstr>Example V4 (What we implemented ☹ )</vt:lpstr>
      <vt:lpstr>PowerPoint Presentation</vt:lpstr>
      <vt:lpstr>PowerPoint Presentation</vt:lpstr>
      <vt:lpstr>Temperature measurement</vt:lpstr>
      <vt:lpstr>CTM  (H1300)</vt:lpstr>
      <vt:lpstr>PowerPoint Presentation</vt:lpstr>
      <vt:lpstr>RSS2.5</vt:lpstr>
      <vt:lpstr>V4</vt:lpstr>
      <vt:lpstr>JPI</vt:lpstr>
      <vt:lpstr>Debug Connector</vt:lpstr>
      <vt:lpstr>Debug Connector</vt:lpstr>
      <vt:lpstr>Debug connector</vt:lpstr>
      <vt:lpstr>DEBUG PULLS</vt:lpstr>
      <vt:lpstr>JTAG</vt:lpstr>
      <vt:lpstr>Production line</vt:lpstr>
      <vt:lpstr>Auxiliary</vt:lpstr>
    </vt:vector>
  </TitlesOfParts>
  <Company>Solaredge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Yariv Shlivinski</dc:creator>
  <cp:lastModifiedBy>Yariv Shlivinski</cp:lastModifiedBy>
  <cp:revision>24</cp:revision>
  <dcterms:created xsi:type="dcterms:W3CDTF">2025-02-17T07:49:25Z</dcterms:created>
  <dcterms:modified xsi:type="dcterms:W3CDTF">2025-10-30T11:34:26Z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0CEA0E78-C59B-4006-8441-D692B5019D7A</vt:lpwstr>
  </property>
  <property fmtid="{D5CDD505-2E9C-101B-9397-08002B2CF9AE}" pid="3" name="ArticulatePath">
    <vt:lpwstr>https://solaredge0-my.sharepoint.com/personal/liat_d_solaredge_com/Documents/Sharing is Caring/Corporate Presentation/Beta Testing/SolarEdge Corporate PPT repository v.5 Beta</vt:lpwstr>
  </property>
  <property fmtid="{D5CDD505-2E9C-101B-9397-08002B2CF9AE}" pid="4" name="ContentTypeId">
    <vt:lpwstr>0x0101007AFBE424BC50B241B01C4D90EC99ADAD</vt:lpwstr>
  </property>
</Properties>
</file>