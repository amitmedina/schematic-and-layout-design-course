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3"/>
  </p:sldMasterIdLst>
  <p:notesMasterIdLst>
    <p:notesMasterId r:id="rId35"/>
  </p:notesMasterIdLst>
  <p:sldIdLst>
    <p:sldId id="256" r:id="rId4"/>
    <p:sldId id="273" r:id="rId5"/>
    <p:sldId id="257" r:id="rId6"/>
    <p:sldId id="274" r:id="rId7"/>
    <p:sldId id="286" r:id="rId8"/>
    <p:sldId id="292" r:id="rId9"/>
    <p:sldId id="296" r:id="rId10"/>
    <p:sldId id="275" r:id="rId11"/>
    <p:sldId id="276" r:id="rId12"/>
    <p:sldId id="277" r:id="rId13"/>
    <p:sldId id="278" r:id="rId14"/>
    <p:sldId id="279" r:id="rId15"/>
    <p:sldId id="280" r:id="rId16"/>
    <p:sldId id="282" r:id="rId17"/>
    <p:sldId id="283" r:id="rId18"/>
    <p:sldId id="285" r:id="rId19"/>
    <p:sldId id="284" r:id="rId20"/>
    <p:sldId id="268" r:id="rId21"/>
    <p:sldId id="260" r:id="rId22"/>
    <p:sldId id="291" r:id="rId23"/>
    <p:sldId id="287" r:id="rId24"/>
    <p:sldId id="289" r:id="rId25"/>
    <p:sldId id="294" r:id="rId26"/>
    <p:sldId id="295" r:id="rId27"/>
    <p:sldId id="269" r:id="rId28"/>
    <p:sldId id="270" r:id="rId29"/>
    <p:sldId id="288" r:id="rId30"/>
    <p:sldId id="271" r:id="rId31"/>
    <p:sldId id="293" r:id="rId32"/>
    <p:sldId id="259" r:id="rId33"/>
    <p:sldId id="290" r:id="rId34"/>
  </p:sldIdLst>
  <p:sldSz cx="12192000" cy="6858000"/>
  <p:notesSz cx="6858000" cy="9144000"/>
  <p:custDataLst>
    <p:tags r:id="rId36"/>
  </p:custDataLst>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2F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09" autoAdjust="0"/>
    <p:restoredTop sz="94607"/>
  </p:normalViewPr>
  <p:slideViewPr>
    <p:cSldViewPr snapToGrid="0">
      <p:cViewPr>
        <p:scale>
          <a:sx n="66" d="100"/>
          <a:sy n="66" d="100"/>
        </p:scale>
        <p:origin x="2088" y="918"/>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heme" Target="theme/theme1.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ags" Target="tags/tag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notesMaster" Target="notesMasters/notesMaster1.xml"/><Relationship Id="rId8" Type="http://schemas.openxmlformats.org/officeDocument/2006/relationships/slide" Target="slides/slide5.xml"/><Relationship Id="rId3"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4:44.215"/>
    </inkml:context>
    <inkml:brush xml:id="br0">
      <inkml:brushProperty name="width" value="0.35" units="cm"/>
      <inkml:brushProperty name="height" value="0.35" units="cm"/>
      <inkml:brushProperty name="color" value="#008C3A"/>
    </inkml:brush>
  </inkml:definitions>
  <inkml:trace contextRef="#ctx0" brushRef="#br0">3580 88 20010,'-3580'-88'0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4:48.613"/>
    </inkml:context>
    <inkml:brush xml:id="br0">
      <inkml:brushProperty name="width" value="0.35" units="cm"/>
      <inkml:brushProperty name="height" value="0.35" units="cm"/>
      <inkml:brushProperty name="color" value="#008C3A"/>
    </inkml:brush>
  </inkml:definitions>
  <inkml:trace contextRef="#ctx0" brushRef="#br0">1 0 4915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4:52.415"/>
    </inkml:context>
    <inkml:brush xml:id="br0">
      <inkml:brushProperty name="width" value="0.35" units="cm"/>
      <inkml:brushProperty name="height" value="0.35" units="cm"/>
      <inkml:brushProperty name="color" value="#008C3A"/>
    </inkml:brush>
  </inkml:definitions>
  <inkml:trace contextRef="#ctx0" brushRef="#br0">414 1 16952,'-413'5246'0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5:42.445"/>
    </inkml:context>
    <inkml:brush xml:id="br0">
      <inkml:brushProperty name="width" value="0.35" units="cm"/>
      <inkml:brushProperty name="height" value="0.35" units="cm"/>
      <inkml:brushProperty name="color" value="#008C3A"/>
    </inkml:brush>
  </inkml:definitions>
  <inkml:trace contextRef="#ctx0" brushRef="#br0">18027 1 20378,'-18027'89'0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5:45.795"/>
    </inkml:context>
    <inkml:brush xml:id="br0">
      <inkml:brushProperty name="width" value="0.35" units="cm"/>
      <inkml:brushProperty name="height" value="0.35" units="cm"/>
      <inkml:brushProperty name="color" value="#008C3A"/>
    </inkml:brush>
  </inkml:definitions>
  <inkml:trace contextRef="#ctx0" brushRef="#br0">0 2224 5679,'0'-2223'0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5:48.680"/>
    </inkml:context>
    <inkml:brush xml:id="br0">
      <inkml:brushProperty name="width" value="0.35" units="cm"/>
      <inkml:brushProperty name="height" value="0.35" units="cm"/>
      <inkml:brushProperty name="color" value="#008C3A"/>
    </inkml:brush>
  </inkml:definitions>
  <inkml:trace contextRef="#ctx0" brushRef="#br0">1 107 4915,'7'-7'97,"0"0"0,0 0 0,1 1 1,0 0-1,1 1 0,-1 0 0,1 0 0,0 1 0,0 0 0,0 0 0,1 1 1,-1 0-1,1 1 0,0 0 0,0 1 0,0 0 0,18 0 0,8-1 500,0-1-1,42-9 1,-42 6-154,0 1 0,44-1 1,288 7 3202,-353-1-3617</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5:52.539"/>
    </inkml:context>
    <inkml:brush xml:id="br0">
      <inkml:brushProperty name="width" value="0.35" units="cm"/>
      <inkml:brushProperty name="height" value="0.35" units="cm"/>
      <inkml:brushProperty name="color" value="#008C3A"/>
    </inkml:brush>
  </inkml:definitions>
  <inkml:trace contextRef="#ctx0" brushRef="#br0">0 1853 5589,'72'-1852'0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6:00.126"/>
    </inkml:context>
    <inkml:brush xml:id="br0">
      <inkml:brushProperty name="width" value="0.35" units="cm"/>
      <inkml:brushProperty name="height" value="0.35" units="cm"/>
      <inkml:brushProperty name="color" value="#008C3A"/>
    </inkml:brush>
  </inkml:definitions>
  <inkml:trace contextRef="#ctx0" brushRef="#br0">1 1 4915,'13'0'298,"12"0"123,1 0 0,-1 2 0,34 6 0,-27-3 71,0-1-1,0-2 0,60-4 0,-21 0 248,-22 1 252,82-11 0,-99 8-660,-18 4-301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8:53.940"/>
    </inkml:context>
    <inkml:brush xml:id="br0">
      <inkml:brushProperty name="width" value="0.35" units="cm"/>
      <inkml:brushProperty name="height" value="0.35" units="cm"/>
      <inkml:brushProperty name="color" value="#008C3A"/>
    </inkml:brush>
  </inkml:definitions>
  <inkml:trace contextRef="#ctx0" brushRef="#br0">3580 88 20010,'-3580'-88'0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8:53.941"/>
    </inkml:context>
    <inkml:brush xml:id="br0">
      <inkml:brushProperty name="width" value="0.35" units="cm"/>
      <inkml:brushProperty name="height" value="0.35" units="cm"/>
      <inkml:brushProperty name="color" value="#008C3A"/>
    </inkml:brush>
  </inkml:definitions>
  <inkml:trace contextRef="#ctx0" brushRef="#br0">1 0 4915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8:53.942"/>
    </inkml:context>
    <inkml:brush xml:id="br0">
      <inkml:brushProperty name="width" value="0.35" units="cm"/>
      <inkml:brushProperty name="height" value="0.35" units="cm"/>
      <inkml:brushProperty name="color" value="#008C3A"/>
    </inkml:brush>
  </inkml:definitions>
  <inkml:trace contextRef="#ctx0" brushRef="#br0">414 1 16952,'-413'5246'0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8:53.943"/>
    </inkml:context>
    <inkml:brush xml:id="br0">
      <inkml:brushProperty name="width" value="0.35" units="cm"/>
      <inkml:brushProperty name="height" value="0.35" units="cm"/>
      <inkml:brushProperty name="color" value="#008C3A"/>
    </inkml:brush>
  </inkml:definitions>
  <inkml:trace contextRef="#ctx0" brushRef="#br0">18027 1 20378,'-18027'89'0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8:53.944"/>
    </inkml:context>
    <inkml:brush xml:id="br0">
      <inkml:brushProperty name="width" value="0.35" units="cm"/>
      <inkml:brushProperty name="height" value="0.35" units="cm"/>
      <inkml:brushProperty name="color" value="#008C3A"/>
    </inkml:brush>
  </inkml:definitions>
  <inkml:trace contextRef="#ctx0" brushRef="#br0">0 2224 5679,'0'-2223'0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8:53.945"/>
    </inkml:context>
    <inkml:brush xml:id="br0">
      <inkml:brushProperty name="width" value="0.35" units="cm"/>
      <inkml:brushProperty name="height" value="0.35" units="cm"/>
      <inkml:brushProperty name="color" value="#008C3A"/>
    </inkml:brush>
  </inkml:definitions>
  <inkml:trace contextRef="#ctx0" brushRef="#br0">1 107 4915,'7'-7'97,"0"0"0,0 0 0,1 1 1,0 0-1,1 1 0,-1 0 0,1 0 0,0 1 0,0 0 0,0 0 0,1 1 1,-1 0-1,1 1 0,0 0 0,0 1 0,0 0 0,18 0 0,8-1 500,0-1-1,42-9 1,-42 6-154,0 1 0,44-1 1,288 7 3202,-353-1-3617</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8:53.946"/>
    </inkml:context>
    <inkml:brush xml:id="br0">
      <inkml:brushProperty name="width" value="0.35" units="cm"/>
      <inkml:brushProperty name="height" value="0.35" units="cm"/>
      <inkml:brushProperty name="color" value="#008C3A"/>
    </inkml:brush>
  </inkml:definitions>
  <inkml:trace contextRef="#ctx0" brushRef="#br0">0 1853 5589,'72'-1852'0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8:53.947"/>
    </inkml:context>
    <inkml:brush xml:id="br0">
      <inkml:brushProperty name="width" value="0.35" units="cm"/>
      <inkml:brushProperty name="height" value="0.35" units="cm"/>
      <inkml:brushProperty name="color" value="#008C3A"/>
    </inkml:brush>
  </inkml:definitions>
  <inkml:trace contextRef="#ctx0" brushRef="#br0">1 1 4915,'13'0'298,"12"0"123,1 0 0,-1 2 0,34 6 0,-27-3 71,0-1-1,0-2 0,60-4 0,-21 0 248,-22 1 252,82-11 0,-99 8-660,-18 4-301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1:01.351"/>
    </inkml:context>
    <inkml:brush xml:id="br0">
      <inkml:brushProperty name="width" value="0.35" units="cm"/>
      <inkml:brushProperty name="height" value="0.35" units="cm"/>
      <inkml:brushProperty name="color" value="#008C3A"/>
    </inkml:brush>
  </inkml:definitions>
  <inkml:trace contextRef="#ctx0" brushRef="#br0">4759 105 20010,'-4759'-105'0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1:01.352"/>
    </inkml:context>
    <inkml:brush xml:id="br0">
      <inkml:brushProperty name="width" value="0.35" units="cm"/>
      <inkml:brushProperty name="height" value="0.35" units="cm"/>
      <inkml:brushProperty name="color" value="#008C3A"/>
    </inkml:brush>
  </inkml:definitions>
  <inkml:trace contextRef="#ctx0" brushRef="#br0">1 0 4915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1:01.353"/>
    </inkml:context>
    <inkml:brush xml:id="br0">
      <inkml:brushProperty name="width" value="0.35" units="cm"/>
      <inkml:brushProperty name="height" value="0.35" units="cm"/>
      <inkml:brushProperty name="color" value="#008C3A"/>
    </inkml:brush>
  </inkml:definitions>
  <inkml:trace contextRef="#ctx0" brushRef="#br0">551 1 16952,'-550'6274'0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1:01.354"/>
    </inkml:context>
    <inkml:brush xml:id="br0">
      <inkml:brushProperty name="width" value="0.35" units="cm"/>
      <inkml:brushProperty name="height" value="0.35" units="cm"/>
      <inkml:brushProperty name="color" value="#008C3A"/>
    </inkml:brush>
  </inkml:definitions>
  <inkml:trace contextRef="#ctx0" brushRef="#br0">23961 1 20378,'-23961'107'0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1:01.355"/>
    </inkml:context>
    <inkml:brush xml:id="br0">
      <inkml:brushProperty name="width" value="0.35" units="cm"/>
      <inkml:brushProperty name="height" value="0.35" units="cm"/>
      <inkml:brushProperty name="color" value="#008C3A"/>
    </inkml:brush>
  </inkml:definitions>
  <inkml:trace contextRef="#ctx0" brushRef="#br0">0 2660 5679,'0'-2659'0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1:01.356"/>
    </inkml:context>
    <inkml:brush xml:id="br0">
      <inkml:brushProperty name="width" value="0.35" units="cm"/>
      <inkml:brushProperty name="height" value="0.35" units="cm"/>
      <inkml:brushProperty name="color" value="#008C3A"/>
    </inkml:brush>
  </inkml:definitions>
  <inkml:trace contextRef="#ctx0" brushRef="#br0">1 128 4915,'9'-9'97,"1"1"0,0 0 0,0 1 1,1 0-1,0 0 0,0 1 0,1 1 0,0-1 0,0 2 0,0-1 0,1 2 1,0-1-1,0 2 0,0-1 0,0 2 0,0-1 0,24 2 0,11-2 500,0-2-1,56-11 1,-56 8-154,0 1 0,57-1 1,385 8 3202,-470-1-3617</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1:01.357"/>
    </inkml:context>
    <inkml:brush xml:id="br0">
      <inkml:brushProperty name="width" value="0.35" units="cm"/>
      <inkml:brushProperty name="height" value="0.35" units="cm"/>
      <inkml:brushProperty name="color" value="#008C3A"/>
    </inkml:brush>
  </inkml:definitions>
  <inkml:trace contextRef="#ctx0" brushRef="#br0">0 2216 5589,'95'-2215'0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1:01.358"/>
    </inkml:context>
    <inkml:brush xml:id="br0">
      <inkml:brushProperty name="width" value="0.35" units="cm"/>
      <inkml:brushProperty name="height" value="0.35" units="cm"/>
      <inkml:brushProperty name="color" value="#008C3A"/>
    </inkml:brush>
  </inkml:definitions>
  <inkml:trace contextRef="#ctx0" brushRef="#br0">1 1 4915,'17'0'298,"17"0"123,0 0 0,0 3 0,44 7 0,-36-5 71,1-1-1,-1-1 0,80-5 0,-27 0 248,-30 1 252,109-14 0,-131 11-660,-24 3-301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4:29.661"/>
    </inkml:context>
    <inkml:brush xml:id="br0">
      <inkml:brushProperty name="width" value="0.35" units="cm"/>
      <inkml:brushProperty name="height" value="0.35" units="cm"/>
      <inkml:brushProperty name="color" value="#008C3A"/>
    </inkml:brush>
  </inkml:definitions>
  <inkml:trace contextRef="#ctx0" brushRef="#br0">0 0 11550,'190'2304'0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4:36.288"/>
    </inkml:context>
    <inkml:brush xml:id="br0">
      <inkml:brushProperty name="width" value="0.35" units="cm"/>
      <inkml:brushProperty name="height" value="0.35" units="cm"/>
      <inkml:brushProperty name="color" value="#008C3A"/>
    </inkml:brush>
  </inkml:definitions>
  <inkml:trace contextRef="#ctx0" brushRef="#br0">24 1 19809,'-24'8820'0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4:43.176"/>
    </inkml:context>
    <inkml:brush xml:id="br0">
      <inkml:brushProperty name="width" value="0.35" units="cm"/>
      <inkml:brushProperty name="height" value="0.35" units="cm"/>
      <inkml:brushProperty name="color" value="#008C3A"/>
    </inkml:brush>
  </inkml:definitions>
  <inkml:trace contextRef="#ctx0" brushRef="#br0">0 0 10649,'754'0'0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4:46.305"/>
    </inkml:context>
    <inkml:brush xml:id="br0">
      <inkml:brushProperty name="width" value="0.35" units="cm"/>
      <inkml:brushProperty name="height" value="0.35" units="cm"/>
      <inkml:brushProperty name="color" value="#008C3A"/>
    </inkml:brush>
  </inkml:definitions>
  <inkml:trace contextRef="#ctx0" brushRef="#br0">0 16 9830,'1083'0'0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4:48.286"/>
    </inkml:context>
    <inkml:brush xml:id="br0">
      <inkml:brushProperty name="width" value="0.35" units="cm"/>
      <inkml:brushProperty name="height" value="0.35" units="cm"/>
      <inkml:brushProperty name="color" value="#008C3A"/>
    </inkml:brush>
  </inkml:definitions>
  <inkml:trace contextRef="#ctx0" brushRef="#br0">0 0 4915,'0'0'0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452B3B-DE7E-AA45-8F12-61DBE76FFBA9}" type="datetimeFigureOut">
              <a:rPr lang="en-IL" smtClean="0"/>
              <a:t>29/12/2025</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7520AC-CA0E-224F-8D82-D2B67D1F33B8}" type="slidenum">
              <a:rPr lang="en-IL" smtClean="0"/>
              <a:t>‹#›</a:t>
            </a:fld>
            <a:endParaRPr lang="en-IL"/>
          </a:p>
        </p:txBody>
      </p:sp>
    </p:spTree>
    <p:extLst>
      <p:ext uri="{BB962C8B-B14F-4D97-AF65-F5344CB8AC3E}">
        <p14:creationId xmlns:p14="http://schemas.microsoft.com/office/powerpoint/2010/main" val="2397303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7520AC-CA0E-224F-8D82-D2B67D1F33B8}" type="slidenum">
              <a:rPr lang="en-IL" smtClean="0"/>
              <a:t>13</a:t>
            </a:fld>
            <a:endParaRPr lang="en-IL"/>
          </a:p>
        </p:txBody>
      </p:sp>
    </p:spTree>
    <p:extLst>
      <p:ext uri="{BB962C8B-B14F-4D97-AF65-F5344CB8AC3E}">
        <p14:creationId xmlns:p14="http://schemas.microsoft.com/office/powerpoint/2010/main" val="38214342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7520AC-CA0E-224F-8D82-D2B67D1F33B8}" type="slidenum">
              <a:rPr lang="en-IL" smtClean="0"/>
              <a:t>26</a:t>
            </a:fld>
            <a:endParaRPr lang="en-IL"/>
          </a:p>
        </p:txBody>
      </p:sp>
    </p:spTree>
    <p:extLst>
      <p:ext uri="{BB962C8B-B14F-4D97-AF65-F5344CB8AC3E}">
        <p14:creationId xmlns:p14="http://schemas.microsoft.com/office/powerpoint/2010/main" val="128742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F928B-DE87-DE5B-DDF2-DFC381FE67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A2B3A3-7353-C69B-0A7F-25F4907FA3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64BDBB-CEC5-1322-AEB9-D42151674F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7E2907-EB8C-76FE-33DC-3EBB673146FC}"/>
              </a:ext>
            </a:extLst>
          </p:cNvPr>
          <p:cNvSpPr>
            <a:spLocks noGrp="1"/>
          </p:cNvSpPr>
          <p:nvPr>
            <p:ph type="sldNum" sz="quarter" idx="5"/>
          </p:nvPr>
        </p:nvSpPr>
        <p:spPr/>
        <p:txBody>
          <a:bodyPr/>
          <a:lstStyle/>
          <a:p>
            <a:fld id="{057520AC-CA0E-224F-8D82-D2B67D1F33B8}" type="slidenum">
              <a:rPr lang="en-IL" smtClean="0"/>
              <a:t>27</a:t>
            </a:fld>
            <a:endParaRPr lang="en-IL"/>
          </a:p>
        </p:txBody>
      </p:sp>
    </p:spTree>
    <p:extLst>
      <p:ext uri="{BB962C8B-B14F-4D97-AF65-F5344CB8AC3E}">
        <p14:creationId xmlns:p14="http://schemas.microsoft.com/office/powerpoint/2010/main" val="27171720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573DF1C-F4AA-9E9C-1253-609974D17009}"/>
              </a:ext>
            </a:extLst>
          </p:cNvPr>
          <p:cNvSpPr/>
          <p:nvPr userDrawn="1"/>
        </p:nvSpPr>
        <p:spPr>
          <a:xfrm>
            <a:off x="1" y="0"/>
            <a:ext cx="7920000" cy="6858000"/>
          </a:xfrm>
          <a:prstGeom prst="rect">
            <a:avLst/>
          </a:prstGeom>
          <a:gradFill>
            <a:gsLst>
              <a:gs pos="15000">
                <a:schemeClr val="tx2">
                  <a:alpha val="80000"/>
                </a:schemeClr>
              </a:gs>
              <a:gs pos="100000">
                <a:schemeClr val="tx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grpSp>
        <p:nvGrpSpPr>
          <p:cNvPr id="10" name="Group 9">
            <a:extLst>
              <a:ext uri="{FF2B5EF4-FFF2-40B4-BE49-F238E27FC236}">
                <a16:creationId xmlns:a16="http://schemas.microsoft.com/office/drawing/2014/main" id="{F8D0E3BD-378B-80F3-2D20-131BC3DE9F95}"/>
              </a:ext>
            </a:extLst>
          </p:cNvPr>
          <p:cNvGrpSpPr>
            <a:grpSpLocks noChangeAspect="1"/>
          </p:cNvGrpSpPr>
          <p:nvPr userDrawn="1"/>
        </p:nvGrpSpPr>
        <p:grpSpPr>
          <a:xfrm>
            <a:off x="605761" y="740098"/>
            <a:ext cx="2520000" cy="509371"/>
            <a:chOff x="10307382" y="4588869"/>
            <a:chExt cx="1008089" cy="203766"/>
          </a:xfrm>
        </p:grpSpPr>
        <p:sp>
          <p:nvSpPr>
            <p:cNvPr id="11" name="Freeform 10">
              <a:extLst>
                <a:ext uri="{FF2B5EF4-FFF2-40B4-BE49-F238E27FC236}">
                  <a16:creationId xmlns:a16="http://schemas.microsoft.com/office/drawing/2014/main" id="{D47D4FB8-58A8-DFCE-D26E-22DFD7BFC978}"/>
                </a:ext>
              </a:extLst>
            </p:cNvPr>
            <p:cNvSpPr/>
            <p:nvPr/>
          </p:nvSpPr>
          <p:spPr>
            <a:xfrm>
              <a:off x="10804619" y="4588869"/>
              <a:ext cx="510852" cy="203766"/>
            </a:xfrm>
            <a:custGeom>
              <a:avLst/>
              <a:gdLst>
                <a:gd name="connsiteX0" fmla="*/ 457660 w 510852"/>
                <a:gd name="connsiteY0" fmla="*/ 123534 h 203766"/>
                <a:gd name="connsiteX1" fmla="*/ 472483 w 510852"/>
                <a:gd name="connsiteY1" fmla="*/ 123534 h 203766"/>
                <a:gd name="connsiteX2" fmla="*/ 477818 w 510852"/>
                <a:gd name="connsiteY2" fmla="*/ 108320 h 203766"/>
                <a:gd name="connsiteX3" fmla="*/ 407749 w 510852"/>
                <a:gd name="connsiteY3" fmla="*/ 108320 h 203766"/>
                <a:gd name="connsiteX4" fmla="*/ 432442 w 510852"/>
                <a:gd name="connsiteY4" fmla="*/ 139866 h 203766"/>
                <a:gd name="connsiteX5" fmla="*/ 457669 w 510852"/>
                <a:gd name="connsiteY5" fmla="*/ 123534 h 203766"/>
                <a:gd name="connsiteX6" fmla="*/ 407758 w 510852"/>
                <a:gd name="connsiteY6" fmla="*/ 91615 h 203766"/>
                <a:gd name="connsiteX7" fmla="*/ 457669 w 510852"/>
                <a:gd name="connsiteY7" fmla="*/ 91615 h 203766"/>
                <a:gd name="connsiteX8" fmla="*/ 432442 w 510852"/>
                <a:gd name="connsiteY8" fmla="*/ 67032 h 203766"/>
                <a:gd name="connsiteX9" fmla="*/ 407749 w 510852"/>
                <a:gd name="connsiteY9" fmla="*/ 91615 h 203766"/>
                <a:gd name="connsiteX10" fmla="*/ 499941 w 510852"/>
                <a:gd name="connsiteY10" fmla="*/ 0 h 203766"/>
                <a:gd name="connsiteX11" fmla="*/ 248459 w 510852"/>
                <a:gd name="connsiteY11" fmla="*/ 0 h 203766"/>
                <a:gd name="connsiteX12" fmla="*/ 248459 w 510852"/>
                <a:gd name="connsiteY12" fmla="*/ 158913 h 203766"/>
                <a:gd name="connsiteX13" fmla="*/ 221792 w 510852"/>
                <a:gd name="connsiteY13" fmla="*/ 158913 h 203766"/>
                <a:gd name="connsiteX14" fmla="*/ 222859 w 510852"/>
                <a:gd name="connsiteY14" fmla="*/ 142208 h 203766"/>
                <a:gd name="connsiteX15" fmla="*/ 222005 w 510852"/>
                <a:gd name="connsiteY15" fmla="*/ 142208 h 203766"/>
                <a:gd name="connsiteX16" fmla="*/ 187185 w 510852"/>
                <a:gd name="connsiteY16" fmla="*/ 160191 h 203766"/>
                <a:gd name="connsiteX17" fmla="*/ 144521 w 510852"/>
                <a:gd name="connsiteY17" fmla="*/ 100016 h 203766"/>
                <a:gd name="connsiteX18" fmla="*/ 187185 w 510852"/>
                <a:gd name="connsiteY18" fmla="*/ 46389 h 203766"/>
                <a:gd name="connsiteX19" fmla="*/ 220725 w 510852"/>
                <a:gd name="connsiteY19" fmla="*/ 62348 h 203766"/>
                <a:gd name="connsiteX20" fmla="*/ 221792 w 510852"/>
                <a:gd name="connsiteY20" fmla="*/ 62348 h 203766"/>
                <a:gd name="connsiteX21" fmla="*/ 221792 w 510852"/>
                <a:gd name="connsiteY21" fmla="*/ 0 h 203766"/>
                <a:gd name="connsiteX22" fmla="*/ 81922 w 510852"/>
                <a:gd name="connsiteY22" fmla="*/ 0 h 203766"/>
                <a:gd name="connsiteX23" fmla="*/ 61443 w 510852"/>
                <a:gd name="connsiteY23" fmla="*/ 14576 h 203766"/>
                <a:gd name="connsiteX24" fmla="*/ 49075 w 510852"/>
                <a:gd name="connsiteY24" fmla="*/ 50540 h 203766"/>
                <a:gd name="connsiteX25" fmla="*/ 78134 w 510852"/>
                <a:gd name="connsiteY25" fmla="*/ 46389 h 203766"/>
                <a:gd name="connsiteX26" fmla="*/ 130178 w 510852"/>
                <a:gd name="connsiteY26" fmla="*/ 108320 h 203766"/>
                <a:gd name="connsiteX27" fmla="*/ 53494 w 510852"/>
                <a:gd name="connsiteY27" fmla="*/ 108320 h 203766"/>
                <a:gd name="connsiteX28" fmla="*/ 78134 w 510852"/>
                <a:gd name="connsiteY28" fmla="*/ 139866 h 203766"/>
                <a:gd name="connsiteX29" fmla="*/ 103414 w 510852"/>
                <a:gd name="connsiteY29" fmla="*/ 123534 h 203766"/>
                <a:gd name="connsiteX30" fmla="*/ 130080 w 510852"/>
                <a:gd name="connsiteY30" fmla="*/ 123534 h 203766"/>
                <a:gd name="connsiteX31" fmla="*/ 78036 w 510852"/>
                <a:gd name="connsiteY31" fmla="*/ 160191 h 203766"/>
                <a:gd name="connsiteX32" fmla="*/ 26845 w 510852"/>
                <a:gd name="connsiteY32" fmla="*/ 114228 h 203766"/>
                <a:gd name="connsiteX33" fmla="*/ 872 w 510852"/>
                <a:gd name="connsiteY33" fmla="*/ 189245 h 203766"/>
                <a:gd name="connsiteX34" fmla="*/ 11266 w 510852"/>
                <a:gd name="connsiteY34" fmla="*/ 203767 h 203766"/>
                <a:gd name="connsiteX35" fmla="*/ 283226 w 510852"/>
                <a:gd name="connsiteY35" fmla="*/ 203767 h 203766"/>
                <a:gd name="connsiteX36" fmla="*/ 267230 w 510852"/>
                <a:gd name="connsiteY36" fmla="*/ 170411 h 203766"/>
                <a:gd name="connsiteX37" fmla="*/ 292296 w 510852"/>
                <a:gd name="connsiteY37" fmla="*/ 170411 h 203766"/>
                <a:gd name="connsiteX38" fmla="*/ 313095 w 510852"/>
                <a:gd name="connsiteY38" fmla="*/ 187967 h 203766"/>
                <a:gd name="connsiteX39" fmla="*/ 340713 w 510852"/>
                <a:gd name="connsiteY39" fmla="*/ 164236 h 203766"/>
                <a:gd name="connsiteX40" fmla="*/ 340713 w 510852"/>
                <a:gd name="connsiteY40" fmla="*/ 142954 h 203766"/>
                <a:gd name="connsiteX41" fmla="*/ 340073 w 510852"/>
                <a:gd name="connsiteY41" fmla="*/ 142954 h 203766"/>
                <a:gd name="connsiteX42" fmla="*/ 305252 w 510852"/>
                <a:gd name="connsiteY42" fmla="*/ 160084 h 203766"/>
                <a:gd name="connsiteX43" fmla="*/ 262588 w 510852"/>
                <a:gd name="connsiteY43" fmla="*/ 106510 h 203766"/>
                <a:gd name="connsiteX44" fmla="*/ 305252 w 510852"/>
                <a:gd name="connsiteY44" fmla="*/ 46282 h 203766"/>
                <a:gd name="connsiteX45" fmla="*/ 340073 w 510852"/>
                <a:gd name="connsiteY45" fmla="*/ 64318 h 203766"/>
                <a:gd name="connsiteX46" fmla="*/ 340926 w 510852"/>
                <a:gd name="connsiteY46" fmla="*/ 64318 h 203766"/>
                <a:gd name="connsiteX47" fmla="*/ 339966 w 510852"/>
                <a:gd name="connsiteY47" fmla="*/ 47879 h 203766"/>
                <a:gd name="connsiteX48" fmla="*/ 366633 w 510852"/>
                <a:gd name="connsiteY48" fmla="*/ 47879 h 203766"/>
                <a:gd name="connsiteX49" fmla="*/ 366633 w 510852"/>
                <a:gd name="connsiteY49" fmla="*/ 158700 h 203766"/>
                <a:gd name="connsiteX50" fmla="*/ 346422 w 510852"/>
                <a:gd name="connsiteY50" fmla="*/ 203758 h 203766"/>
                <a:gd name="connsiteX51" fmla="*/ 429072 w 510852"/>
                <a:gd name="connsiteY51" fmla="*/ 203758 h 203766"/>
                <a:gd name="connsiteX52" fmla="*/ 449550 w 510852"/>
                <a:gd name="connsiteY52" fmla="*/ 189236 h 203766"/>
                <a:gd name="connsiteX53" fmla="*/ 460212 w 510852"/>
                <a:gd name="connsiteY53" fmla="*/ 158328 h 203766"/>
                <a:gd name="connsiteX54" fmla="*/ 432220 w 510852"/>
                <a:gd name="connsiteY54" fmla="*/ 160191 h 203766"/>
                <a:gd name="connsiteX55" fmla="*/ 380816 w 510852"/>
                <a:gd name="connsiteY55" fmla="*/ 103636 h 203766"/>
                <a:gd name="connsiteX56" fmla="*/ 432220 w 510852"/>
                <a:gd name="connsiteY56" fmla="*/ 46389 h 203766"/>
                <a:gd name="connsiteX57" fmla="*/ 483784 w 510852"/>
                <a:gd name="connsiteY57" fmla="*/ 90391 h 203766"/>
                <a:gd name="connsiteX58" fmla="*/ 509971 w 510852"/>
                <a:gd name="connsiteY58" fmla="*/ 14789 h 203766"/>
                <a:gd name="connsiteX59" fmla="*/ 499950 w 510852"/>
                <a:gd name="connsiteY59" fmla="*/ 0 h 203766"/>
                <a:gd name="connsiteX60" fmla="*/ 221276 w 510852"/>
                <a:gd name="connsiteY60" fmla="*/ 100016 h 203766"/>
                <a:gd name="connsiteX61" fmla="*/ 194929 w 510852"/>
                <a:gd name="connsiteY61" fmla="*/ 66766 h 203766"/>
                <a:gd name="connsiteX62" fmla="*/ 171143 w 510852"/>
                <a:gd name="connsiteY62" fmla="*/ 100016 h 203766"/>
                <a:gd name="connsiteX63" fmla="*/ 194929 w 510852"/>
                <a:gd name="connsiteY63" fmla="*/ 139866 h 203766"/>
                <a:gd name="connsiteX64" fmla="*/ 221276 w 510852"/>
                <a:gd name="connsiteY64" fmla="*/ 100016 h 203766"/>
                <a:gd name="connsiteX65" fmla="*/ 78152 w 510852"/>
                <a:gd name="connsiteY65" fmla="*/ 66766 h 203766"/>
                <a:gd name="connsiteX66" fmla="*/ 53512 w 510852"/>
                <a:gd name="connsiteY66" fmla="*/ 91349 h 203766"/>
                <a:gd name="connsiteX67" fmla="*/ 103422 w 510852"/>
                <a:gd name="connsiteY67" fmla="*/ 91349 h 203766"/>
                <a:gd name="connsiteX68" fmla="*/ 78143 w 510852"/>
                <a:gd name="connsiteY68" fmla="*/ 66766 h 203766"/>
                <a:gd name="connsiteX69" fmla="*/ 339966 w 510852"/>
                <a:gd name="connsiteY69" fmla="*/ 100016 h 203766"/>
                <a:gd name="connsiteX70" fmla="*/ 313299 w 510852"/>
                <a:gd name="connsiteY70" fmla="*/ 66766 h 203766"/>
                <a:gd name="connsiteX71" fmla="*/ 289513 w 510852"/>
                <a:gd name="connsiteY71" fmla="*/ 100016 h 203766"/>
                <a:gd name="connsiteX72" fmla="*/ 313299 w 510852"/>
                <a:gd name="connsiteY72" fmla="*/ 139866 h 203766"/>
                <a:gd name="connsiteX73" fmla="*/ 339966 w 510852"/>
                <a:gd name="connsiteY73" fmla="*/ 100016 h 203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510852" h="203766">
                  <a:moveTo>
                    <a:pt x="457660" y="123534"/>
                  </a:moveTo>
                  <a:lnTo>
                    <a:pt x="472483" y="123534"/>
                  </a:lnTo>
                  <a:lnTo>
                    <a:pt x="477818" y="108320"/>
                  </a:lnTo>
                  <a:lnTo>
                    <a:pt x="407749" y="108320"/>
                  </a:lnTo>
                  <a:cubicBezTo>
                    <a:pt x="407749" y="132264"/>
                    <a:pt x="408390" y="139866"/>
                    <a:pt x="432442" y="139866"/>
                  </a:cubicBezTo>
                  <a:cubicBezTo>
                    <a:pt x="447265" y="139866"/>
                    <a:pt x="457669" y="139866"/>
                    <a:pt x="457669" y="123534"/>
                  </a:cubicBezTo>
                  <a:moveTo>
                    <a:pt x="407758" y="91615"/>
                  </a:moveTo>
                  <a:lnTo>
                    <a:pt x="457669" y="91615"/>
                  </a:lnTo>
                  <a:cubicBezTo>
                    <a:pt x="457669" y="68736"/>
                    <a:pt x="454308" y="67032"/>
                    <a:pt x="432442" y="67032"/>
                  </a:cubicBezTo>
                  <a:cubicBezTo>
                    <a:pt x="409243" y="67032"/>
                    <a:pt x="407749" y="71876"/>
                    <a:pt x="407749" y="91615"/>
                  </a:cubicBezTo>
                  <a:moveTo>
                    <a:pt x="499941" y="0"/>
                  </a:moveTo>
                  <a:lnTo>
                    <a:pt x="248459" y="0"/>
                  </a:lnTo>
                  <a:lnTo>
                    <a:pt x="248459" y="158913"/>
                  </a:lnTo>
                  <a:lnTo>
                    <a:pt x="221792" y="158913"/>
                  </a:lnTo>
                  <a:lnTo>
                    <a:pt x="222859" y="142208"/>
                  </a:lnTo>
                  <a:lnTo>
                    <a:pt x="222005" y="142208"/>
                  </a:lnTo>
                  <a:cubicBezTo>
                    <a:pt x="215230" y="156837"/>
                    <a:pt x="202914" y="160191"/>
                    <a:pt x="187185" y="160191"/>
                  </a:cubicBezTo>
                  <a:cubicBezTo>
                    <a:pt x="145748" y="160191"/>
                    <a:pt x="144521" y="134118"/>
                    <a:pt x="144521" y="100016"/>
                  </a:cubicBezTo>
                  <a:cubicBezTo>
                    <a:pt x="144521" y="65914"/>
                    <a:pt x="149003" y="46389"/>
                    <a:pt x="187185" y="46389"/>
                  </a:cubicBezTo>
                  <a:cubicBezTo>
                    <a:pt x="200780" y="46389"/>
                    <a:pt x="215016" y="48943"/>
                    <a:pt x="220725" y="62348"/>
                  </a:cubicBezTo>
                  <a:lnTo>
                    <a:pt x="221792" y="62348"/>
                  </a:lnTo>
                  <a:lnTo>
                    <a:pt x="221792" y="0"/>
                  </a:lnTo>
                  <a:lnTo>
                    <a:pt x="81922" y="0"/>
                  </a:lnTo>
                  <a:cubicBezTo>
                    <a:pt x="72745" y="213"/>
                    <a:pt x="64636" y="5988"/>
                    <a:pt x="61443" y="14576"/>
                  </a:cubicBezTo>
                  <a:lnTo>
                    <a:pt x="49075" y="50540"/>
                  </a:lnTo>
                  <a:cubicBezTo>
                    <a:pt x="58429" y="47418"/>
                    <a:pt x="68281" y="46016"/>
                    <a:pt x="78134" y="46389"/>
                  </a:cubicBezTo>
                  <a:cubicBezTo>
                    <a:pt x="123989" y="46389"/>
                    <a:pt x="130178" y="59740"/>
                    <a:pt x="130178" y="108320"/>
                  </a:cubicBezTo>
                  <a:lnTo>
                    <a:pt x="53494" y="108320"/>
                  </a:lnTo>
                  <a:cubicBezTo>
                    <a:pt x="53494" y="132264"/>
                    <a:pt x="54134" y="139866"/>
                    <a:pt x="78134" y="139866"/>
                  </a:cubicBezTo>
                  <a:cubicBezTo>
                    <a:pt x="93010" y="139866"/>
                    <a:pt x="103414" y="139866"/>
                    <a:pt x="103414" y="123534"/>
                  </a:cubicBezTo>
                  <a:lnTo>
                    <a:pt x="130080" y="123534"/>
                  </a:lnTo>
                  <a:cubicBezTo>
                    <a:pt x="130080" y="158541"/>
                    <a:pt x="109869" y="160191"/>
                    <a:pt x="78036" y="160191"/>
                  </a:cubicBezTo>
                  <a:cubicBezTo>
                    <a:pt x="39107" y="160191"/>
                    <a:pt x="28445" y="148862"/>
                    <a:pt x="26845" y="114228"/>
                  </a:cubicBezTo>
                  <a:lnTo>
                    <a:pt x="872" y="189245"/>
                  </a:lnTo>
                  <a:cubicBezTo>
                    <a:pt x="872" y="189245"/>
                    <a:pt x="-4464" y="203767"/>
                    <a:pt x="11266" y="203767"/>
                  </a:cubicBezTo>
                  <a:lnTo>
                    <a:pt x="283226" y="203767"/>
                  </a:lnTo>
                  <a:cubicBezTo>
                    <a:pt x="272565" y="198923"/>
                    <a:pt x="266483" y="189298"/>
                    <a:pt x="267230" y="170411"/>
                  </a:cubicBezTo>
                  <a:lnTo>
                    <a:pt x="292296" y="170411"/>
                  </a:lnTo>
                  <a:cubicBezTo>
                    <a:pt x="292296" y="185625"/>
                    <a:pt x="298005" y="187967"/>
                    <a:pt x="313095" y="187967"/>
                  </a:cubicBezTo>
                  <a:cubicBezTo>
                    <a:pt x="335813" y="187967"/>
                    <a:pt x="340713" y="183283"/>
                    <a:pt x="340713" y="164236"/>
                  </a:cubicBezTo>
                  <a:lnTo>
                    <a:pt x="340713" y="142954"/>
                  </a:lnTo>
                  <a:lnTo>
                    <a:pt x="340073" y="142954"/>
                  </a:lnTo>
                  <a:cubicBezTo>
                    <a:pt x="333030" y="157529"/>
                    <a:pt x="318741" y="160084"/>
                    <a:pt x="305252" y="160084"/>
                  </a:cubicBezTo>
                  <a:cubicBezTo>
                    <a:pt x="267016" y="160084"/>
                    <a:pt x="262588" y="139121"/>
                    <a:pt x="262588" y="106510"/>
                  </a:cubicBezTo>
                  <a:cubicBezTo>
                    <a:pt x="262588" y="73899"/>
                    <a:pt x="263869" y="46282"/>
                    <a:pt x="305252" y="46282"/>
                  </a:cubicBezTo>
                  <a:cubicBezTo>
                    <a:pt x="320928" y="46282"/>
                    <a:pt x="333244" y="49689"/>
                    <a:pt x="340073" y="64318"/>
                  </a:cubicBezTo>
                  <a:lnTo>
                    <a:pt x="340926" y="64318"/>
                  </a:lnTo>
                  <a:lnTo>
                    <a:pt x="339966" y="47879"/>
                  </a:lnTo>
                  <a:lnTo>
                    <a:pt x="366633" y="47879"/>
                  </a:lnTo>
                  <a:lnTo>
                    <a:pt x="366633" y="158700"/>
                  </a:lnTo>
                  <a:cubicBezTo>
                    <a:pt x="366633" y="184614"/>
                    <a:pt x="361298" y="197752"/>
                    <a:pt x="346422" y="203758"/>
                  </a:cubicBezTo>
                  <a:lnTo>
                    <a:pt x="429072" y="203758"/>
                  </a:lnTo>
                  <a:cubicBezTo>
                    <a:pt x="438231" y="203554"/>
                    <a:pt x="446340" y="197797"/>
                    <a:pt x="449550" y="189236"/>
                  </a:cubicBezTo>
                  <a:lnTo>
                    <a:pt x="460212" y="158328"/>
                  </a:lnTo>
                  <a:cubicBezTo>
                    <a:pt x="450964" y="159871"/>
                    <a:pt x="441583" y="160492"/>
                    <a:pt x="432220" y="160191"/>
                  </a:cubicBezTo>
                  <a:cubicBezTo>
                    <a:pt x="389556" y="160191"/>
                    <a:pt x="380816" y="146626"/>
                    <a:pt x="380816" y="103636"/>
                  </a:cubicBezTo>
                  <a:cubicBezTo>
                    <a:pt x="380816" y="63785"/>
                    <a:pt x="387164" y="46389"/>
                    <a:pt x="432220" y="46389"/>
                  </a:cubicBezTo>
                  <a:cubicBezTo>
                    <a:pt x="471789" y="46389"/>
                    <a:pt x="481810" y="56387"/>
                    <a:pt x="483784" y="90391"/>
                  </a:cubicBezTo>
                  <a:lnTo>
                    <a:pt x="509971" y="14789"/>
                  </a:lnTo>
                  <a:cubicBezTo>
                    <a:pt x="509971" y="14789"/>
                    <a:pt x="515253" y="0"/>
                    <a:pt x="499950" y="0"/>
                  </a:cubicBezTo>
                  <a:moveTo>
                    <a:pt x="221276" y="100016"/>
                  </a:moveTo>
                  <a:cubicBezTo>
                    <a:pt x="221276" y="76285"/>
                    <a:pt x="218129" y="66766"/>
                    <a:pt x="194929" y="66766"/>
                  </a:cubicBezTo>
                  <a:cubicBezTo>
                    <a:pt x="176479" y="66766"/>
                    <a:pt x="171143" y="72089"/>
                    <a:pt x="171143" y="100016"/>
                  </a:cubicBezTo>
                  <a:cubicBezTo>
                    <a:pt x="171143" y="125237"/>
                    <a:pt x="170503" y="139866"/>
                    <a:pt x="194929" y="139866"/>
                  </a:cubicBezTo>
                  <a:cubicBezTo>
                    <a:pt x="222334" y="139866"/>
                    <a:pt x="221276" y="126515"/>
                    <a:pt x="221276" y="100016"/>
                  </a:cubicBezTo>
                  <a:moveTo>
                    <a:pt x="78152" y="66766"/>
                  </a:moveTo>
                  <a:cubicBezTo>
                    <a:pt x="54952" y="66766"/>
                    <a:pt x="53512" y="71610"/>
                    <a:pt x="53512" y="91349"/>
                  </a:cubicBezTo>
                  <a:lnTo>
                    <a:pt x="103422" y="91349"/>
                  </a:lnTo>
                  <a:cubicBezTo>
                    <a:pt x="103422" y="68469"/>
                    <a:pt x="100008" y="66766"/>
                    <a:pt x="78143" y="66766"/>
                  </a:cubicBezTo>
                  <a:moveTo>
                    <a:pt x="339966" y="100016"/>
                  </a:moveTo>
                  <a:cubicBezTo>
                    <a:pt x="339966" y="76285"/>
                    <a:pt x="336338" y="66766"/>
                    <a:pt x="313299" y="66766"/>
                  </a:cubicBezTo>
                  <a:cubicBezTo>
                    <a:pt x="294848" y="66766"/>
                    <a:pt x="289513" y="72089"/>
                    <a:pt x="289513" y="100016"/>
                  </a:cubicBezTo>
                  <a:cubicBezTo>
                    <a:pt x="289513" y="125237"/>
                    <a:pt x="289513" y="139866"/>
                    <a:pt x="313299" y="139866"/>
                  </a:cubicBezTo>
                  <a:cubicBezTo>
                    <a:pt x="339966" y="139866"/>
                    <a:pt x="339966" y="126515"/>
                    <a:pt x="339966" y="100016"/>
                  </a:cubicBezTo>
                </a:path>
              </a:pathLst>
            </a:custGeom>
            <a:solidFill>
              <a:srgbClr val="FF3232"/>
            </a:solidFill>
            <a:ln w="882" cap="flat">
              <a:noFill/>
              <a:prstDash val="solid"/>
              <a:miter/>
            </a:ln>
          </p:spPr>
          <p:txBody>
            <a:bodyPr rtlCol="0" anchor="ctr"/>
            <a:lstStyle/>
            <a:p>
              <a:pPr marL="0" algn="r" defTabSz="914400" rtl="1" eaLnBrk="1" latinLnBrk="0" hangingPunct="1"/>
              <a:endParaRPr lang="en-IL"/>
            </a:p>
          </p:txBody>
        </p:sp>
        <p:sp>
          <p:nvSpPr>
            <p:cNvPr id="12" name="Freeform 11">
              <a:extLst>
                <a:ext uri="{FF2B5EF4-FFF2-40B4-BE49-F238E27FC236}">
                  <a16:creationId xmlns:a16="http://schemas.microsoft.com/office/drawing/2014/main" id="{D74E73EA-E9FC-1AF9-A150-E1F5ACE986CA}"/>
                </a:ext>
              </a:extLst>
            </p:cNvPr>
            <p:cNvSpPr/>
            <p:nvPr/>
          </p:nvSpPr>
          <p:spPr>
            <a:xfrm>
              <a:off x="10307382" y="4588869"/>
              <a:ext cx="508352" cy="160456"/>
            </a:xfrm>
            <a:custGeom>
              <a:avLst/>
              <a:gdLst>
                <a:gd name="connsiteX0" fmla="*/ 422866 w 508352"/>
                <a:gd name="connsiteY0" fmla="*/ 47879 h 160456"/>
                <a:gd name="connsiteX1" fmla="*/ 422866 w 508352"/>
                <a:gd name="connsiteY1" fmla="*/ 158913 h 160456"/>
                <a:gd name="connsiteX2" fmla="*/ 449532 w 508352"/>
                <a:gd name="connsiteY2" fmla="*/ 158913 h 160456"/>
                <a:gd name="connsiteX3" fmla="*/ 449532 w 508352"/>
                <a:gd name="connsiteY3" fmla="*/ 90444 h 160456"/>
                <a:gd name="connsiteX4" fmla="*/ 469691 w 508352"/>
                <a:gd name="connsiteY4" fmla="*/ 66926 h 160456"/>
                <a:gd name="connsiteX5" fmla="*/ 483286 w 508352"/>
                <a:gd name="connsiteY5" fmla="*/ 84695 h 160456"/>
                <a:gd name="connsiteX6" fmla="*/ 483286 w 508352"/>
                <a:gd name="connsiteY6" fmla="*/ 90444 h 160456"/>
                <a:gd name="connsiteX7" fmla="*/ 508353 w 508352"/>
                <a:gd name="connsiteY7" fmla="*/ 90444 h 160456"/>
                <a:gd name="connsiteX8" fmla="*/ 508353 w 508352"/>
                <a:gd name="connsiteY8" fmla="*/ 81404 h 160456"/>
                <a:gd name="connsiteX9" fmla="*/ 479080 w 508352"/>
                <a:gd name="connsiteY9" fmla="*/ 46397 h 160456"/>
                <a:gd name="connsiteX10" fmla="*/ 449328 w 508352"/>
                <a:gd name="connsiteY10" fmla="*/ 62357 h 160456"/>
                <a:gd name="connsiteX11" fmla="*/ 448261 w 508352"/>
                <a:gd name="connsiteY11" fmla="*/ 62357 h 160456"/>
                <a:gd name="connsiteX12" fmla="*/ 449008 w 508352"/>
                <a:gd name="connsiteY12" fmla="*/ 47888 h 160456"/>
                <a:gd name="connsiteX13" fmla="*/ 422874 w 508352"/>
                <a:gd name="connsiteY13" fmla="*/ 47888 h 160456"/>
                <a:gd name="connsiteX14" fmla="*/ 371461 w 508352"/>
                <a:gd name="connsiteY14" fmla="*/ 158913 h 160456"/>
                <a:gd name="connsiteX15" fmla="*/ 398128 w 508352"/>
                <a:gd name="connsiteY15" fmla="*/ 158913 h 160456"/>
                <a:gd name="connsiteX16" fmla="*/ 398128 w 508352"/>
                <a:gd name="connsiteY16" fmla="*/ 89220 h 160456"/>
                <a:gd name="connsiteX17" fmla="*/ 347577 w 508352"/>
                <a:gd name="connsiteY17" fmla="*/ 46655 h 160456"/>
                <a:gd name="connsiteX18" fmla="*/ 299588 w 508352"/>
                <a:gd name="connsiteY18" fmla="*/ 80384 h 160456"/>
                <a:gd name="connsiteX19" fmla="*/ 326255 w 508352"/>
                <a:gd name="connsiteY19" fmla="*/ 80384 h 160456"/>
                <a:gd name="connsiteX20" fmla="*/ 347266 w 508352"/>
                <a:gd name="connsiteY20" fmla="*/ 64903 h 160456"/>
                <a:gd name="connsiteX21" fmla="*/ 371052 w 508352"/>
                <a:gd name="connsiteY21" fmla="*/ 89273 h 160456"/>
                <a:gd name="connsiteX22" fmla="*/ 371052 w 508352"/>
                <a:gd name="connsiteY22" fmla="*/ 103689 h 160456"/>
                <a:gd name="connsiteX23" fmla="*/ 370625 w 508352"/>
                <a:gd name="connsiteY23" fmla="*/ 103689 h 160456"/>
                <a:gd name="connsiteX24" fmla="*/ 337298 w 508352"/>
                <a:gd name="connsiteY24" fmla="*/ 90976 h 160456"/>
                <a:gd name="connsiteX25" fmla="*/ 295648 w 508352"/>
                <a:gd name="connsiteY25" fmla="*/ 125078 h 160456"/>
                <a:gd name="connsiteX26" fmla="*/ 337298 w 508352"/>
                <a:gd name="connsiteY26" fmla="*/ 160457 h 160456"/>
                <a:gd name="connsiteX27" fmla="*/ 371906 w 508352"/>
                <a:gd name="connsiteY27" fmla="*/ 145242 h 160456"/>
                <a:gd name="connsiteX28" fmla="*/ 372546 w 508352"/>
                <a:gd name="connsiteY28" fmla="*/ 145242 h 160456"/>
                <a:gd name="connsiteX29" fmla="*/ 371479 w 508352"/>
                <a:gd name="connsiteY29" fmla="*/ 158913 h 160456"/>
                <a:gd name="connsiteX30" fmla="*/ 346608 w 508352"/>
                <a:gd name="connsiteY30" fmla="*/ 108905 h 160456"/>
                <a:gd name="connsiteX31" fmla="*/ 371248 w 508352"/>
                <a:gd name="connsiteY31" fmla="*/ 124865 h 160456"/>
                <a:gd name="connsiteX32" fmla="*/ 346608 w 508352"/>
                <a:gd name="connsiteY32" fmla="*/ 142049 h 160456"/>
                <a:gd name="connsiteX33" fmla="*/ 322182 w 508352"/>
                <a:gd name="connsiteY33" fmla="*/ 124865 h 160456"/>
                <a:gd name="connsiteX34" fmla="*/ 346608 w 508352"/>
                <a:gd name="connsiteY34" fmla="*/ 108905 h 160456"/>
                <a:gd name="connsiteX35" fmla="*/ 273134 w 508352"/>
                <a:gd name="connsiteY35" fmla="*/ 0 h 160456"/>
                <a:gd name="connsiteX36" fmla="*/ 246467 w 508352"/>
                <a:gd name="connsiteY36" fmla="*/ 0 h 160456"/>
                <a:gd name="connsiteX37" fmla="*/ 246467 w 508352"/>
                <a:gd name="connsiteY37" fmla="*/ 158913 h 160456"/>
                <a:gd name="connsiteX38" fmla="*/ 273134 w 508352"/>
                <a:gd name="connsiteY38" fmla="*/ 158913 h 160456"/>
                <a:gd name="connsiteX39" fmla="*/ 273134 w 508352"/>
                <a:gd name="connsiteY39" fmla="*/ 0 h 160456"/>
                <a:gd name="connsiteX40" fmla="*/ 171179 w 508352"/>
                <a:gd name="connsiteY40" fmla="*/ 66766 h 160456"/>
                <a:gd name="connsiteX41" fmla="*/ 196886 w 508352"/>
                <a:gd name="connsiteY41" fmla="*/ 103636 h 160456"/>
                <a:gd name="connsiteX42" fmla="*/ 171179 w 508352"/>
                <a:gd name="connsiteY42" fmla="*/ 139866 h 160456"/>
                <a:gd name="connsiteX43" fmla="*/ 145472 w 508352"/>
                <a:gd name="connsiteY43" fmla="*/ 103636 h 160456"/>
                <a:gd name="connsiteX44" fmla="*/ 171179 w 508352"/>
                <a:gd name="connsiteY44" fmla="*/ 66766 h 160456"/>
                <a:gd name="connsiteX45" fmla="*/ 171179 w 508352"/>
                <a:gd name="connsiteY45" fmla="*/ 46389 h 160456"/>
                <a:gd name="connsiteX46" fmla="*/ 118708 w 508352"/>
                <a:gd name="connsiteY46" fmla="*/ 103423 h 160456"/>
                <a:gd name="connsiteX47" fmla="*/ 171179 w 508352"/>
                <a:gd name="connsiteY47" fmla="*/ 160191 h 160456"/>
                <a:gd name="connsiteX48" fmla="*/ 223650 w 508352"/>
                <a:gd name="connsiteY48" fmla="*/ 103423 h 160456"/>
                <a:gd name="connsiteX49" fmla="*/ 171179 w 508352"/>
                <a:gd name="connsiteY49" fmla="*/ 46389 h 160456"/>
                <a:gd name="connsiteX50" fmla="*/ 98763 w 508352"/>
                <a:gd name="connsiteY50" fmla="*/ 77988 h 160456"/>
                <a:gd name="connsiteX51" fmla="*/ 50773 w 508352"/>
                <a:gd name="connsiteY51" fmla="*/ 46389 h 160456"/>
                <a:gd name="connsiteX52" fmla="*/ 9 w 508352"/>
                <a:gd name="connsiteY52" fmla="*/ 77563 h 160456"/>
                <a:gd name="connsiteX53" fmla="*/ 48426 w 508352"/>
                <a:gd name="connsiteY53" fmla="*/ 112090 h 160456"/>
                <a:gd name="connsiteX54" fmla="*/ 76044 w 508352"/>
                <a:gd name="connsiteY54" fmla="*/ 127145 h 160456"/>
                <a:gd name="connsiteX55" fmla="*/ 50764 w 508352"/>
                <a:gd name="connsiteY55" fmla="*/ 141987 h 160456"/>
                <a:gd name="connsiteX56" fmla="*/ 26765 w 508352"/>
                <a:gd name="connsiteY56" fmla="*/ 123951 h 160456"/>
                <a:gd name="connsiteX57" fmla="*/ 0 w 508352"/>
                <a:gd name="connsiteY57" fmla="*/ 123951 h 160456"/>
                <a:gd name="connsiteX58" fmla="*/ 50764 w 508352"/>
                <a:gd name="connsiteY58" fmla="*/ 160182 h 160456"/>
                <a:gd name="connsiteX59" fmla="*/ 102809 w 508352"/>
                <a:gd name="connsiteY59" fmla="*/ 127145 h 160456"/>
                <a:gd name="connsiteX60" fmla="*/ 53112 w 508352"/>
                <a:gd name="connsiteY60" fmla="*/ 91766 h 160456"/>
                <a:gd name="connsiteX61" fmla="*/ 26658 w 508352"/>
                <a:gd name="connsiteY61" fmla="*/ 79266 h 160456"/>
                <a:gd name="connsiteX62" fmla="*/ 50657 w 508352"/>
                <a:gd name="connsiteY62" fmla="*/ 64637 h 160456"/>
                <a:gd name="connsiteX63" fmla="*/ 71989 w 508352"/>
                <a:gd name="connsiteY63" fmla="*/ 77988 h 160456"/>
                <a:gd name="connsiteX64" fmla="*/ 98763 w 508352"/>
                <a:gd name="connsiteY64" fmla="*/ 77988 h 16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08352" h="160456">
                  <a:moveTo>
                    <a:pt x="422866" y="47879"/>
                  </a:moveTo>
                  <a:lnTo>
                    <a:pt x="422866" y="158913"/>
                  </a:lnTo>
                  <a:lnTo>
                    <a:pt x="449532" y="158913"/>
                  </a:lnTo>
                  <a:lnTo>
                    <a:pt x="449532" y="90444"/>
                  </a:lnTo>
                  <a:cubicBezTo>
                    <a:pt x="449106" y="76028"/>
                    <a:pt x="453801" y="66926"/>
                    <a:pt x="469691" y="66926"/>
                  </a:cubicBezTo>
                  <a:cubicBezTo>
                    <a:pt x="482219" y="66926"/>
                    <a:pt x="483286" y="73473"/>
                    <a:pt x="483286" y="84695"/>
                  </a:cubicBezTo>
                  <a:lnTo>
                    <a:pt x="483286" y="90444"/>
                  </a:lnTo>
                  <a:lnTo>
                    <a:pt x="508353" y="90444"/>
                  </a:lnTo>
                  <a:lnTo>
                    <a:pt x="508353" y="81404"/>
                  </a:lnTo>
                  <a:cubicBezTo>
                    <a:pt x="508353" y="60121"/>
                    <a:pt x="502644" y="46397"/>
                    <a:pt x="479080" y="46397"/>
                  </a:cubicBezTo>
                  <a:cubicBezTo>
                    <a:pt x="466125" y="46397"/>
                    <a:pt x="454654" y="50017"/>
                    <a:pt x="449328" y="62357"/>
                  </a:cubicBezTo>
                  <a:lnTo>
                    <a:pt x="448261" y="62357"/>
                  </a:lnTo>
                  <a:lnTo>
                    <a:pt x="449008" y="47888"/>
                  </a:lnTo>
                  <a:lnTo>
                    <a:pt x="422874" y="47888"/>
                  </a:lnTo>
                  <a:close/>
                  <a:moveTo>
                    <a:pt x="371461" y="158913"/>
                  </a:moveTo>
                  <a:lnTo>
                    <a:pt x="398128" y="158913"/>
                  </a:lnTo>
                  <a:lnTo>
                    <a:pt x="398128" y="89220"/>
                  </a:lnTo>
                  <a:cubicBezTo>
                    <a:pt x="398128" y="51977"/>
                    <a:pt x="383252" y="46655"/>
                    <a:pt x="347577" y="46655"/>
                  </a:cubicBezTo>
                  <a:cubicBezTo>
                    <a:pt x="322084" y="46655"/>
                    <a:pt x="299588" y="47932"/>
                    <a:pt x="299588" y="80384"/>
                  </a:cubicBezTo>
                  <a:lnTo>
                    <a:pt x="326255" y="80384"/>
                  </a:lnTo>
                  <a:cubicBezTo>
                    <a:pt x="326255" y="65968"/>
                    <a:pt x="335582" y="64903"/>
                    <a:pt x="347266" y="64903"/>
                  </a:cubicBezTo>
                  <a:cubicBezTo>
                    <a:pt x="369558" y="64903"/>
                    <a:pt x="371052" y="71237"/>
                    <a:pt x="371052" y="89273"/>
                  </a:cubicBezTo>
                  <a:lnTo>
                    <a:pt x="371052" y="103689"/>
                  </a:lnTo>
                  <a:lnTo>
                    <a:pt x="370625" y="103689"/>
                  </a:lnTo>
                  <a:cubicBezTo>
                    <a:pt x="364276" y="91189"/>
                    <a:pt x="350894" y="90976"/>
                    <a:pt x="337298" y="90976"/>
                  </a:cubicBezTo>
                  <a:cubicBezTo>
                    <a:pt x="309680" y="90976"/>
                    <a:pt x="295648" y="98375"/>
                    <a:pt x="295648" y="125078"/>
                  </a:cubicBezTo>
                  <a:cubicBezTo>
                    <a:pt x="295648" y="155187"/>
                    <a:pt x="312018" y="160457"/>
                    <a:pt x="337298" y="160457"/>
                  </a:cubicBezTo>
                  <a:cubicBezTo>
                    <a:pt x="350254" y="160457"/>
                    <a:pt x="366624" y="160031"/>
                    <a:pt x="371906" y="145242"/>
                  </a:cubicBezTo>
                  <a:lnTo>
                    <a:pt x="372546" y="145242"/>
                  </a:lnTo>
                  <a:lnTo>
                    <a:pt x="371479" y="158913"/>
                  </a:lnTo>
                  <a:close/>
                  <a:moveTo>
                    <a:pt x="346608" y="108905"/>
                  </a:moveTo>
                  <a:cubicBezTo>
                    <a:pt x="359777" y="108905"/>
                    <a:pt x="371248" y="109331"/>
                    <a:pt x="371248" y="124865"/>
                  </a:cubicBezTo>
                  <a:cubicBezTo>
                    <a:pt x="371248" y="140399"/>
                    <a:pt x="360586" y="142049"/>
                    <a:pt x="346608" y="142049"/>
                  </a:cubicBezTo>
                  <a:cubicBezTo>
                    <a:pt x="328584" y="142049"/>
                    <a:pt x="322182" y="140558"/>
                    <a:pt x="322182" y="124865"/>
                  </a:cubicBezTo>
                  <a:cubicBezTo>
                    <a:pt x="322182" y="109171"/>
                    <a:pt x="332843" y="108905"/>
                    <a:pt x="346608" y="108905"/>
                  </a:cubicBezTo>
                  <a:moveTo>
                    <a:pt x="273134" y="0"/>
                  </a:moveTo>
                  <a:lnTo>
                    <a:pt x="246467" y="0"/>
                  </a:lnTo>
                  <a:lnTo>
                    <a:pt x="246467" y="158913"/>
                  </a:lnTo>
                  <a:lnTo>
                    <a:pt x="273134" y="158913"/>
                  </a:lnTo>
                  <a:lnTo>
                    <a:pt x="273134" y="0"/>
                  </a:lnTo>
                  <a:close/>
                  <a:moveTo>
                    <a:pt x="171179" y="66766"/>
                  </a:moveTo>
                  <a:cubicBezTo>
                    <a:pt x="194965" y="66766"/>
                    <a:pt x="196886" y="73526"/>
                    <a:pt x="196886" y="103636"/>
                  </a:cubicBezTo>
                  <a:cubicBezTo>
                    <a:pt x="196886" y="133745"/>
                    <a:pt x="194965" y="139866"/>
                    <a:pt x="171179" y="139866"/>
                  </a:cubicBezTo>
                  <a:cubicBezTo>
                    <a:pt x="147393" y="139866"/>
                    <a:pt x="145472" y="133266"/>
                    <a:pt x="145472" y="103636"/>
                  </a:cubicBezTo>
                  <a:cubicBezTo>
                    <a:pt x="145472" y="74005"/>
                    <a:pt x="147393" y="66766"/>
                    <a:pt x="171179" y="66766"/>
                  </a:cubicBezTo>
                  <a:moveTo>
                    <a:pt x="171179" y="46389"/>
                  </a:moveTo>
                  <a:cubicBezTo>
                    <a:pt x="124683" y="46389"/>
                    <a:pt x="118708" y="60166"/>
                    <a:pt x="118708" y="103423"/>
                  </a:cubicBezTo>
                  <a:cubicBezTo>
                    <a:pt x="118708" y="146680"/>
                    <a:pt x="124683" y="160191"/>
                    <a:pt x="171179" y="160191"/>
                  </a:cubicBezTo>
                  <a:cubicBezTo>
                    <a:pt x="217675" y="160191"/>
                    <a:pt x="223650" y="146413"/>
                    <a:pt x="223650" y="103423"/>
                  </a:cubicBezTo>
                  <a:cubicBezTo>
                    <a:pt x="223650" y="60432"/>
                    <a:pt x="217728" y="46389"/>
                    <a:pt x="171179" y="46389"/>
                  </a:cubicBezTo>
                  <a:moveTo>
                    <a:pt x="98763" y="77988"/>
                  </a:moveTo>
                  <a:cubicBezTo>
                    <a:pt x="98763" y="46814"/>
                    <a:pt x="72629" y="46389"/>
                    <a:pt x="50773" y="46389"/>
                  </a:cubicBezTo>
                  <a:cubicBezTo>
                    <a:pt x="22088" y="46389"/>
                    <a:pt x="9" y="47027"/>
                    <a:pt x="9" y="77563"/>
                  </a:cubicBezTo>
                  <a:cubicBezTo>
                    <a:pt x="9" y="105969"/>
                    <a:pt x="7425" y="111717"/>
                    <a:pt x="48426" y="112090"/>
                  </a:cubicBezTo>
                  <a:cubicBezTo>
                    <a:pt x="75404" y="112516"/>
                    <a:pt x="76044" y="117413"/>
                    <a:pt x="76044" y="127145"/>
                  </a:cubicBezTo>
                  <a:cubicBezTo>
                    <a:pt x="76044" y="142412"/>
                    <a:pt x="66716" y="141987"/>
                    <a:pt x="50764" y="141987"/>
                  </a:cubicBezTo>
                  <a:cubicBezTo>
                    <a:pt x="30980" y="141987"/>
                    <a:pt x="27192" y="140070"/>
                    <a:pt x="26765" y="123951"/>
                  </a:cubicBezTo>
                  <a:lnTo>
                    <a:pt x="0" y="123951"/>
                  </a:lnTo>
                  <a:cubicBezTo>
                    <a:pt x="0" y="160182"/>
                    <a:pt x="20371" y="160182"/>
                    <a:pt x="50764" y="160182"/>
                  </a:cubicBezTo>
                  <a:cubicBezTo>
                    <a:pt x="78969" y="160182"/>
                    <a:pt x="102809" y="157254"/>
                    <a:pt x="102809" y="127145"/>
                  </a:cubicBezTo>
                  <a:cubicBezTo>
                    <a:pt x="102809" y="91127"/>
                    <a:pt x="79450" y="93043"/>
                    <a:pt x="53112" y="91766"/>
                  </a:cubicBezTo>
                  <a:cubicBezTo>
                    <a:pt x="29752" y="90701"/>
                    <a:pt x="26658" y="90435"/>
                    <a:pt x="26658" y="79266"/>
                  </a:cubicBezTo>
                  <a:cubicBezTo>
                    <a:pt x="26658" y="64637"/>
                    <a:pt x="36413" y="64637"/>
                    <a:pt x="50657" y="64637"/>
                  </a:cubicBezTo>
                  <a:cubicBezTo>
                    <a:pt x="64902" y="64637"/>
                    <a:pt x="71989" y="64637"/>
                    <a:pt x="71989" y="77988"/>
                  </a:cubicBezTo>
                  <a:lnTo>
                    <a:pt x="98763" y="77988"/>
                  </a:lnTo>
                  <a:close/>
                </a:path>
              </a:pathLst>
            </a:custGeom>
            <a:solidFill>
              <a:schemeClr val="bg1"/>
            </a:solidFill>
            <a:ln w="882" cap="flat">
              <a:noFill/>
              <a:prstDash val="solid"/>
              <a:miter/>
            </a:ln>
          </p:spPr>
          <p:txBody>
            <a:bodyPr rtlCol="0" anchor="ctr"/>
            <a:lstStyle/>
            <a:p>
              <a:pPr marL="0" algn="l" defTabSz="914400" rtl="0" eaLnBrk="1" latinLnBrk="0" hangingPunct="1"/>
              <a:endParaRPr lang="en-IL">
                <a:solidFill>
                  <a:schemeClr val="bg1"/>
                </a:solidFill>
              </a:endParaRPr>
            </a:p>
          </p:txBody>
        </p:sp>
      </p:grpSp>
      <p:sp>
        <p:nvSpPr>
          <p:cNvPr id="2" name="Title 1">
            <a:extLst>
              <a:ext uri="{FF2B5EF4-FFF2-40B4-BE49-F238E27FC236}">
                <a16:creationId xmlns:a16="http://schemas.microsoft.com/office/drawing/2014/main" id="{A98D9D95-C44E-5026-FA56-4A39531CF37C}"/>
              </a:ext>
            </a:extLst>
          </p:cNvPr>
          <p:cNvSpPr>
            <a:spLocks noGrp="1"/>
          </p:cNvSpPr>
          <p:nvPr>
            <p:ph type="ctrTitle"/>
          </p:nvPr>
        </p:nvSpPr>
        <p:spPr>
          <a:xfrm>
            <a:off x="516000" y="3262180"/>
            <a:ext cx="5898291" cy="1762901"/>
          </a:xfrm>
        </p:spPr>
        <p:txBody>
          <a:bodyPr anchor="t">
            <a:noAutofit/>
          </a:bodyPr>
          <a:lstStyle>
            <a:lvl1pPr algn="l">
              <a:defRPr sz="5400" b="0" i="0">
                <a:solidFill>
                  <a:schemeClr val="bg1"/>
                </a:solidFill>
                <a:latin typeface="+mn-lt"/>
                <a:cs typeface="Segoe UI Light" panose="020B0502040204020203" pitchFamily="34" charset="0"/>
              </a:defRPr>
            </a:lvl1pPr>
          </a:lstStyle>
          <a:p>
            <a:r>
              <a:rPr lang="en-US"/>
              <a:t>Click to edit Master title style</a:t>
            </a:r>
            <a:endParaRPr lang="en-IL" dirty="0"/>
          </a:p>
        </p:txBody>
      </p:sp>
      <p:sp>
        <p:nvSpPr>
          <p:cNvPr id="3" name="Subtitle 2">
            <a:extLst>
              <a:ext uri="{FF2B5EF4-FFF2-40B4-BE49-F238E27FC236}">
                <a16:creationId xmlns:a16="http://schemas.microsoft.com/office/drawing/2014/main" id="{DD881CA6-45A0-DD5E-16A3-5AA980CA864F}"/>
              </a:ext>
            </a:extLst>
          </p:cNvPr>
          <p:cNvSpPr>
            <a:spLocks noGrp="1"/>
          </p:cNvSpPr>
          <p:nvPr>
            <p:ph type="subTitle" idx="1"/>
          </p:nvPr>
        </p:nvSpPr>
        <p:spPr>
          <a:xfrm>
            <a:off x="516000" y="5123934"/>
            <a:ext cx="5939480" cy="477795"/>
          </a:xfrm>
        </p:spPr>
        <p:txBody>
          <a:bodyPr/>
          <a:lstStyle>
            <a:lvl1pPr marL="0" indent="0" algn="l">
              <a:buNone/>
              <a:defRPr sz="2400" b="0" i="0">
                <a:solidFill>
                  <a:schemeClr val="accent2"/>
                </a:solidFill>
                <a:latin typeface="+mj-lt"/>
                <a:cs typeface="Segoe UI Semibold"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6" name="Slide Number Placeholder 5">
            <a:extLst>
              <a:ext uri="{FF2B5EF4-FFF2-40B4-BE49-F238E27FC236}">
                <a16:creationId xmlns:a16="http://schemas.microsoft.com/office/drawing/2014/main" id="{250B96E0-0EED-EC45-A3A6-335AE9ACB1A2}"/>
              </a:ext>
            </a:extLst>
          </p:cNvPr>
          <p:cNvSpPr>
            <a:spLocks noGrp="1"/>
          </p:cNvSpPr>
          <p:nvPr>
            <p:ph type="sldNum" sz="quarter" idx="12"/>
          </p:nvPr>
        </p:nvSpPr>
        <p:spPr/>
        <p:txBody>
          <a:bodyPr/>
          <a:lstStyle>
            <a:lvl1pPr>
              <a:defRPr>
                <a:solidFill>
                  <a:schemeClr val="accent4">
                    <a:alpha val="50000"/>
                  </a:schemeClr>
                </a:solidFill>
              </a:defRPr>
            </a:lvl1pPr>
          </a:lstStyle>
          <a:p>
            <a:fld id="{4055E60B-063F-7341-AAD1-65F55D97E323}" type="slidenum">
              <a:rPr lang="en-IL" smtClean="0"/>
              <a:pPr/>
              <a:t>‹#›</a:t>
            </a:fld>
            <a:endParaRPr lang="en-IL"/>
          </a:p>
        </p:txBody>
      </p:sp>
      <p:sp>
        <p:nvSpPr>
          <p:cNvPr id="15" name="Parallelogram 14">
            <a:extLst>
              <a:ext uri="{FF2B5EF4-FFF2-40B4-BE49-F238E27FC236}">
                <a16:creationId xmlns:a16="http://schemas.microsoft.com/office/drawing/2014/main" id="{8EE9470B-C5AD-0F15-8B9B-AD6021CF7E18}"/>
              </a:ext>
            </a:extLst>
          </p:cNvPr>
          <p:cNvSpPr/>
          <p:nvPr userDrawn="1"/>
        </p:nvSpPr>
        <p:spPr>
          <a:xfrm>
            <a:off x="592865" y="3173033"/>
            <a:ext cx="540000" cy="36000"/>
          </a:xfrm>
          <a:prstGeom prst="parallelogram">
            <a:avLst>
              <a:gd name="adj" fmla="val 33599"/>
            </a:avLst>
          </a:prstGeom>
          <a:solidFill>
            <a:srgbClr val="FF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solidFill>
                <a:srgbClr val="FF3232"/>
              </a:solidFill>
            </a:endParaRPr>
          </a:p>
        </p:txBody>
      </p:sp>
      <p:sp>
        <p:nvSpPr>
          <p:cNvPr id="16" name="Footer Placeholder 4">
            <a:extLst>
              <a:ext uri="{FF2B5EF4-FFF2-40B4-BE49-F238E27FC236}">
                <a16:creationId xmlns:a16="http://schemas.microsoft.com/office/drawing/2014/main" id="{2671121A-1F24-9B5F-8B72-9C20570FD338}"/>
              </a:ext>
            </a:extLst>
          </p:cNvPr>
          <p:cNvSpPr>
            <a:spLocks noGrp="1"/>
          </p:cNvSpPr>
          <p:nvPr>
            <p:ph type="ftr" sz="quarter" idx="3"/>
          </p:nvPr>
        </p:nvSpPr>
        <p:spPr>
          <a:xfrm>
            <a:off x="5495124" y="6356350"/>
            <a:ext cx="5040000" cy="365125"/>
          </a:xfrm>
          <a:prstGeom prst="rect">
            <a:avLst/>
          </a:prstGeom>
        </p:spPr>
        <p:txBody>
          <a:bodyPr vert="horz" lIns="91440" tIns="45720" rIns="91440" bIns="45720" rtlCol="0" anchor="ctr"/>
          <a:lstStyle>
            <a:lvl1pPr algn="l">
              <a:defRPr sz="1000" b="0" i="0">
                <a:solidFill>
                  <a:schemeClr val="tx1">
                    <a:tint val="82000"/>
                    <a:alpha val="50000"/>
                  </a:schemeClr>
                </a:solidFill>
                <a:latin typeface="Segoe UI" panose="020B0502040204020203" pitchFamily="34" charset="0"/>
                <a:cs typeface="Segoe UI" panose="020B0502040204020203" pitchFamily="34" charset="0"/>
              </a:defRPr>
            </a:lvl1pPr>
          </a:lstStyle>
          <a:p>
            <a:pPr marL="0" algn="r" defTabSz="914400" rtl="1" eaLnBrk="1" latinLnBrk="0" hangingPunct="1"/>
            <a:endParaRPr lang="en-IL" dirty="0"/>
          </a:p>
        </p:txBody>
      </p:sp>
    </p:spTree>
    <p:extLst>
      <p:ext uri="{BB962C8B-B14F-4D97-AF65-F5344CB8AC3E}">
        <p14:creationId xmlns:p14="http://schemas.microsoft.com/office/powerpoint/2010/main" val="3524184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9C20-CAD9-FFD2-CE2D-5525543FBD6C}"/>
              </a:ext>
            </a:extLst>
          </p:cNvPr>
          <p:cNvSpPr>
            <a:spLocks noGrp="1"/>
          </p:cNvSpPr>
          <p:nvPr>
            <p:ph type="title"/>
          </p:nvPr>
        </p:nvSpPr>
        <p:spPr/>
        <p:txBody>
          <a:bodyPr/>
          <a:lstStyle/>
          <a:p>
            <a:r>
              <a:rPr lang="en-US"/>
              <a:t>Click to edit Master title style</a:t>
            </a:r>
            <a:endParaRPr lang="en-IL" dirty="0"/>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p>
            <a:fld id="{4055E60B-063F-7341-AAD1-65F55D97E323}" type="slidenum">
              <a:rPr lang="en-IL" smtClean="0"/>
              <a:t>‹#›</a:t>
            </a:fld>
            <a:endParaRPr lang="en-IL"/>
          </a:p>
        </p:txBody>
      </p:sp>
    </p:spTree>
    <p:extLst>
      <p:ext uri="{BB962C8B-B14F-4D97-AF65-F5344CB8AC3E}">
        <p14:creationId xmlns:p14="http://schemas.microsoft.com/office/powerpoint/2010/main" val="1849114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9C20-CAD9-FFD2-CE2D-5525543FBD6C}"/>
              </a:ext>
            </a:extLst>
          </p:cNvPr>
          <p:cNvSpPr>
            <a:spLocks noGrp="1"/>
          </p:cNvSpPr>
          <p:nvPr>
            <p:ph type="title"/>
          </p:nvPr>
        </p:nvSpPr>
        <p:spPr>
          <a:xfrm>
            <a:off x="516000" y="463296"/>
            <a:ext cx="11160000" cy="731520"/>
          </a:xfrm>
        </p:spPr>
        <p:txBody>
          <a:bodyPr/>
          <a:lstStyle/>
          <a:p>
            <a:r>
              <a:rPr lang="en-US"/>
              <a:t>Click to edit Master title style</a:t>
            </a:r>
            <a:endParaRPr lang="en-IL" dirty="0"/>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a:xfrm>
            <a:off x="516000" y="2305877"/>
            <a:ext cx="11160000" cy="38482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p:txBody>
          <a:bodyPr/>
          <a:lstStyle/>
          <a:p>
            <a:endParaRPr lang="en-IL" dirty="0"/>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p>
            <a:fld id="{4055E60B-063F-7341-AAD1-65F55D97E323}" type="slidenum">
              <a:rPr lang="en-IL" smtClean="0"/>
              <a:t>‹#›</a:t>
            </a:fld>
            <a:endParaRPr lang="en-IL"/>
          </a:p>
        </p:txBody>
      </p:sp>
      <p:sp>
        <p:nvSpPr>
          <p:cNvPr id="10" name="Text Placeholder 9">
            <a:extLst>
              <a:ext uri="{FF2B5EF4-FFF2-40B4-BE49-F238E27FC236}">
                <a16:creationId xmlns:a16="http://schemas.microsoft.com/office/drawing/2014/main" id="{1CB354CA-FCBA-7A93-D38D-4AA6421A029D}"/>
              </a:ext>
            </a:extLst>
          </p:cNvPr>
          <p:cNvSpPr>
            <a:spLocks noGrp="1"/>
          </p:cNvSpPr>
          <p:nvPr>
            <p:ph type="body" sz="quarter" idx="18"/>
          </p:nvPr>
        </p:nvSpPr>
        <p:spPr>
          <a:xfrm>
            <a:off x="516000" y="1431235"/>
            <a:ext cx="11160000" cy="675378"/>
          </a:xfrm>
        </p:spPr>
        <p:txBody>
          <a:bodyPr>
            <a:noAutofit/>
          </a:bodyPr>
          <a:lstStyle>
            <a:lvl1pPr marL="0" indent="0">
              <a:buFontTx/>
              <a:buNone/>
              <a:defRPr sz="2200">
                <a:solidFill>
                  <a:schemeClr val="accent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2598670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526357D-2506-AD94-EDB3-970E916B89B7}"/>
              </a:ext>
            </a:extLst>
          </p:cNvPr>
          <p:cNvSpPr/>
          <p:nvPr userDrawn="1"/>
        </p:nvSpPr>
        <p:spPr>
          <a:xfrm>
            <a:off x="1" y="0"/>
            <a:ext cx="7920000" cy="6858000"/>
          </a:xfrm>
          <a:prstGeom prst="rect">
            <a:avLst/>
          </a:prstGeom>
          <a:gradFill>
            <a:gsLst>
              <a:gs pos="15000">
                <a:schemeClr val="tx2">
                  <a:alpha val="80000"/>
                </a:schemeClr>
              </a:gs>
              <a:gs pos="100000">
                <a:schemeClr val="tx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p>
        </p:txBody>
      </p:sp>
      <p:sp>
        <p:nvSpPr>
          <p:cNvPr id="3" name="Text Placeholder 2">
            <a:extLst>
              <a:ext uri="{FF2B5EF4-FFF2-40B4-BE49-F238E27FC236}">
                <a16:creationId xmlns:a16="http://schemas.microsoft.com/office/drawing/2014/main" id="{FA691269-59A4-07DF-00FC-8E4BF80006AA}"/>
              </a:ext>
            </a:extLst>
          </p:cNvPr>
          <p:cNvSpPr>
            <a:spLocks noGrp="1"/>
          </p:cNvSpPr>
          <p:nvPr>
            <p:ph type="body" idx="1"/>
          </p:nvPr>
        </p:nvSpPr>
        <p:spPr>
          <a:xfrm>
            <a:off x="516000" y="5123934"/>
            <a:ext cx="5884800" cy="735772"/>
          </a:xfrm>
        </p:spPr>
        <p:txBody>
          <a:bodyPr>
            <a:noAutofit/>
          </a:bodyPr>
          <a:lstStyle>
            <a:lvl1pPr marL="0" indent="0" algn="l" defTabSz="914400" rtl="0" eaLnBrk="1" latinLnBrk="0" hangingPunct="1">
              <a:lnSpc>
                <a:spcPct val="90000"/>
              </a:lnSpc>
              <a:spcBef>
                <a:spcPts val="1000"/>
              </a:spcBef>
              <a:buFontTx/>
              <a:buNone/>
              <a:defRPr lang="en-US" sz="2400" b="0" i="0" kern="1200" dirty="0">
                <a:solidFill>
                  <a:schemeClr val="accent2"/>
                </a:solidFill>
                <a:latin typeface="+mj-lt"/>
                <a:ea typeface="+mn-ea"/>
                <a:cs typeface="Segoe UI Semibold" panose="020B0502040204020203"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BDE585DB-4BC9-8A25-5B3F-10065DAC1435}"/>
              </a:ext>
            </a:extLst>
          </p:cNvPr>
          <p:cNvSpPr>
            <a:spLocks noGrp="1"/>
          </p:cNvSpPr>
          <p:nvPr>
            <p:ph type="ftr" sz="quarter" idx="11"/>
          </p:nvPr>
        </p:nvSpPr>
        <p:spPr/>
        <p:txBody>
          <a:bodyPr/>
          <a:lstStyle/>
          <a:p>
            <a:endParaRPr lang="en-IL" dirty="0"/>
          </a:p>
        </p:txBody>
      </p:sp>
      <p:sp>
        <p:nvSpPr>
          <p:cNvPr id="6" name="Slide Number Placeholder 5">
            <a:extLst>
              <a:ext uri="{FF2B5EF4-FFF2-40B4-BE49-F238E27FC236}">
                <a16:creationId xmlns:a16="http://schemas.microsoft.com/office/drawing/2014/main" id="{209482A8-7645-2E7C-72E7-CC9D22CDEB39}"/>
              </a:ext>
            </a:extLst>
          </p:cNvPr>
          <p:cNvSpPr>
            <a:spLocks noGrp="1"/>
          </p:cNvSpPr>
          <p:nvPr>
            <p:ph type="sldNum" sz="quarter" idx="12"/>
          </p:nvPr>
        </p:nvSpPr>
        <p:spPr/>
        <p:txBody>
          <a:bodyPr/>
          <a:lstStyle/>
          <a:p>
            <a:fld id="{4055E60B-063F-7341-AAD1-65F55D97E323}" type="slidenum">
              <a:rPr lang="en-IL" smtClean="0"/>
              <a:t>‹#›</a:t>
            </a:fld>
            <a:endParaRPr lang="en-IL"/>
          </a:p>
        </p:txBody>
      </p:sp>
      <p:sp>
        <p:nvSpPr>
          <p:cNvPr id="10" name="Parallelogram 9">
            <a:extLst>
              <a:ext uri="{FF2B5EF4-FFF2-40B4-BE49-F238E27FC236}">
                <a16:creationId xmlns:a16="http://schemas.microsoft.com/office/drawing/2014/main" id="{D12D4400-085C-5AD2-D671-9183993FEFF6}"/>
              </a:ext>
            </a:extLst>
          </p:cNvPr>
          <p:cNvSpPr/>
          <p:nvPr userDrawn="1"/>
        </p:nvSpPr>
        <p:spPr>
          <a:xfrm>
            <a:off x="592865" y="3173033"/>
            <a:ext cx="540000" cy="36000"/>
          </a:xfrm>
          <a:prstGeom prst="parallelogram">
            <a:avLst>
              <a:gd name="adj" fmla="val 33599"/>
            </a:avLst>
          </a:prstGeom>
          <a:solidFill>
            <a:srgbClr val="FF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solidFill>
                <a:srgbClr val="FF3232"/>
              </a:solidFill>
            </a:endParaRPr>
          </a:p>
        </p:txBody>
      </p:sp>
      <p:sp>
        <p:nvSpPr>
          <p:cNvPr id="2" name="Title 1">
            <a:extLst>
              <a:ext uri="{FF2B5EF4-FFF2-40B4-BE49-F238E27FC236}">
                <a16:creationId xmlns:a16="http://schemas.microsoft.com/office/drawing/2014/main" id="{C6531D58-9868-8123-6A61-454D6EC244EF}"/>
              </a:ext>
            </a:extLst>
          </p:cNvPr>
          <p:cNvSpPr>
            <a:spLocks noGrp="1"/>
          </p:cNvSpPr>
          <p:nvPr>
            <p:ph type="title"/>
          </p:nvPr>
        </p:nvSpPr>
        <p:spPr>
          <a:xfrm>
            <a:off x="516000" y="3260035"/>
            <a:ext cx="5898052" cy="1762539"/>
          </a:xfrm>
        </p:spPr>
        <p:txBody>
          <a:bodyPr anchor="t">
            <a:noAutofit/>
          </a:bodyPr>
          <a:lstStyle>
            <a:lvl1pPr marL="0" algn="l" defTabSz="914400" rtl="0" eaLnBrk="1" latinLnBrk="0" hangingPunct="1">
              <a:lnSpc>
                <a:spcPct val="90000"/>
              </a:lnSpc>
              <a:spcBef>
                <a:spcPct val="0"/>
              </a:spcBef>
              <a:buNone/>
              <a:defRPr lang="en-IL" sz="5400" b="0" i="0" kern="1200" dirty="0">
                <a:solidFill>
                  <a:schemeClr val="bg1"/>
                </a:solidFill>
                <a:latin typeface="+mn-lt"/>
                <a:ea typeface="+mj-ea"/>
                <a:cs typeface="Segoe UI Light" panose="020B0502040204020203" pitchFamily="34" charset="0"/>
              </a:defRPr>
            </a:lvl1pPr>
          </a:lstStyle>
          <a:p>
            <a:r>
              <a:rPr lang="en-US"/>
              <a:t>Click to edit Master title style</a:t>
            </a:r>
            <a:endParaRPr lang="en-IL" dirty="0"/>
          </a:p>
        </p:txBody>
      </p:sp>
      <p:grpSp>
        <p:nvGrpSpPr>
          <p:cNvPr id="12" name="Group 11">
            <a:extLst>
              <a:ext uri="{FF2B5EF4-FFF2-40B4-BE49-F238E27FC236}">
                <a16:creationId xmlns:a16="http://schemas.microsoft.com/office/drawing/2014/main" id="{6E769BEC-8FF0-8DE9-DE3C-392ACF114B74}"/>
              </a:ext>
            </a:extLst>
          </p:cNvPr>
          <p:cNvGrpSpPr/>
          <p:nvPr userDrawn="1"/>
        </p:nvGrpSpPr>
        <p:grpSpPr>
          <a:xfrm>
            <a:off x="10654248" y="6448149"/>
            <a:ext cx="1008089" cy="203766"/>
            <a:chOff x="10654248" y="6448149"/>
            <a:chExt cx="1008089" cy="203766"/>
          </a:xfrm>
        </p:grpSpPr>
        <p:sp>
          <p:nvSpPr>
            <p:cNvPr id="13" name="Freeform 12">
              <a:extLst>
                <a:ext uri="{FF2B5EF4-FFF2-40B4-BE49-F238E27FC236}">
                  <a16:creationId xmlns:a16="http://schemas.microsoft.com/office/drawing/2014/main" id="{0A2CEBBD-0AD7-3EE5-8BC0-2B1E35483E40}"/>
                </a:ext>
              </a:extLst>
            </p:cNvPr>
            <p:cNvSpPr/>
            <p:nvPr/>
          </p:nvSpPr>
          <p:spPr>
            <a:xfrm>
              <a:off x="11151485" y="6448149"/>
              <a:ext cx="510852" cy="203766"/>
            </a:xfrm>
            <a:custGeom>
              <a:avLst/>
              <a:gdLst>
                <a:gd name="connsiteX0" fmla="*/ 457660 w 510852"/>
                <a:gd name="connsiteY0" fmla="*/ 123534 h 203766"/>
                <a:gd name="connsiteX1" fmla="*/ 472483 w 510852"/>
                <a:gd name="connsiteY1" fmla="*/ 123534 h 203766"/>
                <a:gd name="connsiteX2" fmla="*/ 477818 w 510852"/>
                <a:gd name="connsiteY2" fmla="*/ 108320 h 203766"/>
                <a:gd name="connsiteX3" fmla="*/ 407749 w 510852"/>
                <a:gd name="connsiteY3" fmla="*/ 108320 h 203766"/>
                <a:gd name="connsiteX4" fmla="*/ 432442 w 510852"/>
                <a:gd name="connsiteY4" fmla="*/ 139866 h 203766"/>
                <a:gd name="connsiteX5" fmla="*/ 457669 w 510852"/>
                <a:gd name="connsiteY5" fmla="*/ 123534 h 203766"/>
                <a:gd name="connsiteX6" fmla="*/ 407758 w 510852"/>
                <a:gd name="connsiteY6" fmla="*/ 91615 h 203766"/>
                <a:gd name="connsiteX7" fmla="*/ 457669 w 510852"/>
                <a:gd name="connsiteY7" fmla="*/ 91615 h 203766"/>
                <a:gd name="connsiteX8" fmla="*/ 432442 w 510852"/>
                <a:gd name="connsiteY8" fmla="*/ 67032 h 203766"/>
                <a:gd name="connsiteX9" fmla="*/ 407749 w 510852"/>
                <a:gd name="connsiteY9" fmla="*/ 91615 h 203766"/>
                <a:gd name="connsiteX10" fmla="*/ 499941 w 510852"/>
                <a:gd name="connsiteY10" fmla="*/ 0 h 203766"/>
                <a:gd name="connsiteX11" fmla="*/ 248459 w 510852"/>
                <a:gd name="connsiteY11" fmla="*/ 0 h 203766"/>
                <a:gd name="connsiteX12" fmla="*/ 248459 w 510852"/>
                <a:gd name="connsiteY12" fmla="*/ 158913 h 203766"/>
                <a:gd name="connsiteX13" fmla="*/ 221792 w 510852"/>
                <a:gd name="connsiteY13" fmla="*/ 158913 h 203766"/>
                <a:gd name="connsiteX14" fmla="*/ 222859 w 510852"/>
                <a:gd name="connsiteY14" fmla="*/ 142208 h 203766"/>
                <a:gd name="connsiteX15" fmla="*/ 222005 w 510852"/>
                <a:gd name="connsiteY15" fmla="*/ 142208 h 203766"/>
                <a:gd name="connsiteX16" fmla="*/ 187185 w 510852"/>
                <a:gd name="connsiteY16" fmla="*/ 160191 h 203766"/>
                <a:gd name="connsiteX17" fmla="*/ 144521 w 510852"/>
                <a:gd name="connsiteY17" fmla="*/ 100016 h 203766"/>
                <a:gd name="connsiteX18" fmla="*/ 187185 w 510852"/>
                <a:gd name="connsiteY18" fmla="*/ 46389 h 203766"/>
                <a:gd name="connsiteX19" fmla="*/ 220725 w 510852"/>
                <a:gd name="connsiteY19" fmla="*/ 62348 h 203766"/>
                <a:gd name="connsiteX20" fmla="*/ 221792 w 510852"/>
                <a:gd name="connsiteY20" fmla="*/ 62348 h 203766"/>
                <a:gd name="connsiteX21" fmla="*/ 221792 w 510852"/>
                <a:gd name="connsiteY21" fmla="*/ 0 h 203766"/>
                <a:gd name="connsiteX22" fmla="*/ 81922 w 510852"/>
                <a:gd name="connsiteY22" fmla="*/ 0 h 203766"/>
                <a:gd name="connsiteX23" fmla="*/ 61443 w 510852"/>
                <a:gd name="connsiteY23" fmla="*/ 14576 h 203766"/>
                <a:gd name="connsiteX24" fmla="*/ 49075 w 510852"/>
                <a:gd name="connsiteY24" fmla="*/ 50540 h 203766"/>
                <a:gd name="connsiteX25" fmla="*/ 78134 w 510852"/>
                <a:gd name="connsiteY25" fmla="*/ 46389 h 203766"/>
                <a:gd name="connsiteX26" fmla="*/ 130178 w 510852"/>
                <a:gd name="connsiteY26" fmla="*/ 108320 h 203766"/>
                <a:gd name="connsiteX27" fmla="*/ 53494 w 510852"/>
                <a:gd name="connsiteY27" fmla="*/ 108320 h 203766"/>
                <a:gd name="connsiteX28" fmla="*/ 78134 w 510852"/>
                <a:gd name="connsiteY28" fmla="*/ 139866 h 203766"/>
                <a:gd name="connsiteX29" fmla="*/ 103414 w 510852"/>
                <a:gd name="connsiteY29" fmla="*/ 123534 h 203766"/>
                <a:gd name="connsiteX30" fmla="*/ 130080 w 510852"/>
                <a:gd name="connsiteY30" fmla="*/ 123534 h 203766"/>
                <a:gd name="connsiteX31" fmla="*/ 78036 w 510852"/>
                <a:gd name="connsiteY31" fmla="*/ 160191 h 203766"/>
                <a:gd name="connsiteX32" fmla="*/ 26845 w 510852"/>
                <a:gd name="connsiteY32" fmla="*/ 114228 h 203766"/>
                <a:gd name="connsiteX33" fmla="*/ 872 w 510852"/>
                <a:gd name="connsiteY33" fmla="*/ 189245 h 203766"/>
                <a:gd name="connsiteX34" fmla="*/ 11266 w 510852"/>
                <a:gd name="connsiteY34" fmla="*/ 203767 h 203766"/>
                <a:gd name="connsiteX35" fmla="*/ 283226 w 510852"/>
                <a:gd name="connsiteY35" fmla="*/ 203767 h 203766"/>
                <a:gd name="connsiteX36" fmla="*/ 267230 w 510852"/>
                <a:gd name="connsiteY36" fmla="*/ 170411 h 203766"/>
                <a:gd name="connsiteX37" fmla="*/ 292296 w 510852"/>
                <a:gd name="connsiteY37" fmla="*/ 170411 h 203766"/>
                <a:gd name="connsiteX38" fmla="*/ 313095 w 510852"/>
                <a:gd name="connsiteY38" fmla="*/ 187967 h 203766"/>
                <a:gd name="connsiteX39" fmla="*/ 340713 w 510852"/>
                <a:gd name="connsiteY39" fmla="*/ 164236 h 203766"/>
                <a:gd name="connsiteX40" fmla="*/ 340713 w 510852"/>
                <a:gd name="connsiteY40" fmla="*/ 142954 h 203766"/>
                <a:gd name="connsiteX41" fmla="*/ 340073 w 510852"/>
                <a:gd name="connsiteY41" fmla="*/ 142954 h 203766"/>
                <a:gd name="connsiteX42" fmla="*/ 305252 w 510852"/>
                <a:gd name="connsiteY42" fmla="*/ 160084 h 203766"/>
                <a:gd name="connsiteX43" fmla="*/ 262588 w 510852"/>
                <a:gd name="connsiteY43" fmla="*/ 106510 h 203766"/>
                <a:gd name="connsiteX44" fmla="*/ 305252 w 510852"/>
                <a:gd name="connsiteY44" fmla="*/ 46282 h 203766"/>
                <a:gd name="connsiteX45" fmla="*/ 340073 w 510852"/>
                <a:gd name="connsiteY45" fmla="*/ 64318 h 203766"/>
                <a:gd name="connsiteX46" fmla="*/ 340926 w 510852"/>
                <a:gd name="connsiteY46" fmla="*/ 64318 h 203766"/>
                <a:gd name="connsiteX47" fmla="*/ 339966 w 510852"/>
                <a:gd name="connsiteY47" fmla="*/ 47879 h 203766"/>
                <a:gd name="connsiteX48" fmla="*/ 366633 w 510852"/>
                <a:gd name="connsiteY48" fmla="*/ 47879 h 203766"/>
                <a:gd name="connsiteX49" fmla="*/ 366633 w 510852"/>
                <a:gd name="connsiteY49" fmla="*/ 158700 h 203766"/>
                <a:gd name="connsiteX50" fmla="*/ 346422 w 510852"/>
                <a:gd name="connsiteY50" fmla="*/ 203758 h 203766"/>
                <a:gd name="connsiteX51" fmla="*/ 429072 w 510852"/>
                <a:gd name="connsiteY51" fmla="*/ 203758 h 203766"/>
                <a:gd name="connsiteX52" fmla="*/ 449550 w 510852"/>
                <a:gd name="connsiteY52" fmla="*/ 189236 h 203766"/>
                <a:gd name="connsiteX53" fmla="*/ 460212 w 510852"/>
                <a:gd name="connsiteY53" fmla="*/ 158328 h 203766"/>
                <a:gd name="connsiteX54" fmla="*/ 432220 w 510852"/>
                <a:gd name="connsiteY54" fmla="*/ 160191 h 203766"/>
                <a:gd name="connsiteX55" fmla="*/ 380816 w 510852"/>
                <a:gd name="connsiteY55" fmla="*/ 103636 h 203766"/>
                <a:gd name="connsiteX56" fmla="*/ 432220 w 510852"/>
                <a:gd name="connsiteY56" fmla="*/ 46389 h 203766"/>
                <a:gd name="connsiteX57" fmla="*/ 483784 w 510852"/>
                <a:gd name="connsiteY57" fmla="*/ 90391 h 203766"/>
                <a:gd name="connsiteX58" fmla="*/ 509971 w 510852"/>
                <a:gd name="connsiteY58" fmla="*/ 14789 h 203766"/>
                <a:gd name="connsiteX59" fmla="*/ 499950 w 510852"/>
                <a:gd name="connsiteY59" fmla="*/ 0 h 203766"/>
                <a:gd name="connsiteX60" fmla="*/ 221276 w 510852"/>
                <a:gd name="connsiteY60" fmla="*/ 100016 h 203766"/>
                <a:gd name="connsiteX61" fmla="*/ 194929 w 510852"/>
                <a:gd name="connsiteY61" fmla="*/ 66766 h 203766"/>
                <a:gd name="connsiteX62" fmla="*/ 171143 w 510852"/>
                <a:gd name="connsiteY62" fmla="*/ 100016 h 203766"/>
                <a:gd name="connsiteX63" fmla="*/ 194929 w 510852"/>
                <a:gd name="connsiteY63" fmla="*/ 139866 h 203766"/>
                <a:gd name="connsiteX64" fmla="*/ 221276 w 510852"/>
                <a:gd name="connsiteY64" fmla="*/ 100016 h 203766"/>
                <a:gd name="connsiteX65" fmla="*/ 78152 w 510852"/>
                <a:gd name="connsiteY65" fmla="*/ 66766 h 203766"/>
                <a:gd name="connsiteX66" fmla="*/ 53512 w 510852"/>
                <a:gd name="connsiteY66" fmla="*/ 91349 h 203766"/>
                <a:gd name="connsiteX67" fmla="*/ 103422 w 510852"/>
                <a:gd name="connsiteY67" fmla="*/ 91349 h 203766"/>
                <a:gd name="connsiteX68" fmla="*/ 78143 w 510852"/>
                <a:gd name="connsiteY68" fmla="*/ 66766 h 203766"/>
                <a:gd name="connsiteX69" fmla="*/ 339966 w 510852"/>
                <a:gd name="connsiteY69" fmla="*/ 100016 h 203766"/>
                <a:gd name="connsiteX70" fmla="*/ 313299 w 510852"/>
                <a:gd name="connsiteY70" fmla="*/ 66766 h 203766"/>
                <a:gd name="connsiteX71" fmla="*/ 289513 w 510852"/>
                <a:gd name="connsiteY71" fmla="*/ 100016 h 203766"/>
                <a:gd name="connsiteX72" fmla="*/ 313299 w 510852"/>
                <a:gd name="connsiteY72" fmla="*/ 139866 h 203766"/>
                <a:gd name="connsiteX73" fmla="*/ 339966 w 510852"/>
                <a:gd name="connsiteY73" fmla="*/ 100016 h 203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510852" h="203766">
                  <a:moveTo>
                    <a:pt x="457660" y="123534"/>
                  </a:moveTo>
                  <a:lnTo>
                    <a:pt x="472483" y="123534"/>
                  </a:lnTo>
                  <a:lnTo>
                    <a:pt x="477818" y="108320"/>
                  </a:lnTo>
                  <a:lnTo>
                    <a:pt x="407749" y="108320"/>
                  </a:lnTo>
                  <a:cubicBezTo>
                    <a:pt x="407749" y="132264"/>
                    <a:pt x="408390" y="139866"/>
                    <a:pt x="432442" y="139866"/>
                  </a:cubicBezTo>
                  <a:cubicBezTo>
                    <a:pt x="447265" y="139866"/>
                    <a:pt x="457669" y="139866"/>
                    <a:pt x="457669" y="123534"/>
                  </a:cubicBezTo>
                  <a:moveTo>
                    <a:pt x="407758" y="91615"/>
                  </a:moveTo>
                  <a:lnTo>
                    <a:pt x="457669" y="91615"/>
                  </a:lnTo>
                  <a:cubicBezTo>
                    <a:pt x="457669" y="68736"/>
                    <a:pt x="454308" y="67032"/>
                    <a:pt x="432442" y="67032"/>
                  </a:cubicBezTo>
                  <a:cubicBezTo>
                    <a:pt x="409243" y="67032"/>
                    <a:pt x="407749" y="71876"/>
                    <a:pt x="407749" y="91615"/>
                  </a:cubicBezTo>
                  <a:moveTo>
                    <a:pt x="499941" y="0"/>
                  </a:moveTo>
                  <a:lnTo>
                    <a:pt x="248459" y="0"/>
                  </a:lnTo>
                  <a:lnTo>
                    <a:pt x="248459" y="158913"/>
                  </a:lnTo>
                  <a:lnTo>
                    <a:pt x="221792" y="158913"/>
                  </a:lnTo>
                  <a:lnTo>
                    <a:pt x="222859" y="142208"/>
                  </a:lnTo>
                  <a:lnTo>
                    <a:pt x="222005" y="142208"/>
                  </a:lnTo>
                  <a:cubicBezTo>
                    <a:pt x="215230" y="156837"/>
                    <a:pt x="202914" y="160191"/>
                    <a:pt x="187185" y="160191"/>
                  </a:cubicBezTo>
                  <a:cubicBezTo>
                    <a:pt x="145748" y="160191"/>
                    <a:pt x="144521" y="134118"/>
                    <a:pt x="144521" y="100016"/>
                  </a:cubicBezTo>
                  <a:cubicBezTo>
                    <a:pt x="144521" y="65914"/>
                    <a:pt x="149003" y="46389"/>
                    <a:pt x="187185" y="46389"/>
                  </a:cubicBezTo>
                  <a:cubicBezTo>
                    <a:pt x="200780" y="46389"/>
                    <a:pt x="215016" y="48943"/>
                    <a:pt x="220725" y="62348"/>
                  </a:cubicBezTo>
                  <a:lnTo>
                    <a:pt x="221792" y="62348"/>
                  </a:lnTo>
                  <a:lnTo>
                    <a:pt x="221792" y="0"/>
                  </a:lnTo>
                  <a:lnTo>
                    <a:pt x="81922" y="0"/>
                  </a:lnTo>
                  <a:cubicBezTo>
                    <a:pt x="72745" y="213"/>
                    <a:pt x="64636" y="5988"/>
                    <a:pt x="61443" y="14576"/>
                  </a:cubicBezTo>
                  <a:lnTo>
                    <a:pt x="49075" y="50540"/>
                  </a:lnTo>
                  <a:cubicBezTo>
                    <a:pt x="58429" y="47418"/>
                    <a:pt x="68281" y="46016"/>
                    <a:pt x="78134" y="46389"/>
                  </a:cubicBezTo>
                  <a:cubicBezTo>
                    <a:pt x="123989" y="46389"/>
                    <a:pt x="130178" y="59740"/>
                    <a:pt x="130178" y="108320"/>
                  </a:cubicBezTo>
                  <a:lnTo>
                    <a:pt x="53494" y="108320"/>
                  </a:lnTo>
                  <a:cubicBezTo>
                    <a:pt x="53494" y="132264"/>
                    <a:pt x="54134" y="139866"/>
                    <a:pt x="78134" y="139866"/>
                  </a:cubicBezTo>
                  <a:cubicBezTo>
                    <a:pt x="93010" y="139866"/>
                    <a:pt x="103414" y="139866"/>
                    <a:pt x="103414" y="123534"/>
                  </a:cubicBezTo>
                  <a:lnTo>
                    <a:pt x="130080" y="123534"/>
                  </a:lnTo>
                  <a:cubicBezTo>
                    <a:pt x="130080" y="158541"/>
                    <a:pt x="109869" y="160191"/>
                    <a:pt x="78036" y="160191"/>
                  </a:cubicBezTo>
                  <a:cubicBezTo>
                    <a:pt x="39107" y="160191"/>
                    <a:pt x="28445" y="148862"/>
                    <a:pt x="26845" y="114228"/>
                  </a:cubicBezTo>
                  <a:lnTo>
                    <a:pt x="872" y="189245"/>
                  </a:lnTo>
                  <a:cubicBezTo>
                    <a:pt x="872" y="189245"/>
                    <a:pt x="-4464" y="203767"/>
                    <a:pt x="11266" y="203767"/>
                  </a:cubicBezTo>
                  <a:lnTo>
                    <a:pt x="283226" y="203767"/>
                  </a:lnTo>
                  <a:cubicBezTo>
                    <a:pt x="272565" y="198923"/>
                    <a:pt x="266483" y="189298"/>
                    <a:pt x="267230" y="170411"/>
                  </a:cubicBezTo>
                  <a:lnTo>
                    <a:pt x="292296" y="170411"/>
                  </a:lnTo>
                  <a:cubicBezTo>
                    <a:pt x="292296" y="185625"/>
                    <a:pt x="298005" y="187967"/>
                    <a:pt x="313095" y="187967"/>
                  </a:cubicBezTo>
                  <a:cubicBezTo>
                    <a:pt x="335813" y="187967"/>
                    <a:pt x="340713" y="183283"/>
                    <a:pt x="340713" y="164236"/>
                  </a:cubicBezTo>
                  <a:lnTo>
                    <a:pt x="340713" y="142954"/>
                  </a:lnTo>
                  <a:lnTo>
                    <a:pt x="340073" y="142954"/>
                  </a:lnTo>
                  <a:cubicBezTo>
                    <a:pt x="333030" y="157529"/>
                    <a:pt x="318741" y="160084"/>
                    <a:pt x="305252" y="160084"/>
                  </a:cubicBezTo>
                  <a:cubicBezTo>
                    <a:pt x="267016" y="160084"/>
                    <a:pt x="262588" y="139121"/>
                    <a:pt x="262588" y="106510"/>
                  </a:cubicBezTo>
                  <a:cubicBezTo>
                    <a:pt x="262588" y="73899"/>
                    <a:pt x="263869" y="46282"/>
                    <a:pt x="305252" y="46282"/>
                  </a:cubicBezTo>
                  <a:cubicBezTo>
                    <a:pt x="320928" y="46282"/>
                    <a:pt x="333244" y="49689"/>
                    <a:pt x="340073" y="64318"/>
                  </a:cubicBezTo>
                  <a:lnTo>
                    <a:pt x="340926" y="64318"/>
                  </a:lnTo>
                  <a:lnTo>
                    <a:pt x="339966" y="47879"/>
                  </a:lnTo>
                  <a:lnTo>
                    <a:pt x="366633" y="47879"/>
                  </a:lnTo>
                  <a:lnTo>
                    <a:pt x="366633" y="158700"/>
                  </a:lnTo>
                  <a:cubicBezTo>
                    <a:pt x="366633" y="184614"/>
                    <a:pt x="361298" y="197752"/>
                    <a:pt x="346422" y="203758"/>
                  </a:cubicBezTo>
                  <a:lnTo>
                    <a:pt x="429072" y="203758"/>
                  </a:lnTo>
                  <a:cubicBezTo>
                    <a:pt x="438231" y="203554"/>
                    <a:pt x="446340" y="197797"/>
                    <a:pt x="449550" y="189236"/>
                  </a:cubicBezTo>
                  <a:lnTo>
                    <a:pt x="460212" y="158328"/>
                  </a:lnTo>
                  <a:cubicBezTo>
                    <a:pt x="450964" y="159871"/>
                    <a:pt x="441583" y="160492"/>
                    <a:pt x="432220" y="160191"/>
                  </a:cubicBezTo>
                  <a:cubicBezTo>
                    <a:pt x="389556" y="160191"/>
                    <a:pt x="380816" y="146626"/>
                    <a:pt x="380816" y="103636"/>
                  </a:cubicBezTo>
                  <a:cubicBezTo>
                    <a:pt x="380816" y="63785"/>
                    <a:pt x="387164" y="46389"/>
                    <a:pt x="432220" y="46389"/>
                  </a:cubicBezTo>
                  <a:cubicBezTo>
                    <a:pt x="471789" y="46389"/>
                    <a:pt x="481810" y="56387"/>
                    <a:pt x="483784" y="90391"/>
                  </a:cubicBezTo>
                  <a:lnTo>
                    <a:pt x="509971" y="14789"/>
                  </a:lnTo>
                  <a:cubicBezTo>
                    <a:pt x="509971" y="14789"/>
                    <a:pt x="515253" y="0"/>
                    <a:pt x="499950" y="0"/>
                  </a:cubicBezTo>
                  <a:moveTo>
                    <a:pt x="221276" y="100016"/>
                  </a:moveTo>
                  <a:cubicBezTo>
                    <a:pt x="221276" y="76285"/>
                    <a:pt x="218129" y="66766"/>
                    <a:pt x="194929" y="66766"/>
                  </a:cubicBezTo>
                  <a:cubicBezTo>
                    <a:pt x="176479" y="66766"/>
                    <a:pt x="171143" y="72089"/>
                    <a:pt x="171143" y="100016"/>
                  </a:cubicBezTo>
                  <a:cubicBezTo>
                    <a:pt x="171143" y="125237"/>
                    <a:pt x="170503" y="139866"/>
                    <a:pt x="194929" y="139866"/>
                  </a:cubicBezTo>
                  <a:cubicBezTo>
                    <a:pt x="222334" y="139866"/>
                    <a:pt x="221276" y="126515"/>
                    <a:pt x="221276" y="100016"/>
                  </a:cubicBezTo>
                  <a:moveTo>
                    <a:pt x="78152" y="66766"/>
                  </a:moveTo>
                  <a:cubicBezTo>
                    <a:pt x="54952" y="66766"/>
                    <a:pt x="53512" y="71610"/>
                    <a:pt x="53512" y="91349"/>
                  </a:cubicBezTo>
                  <a:lnTo>
                    <a:pt x="103422" y="91349"/>
                  </a:lnTo>
                  <a:cubicBezTo>
                    <a:pt x="103422" y="68469"/>
                    <a:pt x="100008" y="66766"/>
                    <a:pt x="78143" y="66766"/>
                  </a:cubicBezTo>
                  <a:moveTo>
                    <a:pt x="339966" y="100016"/>
                  </a:moveTo>
                  <a:cubicBezTo>
                    <a:pt x="339966" y="76285"/>
                    <a:pt x="336338" y="66766"/>
                    <a:pt x="313299" y="66766"/>
                  </a:cubicBezTo>
                  <a:cubicBezTo>
                    <a:pt x="294848" y="66766"/>
                    <a:pt x="289513" y="72089"/>
                    <a:pt x="289513" y="100016"/>
                  </a:cubicBezTo>
                  <a:cubicBezTo>
                    <a:pt x="289513" y="125237"/>
                    <a:pt x="289513" y="139866"/>
                    <a:pt x="313299" y="139866"/>
                  </a:cubicBezTo>
                  <a:cubicBezTo>
                    <a:pt x="339966" y="139866"/>
                    <a:pt x="339966" y="126515"/>
                    <a:pt x="339966" y="100016"/>
                  </a:cubicBezTo>
                </a:path>
              </a:pathLst>
            </a:custGeom>
            <a:solidFill>
              <a:schemeClr val="bg1"/>
            </a:solidFill>
            <a:ln w="882" cap="flat">
              <a:noFill/>
              <a:prstDash val="solid"/>
              <a:miter/>
            </a:ln>
          </p:spPr>
          <p:txBody>
            <a:bodyPr rtlCol="0" anchor="ctr"/>
            <a:lstStyle/>
            <a:p>
              <a:pPr marL="0" algn="l" defTabSz="914400" rtl="0" eaLnBrk="1" latinLnBrk="0" hangingPunct="1"/>
              <a:endParaRPr lang="en-IL"/>
            </a:p>
          </p:txBody>
        </p:sp>
        <p:sp>
          <p:nvSpPr>
            <p:cNvPr id="14" name="Freeform 13">
              <a:extLst>
                <a:ext uri="{FF2B5EF4-FFF2-40B4-BE49-F238E27FC236}">
                  <a16:creationId xmlns:a16="http://schemas.microsoft.com/office/drawing/2014/main" id="{109D1F7F-823A-B1A4-0B2B-DC556F233687}"/>
                </a:ext>
              </a:extLst>
            </p:cNvPr>
            <p:cNvSpPr/>
            <p:nvPr/>
          </p:nvSpPr>
          <p:spPr>
            <a:xfrm>
              <a:off x="10654248" y="6448149"/>
              <a:ext cx="508352" cy="160456"/>
            </a:xfrm>
            <a:custGeom>
              <a:avLst/>
              <a:gdLst>
                <a:gd name="connsiteX0" fmla="*/ 422866 w 508352"/>
                <a:gd name="connsiteY0" fmla="*/ 47879 h 160456"/>
                <a:gd name="connsiteX1" fmla="*/ 422866 w 508352"/>
                <a:gd name="connsiteY1" fmla="*/ 158913 h 160456"/>
                <a:gd name="connsiteX2" fmla="*/ 449532 w 508352"/>
                <a:gd name="connsiteY2" fmla="*/ 158913 h 160456"/>
                <a:gd name="connsiteX3" fmla="*/ 449532 w 508352"/>
                <a:gd name="connsiteY3" fmla="*/ 90444 h 160456"/>
                <a:gd name="connsiteX4" fmla="*/ 469691 w 508352"/>
                <a:gd name="connsiteY4" fmla="*/ 66926 h 160456"/>
                <a:gd name="connsiteX5" fmla="*/ 483286 w 508352"/>
                <a:gd name="connsiteY5" fmla="*/ 84695 h 160456"/>
                <a:gd name="connsiteX6" fmla="*/ 483286 w 508352"/>
                <a:gd name="connsiteY6" fmla="*/ 90444 h 160456"/>
                <a:gd name="connsiteX7" fmla="*/ 508353 w 508352"/>
                <a:gd name="connsiteY7" fmla="*/ 90444 h 160456"/>
                <a:gd name="connsiteX8" fmla="*/ 508353 w 508352"/>
                <a:gd name="connsiteY8" fmla="*/ 81404 h 160456"/>
                <a:gd name="connsiteX9" fmla="*/ 479080 w 508352"/>
                <a:gd name="connsiteY9" fmla="*/ 46397 h 160456"/>
                <a:gd name="connsiteX10" fmla="*/ 449328 w 508352"/>
                <a:gd name="connsiteY10" fmla="*/ 62357 h 160456"/>
                <a:gd name="connsiteX11" fmla="*/ 448261 w 508352"/>
                <a:gd name="connsiteY11" fmla="*/ 62357 h 160456"/>
                <a:gd name="connsiteX12" fmla="*/ 449008 w 508352"/>
                <a:gd name="connsiteY12" fmla="*/ 47888 h 160456"/>
                <a:gd name="connsiteX13" fmla="*/ 422874 w 508352"/>
                <a:gd name="connsiteY13" fmla="*/ 47888 h 160456"/>
                <a:gd name="connsiteX14" fmla="*/ 371461 w 508352"/>
                <a:gd name="connsiteY14" fmla="*/ 158913 h 160456"/>
                <a:gd name="connsiteX15" fmla="*/ 398128 w 508352"/>
                <a:gd name="connsiteY15" fmla="*/ 158913 h 160456"/>
                <a:gd name="connsiteX16" fmla="*/ 398128 w 508352"/>
                <a:gd name="connsiteY16" fmla="*/ 89220 h 160456"/>
                <a:gd name="connsiteX17" fmla="*/ 347577 w 508352"/>
                <a:gd name="connsiteY17" fmla="*/ 46655 h 160456"/>
                <a:gd name="connsiteX18" fmla="*/ 299588 w 508352"/>
                <a:gd name="connsiteY18" fmla="*/ 80384 h 160456"/>
                <a:gd name="connsiteX19" fmla="*/ 326255 w 508352"/>
                <a:gd name="connsiteY19" fmla="*/ 80384 h 160456"/>
                <a:gd name="connsiteX20" fmla="*/ 347266 w 508352"/>
                <a:gd name="connsiteY20" fmla="*/ 64903 h 160456"/>
                <a:gd name="connsiteX21" fmla="*/ 371052 w 508352"/>
                <a:gd name="connsiteY21" fmla="*/ 89273 h 160456"/>
                <a:gd name="connsiteX22" fmla="*/ 371052 w 508352"/>
                <a:gd name="connsiteY22" fmla="*/ 103689 h 160456"/>
                <a:gd name="connsiteX23" fmla="*/ 370625 w 508352"/>
                <a:gd name="connsiteY23" fmla="*/ 103689 h 160456"/>
                <a:gd name="connsiteX24" fmla="*/ 337298 w 508352"/>
                <a:gd name="connsiteY24" fmla="*/ 90976 h 160456"/>
                <a:gd name="connsiteX25" fmla="*/ 295648 w 508352"/>
                <a:gd name="connsiteY25" fmla="*/ 125078 h 160456"/>
                <a:gd name="connsiteX26" fmla="*/ 337298 w 508352"/>
                <a:gd name="connsiteY26" fmla="*/ 160457 h 160456"/>
                <a:gd name="connsiteX27" fmla="*/ 371906 w 508352"/>
                <a:gd name="connsiteY27" fmla="*/ 145242 h 160456"/>
                <a:gd name="connsiteX28" fmla="*/ 372546 w 508352"/>
                <a:gd name="connsiteY28" fmla="*/ 145242 h 160456"/>
                <a:gd name="connsiteX29" fmla="*/ 371479 w 508352"/>
                <a:gd name="connsiteY29" fmla="*/ 158913 h 160456"/>
                <a:gd name="connsiteX30" fmla="*/ 346608 w 508352"/>
                <a:gd name="connsiteY30" fmla="*/ 108905 h 160456"/>
                <a:gd name="connsiteX31" fmla="*/ 371248 w 508352"/>
                <a:gd name="connsiteY31" fmla="*/ 124865 h 160456"/>
                <a:gd name="connsiteX32" fmla="*/ 346608 w 508352"/>
                <a:gd name="connsiteY32" fmla="*/ 142049 h 160456"/>
                <a:gd name="connsiteX33" fmla="*/ 322182 w 508352"/>
                <a:gd name="connsiteY33" fmla="*/ 124865 h 160456"/>
                <a:gd name="connsiteX34" fmla="*/ 346608 w 508352"/>
                <a:gd name="connsiteY34" fmla="*/ 108905 h 160456"/>
                <a:gd name="connsiteX35" fmla="*/ 273134 w 508352"/>
                <a:gd name="connsiteY35" fmla="*/ 0 h 160456"/>
                <a:gd name="connsiteX36" fmla="*/ 246467 w 508352"/>
                <a:gd name="connsiteY36" fmla="*/ 0 h 160456"/>
                <a:gd name="connsiteX37" fmla="*/ 246467 w 508352"/>
                <a:gd name="connsiteY37" fmla="*/ 158913 h 160456"/>
                <a:gd name="connsiteX38" fmla="*/ 273134 w 508352"/>
                <a:gd name="connsiteY38" fmla="*/ 158913 h 160456"/>
                <a:gd name="connsiteX39" fmla="*/ 273134 w 508352"/>
                <a:gd name="connsiteY39" fmla="*/ 0 h 160456"/>
                <a:gd name="connsiteX40" fmla="*/ 171179 w 508352"/>
                <a:gd name="connsiteY40" fmla="*/ 66766 h 160456"/>
                <a:gd name="connsiteX41" fmla="*/ 196886 w 508352"/>
                <a:gd name="connsiteY41" fmla="*/ 103636 h 160456"/>
                <a:gd name="connsiteX42" fmla="*/ 171179 w 508352"/>
                <a:gd name="connsiteY42" fmla="*/ 139866 h 160456"/>
                <a:gd name="connsiteX43" fmla="*/ 145472 w 508352"/>
                <a:gd name="connsiteY43" fmla="*/ 103636 h 160456"/>
                <a:gd name="connsiteX44" fmla="*/ 171179 w 508352"/>
                <a:gd name="connsiteY44" fmla="*/ 66766 h 160456"/>
                <a:gd name="connsiteX45" fmla="*/ 171179 w 508352"/>
                <a:gd name="connsiteY45" fmla="*/ 46389 h 160456"/>
                <a:gd name="connsiteX46" fmla="*/ 118708 w 508352"/>
                <a:gd name="connsiteY46" fmla="*/ 103423 h 160456"/>
                <a:gd name="connsiteX47" fmla="*/ 171179 w 508352"/>
                <a:gd name="connsiteY47" fmla="*/ 160191 h 160456"/>
                <a:gd name="connsiteX48" fmla="*/ 223650 w 508352"/>
                <a:gd name="connsiteY48" fmla="*/ 103423 h 160456"/>
                <a:gd name="connsiteX49" fmla="*/ 171179 w 508352"/>
                <a:gd name="connsiteY49" fmla="*/ 46389 h 160456"/>
                <a:gd name="connsiteX50" fmla="*/ 98763 w 508352"/>
                <a:gd name="connsiteY50" fmla="*/ 77988 h 160456"/>
                <a:gd name="connsiteX51" fmla="*/ 50773 w 508352"/>
                <a:gd name="connsiteY51" fmla="*/ 46389 h 160456"/>
                <a:gd name="connsiteX52" fmla="*/ 9 w 508352"/>
                <a:gd name="connsiteY52" fmla="*/ 77563 h 160456"/>
                <a:gd name="connsiteX53" fmla="*/ 48426 w 508352"/>
                <a:gd name="connsiteY53" fmla="*/ 112090 h 160456"/>
                <a:gd name="connsiteX54" fmla="*/ 76044 w 508352"/>
                <a:gd name="connsiteY54" fmla="*/ 127145 h 160456"/>
                <a:gd name="connsiteX55" fmla="*/ 50764 w 508352"/>
                <a:gd name="connsiteY55" fmla="*/ 141987 h 160456"/>
                <a:gd name="connsiteX56" fmla="*/ 26765 w 508352"/>
                <a:gd name="connsiteY56" fmla="*/ 123951 h 160456"/>
                <a:gd name="connsiteX57" fmla="*/ 0 w 508352"/>
                <a:gd name="connsiteY57" fmla="*/ 123951 h 160456"/>
                <a:gd name="connsiteX58" fmla="*/ 50764 w 508352"/>
                <a:gd name="connsiteY58" fmla="*/ 160182 h 160456"/>
                <a:gd name="connsiteX59" fmla="*/ 102809 w 508352"/>
                <a:gd name="connsiteY59" fmla="*/ 127145 h 160456"/>
                <a:gd name="connsiteX60" fmla="*/ 53112 w 508352"/>
                <a:gd name="connsiteY60" fmla="*/ 91766 h 160456"/>
                <a:gd name="connsiteX61" fmla="*/ 26658 w 508352"/>
                <a:gd name="connsiteY61" fmla="*/ 79266 h 160456"/>
                <a:gd name="connsiteX62" fmla="*/ 50657 w 508352"/>
                <a:gd name="connsiteY62" fmla="*/ 64637 h 160456"/>
                <a:gd name="connsiteX63" fmla="*/ 71989 w 508352"/>
                <a:gd name="connsiteY63" fmla="*/ 77988 h 160456"/>
                <a:gd name="connsiteX64" fmla="*/ 98763 w 508352"/>
                <a:gd name="connsiteY64" fmla="*/ 77988 h 16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08352" h="160456">
                  <a:moveTo>
                    <a:pt x="422866" y="47879"/>
                  </a:moveTo>
                  <a:lnTo>
                    <a:pt x="422866" y="158913"/>
                  </a:lnTo>
                  <a:lnTo>
                    <a:pt x="449532" y="158913"/>
                  </a:lnTo>
                  <a:lnTo>
                    <a:pt x="449532" y="90444"/>
                  </a:lnTo>
                  <a:cubicBezTo>
                    <a:pt x="449106" y="76028"/>
                    <a:pt x="453801" y="66926"/>
                    <a:pt x="469691" y="66926"/>
                  </a:cubicBezTo>
                  <a:cubicBezTo>
                    <a:pt x="482219" y="66926"/>
                    <a:pt x="483286" y="73473"/>
                    <a:pt x="483286" y="84695"/>
                  </a:cubicBezTo>
                  <a:lnTo>
                    <a:pt x="483286" y="90444"/>
                  </a:lnTo>
                  <a:lnTo>
                    <a:pt x="508353" y="90444"/>
                  </a:lnTo>
                  <a:lnTo>
                    <a:pt x="508353" y="81404"/>
                  </a:lnTo>
                  <a:cubicBezTo>
                    <a:pt x="508353" y="60121"/>
                    <a:pt x="502644" y="46397"/>
                    <a:pt x="479080" y="46397"/>
                  </a:cubicBezTo>
                  <a:cubicBezTo>
                    <a:pt x="466125" y="46397"/>
                    <a:pt x="454654" y="50017"/>
                    <a:pt x="449328" y="62357"/>
                  </a:cubicBezTo>
                  <a:lnTo>
                    <a:pt x="448261" y="62357"/>
                  </a:lnTo>
                  <a:lnTo>
                    <a:pt x="449008" y="47888"/>
                  </a:lnTo>
                  <a:lnTo>
                    <a:pt x="422874" y="47888"/>
                  </a:lnTo>
                  <a:close/>
                  <a:moveTo>
                    <a:pt x="371461" y="158913"/>
                  </a:moveTo>
                  <a:lnTo>
                    <a:pt x="398128" y="158913"/>
                  </a:lnTo>
                  <a:lnTo>
                    <a:pt x="398128" y="89220"/>
                  </a:lnTo>
                  <a:cubicBezTo>
                    <a:pt x="398128" y="51977"/>
                    <a:pt x="383252" y="46655"/>
                    <a:pt x="347577" y="46655"/>
                  </a:cubicBezTo>
                  <a:cubicBezTo>
                    <a:pt x="322084" y="46655"/>
                    <a:pt x="299588" y="47932"/>
                    <a:pt x="299588" y="80384"/>
                  </a:cubicBezTo>
                  <a:lnTo>
                    <a:pt x="326255" y="80384"/>
                  </a:lnTo>
                  <a:cubicBezTo>
                    <a:pt x="326255" y="65968"/>
                    <a:pt x="335582" y="64903"/>
                    <a:pt x="347266" y="64903"/>
                  </a:cubicBezTo>
                  <a:cubicBezTo>
                    <a:pt x="369558" y="64903"/>
                    <a:pt x="371052" y="71237"/>
                    <a:pt x="371052" y="89273"/>
                  </a:cubicBezTo>
                  <a:lnTo>
                    <a:pt x="371052" y="103689"/>
                  </a:lnTo>
                  <a:lnTo>
                    <a:pt x="370625" y="103689"/>
                  </a:lnTo>
                  <a:cubicBezTo>
                    <a:pt x="364276" y="91189"/>
                    <a:pt x="350894" y="90976"/>
                    <a:pt x="337298" y="90976"/>
                  </a:cubicBezTo>
                  <a:cubicBezTo>
                    <a:pt x="309680" y="90976"/>
                    <a:pt x="295648" y="98375"/>
                    <a:pt x="295648" y="125078"/>
                  </a:cubicBezTo>
                  <a:cubicBezTo>
                    <a:pt x="295648" y="155187"/>
                    <a:pt x="312018" y="160457"/>
                    <a:pt x="337298" y="160457"/>
                  </a:cubicBezTo>
                  <a:cubicBezTo>
                    <a:pt x="350254" y="160457"/>
                    <a:pt x="366624" y="160031"/>
                    <a:pt x="371906" y="145242"/>
                  </a:cubicBezTo>
                  <a:lnTo>
                    <a:pt x="372546" y="145242"/>
                  </a:lnTo>
                  <a:lnTo>
                    <a:pt x="371479" y="158913"/>
                  </a:lnTo>
                  <a:close/>
                  <a:moveTo>
                    <a:pt x="346608" y="108905"/>
                  </a:moveTo>
                  <a:cubicBezTo>
                    <a:pt x="359777" y="108905"/>
                    <a:pt x="371248" y="109331"/>
                    <a:pt x="371248" y="124865"/>
                  </a:cubicBezTo>
                  <a:cubicBezTo>
                    <a:pt x="371248" y="140399"/>
                    <a:pt x="360586" y="142049"/>
                    <a:pt x="346608" y="142049"/>
                  </a:cubicBezTo>
                  <a:cubicBezTo>
                    <a:pt x="328584" y="142049"/>
                    <a:pt x="322182" y="140558"/>
                    <a:pt x="322182" y="124865"/>
                  </a:cubicBezTo>
                  <a:cubicBezTo>
                    <a:pt x="322182" y="109171"/>
                    <a:pt x="332843" y="108905"/>
                    <a:pt x="346608" y="108905"/>
                  </a:cubicBezTo>
                  <a:moveTo>
                    <a:pt x="273134" y="0"/>
                  </a:moveTo>
                  <a:lnTo>
                    <a:pt x="246467" y="0"/>
                  </a:lnTo>
                  <a:lnTo>
                    <a:pt x="246467" y="158913"/>
                  </a:lnTo>
                  <a:lnTo>
                    <a:pt x="273134" y="158913"/>
                  </a:lnTo>
                  <a:lnTo>
                    <a:pt x="273134" y="0"/>
                  </a:lnTo>
                  <a:close/>
                  <a:moveTo>
                    <a:pt x="171179" y="66766"/>
                  </a:moveTo>
                  <a:cubicBezTo>
                    <a:pt x="194965" y="66766"/>
                    <a:pt x="196886" y="73526"/>
                    <a:pt x="196886" y="103636"/>
                  </a:cubicBezTo>
                  <a:cubicBezTo>
                    <a:pt x="196886" y="133745"/>
                    <a:pt x="194965" y="139866"/>
                    <a:pt x="171179" y="139866"/>
                  </a:cubicBezTo>
                  <a:cubicBezTo>
                    <a:pt x="147393" y="139866"/>
                    <a:pt x="145472" y="133266"/>
                    <a:pt x="145472" y="103636"/>
                  </a:cubicBezTo>
                  <a:cubicBezTo>
                    <a:pt x="145472" y="74005"/>
                    <a:pt x="147393" y="66766"/>
                    <a:pt x="171179" y="66766"/>
                  </a:cubicBezTo>
                  <a:moveTo>
                    <a:pt x="171179" y="46389"/>
                  </a:moveTo>
                  <a:cubicBezTo>
                    <a:pt x="124683" y="46389"/>
                    <a:pt x="118708" y="60166"/>
                    <a:pt x="118708" y="103423"/>
                  </a:cubicBezTo>
                  <a:cubicBezTo>
                    <a:pt x="118708" y="146680"/>
                    <a:pt x="124683" y="160191"/>
                    <a:pt x="171179" y="160191"/>
                  </a:cubicBezTo>
                  <a:cubicBezTo>
                    <a:pt x="217675" y="160191"/>
                    <a:pt x="223650" y="146413"/>
                    <a:pt x="223650" y="103423"/>
                  </a:cubicBezTo>
                  <a:cubicBezTo>
                    <a:pt x="223650" y="60432"/>
                    <a:pt x="217728" y="46389"/>
                    <a:pt x="171179" y="46389"/>
                  </a:cubicBezTo>
                  <a:moveTo>
                    <a:pt x="98763" y="77988"/>
                  </a:moveTo>
                  <a:cubicBezTo>
                    <a:pt x="98763" y="46814"/>
                    <a:pt x="72629" y="46389"/>
                    <a:pt x="50773" y="46389"/>
                  </a:cubicBezTo>
                  <a:cubicBezTo>
                    <a:pt x="22088" y="46389"/>
                    <a:pt x="9" y="47027"/>
                    <a:pt x="9" y="77563"/>
                  </a:cubicBezTo>
                  <a:cubicBezTo>
                    <a:pt x="9" y="105969"/>
                    <a:pt x="7425" y="111717"/>
                    <a:pt x="48426" y="112090"/>
                  </a:cubicBezTo>
                  <a:cubicBezTo>
                    <a:pt x="75404" y="112516"/>
                    <a:pt x="76044" y="117413"/>
                    <a:pt x="76044" y="127145"/>
                  </a:cubicBezTo>
                  <a:cubicBezTo>
                    <a:pt x="76044" y="142412"/>
                    <a:pt x="66716" y="141987"/>
                    <a:pt x="50764" y="141987"/>
                  </a:cubicBezTo>
                  <a:cubicBezTo>
                    <a:pt x="30980" y="141987"/>
                    <a:pt x="27192" y="140070"/>
                    <a:pt x="26765" y="123951"/>
                  </a:cubicBezTo>
                  <a:lnTo>
                    <a:pt x="0" y="123951"/>
                  </a:lnTo>
                  <a:cubicBezTo>
                    <a:pt x="0" y="160182"/>
                    <a:pt x="20371" y="160182"/>
                    <a:pt x="50764" y="160182"/>
                  </a:cubicBezTo>
                  <a:cubicBezTo>
                    <a:pt x="78969" y="160182"/>
                    <a:pt x="102809" y="157254"/>
                    <a:pt x="102809" y="127145"/>
                  </a:cubicBezTo>
                  <a:cubicBezTo>
                    <a:pt x="102809" y="91127"/>
                    <a:pt x="79450" y="93043"/>
                    <a:pt x="53112" y="91766"/>
                  </a:cubicBezTo>
                  <a:cubicBezTo>
                    <a:pt x="29752" y="90701"/>
                    <a:pt x="26658" y="90435"/>
                    <a:pt x="26658" y="79266"/>
                  </a:cubicBezTo>
                  <a:cubicBezTo>
                    <a:pt x="26658" y="64637"/>
                    <a:pt x="36413" y="64637"/>
                    <a:pt x="50657" y="64637"/>
                  </a:cubicBezTo>
                  <a:cubicBezTo>
                    <a:pt x="64902" y="64637"/>
                    <a:pt x="71989" y="64637"/>
                    <a:pt x="71989" y="77988"/>
                  </a:cubicBezTo>
                  <a:lnTo>
                    <a:pt x="98763" y="77988"/>
                  </a:lnTo>
                  <a:close/>
                </a:path>
              </a:pathLst>
            </a:custGeom>
            <a:solidFill>
              <a:schemeClr val="bg1"/>
            </a:solidFill>
            <a:ln w="882" cap="flat">
              <a:noFill/>
              <a:prstDash val="solid"/>
              <a:miter/>
            </a:ln>
          </p:spPr>
          <p:txBody>
            <a:bodyPr rtlCol="0" anchor="ctr"/>
            <a:lstStyle/>
            <a:p>
              <a:pPr marL="0" algn="l" defTabSz="914400" rtl="0" eaLnBrk="1" latinLnBrk="0" hangingPunct="1"/>
              <a:endParaRPr lang="en-IL"/>
            </a:p>
          </p:txBody>
        </p:sp>
      </p:grpSp>
    </p:spTree>
    <p:extLst>
      <p:ext uri="{BB962C8B-B14F-4D97-AF65-F5344CB8AC3E}">
        <p14:creationId xmlns:p14="http://schemas.microsoft.com/office/powerpoint/2010/main" val="3164420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9C20-CAD9-FFD2-CE2D-5525543FBD6C}"/>
              </a:ext>
            </a:extLst>
          </p:cNvPr>
          <p:cNvSpPr>
            <a:spLocks noGrp="1"/>
          </p:cNvSpPr>
          <p:nvPr>
            <p:ph type="title"/>
          </p:nvPr>
        </p:nvSpPr>
        <p:spPr>
          <a:xfrm>
            <a:off x="516000" y="463296"/>
            <a:ext cx="11160000" cy="731520"/>
          </a:xfrm>
        </p:spPr>
        <p:txBody>
          <a:bodyPr/>
          <a:lstStyle>
            <a:lvl1pPr>
              <a:defRPr>
                <a:solidFill>
                  <a:schemeClr val="bg1"/>
                </a:solidFill>
              </a:defRPr>
            </a:lvl1pPr>
          </a:lstStyle>
          <a:p>
            <a:r>
              <a:rPr lang="en-US"/>
              <a:t>Click to edit Master title style</a:t>
            </a:r>
            <a:endParaRPr lang="en-IL" dirty="0"/>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a:xfrm>
            <a:off x="516000" y="2305877"/>
            <a:ext cx="11160000" cy="384827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p:txBody>
          <a:bodyPr/>
          <a:lstStyle>
            <a:lvl1pPr>
              <a:defRPr>
                <a:solidFill>
                  <a:schemeClr val="accent4">
                    <a:lumMod val="20000"/>
                    <a:lumOff val="80000"/>
                    <a:alpha val="50000"/>
                  </a:schemeClr>
                </a:solidFill>
              </a:defRPr>
            </a:lvl1pPr>
          </a:lstStyle>
          <a:p>
            <a:endParaRPr lang="en-IL" dirty="0"/>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lvl1pPr>
              <a:defRPr>
                <a:solidFill>
                  <a:schemeClr val="accent4">
                    <a:lumMod val="20000"/>
                    <a:lumOff val="80000"/>
                    <a:alpha val="50000"/>
                  </a:schemeClr>
                </a:solidFill>
              </a:defRPr>
            </a:lvl1pPr>
          </a:lstStyle>
          <a:p>
            <a:fld id="{4055E60B-063F-7341-AAD1-65F55D97E323}" type="slidenum">
              <a:rPr lang="en-IL" smtClean="0"/>
              <a:pPr/>
              <a:t>‹#›</a:t>
            </a:fld>
            <a:endParaRPr lang="en-IL"/>
          </a:p>
        </p:txBody>
      </p:sp>
      <p:sp>
        <p:nvSpPr>
          <p:cNvPr id="10" name="Text Placeholder 9">
            <a:extLst>
              <a:ext uri="{FF2B5EF4-FFF2-40B4-BE49-F238E27FC236}">
                <a16:creationId xmlns:a16="http://schemas.microsoft.com/office/drawing/2014/main" id="{1CB354CA-FCBA-7A93-D38D-4AA6421A029D}"/>
              </a:ext>
            </a:extLst>
          </p:cNvPr>
          <p:cNvSpPr>
            <a:spLocks noGrp="1"/>
          </p:cNvSpPr>
          <p:nvPr>
            <p:ph type="body" sz="quarter" idx="18"/>
          </p:nvPr>
        </p:nvSpPr>
        <p:spPr>
          <a:xfrm>
            <a:off x="516000" y="1431235"/>
            <a:ext cx="11160000" cy="675378"/>
          </a:xfrm>
        </p:spPr>
        <p:txBody>
          <a:bodyPr>
            <a:noAutofit/>
          </a:bodyPr>
          <a:lstStyle>
            <a:lvl1pPr marL="0" indent="0">
              <a:buFontTx/>
              <a:buNone/>
              <a:defRPr sz="2200">
                <a:solidFill>
                  <a:schemeClr val="accent2"/>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Freeform 3">
            <a:extLst>
              <a:ext uri="{FF2B5EF4-FFF2-40B4-BE49-F238E27FC236}">
                <a16:creationId xmlns:a16="http://schemas.microsoft.com/office/drawing/2014/main" id="{92395E59-618E-4D11-8C81-6FBE6E307EDC}"/>
              </a:ext>
            </a:extLst>
          </p:cNvPr>
          <p:cNvSpPr/>
          <p:nvPr userDrawn="1"/>
        </p:nvSpPr>
        <p:spPr>
          <a:xfrm>
            <a:off x="10654248" y="6448149"/>
            <a:ext cx="508352" cy="160456"/>
          </a:xfrm>
          <a:custGeom>
            <a:avLst/>
            <a:gdLst>
              <a:gd name="connsiteX0" fmla="*/ 422866 w 508352"/>
              <a:gd name="connsiteY0" fmla="*/ 47879 h 160456"/>
              <a:gd name="connsiteX1" fmla="*/ 422866 w 508352"/>
              <a:gd name="connsiteY1" fmla="*/ 158913 h 160456"/>
              <a:gd name="connsiteX2" fmla="*/ 449532 w 508352"/>
              <a:gd name="connsiteY2" fmla="*/ 158913 h 160456"/>
              <a:gd name="connsiteX3" fmla="*/ 449532 w 508352"/>
              <a:gd name="connsiteY3" fmla="*/ 90444 h 160456"/>
              <a:gd name="connsiteX4" fmla="*/ 469691 w 508352"/>
              <a:gd name="connsiteY4" fmla="*/ 66926 h 160456"/>
              <a:gd name="connsiteX5" fmla="*/ 483286 w 508352"/>
              <a:gd name="connsiteY5" fmla="*/ 84695 h 160456"/>
              <a:gd name="connsiteX6" fmla="*/ 483286 w 508352"/>
              <a:gd name="connsiteY6" fmla="*/ 90444 h 160456"/>
              <a:gd name="connsiteX7" fmla="*/ 508353 w 508352"/>
              <a:gd name="connsiteY7" fmla="*/ 90444 h 160456"/>
              <a:gd name="connsiteX8" fmla="*/ 508353 w 508352"/>
              <a:gd name="connsiteY8" fmla="*/ 81404 h 160456"/>
              <a:gd name="connsiteX9" fmla="*/ 479080 w 508352"/>
              <a:gd name="connsiteY9" fmla="*/ 46397 h 160456"/>
              <a:gd name="connsiteX10" fmla="*/ 449328 w 508352"/>
              <a:gd name="connsiteY10" fmla="*/ 62357 h 160456"/>
              <a:gd name="connsiteX11" fmla="*/ 448261 w 508352"/>
              <a:gd name="connsiteY11" fmla="*/ 62357 h 160456"/>
              <a:gd name="connsiteX12" fmla="*/ 449008 w 508352"/>
              <a:gd name="connsiteY12" fmla="*/ 47888 h 160456"/>
              <a:gd name="connsiteX13" fmla="*/ 422874 w 508352"/>
              <a:gd name="connsiteY13" fmla="*/ 47888 h 160456"/>
              <a:gd name="connsiteX14" fmla="*/ 371461 w 508352"/>
              <a:gd name="connsiteY14" fmla="*/ 158913 h 160456"/>
              <a:gd name="connsiteX15" fmla="*/ 398128 w 508352"/>
              <a:gd name="connsiteY15" fmla="*/ 158913 h 160456"/>
              <a:gd name="connsiteX16" fmla="*/ 398128 w 508352"/>
              <a:gd name="connsiteY16" fmla="*/ 89220 h 160456"/>
              <a:gd name="connsiteX17" fmla="*/ 347577 w 508352"/>
              <a:gd name="connsiteY17" fmla="*/ 46655 h 160456"/>
              <a:gd name="connsiteX18" fmla="*/ 299588 w 508352"/>
              <a:gd name="connsiteY18" fmla="*/ 80384 h 160456"/>
              <a:gd name="connsiteX19" fmla="*/ 326255 w 508352"/>
              <a:gd name="connsiteY19" fmla="*/ 80384 h 160456"/>
              <a:gd name="connsiteX20" fmla="*/ 347266 w 508352"/>
              <a:gd name="connsiteY20" fmla="*/ 64903 h 160456"/>
              <a:gd name="connsiteX21" fmla="*/ 371052 w 508352"/>
              <a:gd name="connsiteY21" fmla="*/ 89273 h 160456"/>
              <a:gd name="connsiteX22" fmla="*/ 371052 w 508352"/>
              <a:gd name="connsiteY22" fmla="*/ 103689 h 160456"/>
              <a:gd name="connsiteX23" fmla="*/ 370625 w 508352"/>
              <a:gd name="connsiteY23" fmla="*/ 103689 h 160456"/>
              <a:gd name="connsiteX24" fmla="*/ 337298 w 508352"/>
              <a:gd name="connsiteY24" fmla="*/ 90976 h 160456"/>
              <a:gd name="connsiteX25" fmla="*/ 295648 w 508352"/>
              <a:gd name="connsiteY25" fmla="*/ 125078 h 160456"/>
              <a:gd name="connsiteX26" fmla="*/ 337298 w 508352"/>
              <a:gd name="connsiteY26" fmla="*/ 160457 h 160456"/>
              <a:gd name="connsiteX27" fmla="*/ 371906 w 508352"/>
              <a:gd name="connsiteY27" fmla="*/ 145242 h 160456"/>
              <a:gd name="connsiteX28" fmla="*/ 372546 w 508352"/>
              <a:gd name="connsiteY28" fmla="*/ 145242 h 160456"/>
              <a:gd name="connsiteX29" fmla="*/ 371479 w 508352"/>
              <a:gd name="connsiteY29" fmla="*/ 158913 h 160456"/>
              <a:gd name="connsiteX30" fmla="*/ 346608 w 508352"/>
              <a:gd name="connsiteY30" fmla="*/ 108905 h 160456"/>
              <a:gd name="connsiteX31" fmla="*/ 371248 w 508352"/>
              <a:gd name="connsiteY31" fmla="*/ 124865 h 160456"/>
              <a:gd name="connsiteX32" fmla="*/ 346608 w 508352"/>
              <a:gd name="connsiteY32" fmla="*/ 142049 h 160456"/>
              <a:gd name="connsiteX33" fmla="*/ 322182 w 508352"/>
              <a:gd name="connsiteY33" fmla="*/ 124865 h 160456"/>
              <a:gd name="connsiteX34" fmla="*/ 346608 w 508352"/>
              <a:gd name="connsiteY34" fmla="*/ 108905 h 160456"/>
              <a:gd name="connsiteX35" fmla="*/ 273134 w 508352"/>
              <a:gd name="connsiteY35" fmla="*/ 0 h 160456"/>
              <a:gd name="connsiteX36" fmla="*/ 246467 w 508352"/>
              <a:gd name="connsiteY36" fmla="*/ 0 h 160456"/>
              <a:gd name="connsiteX37" fmla="*/ 246467 w 508352"/>
              <a:gd name="connsiteY37" fmla="*/ 158913 h 160456"/>
              <a:gd name="connsiteX38" fmla="*/ 273134 w 508352"/>
              <a:gd name="connsiteY38" fmla="*/ 158913 h 160456"/>
              <a:gd name="connsiteX39" fmla="*/ 273134 w 508352"/>
              <a:gd name="connsiteY39" fmla="*/ 0 h 160456"/>
              <a:gd name="connsiteX40" fmla="*/ 171179 w 508352"/>
              <a:gd name="connsiteY40" fmla="*/ 66766 h 160456"/>
              <a:gd name="connsiteX41" fmla="*/ 196886 w 508352"/>
              <a:gd name="connsiteY41" fmla="*/ 103636 h 160456"/>
              <a:gd name="connsiteX42" fmla="*/ 171179 w 508352"/>
              <a:gd name="connsiteY42" fmla="*/ 139866 h 160456"/>
              <a:gd name="connsiteX43" fmla="*/ 145472 w 508352"/>
              <a:gd name="connsiteY43" fmla="*/ 103636 h 160456"/>
              <a:gd name="connsiteX44" fmla="*/ 171179 w 508352"/>
              <a:gd name="connsiteY44" fmla="*/ 66766 h 160456"/>
              <a:gd name="connsiteX45" fmla="*/ 171179 w 508352"/>
              <a:gd name="connsiteY45" fmla="*/ 46389 h 160456"/>
              <a:gd name="connsiteX46" fmla="*/ 118708 w 508352"/>
              <a:gd name="connsiteY46" fmla="*/ 103423 h 160456"/>
              <a:gd name="connsiteX47" fmla="*/ 171179 w 508352"/>
              <a:gd name="connsiteY47" fmla="*/ 160191 h 160456"/>
              <a:gd name="connsiteX48" fmla="*/ 223650 w 508352"/>
              <a:gd name="connsiteY48" fmla="*/ 103423 h 160456"/>
              <a:gd name="connsiteX49" fmla="*/ 171179 w 508352"/>
              <a:gd name="connsiteY49" fmla="*/ 46389 h 160456"/>
              <a:gd name="connsiteX50" fmla="*/ 98763 w 508352"/>
              <a:gd name="connsiteY50" fmla="*/ 77988 h 160456"/>
              <a:gd name="connsiteX51" fmla="*/ 50773 w 508352"/>
              <a:gd name="connsiteY51" fmla="*/ 46389 h 160456"/>
              <a:gd name="connsiteX52" fmla="*/ 9 w 508352"/>
              <a:gd name="connsiteY52" fmla="*/ 77563 h 160456"/>
              <a:gd name="connsiteX53" fmla="*/ 48426 w 508352"/>
              <a:gd name="connsiteY53" fmla="*/ 112090 h 160456"/>
              <a:gd name="connsiteX54" fmla="*/ 76044 w 508352"/>
              <a:gd name="connsiteY54" fmla="*/ 127145 h 160456"/>
              <a:gd name="connsiteX55" fmla="*/ 50764 w 508352"/>
              <a:gd name="connsiteY55" fmla="*/ 141987 h 160456"/>
              <a:gd name="connsiteX56" fmla="*/ 26765 w 508352"/>
              <a:gd name="connsiteY56" fmla="*/ 123951 h 160456"/>
              <a:gd name="connsiteX57" fmla="*/ 0 w 508352"/>
              <a:gd name="connsiteY57" fmla="*/ 123951 h 160456"/>
              <a:gd name="connsiteX58" fmla="*/ 50764 w 508352"/>
              <a:gd name="connsiteY58" fmla="*/ 160182 h 160456"/>
              <a:gd name="connsiteX59" fmla="*/ 102809 w 508352"/>
              <a:gd name="connsiteY59" fmla="*/ 127145 h 160456"/>
              <a:gd name="connsiteX60" fmla="*/ 53112 w 508352"/>
              <a:gd name="connsiteY60" fmla="*/ 91766 h 160456"/>
              <a:gd name="connsiteX61" fmla="*/ 26658 w 508352"/>
              <a:gd name="connsiteY61" fmla="*/ 79266 h 160456"/>
              <a:gd name="connsiteX62" fmla="*/ 50657 w 508352"/>
              <a:gd name="connsiteY62" fmla="*/ 64637 h 160456"/>
              <a:gd name="connsiteX63" fmla="*/ 71989 w 508352"/>
              <a:gd name="connsiteY63" fmla="*/ 77988 h 160456"/>
              <a:gd name="connsiteX64" fmla="*/ 98763 w 508352"/>
              <a:gd name="connsiteY64" fmla="*/ 77988 h 16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08352" h="160456">
                <a:moveTo>
                  <a:pt x="422866" y="47879"/>
                </a:moveTo>
                <a:lnTo>
                  <a:pt x="422866" y="158913"/>
                </a:lnTo>
                <a:lnTo>
                  <a:pt x="449532" y="158913"/>
                </a:lnTo>
                <a:lnTo>
                  <a:pt x="449532" y="90444"/>
                </a:lnTo>
                <a:cubicBezTo>
                  <a:pt x="449106" y="76028"/>
                  <a:pt x="453801" y="66926"/>
                  <a:pt x="469691" y="66926"/>
                </a:cubicBezTo>
                <a:cubicBezTo>
                  <a:pt x="482219" y="66926"/>
                  <a:pt x="483286" y="73473"/>
                  <a:pt x="483286" y="84695"/>
                </a:cubicBezTo>
                <a:lnTo>
                  <a:pt x="483286" y="90444"/>
                </a:lnTo>
                <a:lnTo>
                  <a:pt x="508353" y="90444"/>
                </a:lnTo>
                <a:lnTo>
                  <a:pt x="508353" y="81404"/>
                </a:lnTo>
                <a:cubicBezTo>
                  <a:pt x="508353" y="60121"/>
                  <a:pt x="502644" y="46397"/>
                  <a:pt x="479080" y="46397"/>
                </a:cubicBezTo>
                <a:cubicBezTo>
                  <a:pt x="466125" y="46397"/>
                  <a:pt x="454654" y="50017"/>
                  <a:pt x="449328" y="62357"/>
                </a:cubicBezTo>
                <a:lnTo>
                  <a:pt x="448261" y="62357"/>
                </a:lnTo>
                <a:lnTo>
                  <a:pt x="449008" y="47888"/>
                </a:lnTo>
                <a:lnTo>
                  <a:pt x="422874" y="47888"/>
                </a:lnTo>
                <a:close/>
                <a:moveTo>
                  <a:pt x="371461" y="158913"/>
                </a:moveTo>
                <a:lnTo>
                  <a:pt x="398128" y="158913"/>
                </a:lnTo>
                <a:lnTo>
                  <a:pt x="398128" y="89220"/>
                </a:lnTo>
                <a:cubicBezTo>
                  <a:pt x="398128" y="51977"/>
                  <a:pt x="383252" y="46655"/>
                  <a:pt x="347577" y="46655"/>
                </a:cubicBezTo>
                <a:cubicBezTo>
                  <a:pt x="322084" y="46655"/>
                  <a:pt x="299588" y="47932"/>
                  <a:pt x="299588" y="80384"/>
                </a:cubicBezTo>
                <a:lnTo>
                  <a:pt x="326255" y="80384"/>
                </a:lnTo>
                <a:cubicBezTo>
                  <a:pt x="326255" y="65968"/>
                  <a:pt x="335582" y="64903"/>
                  <a:pt x="347266" y="64903"/>
                </a:cubicBezTo>
                <a:cubicBezTo>
                  <a:pt x="369558" y="64903"/>
                  <a:pt x="371052" y="71237"/>
                  <a:pt x="371052" y="89273"/>
                </a:cubicBezTo>
                <a:lnTo>
                  <a:pt x="371052" y="103689"/>
                </a:lnTo>
                <a:lnTo>
                  <a:pt x="370625" y="103689"/>
                </a:lnTo>
                <a:cubicBezTo>
                  <a:pt x="364276" y="91189"/>
                  <a:pt x="350894" y="90976"/>
                  <a:pt x="337298" y="90976"/>
                </a:cubicBezTo>
                <a:cubicBezTo>
                  <a:pt x="309680" y="90976"/>
                  <a:pt x="295648" y="98375"/>
                  <a:pt x="295648" y="125078"/>
                </a:cubicBezTo>
                <a:cubicBezTo>
                  <a:pt x="295648" y="155187"/>
                  <a:pt x="312018" y="160457"/>
                  <a:pt x="337298" y="160457"/>
                </a:cubicBezTo>
                <a:cubicBezTo>
                  <a:pt x="350254" y="160457"/>
                  <a:pt x="366624" y="160031"/>
                  <a:pt x="371906" y="145242"/>
                </a:cubicBezTo>
                <a:lnTo>
                  <a:pt x="372546" y="145242"/>
                </a:lnTo>
                <a:lnTo>
                  <a:pt x="371479" y="158913"/>
                </a:lnTo>
                <a:close/>
                <a:moveTo>
                  <a:pt x="346608" y="108905"/>
                </a:moveTo>
                <a:cubicBezTo>
                  <a:pt x="359777" y="108905"/>
                  <a:pt x="371248" y="109331"/>
                  <a:pt x="371248" y="124865"/>
                </a:cubicBezTo>
                <a:cubicBezTo>
                  <a:pt x="371248" y="140399"/>
                  <a:pt x="360586" y="142049"/>
                  <a:pt x="346608" y="142049"/>
                </a:cubicBezTo>
                <a:cubicBezTo>
                  <a:pt x="328584" y="142049"/>
                  <a:pt x="322182" y="140558"/>
                  <a:pt x="322182" y="124865"/>
                </a:cubicBezTo>
                <a:cubicBezTo>
                  <a:pt x="322182" y="109171"/>
                  <a:pt x="332843" y="108905"/>
                  <a:pt x="346608" y="108905"/>
                </a:cubicBezTo>
                <a:moveTo>
                  <a:pt x="273134" y="0"/>
                </a:moveTo>
                <a:lnTo>
                  <a:pt x="246467" y="0"/>
                </a:lnTo>
                <a:lnTo>
                  <a:pt x="246467" y="158913"/>
                </a:lnTo>
                <a:lnTo>
                  <a:pt x="273134" y="158913"/>
                </a:lnTo>
                <a:lnTo>
                  <a:pt x="273134" y="0"/>
                </a:lnTo>
                <a:close/>
                <a:moveTo>
                  <a:pt x="171179" y="66766"/>
                </a:moveTo>
                <a:cubicBezTo>
                  <a:pt x="194965" y="66766"/>
                  <a:pt x="196886" y="73526"/>
                  <a:pt x="196886" y="103636"/>
                </a:cubicBezTo>
                <a:cubicBezTo>
                  <a:pt x="196886" y="133745"/>
                  <a:pt x="194965" y="139866"/>
                  <a:pt x="171179" y="139866"/>
                </a:cubicBezTo>
                <a:cubicBezTo>
                  <a:pt x="147393" y="139866"/>
                  <a:pt x="145472" y="133266"/>
                  <a:pt x="145472" y="103636"/>
                </a:cubicBezTo>
                <a:cubicBezTo>
                  <a:pt x="145472" y="74005"/>
                  <a:pt x="147393" y="66766"/>
                  <a:pt x="171179" y="66766"/>
                </a:cubicBezTo>
                <a:moveTo>
                  <a:pt x="171179" y="46389"/>
                </a:moveTo>
                <a:cubicBezTo>
                  <a:pt x="124683" y="46389"/>
                  <a:pt x="118708" y="60166"/>
                  <a:pt x="118708" y="103423"/>
                </a:cubicBezTo>
                <a:cubicBezTo>
                  <a:pt x="118708" y="146680"/>
                  <a:pt x="124683" y="160191"/>
                  <a:pt x="171179" y="160191"/>
                </a:cubicBezTo>
                <a:cubicBezTo>
                  <a:pt x="217675" y="160191"/>
                  <a:pt x="223650" y="146413"/>
                  <a:pt x="223650" y="103423"/>
                </a:cubicBezTo>
                <a:cubicBezTo>
                  <a:pt x="223650" y="60432"/>
                  <a:pt x="217728" y="46389"/>
                  <a:pt x="171179" y="46389"/>
                </a:cubicBezTo>
                <a:moveTo>
                  <a:pt x="98763" y="77988"/>
                </a:moveTo>
                <a:cubicBezTo>
                  <a:pt x="98763" y="46814"/>
                  <a:pt x="72629" y="46389"/>
                  <a:pt x="50773" y="46389"/>
                </a:cubicBezTo>
                <a:cubicBezTo>
                  <a:pt x="22088" y="46389"/>
                  <a:pt x="9" y="47027"/>
                  <a:pt x="9" y="77563"/>
                </a:cubicBezTo>
                <a:cubicBezTo>
                  <a:pt x="9" y="105969"/>
                  <a:pt x="7425" y="111717"/>
                  <a:pt x="48426" y="112090"/>
                </a:cubicBezTo>
                <a:cubicBezTo>
                  <a:pt x="75404" y="112516"/>
                  <a:pt x="76044" y="117413"/>
                  <a:pt x="76044" y="127145"/>
                </a:cubicBezTo>
                <a:cubicBezTo>
                  <a:pt x="76044" y="142412"/>
                  <a:pt x="66716" y="141987"/>
                  <a:pt x="50764" y="141987"/>
                </a:cubicBezTo>
                <a:cubicBezTo>
                  <a:pt x="30980" y="141987"/>
                  <a:pt x="27192" y="140070"/>
                  <a:pt x="26765" y="123951"/>
                </a:cubicBezTo>
                <a:lnTo>
                  <a:pt x="0" y="123951"/>
                </a:lnTo>
                <a:cubicBezTo>
                  <a:pt x="0" y="160182"/>
                  <a:pt x="20371" y="160182"/>
                  <a:pt x="50764" y="160182"/>
                </a:cubicBezTo>
                <a:cubicBezTo>
                  <a:pt x="78969" y="160182"/>
                  <a:pt x="102809" y="157254"/>
                  <a:pt x="102809" y="127145"/>
                </a:cubicBezTo>
                <a:cubicBezTo>
                  <a:pt x="102809" y="91127"/>
                  <a:pt x="79450" y="93043"/>
                  <a:pt x="53112" y="91766"/>
                </a:cubicBezTo>
                <a:cubicBezTo>
                  <a:pt x="29752" y="90701"/>
                  <a:pt x="26658" y="90435"/>
                  <a:pt x="26658" y="79266"/>
                </a:cubicBezTo>
                <a:cubicBezTo>
                  <a:pt x="26658" y="64637"/>
                  <a:pt x="36413" y="64637"/>
                  <a:pt x="50657" y="64637"/>
                </a:cubicBezTo>
                <a:cubicBezTo>
                  <a:pt x="64902" y="64637"/>
                  <a:pt x="71989" y="64637"/>
                  <a:pt x="71989" y="77988"/>
                </a:cubicBezTo>
                <a:lnTo>
                  <a:pt x="98763" y="77988"/>
                </a:lnTo>
                <a:close/>
              </a:path>
            </a:pathLst>
          </a:custGeom>
          <a:solidFill>
            <a:schemeClr val="bg1"/>
          </a:solidFill>
          <a:ln w="882" cap="flat">
            <a:noFill/>
            <a:prstDash val="solid"/>
            <a:miter/>
          </a:ln>
        </p:spPr>
        <p:txBody>
          <a:bodyPr rtlCol="0" anchor="ctr"/>
          <a:lstStyle/>
          <a:p>
            <a:pPr marL="0" algn="l" defTabSz="914400" rtl="0" eaLnBrk="1" latinLnBrk="0" hangingPunct="1"/>
            <a:endParaRPr lang="en-IL"/>
          </a:p>
        </p:txBody>
      </p:sp>
    </p:spTree>
    <p:extLst>
      <p:ext uri="{BB962C8B-B14F-4D97-AF65-F5344CB8AC3E}">
        <p14:creationId xmlns:p14="http://schemas.microsoft.com/office/powerpoint/2010/main" val="982471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p:txBody>
          <a:bodyPr/>
          <a:lstStyle/>
          <a:p>
            <a:endParaRPr lang="en-IL" dirty="0"/>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p>
            <a:fld id="{4055E60B-063F-7341-AAD1-65F55D97E323}" type="slidenum">
              <a:rPr lang="en-IL" smtClean="0"/>
              <a:t>‹#›</a:t>
            </a:fld>
            <a:endParaRPr lang="en-IL"/>
          </a:p>
        </p:txBody>
      </p:sp>
      <p:sp>
        <p:nvSpPr>
          <p:cNvPr id="2" name="Title 1">
            <a:extLst>
              <a:ext uri="{FF2B5EF4-FFF2-40B4-BE49-F238E27FC236}">
                <a16:creationId xmlns:a16="http://schemas.microsoft.com/office/drawing/2014/main" id="{35A49C20-CAD9-FFD2-CE2D-5525543FBD6C}"/>
              </a:ext>
            </a:extLst>
          </p:cNvPr>
          <p:cNvSpPr>
            <a:spLocks noGrp="1"/>
          </p:cNvSpPr>
          <p:nvPr>
            <p:ph type="title"/>
          </p:nvPr>
        </p:nvSpPr>
        <p:spPr>
          <a:xfrm>
            <a:off x="516000" y="3852045"/>
            <a:ext cx="3600000" cy="2330093"/>
          </a:xfrm>
        </p:spPr>
        <p:txBody>
          <a:bodyPr>
            <a:noAutofit/>
          </a:bodyPr>
          <a:lstStyle>
            <a:lvl1pPr>
              <a:defRPr sz="4000">
                <a:solidFill>
                  <a:schemeClr val="tx2"/>
                </a:solidFill>
              </a:defRPr>
            </a:lvl1pPr>
          </a:lstStyle>
          <a:p>
            <a:r>
              <a:rPr lang="en-US"/>
              <a:t>Click to edit Master title style</a:t>
            </a:r>
            <a:endParaRPr lang="en-IL" dirty="0"/>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a:xfrm>
            <a:off x="4267200" y="3863163"/>
            <a:ext cx="7380000" cy="22792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10" name="Parallelogram 9">
            <a:extLst>
              <a:ext uri="{FF2B5EF4-FFF2-40B4-BE49-F238E27FC236}">
                <a16:creationId xmlns:a16="http://schemas.microsoft.com/office/drawing/2014/main" id="{A5E8B33C-41D5-C601-28DC-EB67316E3A4C}"/>
              </a:ext>
            </a:extLst>
          </p:cNvPr>
          <p:cNvSpPr/>
          <p:nvPr userDrawn="1"/>
        </p:nvSpPr>
        <p:spPr>
          <a:xfrm>
            <a:off x="592865" y="3770895"/>
            <a:ext cx="540000" cy="36000"/>
          </a:xfrm>
          <a:prstGeom prst="parallelogram">
            <a:avLst>
              <a:gd name="adj" fmla="val 33599"/>
            </a:avLst>
          </a:prstGeom>
          <a:solidFill>
            <a:srgbClr val="FF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solidFill>
                <a:srgbClr val="FF3232"/>
              </a:solidFill>
            </a:endParaRPr>
          </a:p>
        </p:txBody>
      </p:sp>
      <p:sp>
        <p:nvSpPr>
          <p:cNvPr id="11" name="Picture Placeholder 6">
            <a:extLst>
              <a:ext uri="{FF2B5EF4-FFF2-40B4-BE49-F238E27FC236}">
                <a16:creationId xmlns:a16="http://schemas.microsoft.com/office/drawing/2014/main" id="{3038852B-0D31-BB0D-A4CC-B5B8777F3F0B}"/>
              </a:ext>
            </a:extLst>
          </p:cNvPr>
          <p:cNvSpPr>
            <a:spLocks noGrp="1"/>
          </p:cNvSpPr>
          <p:nvPr>
            <p:ph type="pic" sz="quarter" idx="15"/>
          </p:nvPr>
        </p:nvSpPr>
        <p:spPr>
          <a:xfrm>
            <a:off x="0" y="0"/>
            <a:ext cx="12192000" cy="3429000"/>
          </a:xfrm>
          <a:solidFill>
            <a:schemeClr val="bg2"/>
          </a:solidFill>
        </p:spPr>
        <p:txBody>
          <a:bodyPr/>
          <a:lstStyle/>
          <a:p>
            <a:r>
              <a:rPr lang="en-US"/>
              <a:t>Click icon to add picture</a:t>
            </a:r>
            <a:endParaRPr lang="en-IL"/>
          </a:p>
        </p:txBody>
      </p:sp>
    </p:spTree>
    <p:extLst>
      <p:ext uri="{BB962C8B-B14F-4D97-AF65-F5344CB8AC3E}">
        <p14:creationId xmlns:p14="http://schemas.microsoft.com/office/powerpoint/2010/main" val="21085613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9C20-CAD9-FFD2-CE2D-5525543FBD6C}"/>
              </a:ext>
            </a:extLst>
          </p:cNvPr>
          <p:cNvSpPr>
            <a:spLocks noGrp="1"/>
          </p:cNvSpPr>
          <p:nvPr>
            <p:ph type="title" hasCustomPrompt="1"/>
          </p:nvPr>
        </p:nvSpPr>
        <p:spPr>
          <a:xfrm>
            <a:off x="516000" y="463296"/>
            <a:ext cx="5427600" cy="731520"/>
          </a:xfrm>
        </p:spPr>
        <p:txBody>
          <a:bodyPr/>
          <a:lstStyle/>
          <a:p>
            <a:r>
              <a:rPr lang="en-US" dirty="0"/>
              <a:t>Click to edit title</a:t>
            </a:r>
            <a:endParaRPr lang="en-IL" dirty="0"/>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a:xfrm>
            <a:off x="516000" y="1474149"/>
            <a:ext cx="54276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p>
            <a:fld id="{4055E60B-063F-7341-AAD1-65F55D97E323}" type="slidenum">
              <a:rPr lang="en-IL" smtClean="0"/>
              <a:t>‹#›</a:t>
            </a:fld>
            <a:endParaRPr lang="en-IL"/>
          </a:p>
        </p:txBody>
      </p:sp>
      <p:sp>
        <p:nvSpPr>
          <p:cNvPr id="7" name="Parallelogram 6">
            <a:extLst>
              <a:ext uri="{FF2B5EF4-FFF2-40B4-BE49-F238E27FC236}">
                <a16:creationId xmlns:a16="http://schemas.microsoft.com/office/drawing/2014/main" id="{E44F1283-EEBE-41D7-8302-9E97D40C0998}"/>
              </a:ext>
            </a:extLst>
          </p:cNvPr>
          <p:cNvSpPr/>
          <p:nvPr userDrawn="1"/>
        </p:nvSpPr>
        <p:spPr>
          <a:xfrm>
            <a:off x="592865" y="388644"/>
            <a:ext cx="540000" cy="36000"/>
          </a:xfrm>
          <a:prstGeom prst="parallelogram">
            <a:avLst>
              <a:gd name="adj" fmla="val 33599"/>
            </a:avLst>
          </a:prstGeom>
          <a:solidFill>
            <a:srgbClr val="FF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solidFill>
                <a:srgbClr val="FF3232"/>
              </a:solidFill>
            </a:endParaRPr>
          </a:p>
        </p:txBody>
      </p:sp>
      <p:sp>
        <p:nvSpPr>
          <p:cNvPr id="8" name="Picture Placeholder 13">
            <a:extLst>
              <a:ext uri="{FF2B5EF4-FFF2-40B4-BE49-F238E27FC236}">
                <a16:creationId xmlns:a16="http://schemas.microsoft.com/office/drawing/2014/main" id="{7C32B4B0-C302-1C77-FFC3-D812528EF56D}"/>
              </a:ext>
            </a:extLst>
          </p:cNvPr>
          <p:cNvSpPr>
            <a:spLocks noGrp="1"/>
          </p:cNvSpPr>
          <p:nvPr>
            <p:ph type="pic" sz="quarter" idx="13"/>
          </p:nvPr>
        </p:nvSpPr>
        <p:spPr>
          <a:xfrm>
            <a:off x="6099175" y="0"/>
            <a:ext cx="6184900" cy="6858000"/>
          </a:xfrm>
          <a:custGeom>
            <a:avLst/>
            <a:gdLst>
              <a:gd name="connsiteX0" fmla="*/ 4813416 w 6096000"/>
              <a:gd name="connsiteY0" fmla="*/ 6557054 h 6858000"/>
              <a:gd name="connsiteX1" fmla="*/ 4838056 w 6096000"/>
              <a:gd name="connsiteY1" fmla="*/ 6573014 h 6858000"/>
              <a:gd name="connsiteX2" fmla="*/ 4813416 w 6096000"/>
              <a:gd name="connsiteY2" fmla="*/ 6590198 h 6858000"/>
              <a:gd name="connsiteX3" fmla="*/ 4788990 w 6096000"/>
              <a:gd name="connsiteY3" fmla="*/ 6573014 h 6858000"/>
              <a:gd name="connsiteX4" fmla="*/ 4813416 w 6096000"/>
              <a:gd name="connsiteY4" fmla="*/ 6557054 h 6858000"/>
              <a:gd name="connsiteX5" fmla="*/ 5371794 w 6096000"/>
              <a:gd name="connsiteY5" fmla="*/ 6556469 h 6858000"/>
              <a:gd name="connsiteX6" fmla="*/ 5396487 w 6096000"/>
              <a:gd name="connsiteY6" fmla="*/ 6588015 h 6858000"/>
              <a:gd name="connsiteX7" fmla="*/ 5421714 w 6096000"/>
              <a:gd name="connsiteY7" fmla="*/ 6571683 h 6858000"/>
              <a:gd name="connsiteX8" fmla="*/ 5436528 w 6096000"/>
              <a:gd name="connsiteY8" fmla="*/ 6571683 h 6858000"/>
              <a:gd name="connsiteX9" fmla="*/ 5441863 w 6096000"/>
              <a:gd name="connsiteY9" fmla="*/ 6556469 h 6858000"/>
              <a:gd name="connsiteX10" fmla="*/ 5396487 w 6096000"/>
              <a:gd name="connsiteY10" fmla="*/ 6515181 h 6858000"/>
              <a:gd name="connsiteX11" fmla="*/ 5371794 w 6096000"/>
              <a:gd name="connsiteY11" fmla="*/ 6539764 h 6858000"/>
              <a:gd name="connsiteX12" fmla="*/ 5371803 w 6096000"/>
              <a:gd name="connsiteY12" fmla="*/ 6539764 h 6858000"/>
              <a:gd name="connsiteX13" fmla="*/ 5421714 w 6096000"/>
              <a:gd name="connsiteY13" fmla="*/ 6539764 h 6858000"/>
              <a:gd name="connsiteX14" fmla="*/ 5396487 w 6096000"/>
              <a:gd name="connsiteY14" fmla="*/ 6515181 h 6858000"/>
              <a:gd name="connsiteX15" fmla="*/ 5277344 w 6096000"/>
              <a:gd name="connsiteY15" fmla="*/ 6514915 h 6858000"/>
              <a:gd name="connsiteX16" fmla="*/ 5253558 w 6096000"/>
              <a:gd name="connsiteY16" fmla="*/ 6548165 h 6858000"/>
              <a:gd name="connsiteX17" fmla="*/ 5277344 w 6096000"/>
              <a:gd name="connsiteY17" fmla="*/ 6588015 h 6858000"/>
              <a:gd name="connsiteX18" fmla="*/ 5304011 w 6096000"/>
              <a:gd name="connsiteY18" fmla="*/ 6548165 h 6858000"/>
              <a:gd name="connsiteX19" fmla="*/ 5277344 w 6096000"/>
              <a:gd name="connsiteY19" fmla="*/ 6514915 h 6858000"/>
              <a:gd name="connsiteX20" fmla="*/ 5158974 w 6096000"/>
              <a:gd name="connsiteY20" fmla="*/ 6514915 h 6858000"/>
              <a:gd name="connsiteX21" fmla="*/ 5135188 w 6096000"/>
              <a:gd name="connsiteY21" fmla="*/ 6548165 h 6858000"/>
              <a:gd name="connsiteX22" fmla="*/ 5158974 w 6096000"/>
              <a:gd name="connsiteY22" fmla="*/ 6588015 h 6858000"/>
              <a:gd name="connsiteX23" fmla="*/ 5185321 w 6096000"/>
              <a:gd name="connsiteY23" fmla="*/ 6548165 h 6858000"/>
              <a:gd name="connsiteX24" fmla="*/ 5158974 w 6096000"/>
              <a:gd name="connsiteY24" fmla="*/ 6514915 h 6858000"/>
              <a:gd name="connsiteX25" fmla="*/ 5042188 w 6096000"/>
              <a:gd name="connsiteY25" fmla="*/ 6514915 h 6858000"/>
              <a:gd name="connsiteX26" fmla="*/ 5042193 w 6096000"/>
              <a:gd name="connsiteY26" fmla="*/ 6514916 h 6858000"/>
              <a:gd name="connsiteX27" fmla="*/ 5021177 w 6096000"/>
              <a:gd name="connsiteY27" fmla="*/ 6519805 h 6858000"/>
              <a:gd name="connsiteX28" fmla="*/ 5017557 w 6096000"/>
              <a:gd name="connsiteY28" fmla="*/ 6539498 h 6858000"/>
              <a:gd name="connsiteX29" fmla="*/ 5067467 w 6096000"/>
              <a:gd name="connsiteY29" fmla="*/ 6539498 h 6858000"/>
              <a:gd name="connsiteX30" fmla="*/ 5063027 w 6096000"/>
              <a:gd name="connsiteY30" fmla="*/ 6518627 h 6858000"/>
              <a:gd name="connsiteX31" fmla="*/ 5042193 w 6096000"/>
              <a:gd name="connsiteY31" fmla="*/ 6514916 h 6858000"/>
              <a:gd name="connsiteX32" fmla="*/ 5042197 w 6096000"/>
              <a:gd name="connsiteY32" fmla="*/ 6514915 h 6858000"/>
              <a:gd name="connsiteX33" fmla="*/ 4637987 w 6096000"/>
              <a:gd name="connsiteY33" fmla="*/ 6514915 h 6858000"/>
              <a:gd name="connsiteX34" fmla="*/ 4663694 w 6096000"/>
              <a:gd name="connsiteY34" fmla="*/ 6551785 h 6858000"/>
              <a:gd name="connsiteX35" fmla="*/ 4637987 w 6096000"/>
              <a:gd name="connsiteY35" fmla="*/ 6588015 h 6858000"/>
              <a:gd name="connsiteX36" fmla="*/ 4612280 w 6096000"/>
              <a:gd name="connsiteY36" fmla="*/ 6551785 h 6858000"/>
              <a:gd name="connsiteX37" fmla="*/ 4637987 w 6096000"/>
              <a:gd name="connsiteY37" fmla="*/ 6514915 h 6858000"/>
              <a:gd name="connsiteX38" fmla="*/ 4814385 w 6096000"/>
              <a:gd name="connsiteY38" fmla="*/ 6494804 h 6858000"/>
              <a:gd name="connsiteX39" fmla="*/ 4766396 w 6096000"/>
              <a:gd name="connsiteY39" fmla="*/ 6528533 h 6858000"/>
              <a:gd name="connsiteX40" fmla="*/ 4793063 w 6096000"/>
              <a:gd name="connsiteY40" fmla="*/ 6528533 h 6858000"/>
              <a:gd name="connsiteX41" fmla="*/ 4814074 w 6096000"/>
              <a:gd name="connsiteY41" fmla="*/ 6513052 h 6858000"/>
              <a:gd name="connsiteX42" fmla="*/ 4837860 w 6096000"/>
              <a:gd name="connsiteY42" fmla="*/ 6537422 h 6858000"/>
              <a:gd name="connsiteX43" fmla="*/ 4837860 w 6096000"/>
              <a:gd name="connsiteY43" fmla="*/ 6551838 h 6858000"/>
              <a:gd name="connsiteX44" fmla="*/ 4837433 w 6096000"/>
              <a:gd name="connsiteY44" fmla="*/ 6551838 h 6858000"/>
              <a:gd name="connsiteX45" fmla="*/ 4804106 w 6096000"/>
              <a:gd name="connsiteY45" fmla="*/ 6539125 h 6858000"/>
              <a:gd name="connsiteX46" fmla="*/ 4762456 w 6096000"/>
              <a:gd name="connsiteY46" fmla="*/ 6573227 h 6858000"/>
              <a:gd name="connsiteX47" fmla="*/ 4804106 w 6096000"/>
              <a:gd name="connsiteY47" fmla="*/ 6608606 h 6858000"/>
              <a:gd name="connsiteX48" fmla="*/ 4838714 w 6096000"/>
              <a:gd name="connsiteY48" fmla="*/ 6593391 h 6858000"/>
              <a:gd name="connsiteX49" fmla="*/ 4839354 w 6096000"/>
              <a:gd name="connsiteY49" fmla="*/ 6593391 h 6858000"/>
              <a:gd name="connsiteX50" fmla="*/ 4838287 w 6096000"/>
              <a:gd name="connsiteY50" fmla="*/ 6607062 h 6858000"/>
              <a:gd name="connsiteX51" fmla="*/ 4864936 w 6096000"/>
              <a:gd name="connsiteY51" fmla="*/ 6607062 h 6858000"/>
              <a:gd name="connsiteX52" fmla="*/ 4864936 w 6096000"/>
              <a:gd name="connsiteY52" fmla="*/ 6537369 h 6858000"/>
              <a:gd name="connsiteX53" fmla="*/ 4814385 w 6096000"/>
              <a:gd name="connsiteY53" fmla="*/ 6494804 h 6858000"/>
              <a:gd name="connsiteX54" fmla="*/ 4945888 w 6096000"/>
              <a:gd name="connsiteY54" fmla="*/ 6494546 h 6858000"/>
              <a:gd name="connsiteX55" fmla="*/ 4916136 w 6096000"/>
              <a:gd name="connsiteY55" fmla="*/ 6510506 h 6858000"/>
              <a:gd name="connsiteX56" fmla="*/ 4915069 w 6096000"/>
              <a:gd name="connsiteY56" fmla="*/ 6510506 h 6858000"/>
              <a:gd name="connsiteX57" fmla="*/ 4915816 w 6096000"/>
              <a:gd name="connsiteY57" fmla="*/ 6496037 h 6858000"/>
              <a:gd name="connsiteX58" fmla="*/ 4889682 w 6096000"/>
              <a:gd name="connsiteY58" fmla="*/ 6496037 h 6858000"/>
              <a:gd name="connsiteX59" fmla="*/ 4889674 w 6096000"/>
              <a:gd name="connsiteY59" fmla="*/ 6496028 h 6858000"/>
              <a:gd name="connsiteX60" fmla="*/ 4889674 w 6096000"/>
              <a:gd name="connsiteY60" fmla="*/ 6607062 h 6858000"/>
              <a:gd name="connsiteX61" fmla="*/ 4916340 w 6096000"/>
              <a:gd name="connsiteY61" fmla="*/ 6607062 h 6858000"/>
              <a:gd name="connsiteX62" fmla="*/ 4916340 w 6096000"/>
              <a:gd name="connsiteY62" fmla="*/ 6538593 h 6858000"/>
              <a:gd name="connsiteX63" fmla="*/ 4936499 w 6096000"/>
              <a:gd name="connsiteY63" fmla="*/ 6515075 h 6858000"/>
              <a:gd name="connsiteX64" fmla="*/ 4950094 w 6096000"/>
              <a:gd name="connsiteY64" fmla="*/ 6532844 h 6858000"/>
              <a:gd name="connsiteX65" fmla="*/ 4950094 w 6096000"/>
              <a:gd name="connsiteY65" fmla="*/ 6538593 h 6858000"/>
              <a:gd name="connsiteX66" fmla="*/ 4975161 w 6096000"/>
              <a:gd name="connsiteY66" fmla="*/ 6538593 h 6858000"/>
              <a:gd name="connsiteX67" fmla="*/ 4975161 w 6096000"/>
              <a:gd name="connsiteY67" fmla="*/ 6529553 h 6858000"/>
              <a:gd name="connsiteX68" fmla="*/ 4945888 w 6096000"/>
              <a:gd name="connsiteY68" fmla="*/ 6494546 h 6858000"/>
              <a:gd name="connsiteX69" fmla="*/ 4637987 w 6096000"/>
              <a:gd name="connsiteY69" fmla="*/ 6494538 h 6858000"/>
              <a:gd name="connsiteX70" fmla="*/ 4585516 w 6096000"/>
              <a:gd name="connsiteY70" fmla="*/ 6551572 h 6858000"/>
              <a:gd name="connsiteX71" fmla="*/ 4637987 w 6096000"/>
              <a:gd name="connsiteY71" fmla="*/ 6608340 h 6858000"/>
              <a:gd name="connsiteX72" fmla="*/ 4690458 w 6096000"/>
              <a:gd name="connsiteY72" fmla="*/ 6551572 h 6858000"/>
              <a:gd name="connsiteX73" fmla="*/ 4637987 w 6096000"/>
              <a:gd name="connsiteY73" fmla="*/ 6494538 h 6858000"/>
              <a:gd name="connsiteX74" fmla="*/ 4517581 w 6096000"/>
              <a:gd name="connsiteY74" fmla="*/ 6494538 h 6858000"/>
              <a:gd name="connsiteX75" fmla="*/ 4466817 w 6096000"/>
              <a:gd name="connsiteY75" fmla="*/ 6525712 h 6858000"/>
              <a:gd name="connsiteX76" fmla="*/ 4515234 w 6096000"/>
              <a:gd name="connsiteY76" fmla="*/ 6560239 h 6858000"/>
              <a:gd name="connsiteX77" fmla="*/ 4542852 w 6096000"/>
              <a:gd name="connsiteY77" fmla="*/ 6575294 h 6858000"/>
              <a:gd name="connsiteX78" fmla="*/ 4517572 w 6096000"/>
              <a:gd name="connsiteY78" fmla="*/ 6590136 h 6858000"/>
              <a:gd name="connsiteX79" fmla="*/ 4493573 w 6096000"/>
              <a:gd name="connsiteY79" fmla="*/ 6572100 h 6858000"/>
              <a:gd name="connsiteX80" fmla="*/ 4466808 w 6096000"/>
              <a:gd name="connsiteY80" fmla="*/ 6572100 h 6858000"/>
              <a:gd name="connsiteX81" fmla="*/ 4517572 w 6096000"/>
              <a:gd name="connsiteY81" fmla="*/ 6608331 h 6858000"/>
              <a:gd name="connsiteX82" fmla="*/ 4569617 w 6096000"/>
              <a:gd name="connsiteY82" fmla="*/ 6575294 h 6858000"/>
              <a:gd name="connsiteX83" fmla="*/ 4519920 w 6096000"/>
              <a:gd name="connsiteY83" fmla="*/ 6539915 h 6858000"/>
              <a:gd name="connsiteX84" fmla="*/ 4493466 w 6096000"/>
              <a:gd name="connsiteY84" fmla="*/ 6527415 h 6858000"/>
              <a:gd name="connsiteX85" fmla="*/ 4517465 w 6096000"/>
              <a:gd name="connsiteY85" fmla="*/ 6512786 h 6858000"/>
              <a:gd name="connsiteX86" fmla="*/ 4538797 w 6096000"/>
              <a:gd name="connsiteY86" fmla="*/ 6526137 h 6858000"/>
              <a:gd name="connsiteX87" fmla="*/ 4565571 w 6096000"/>
              <a:gd name="connsiteY87" fmla="*/ 6526137 h 6858000"/>
              <a:gd name="connsiteX88" fmla="*/ 4517581 w 6096000"/>
              <a:gd name="connsiteY88" fmla="*/ 6494538 h 6858000"/>
              <a:gd name="connsiteX89" fmla="*/ 5045967 w 6096000"/>
              <a:gd name="connsiteY89" fmla="*/ 6448149 h 6858000"/>
              <a:gd name="connsiteX90" fmla="*/ 5025488 w 6096000"/>
              <a:gd name="connsiteY90" fmla="*/ 6462725 h 6858000"/>
              <a:gd name="connsiteX91" fmla="*/ 5013120 w 6096000"/>
              <a:gd name="connsiteY91" fmla="*/ 6498689 h 6858000"/>
              <a:gd name="connsiteX92" fmla="*/ 5042179 w 6096000"/>
              <a:gd name="connsiteY92" fmla="*/ 6494538 h 6858000"/>
              <a:gd name="connsiteX93" fmla="*/ 5094223 w 6096000"/>
              <a:gd name="connsiteY93" fmla="*/ 6556469 h 6858000"/>
              <a:gd name="connsiteX94" fmla="*/ 5017539 w 6096000"/>
              <a:gd name="connsiteY94" fmla="*/ 6556469 h 6858000"/>
              <a:gd name="connsiteX95" fmla="*/ 5042179 w 6096000"/>
              <a:gd name="connsiteY95" fmla="*/ 6588015 h 6858000"/>
              <a:gd name="connsiteX96" fmla="*/ 5067459 w 6096000"/>
              <a:gd name="connsiteY96" fmla="*/ 6571683 h 6858000"/>
              <a:gd name="connsiteX97" fmla="*/ 5094125 w 6096000"/>
              <a:gd name="connsiteY97" fmla="*/ 6571683 h 6858000"/>
              <a:gd name="connsiteX98" fmla="*/ 5042081 w 6096000"/>
              <a:gd name="connsiteY98" fmla="*/ 6608340 h 6858000"/>
              <a:gd name="connsiteX99" fmla="*/ 4990890 w 6096000"/>
              <a:gd name="connsiteY99" fmla="*/ 6562377 h 6858000"/>
              <a:gd name="connsiteX100" fmla="*/ 4964917 w 6096000"/>
              <a:gd name="connsiteY100" fmla="*/ 6637394 h 6858000"/>
              <a:gd name="connsiteX101" fmla="*/ 4975311 w 6096000"/>
              <a:gd name="connsiteY101" fmla="*/ 6651916 h 6858000"/>
              <a:gd name="connsiteX102" fmla="*/ 5247271 w 6096000"/>
              <a:gd name="connsiteY102" fmla="*/ 6651916 h 6858000"/>
              <a:gd name="connsiteX103" fmla="*/ 5231275 w 6096000"/>
              <a:gd name="connsiteY103" fmla="*/ 6618560 h 6858000"/>
              <a:gd name="connsiteX104" fmla="*/ 5256341 w 6096000"/>
              <a:gd name="connsiteY104" fmla="*/ 6618560 h 6858000"/>
              <a:gd name="connsiteX105" fmla="*/ 5277140 w 6096000"/>
              <a:gd name="connsiteY105" fmla="*/ 6636116 h 6858000"/>
              <a:gd name="connsiteX106" fmla="*/ 5304758 w 6096000"/>
              <a:gd name="connsiteY106" fmla="*/ 6612385 h 6858000"/>
              <a:gd name="connsiteX107" fmla="*/ 5304758 w 6096000"/>
              <a:gd name="connsiteY107" fmla="*/ 6591103 h 6858000"/>
              <a:gd name="connsiteX108" fmla="*/ 5304118 w 6096000"/>
              <a:gd name="connsiteY108" fmla="*/ 6591103 h 6858000"/>
              <a:gd name="connsiteX109" fmla="*/ 5269297 w 6096000"/>
              <a:gd name="connsiteY109" fmla="*/ 6608233 h 6858000"/>
              <a:gd name="connsiteX110" fmla="*/ 5226633 w 6096000"/>
              <a:gd name="connsiteY110" fmla="*/ 6554659 h 6858000"/>
              <a:gd name="connsiteX111" fmla="*/ 5269297 w 6096000"/>
              <a:gd name="connsiteY111" fmla="*/ 6494431 h 6858000"/>
              <a:gd name="connsiteX112" fmla="*/ 5304118 w 6096000"/>
              <a:gd name="connsiteY112" fmla="*/ 6512467 h 6858000"/>
              <a:gd name="connsiteX113" fmla="*/ 5304971 w 6096000"/>
              <a:gd name="connsiteY113" fmla="*/ 6512467 h 6858000"/>
              <a:gd name="connsiteX114" fmla="*/ 5304011 w 6096000"/>
              <a:gd name="connsiteY114" fmla="*/ 6496028 h 6858000"/>
              <a:gd name="connsiteX115" fmla="*/ 5330678 w 6096000"/>
              <a:gd name="connsiteY115" fmla="*/ 6496028 h 6858000"/>
              <a:gd name="connsiteX116" fmla="*/ 5330678 w 6096000"/>
              <a:gd name="connsiteY116" fmla="*/ 6606849 h 6858000"/>
              <a:gd name="connsiteX117" fmla="*/ 5310467 w 6096000"/>
              <a:gd name="connsiteY117" fmla="*/ 6651907 h 6858000"/>
              <a:gd name="connsiteX118" fmla="*/ 5393117 w 6096000"/>
              <a:gd name="connsiteY118" fmla="*/ 6651907 h 6858000"/>
              <a:gd name="connsiteX119" fmla="*/ 5413595 w 6096000"/>
              <a:gd name="connsiteY119" fmla="*/ 6637385 h 6858000"/>
              <a:gd name="connsiteX120" fmla="*/ 5424257 w 6096000"/>
              <a:gd name="connsiteY120" fmla="*/ 6606477 h 6858000"/>
              <a:gd name="connsiteX121" fmla="*/ 5396265 w 6096000"/>
              <a:gd name="connsiteY121" fmla="*/ 6608340 h 6858000"/>
              <a:gd name="connsiteX122" fmla="*/ 5344861 w 6096000"/>
              <a:gd name="connsiteY122" fmla="*/ 6551785 h 6858000"/>
              <a:gd name="connsiteX123" fmla="*/ 5396265 w 6096000"/>
              <a:gd name="connsiteY123" fmla="*/ 6494538 h 6858000"/>
              <a:gd name="connsiteX124" fmla="*/ 5447829 w 6096000"/>
              <a:gd name="connsiteY124" fmla="*/ 6538540 h 6858000"/>
              <a:gd name="connsiteX125" fmla="*/ 5474016 w 6096000"/>
              <a:gd name="connsiteY125" fmla="*/ 6462938 h 6858000"/>
              <a:gd name="connsiteX126" fmla="*/ 5463995 w 6096000"/>
              <a:gd name="connsiteY126" fmla="*/ 6448149 h 6858000"/>
              <a:gd name="connsiteX127" fmla="*/ 5463986 w 6096000"/>
              <a:gd name="connsiteY127" fmla="*/ 6448149 h 6858000"/>
              <a:gd name="connsiteX128" fmla="*/ 5212504 w 6096000"/>
              <a:gd name="connsiteY128" fmla="*/ 6448149 h 6858000"/>
              <a:gd name="connsiteX129" fmla="*/ 5212504 w 6096000"/>
              <a:gd name="connsiteY129" fmla="*/ 6607062 h 6858000"/>
              <a:gd name="connsiteX130" fmla="*/ 5185837 w 6096000"/>
              <a:gd name="connsiteY130" fmla="*/ 6607062 h 6858000"/>
              <a:gd name="connsiteX131" fmla="*/ 5186904 w 6096000"/>
              <a:gd name="connsiteY131" fmla="*/ 6590357 h 6858000"/>
              <a:gd name="connsiteX132" fmla="*/ 5186050 w 6096000"/>
              <a:gd name="connsiteY132" fmla="*/ 6590357 h 6858000"/>
              <a:gd name="connsiteX133" fmla="*/ 5151230 w 6096000"/>
              <a:gd name="connsiteY133" fmla="*/ 6608340 h 6858000"/>
              <a:gd name="connsiteX134" fmla="*/ 5108566 w 6096000"/>
              <a:gd name="connsiteY134" fmla="*/ 6548165 h 6858000"/>
              <a:gd name="connsiteX135" fmla="*/ 5151230 w 6096000"/>
              <a:gd name="connsiteY135" fmla="*/ 6494538 h 6858000"/>
              <a:gd name="connsiteX136" fmla="*/ 5184770 w 6096000"/>
              <a:gd name="connsiteY136" fmla="*/ 6510497 h 6858000"/>
              <a:gd name="connsiteX137" fmla="*/ 5185837 w 6096000"/>
              <a:gd name="connsiteY137" fmla="*/ 6510497 h 6858000"/>
              <a:gd name="connsiteX138" fmla="*/ 5185837 w 6096000"/>
              <a:gd name="connsiteY138" fmla="*/ 6448149 h 6858000"/>
              <a:gd name="connsiteX139" fmla="*/ 4713275 w 6096000"/>
              <a:gd name="connsiteY139" fmla="*/ 6448149 h 6858000"/>
              <a:gd name="connsiteX140" fmla="*/ 4713275 w 6096000"/>
              <a:gd name="connsiteY140" fmla="*/ 6607062 h 6858000"/>
              <a:gd name="connsiteX141" fmla="*/ 4739942 w 6096000"/>
              <a:gd name="connsiteY141" fmla="*/ 6607062 h 6858000"/>
              <a:gd name="connsiteX142" fmla="*/ 4739942 w 6096000"/>
              <a:gd name="connsiteY142" fmla="*/ 6448149 h 6858000"/>
              <a:gd name="connsiteX143" fmla="*/ 0 w 6096000"/>
              <a:gd name="connsiteY143" fmla="*/ 0 h 6858000"/>
              <a:gd name="connsiteX144" fmla="*/ 6096000 w 6096000"/>
              <a:gd name="connsiteY144" fmla="*/ 0 h 6858000"/>
              <a:gd name="connsiteX145" fmla="*/ 6096000 w 6096000"/>
              <a:gd name="connsiteY145" fmla="*/ 6858000 h 6858000"/>
              <a:gd name="connsiteX146" fmla="*/ 0 w 6096000"/>
              <a:gd name="connsiteY146" fmla="*/ 6858000 h 6858000"/>
              <a:gd name="connsiteX0" fmla="*/ 4902316 w 6184900"/>
              <a:gd name="connsiteY0" fmla="*/ 6557054 h 6858000"/>
              <a:gd name="connsiteX1" fmla="*/ 4926956 w 6184900"/>
              <a:gd name="connsiteY1" fmla="*/ 6573014 h 6858000"/>
              <a:gd name="connsiteX2" fmla="*/ 4902316 w 6184900"/>
              <a:gd name="connsiteY2" fmla="*/ 6590198 h 6858000"/>
              <a:gd name="connsiteX3" fmla="*/ 4877890 w 6184900"/>
              <a:gd name="connsiteY3" fmla="*/ 6573014 h 6858000"/>
              <a:gd name="connsiteX4" fmla="*/ 4902316 w 6184900"/>
              <a:gd name="connsiteY4" fmla="*/ 6557054 h 6858000"/>
              <a:gd name="connsiteX5" fmla="*/ 5460694 w 6184900"/>
              <a:gd name="connsiteY5" fmla="*/ 6556469 h 6858000"/>
              <a:gd name="connsiteX6" fmla="*/ 5485387 w 6184900"/>
              <a:gd name="connsiteY6" fmla="*/ 6588015 h 6858000"/>
              <a:gd name="connsiteX7" fmla="*/ 5510614 w 6184900"/>
              <a:gd name="connsiteY7" fmla="*/ 6571683 h 6858000"/>
              <a:gd name="connsiteX8" fmla="*/ 5525428 w 6184900"/>
              <a:gd name="connsiteY8" fmla="*/ 6571683 h 6858000"/>
              <a:gd name="connsiteX9" fmla="*/ 5530763 w 6184900"/>
              <a:gd name="connsiteY9" fmla="*/ 6556469 h 6858000"/>
              <a:gd name="connsiteX10" fmla="*/ 5460694 w 6184900"/>
              <a:gd name="connsiteY10" fmla="*/ 6556469 h 6858000"/>
              <a:gd name="connsiteX11" fmla="*/ 5485387 w 6184900"/>
              <a:gd name="connsiteY11" fmla="*/ 6515181 h 6858000"/>
              <a:gd name="connsiteX12" fmla="*/ 5460694 w 6184900"/>
              <a:gd name="connsiteY12" fmla="*/ 6539764 h 6858000"/>
              <a:gd name="connsiteX13" fmla="*/ 5460703 w 6184900"/>
              <a:gd name="connsiteY13" fmla="*/ 6539764 h 6858000"/>
              <a:gd name="connsiteX14" fmla="*/ 5510614 w 6184900"/>
              <a:gd name="connsiteY14" fmla="*/ 6539764 h 6858000"/>
              <a:gd name="connsiteX15" fmla="*/ 5485387 w 6184900"/>
              <a:gd name="connsiteY15" fmla="*/ 6515181 h 6858000"/>
              <a:gd name="connsiteX16" fmla="*/ 5366244 w 6184900"/>
              <a:gd name="connsiteY16" fmla="*/ 6514915 h 6858000"/>
              <a:gd name="connsiteX17" fmla="*/ 5342458 w 6184900"/>
              <a:gd name="connsiteY17" fmla="*/ 6548165 h 6858000"/>
              <a:gd name="connsiteX18" fmla="*/ 5366244 w 6184900"/>
              <a:gd name="connsiteY18" fmla="*/ 6588015 h 6858000"/>
              <a:gd name="connsiteX19" fmla="*/ 5392911 w 6184900"/>
              <a:gd name="connsiteY19" fmla="*/ 6548165 h 6858000"/>
              <a:gd name="connsiteX20" fmla="*/ 5366244 w 6184900"/>
              <a:gd name="connsiteY20" fmla="*/ 6514915 h 6858000"/>
              <a:gd name="connsiteX21" fmla="*/ 5247874 w 6184900"/>
              <a:gd name="connsiteY21" fmla="*/ 6514915 h 6858000"/>
              <a:gd name="connsiteX22" fmla="*/ 5224088 w 6184900"/>
              <a:gd name="connsiteY22" fmla="*/ 6548165 h 6858000"/>
              <a:gd name="connsiteX23" fmla="*/ 5247874 w 6184900"/>
              <a:gd name="connsiteY23" fmla="*/ 6588015 h 6858000"/>
              <a:gd name="connsiteX24" fmla="*/ 5274221 w 6184900"/>
              <a:gd name="connsiteY24" fmla="*/ 6548165 h 6858000"/>
              <a:gd name="connsiteX25" fmla="*/ 5247874 w 6184900"/>
              <a:gd name="connsiteY25" fmla="*/ 6514915 h 6858000"/>
              <a:gd name="connsiteX26" fmla="*/ 5131088 w 6184900"/>
              <a:gd name="connsiteY26" fmla="*/ 6514915 h 6858000"/>
              <a:gd name="connsiteX27" fmla="*/ 5131093 w 6184900"/>
              <a:gd name="connsiteY27" fmla="*/ 6514916 h 6858000"/>
              <a:gd name="connsiteX28" fmla="*/ 5110077 w 6184900"/>
              <a:gd name="connsiteY28" fmla="*/ 6519805 h 6858000"/>
              <a:gd name="connsiteX29" fmla="*/ 5106457 w 6184900"/>
              <a:gd name="connsiteY29" fmla="*/ 6539498 h 6858000"/>
              <a:gd name="connsiteX30" fmla="*/ 5156367 w 6184900"/>
              <a:gd name="connsiteY30" fmla="*/ 6539498 h 6858000"/>
              <a:gd name="connsiteX31" fmla="*/ 5151927 w 6184900"/>
              <a:gd name="connsiteY31" fmla="*/ 6518627 h 6858000"/>
              <a:gd name="connsiteX32" fmla="*/ 5131093 w 6184900"/>
              <a:gd name="connsiteY32" fmla="*/ 6514916 h 6858000"/>
              <a:gd name="connsiteX33" fmla="*/ 5131097 w 6184900"/>
              <a:gd name="connsiteY33" fmla="*/ 6514915 h 6858000"/>
              <a:gd name="connsiteX34" fmla="*/ 5131088 w 6184900"/>
              <a:gd name="connsiteY34" fmla="*/ 6514915 h 6858000"/>
              <a:gd name="connsiteX35" fmla="*/ 4726887 w 6184900"/>
              <a:gd name="connsiteY35" fmla="*/ 6514915 h 6858000"/>
              <a:gd name="connsiteX36" fmla="*/ 4752594 w 6184900"/>
              <a:gd name="connsiteY36" fmla="*/ 6551785 h 6858000"/>
              <a:gd name="connsiteX37" fmla="*/ 4726887 w 6184900"/>
              <a:gd name="connsiteY37" fmla="*/ 6588015 h 6858000"/>
              <a:gd name="connsiteX38" fmla="*/ 4701180 w 6184900"/>
              <a:gd name="connsiteY38" fmla="*/ 6551785 h 6858000"/>
              <a:gd name="connsiteX39" fmla="*/ 4726887 w 6184900"/>
              <a:gd name="connsiteY39" fmla="*/ 6514915 h 6858000"/>
              <a:gd name="connsiteX40" fmla="*/ 4903285 w 6184900"/>
              <a:gd name="connsiteY40" fmla="*/ 6494804 h 6858000"/>
              <a:gd name="connsiteX41" fmla="*/ 4855296 w 6184900"/>
              <a:gd name="connsiteY41" fmla="*/ 6528533 h 6858000"/>
              <a:gd name="connsiteX42" fmla="*/ 4881963 w 6184900"/>
              <a:gd name="connsiteY42" fmla="*/ 6528533 h 6858000"/>
              <a:gd name="connsiteX43" fmla="*/ 4902974 w 6184900"/>
              <a:gd name="connsiteY43" fmla="*/ 6513052 h 6858000"/>
              <a:gd name="connsiteX44" fmla="*/ 4926760 w 6184900"/>
              <a:gd name="connsiteY44" fmla="*/ 6537422 h 6858000"/>
              <a:gd name="connsiteX45" fmla="*/ 4926760 w 6184900"/>
              <a:gd name="connsiteY45" fmla="*/ 6551838 h 6858000"/>
              <a:gd name="connsiteX46" fmla="*/ 4926333 w 6184900"/>
              <a:gd name="connsiteY46" fmla="*/ 6551838 h 6858000"/>
              <a:gd name="connsiteX47" fmla="*/ 4893006 w 6184900"/>
              <a:gd name="connsiteY47" fmla="*/ 6539125 h 6858000"/>
              <a:gd name="connsiteX48" fmla="*/ 4851356 w 6184900"/>
              <a:gd name="connsiteY48" fmla="*/ 6573227 h 6858000"/>
              <a:gd name="connsiteX49" fmla="*/ 4893006 w 6184900"/>
              <a:gd name="connsiteY49" fmla="*/ 6608606 h 6858000"/>
              <a:gd name="connsiteX50" fmla="*/ 4927614 w 6184900"/>
              <a:gd name="connsiteY50" fmla="*/ 6593391 h 6858000"/>
              <a:gd name="connsiteX51" fmla="*/ 4928254 w 6184900"/>
              <a:gd name="connsiteY51" fmla="*/ 6593391 h 6858000"/>
              <a:gd name="connsiteX52" fmla="*/ 4927187 w 6184900"/>
              <a:gd name="connsiteY52" fmla="*/ 6607062 h 6858000"/>
              <a:gd name="connsiteX53" fmla="*/ 4953836 w 6184900"/>
              <a:gd name="connsiteY53" fmla="*/ 6607062 h 6858000"/>
              <a:gd name="connsiteX54" fmla="*/ 4953836 w 6184900"/>
              <a:gd name="connsiteY54" fmla="*/ 6537369 h 6858000"/>
              <a:gd name="connsiteX55" fmla="*/ 4903285 w 6184900"/>
              <a:gd name="connsiteY55" fmla="*/ 6494804 h 6858000"/>
              <a:gd name="connsiteX56" fmla="*/ 5034788 w 6184900"/>
              <a:gd name="connsiteY56" fmla="*/ 6494546 h 6858000"/>
              <a:gd name="connsiteX57" fmla="*/ 5005036 w 6184900"/>
              <a:gd name="connsiteY57" fmla="*/ 6510506 h 6858000"/>
              <a:gd name="connsiteX58" fmla="*/ 5003969 w 6184900"/>
              <a:gd name="connsiteY58" fmla="*/ 6510506 h 6858000"/>
              <a:gd name="connsiteX59" fmla="*/ 5004716 w 6184900"/>
              <a:gd name="connsiteY59" fmla="*/ 6496037 h 6858000"/>
              <a:gd name="connsiteX60" fmla="*/ 4978582 w 6184900"/>
              <a:gd name="connsiteY60" fmla="*/ 6496037 h 6858000"/>
              <a:gd name="connsiteX61" fmla="*/ 4978574 w 6184900"/>
              <a:gd name="connsiteY61" fmla="*/ 6496028 h 6858000"/>
              <a:gd name="connsiteX62" fmla="*/ 4978574 w 6184900"/>
              <a:gd name="connsiteY62" fmla="*/ 6607062 h 6858000"/>
              <a:gd name="connsiteX63" fmla="*/ 5005240 w 6184900"/>
              <a:gd name="connsiteY63" fmla="*/ 6607062 h 6858000"/>
              <a:gd name="connsiteX64" fmla="*/ 5005240 w 6184900"/>
              <a:gd name="connsiteY64" fmla="*/ 6538593 h 6858000"/>
              <a:gd name="connsiteX65" fmla="*/ 5025399 w 6184900"/>
              <a:gd name="connsiteY65" fmla="*/ 6515075 h 6858000"/>
              <a:gd name="connsiteX66" fmla="*/ 5038994 w 6184900"/>
              <a:gd name="connsiteY66" fmla="*/ 6532844 h 6858000"/>
              <a:gd name="connsiteX67" fmla="*/ 5038994 w 6184900"/>
              <a:gd name="connsiteY67" fmla="*/ 6538593 h 6858000"/>
              <a:gd name="connsiteX68" fmla="*/ 5064061 w 6184900"/>
              <a:gd name="connsiteY68" fmla="*/ 6538593 h 6858000"/>
              <a:gd name="connsiteX69" fmla="*/ 5064061 w 6184900"/>
              <a:gd name="connsiteY69" fmla="*/ 6529553 h 6858000"/>
              <a:gd name="connsiteX70" fmla="*/ 5034788 w 6184900"/>
              <a:gd name="connsiteY70" fmla="*/ 6494546 h 6858000"/>
              <a:gd name="connsiteX71" fmla="*/ 4726887 w 6184900"/>
              <a:gd name="connsiteY71" fmla="*/ 6494538 h 6858000"/>
              <a:gd name="connsiteX72" fmla="*/ 4674416 w 6184900"/>
              <a:gd name="connsiteY72" fmla="*/ 6551572 h 6858000"/>
              <a:gd name="connsiteX73" fmla="*/ 4726887 w 6184900"/>
              <a:gd name="connsiteY73" fmla="*/ 6608340 h 6858000"/>
              <a:gd name="connsiteX74" fmla="*/ 4779358 w 6184900"/>
              <a:gd name="connsiteY74" fmla="*/ 6551572 h 6858000"/>
              <a:gd name="connsiteX75" fmla="*/ 4726887 w 6184900"/>
              <a:gd name="connsiteY75" fmla="*/ 6494538 h 6858000"/>
              <a:gd name="connsiteX76" fmla="*/ 4606481 w 6184900"/>
              <a:gd name="connsiteY76" fmla="*/ 6494538 h 6858000"/>
              <a:gd name="connsiteX77" fmla="*/ 4555717 w 6184900"/>
              <a:gd name="connsiteY77" fmla="*/ 6525712 h 6858000"/>
              <a:gd name="connsiteX78" fmla="*/ 4604134 w 6184900"/>
              <a:gd name="connsiteY78" fmla="*/ 6560239 h 6858000"/>
              <a:gd name="connsiteX79" fmla="*/ 4631752 w 6184900"/>
              <a:gd name="connsiteY79" fmla="*/ 6575294 h 6858000"/>
              <a:gd name="connsiteX80" fmla="*/ 4606472 w 6184900"/>
              <a:gd name="connsiteY80" fmla="*/ 6590136 h 6858000"/>
              <a:gd name="connsiteX81" fmla="*/ 4582473 w 6184900"/>
              <a:gd name="connsiteY81" fmla="*/ 6572100 h 6858000"/>
              <a:gd name="connsiteX82" fmla="*/ 4555708 w 6184900"/>
              <a:gd name="connsiteY82" fmla="*/ 6572100 h 6858000"/>
              <a:gd name="connsiteX83" fmla="*/ 4606472 w 6184900"/>
              <a:gd name="connsiteY83" fmla="*/ 6608331 h 6858000"/>
              <a:gd name="connsiteX84" fmla="*/ 4658517 w 6184900"/>
              <a:gd name="connsiteY84" fmla="*/ 6575294 h 6858000"/>
              <a:gd name="connsiteX85" fmla="*/ 4608820 w 6184900"/>
              <a:gd name="connsiteY85" fmla="*/ 6539915 h 6858000"/>
              <a:gd name="connsiteX86" fmla="*/ 4582366 w 6184900"/>
              <a:gd name="connsiteY86" fmla="*/ 6527415 h 6858000"/>
              <a:gd name="connsiteX87" fmla="*/ 4606365 w 6184900"/>
              <a:gd name="connsiteY87" fmla="*/ 6512786 h 6858000"/>
              <a:gd name="connsiteX88" fmla="*/ 4627697 w 6184900"/>
              <a:gd name="connsiteY88" fmla="*/ 6526137 h 6858000"/>
              <a:gd name="connsiteX89" fmla="*/ 4654471 w 6184900"/>
              <a:gd name="connsiteY89" fmla="*/ 6526137 h 6858000"/>
              <a:gd name="connsiteX90" fmla="*/ 4606481 w 6184900"/>
              <a:gd name="connsiteY90" fmla="*/ 6494538 h 6858000"/>
              <a:gd name="connsiteX91" fmla="*/ 5134867 w 6184900"/>
              <a:gd name="connsiteY91" fmla="*/ 6448149 h 6858000"/>
              <a:gd name="connsiteX92" fmla="*/ 5114388 w 6184900"/>
              <a:gd name="connsiteY92" fmla="*/ 6462725 h 6858000"/>
              <a:gd name="connsiteX93" fmla="*/ 5102020 w 6184900"/>
              <a:gd name="connsiteY93" fmla="*/ 6498689 h 6858000"/>
              <a:gd name="connsiteX94" fmla="*/ 5131079 w 6184900"/>
              <a:gd name="connsiteY94" fmla="*/ 6494538 h 6858000"/>
              <a:gd name="connsiteX95" fmla="*/ 5183123 w 6184900"/>
              <a:gd name="connsiteY95" fmla="*/ 6556469 h 6858000"/>
              <a:gd name="connsiteX96" fmla="*/ 5106439 w 6184900"/>
              <a:gd name="connsiteY96" fmla="*/ 6556469 h 6858000"/>
              <a:gd name="connsiteX97" fmla="*/ 5131079 w 6184900"/>
              <a:gd name="connsiteY97" fmla="*/ 6588015 h 6858000"/>
              <a:gd name="connsiteX98" fmla="*/ 5156359 w 6184900"/>
              <a:gd name="connsiteY98" fmla="*/ 6571683 h 6858000"/>
              <a:gd name="connsiteX99" fmla="*/ 5183025 w 6184900"/>
              <a:gd name="connsiteY99" fmla="*/ 6571683 h 6858000"/>
              <a:gd name="connsiteX100" fmla="*/ 5130981 w 6184900"/>
              <a:gd name="connsiteY100" fmla="*/ 6608340 h 6858000"/>
              <a:gd name="connsiteX101" fmla="*/ 5079790 w 6184900"/>
              <a:gd name="connsiteY101" fmla="*/ 6562377 h 6858000"/>
              <a:gd name="connsiteX102" fmla="*/ 5053817 w 6184900"/>
              <a:gd name="connsiteY102" fmla="*/ 6637394 h 6858000"/>
              <a:gd name="connsiteX103" fmla="*/ 5064211 w 6184900"/>
              <a:gd name="connsiteY103" fmla="*/ 6651916 h 6858000"/>
              <a:gd name="connsiteX104" fmla="*/ 5336171 w 6184900"/>
              <a:gd name="connsiteY104" fmla="*/ 6651916 h 6858000"/>
              <a:gd name="connsiteX105" fmla="*/ 5320175 w 6184900"/>
              <a:gd name="connsiteY105" fmla="*/ 6618560 h 6858000"/>
              <a:gd name="connsiteX106" fmla="*/ 5345241 w 6184900"/>
              <a:gd name="connsiteY106" fmla="*/ 6618560 h 6858000"/>
              <a:gd name="connsiteX107" fmla="*/ 5366040 w 6184900"/>
              <a:gd name="connsiteY107" fmla="*/ 6636116 h 6858000"/>
              <a:gd name="connsiteX108" fmla="*/ 5393658 w 6184900"/>
              <a:gd name="connsiteY108" fmla="*/ 6612385 h 6858000"/>
              <a:gd name="connsiteX109" fmla="*/ 5393658 w 6184900"/>
              <a:gd name="connsiteY109" fmla="*/ 6591103 h 6858000"/>
              <a:gd name="connsiteX110" fmla="*/ 5393018 w 6184900"/>
              <a:gd name="connsiteY110" fmla="*/ 6591103 h 6858000"/>
              <a:gd name="connsiteX111" fmla="*/ 5358197 w 6184900"/>
              <a:gd name="connsiteY111" fmla="*/ 6608233 h 6858000"/>
              <a:gd name="connsiteX112" fmla="*/ 5315533 w 6184900"/>
              <a:gd name="connsiteY112" fmla="*/ 6554659 h 6858000"/>
              <a:gd name="connsiteX113" fmla="*/ 5358197 w 6184900"/>
              <a:gd name="connsiteY113" fmla="*/ 6494431 h 6858000"/>
              <a:gd name="connsiteX114" fmla="*/ 5393018 w 6184900"/>
              <a:gd name="connsiteY114" fmla="*/ 6512467 h 6858000"/>
              <a:gd name="connsiteX115" fmla="*/ 5393871 w 6184900"/>
              <a:gd name="connsiteY115" fmla="*/ 6512467 h 6858000"/>
              <a:gd name="connsiteX116" fmla="*/ 5392911 w 6184900"/>
              <a:gd name="connsiteY116" fmla="*/ 6496028 h 6858000"/>
              <a:gd name="connsiteX117" fmla="*/ 5419578 w 6184900"/>
              <a:gd name="connsiteY117" fmla="*/ 6496028 h 6858000"/>
              <a:gd name="connsiteX118" fmla="*/ 5419578 w 6184900"/>
              <a:gd name="connsiteY118" fmla="*/ 6606849 h 6858000"/>
              <a:gd name="connsiteX119" fmla="*/ 5399367 w 6184900"/>
              <a:gd name="connsiteY119" fmla="*/ 6651907 h 6858000"/>
              <a:gd name="connsiteX120" fmla="*/ 5482017 w 6184900"/>
              <a:gd name="connsiteY120" fmla="*/ 6651907 h 6858000"/>
              <a:gd name="connsiteX121" fmla="*/ 5502495 w 6184900"/>
              <a:gd name="connsiteY121" fmla="*/ 6637385 h 6858000"/>
              <a:gd name="connsiteX122" fmla="*/ 5513157 w 6184900"/>
              <a:gd name="connsiteY122" fmla="*/ 6606477 h 6858000"/>
              <a:gd name="connsiteX123" fmla="*/ 5485165 w 6184900"/>
              <a:gd name="connsiteY123" fmla="*/ 6608340 h 6858000"/>
              <a:gd name="connsiteX124" fmla="*/ 5433761 w 6184900"/>
              <a:gd name="connsiteY124" fmla="*/ 6551785 h 6858000"/>
              <a:gd name="connsiteX125" fmla="*/ 5485165 w 6184900"/>
              <a:gd name="connsiteY125" fmla="*/ 6494538 h 6858000"/>
              <a:gd name="connsiteX126" fmla="*/ 5536729 w 6184900"/>
              <a:gd name="connsiteY126" fmla="*/ 6538540 h 6858000"/>
              <a:gd name="connsiteX127" fmla="*/ 5562916 w 6184900"/>
              <a:gd name="connsiteY127" fmla="*/ 6462938 h 6858000"/>
              <a:gd name="connsiteX128" fmla="*/ 5552895 w 6184900"/>
              <a:gd name="connsiteY128" fmla="*/ 6448149 h 6858000"/>
              <a:gd name="connsiteX129" fmla="*/ 5552886 w 6184900"/>
              <a:gd name="connsiteY129" fmla="*/ 6448149 h 6858000"/>
              <a:gd name="connsiteX130" fmla="*/ 5301404 w 6184900"/>
              <a:gd name="connsiteY130" fmla="*/ 6448149 h 6858000"/>
              <a:gd name="connsiteX131" fmla="*/ 5301404 w 6184900"/>
              <a:gd name="connsiteY131" fmla="*/ 6607062 h 6858000"/>
              <a:gd name="connsiteX132" fmla="*/ 5274737 w 6184900"/>
              <a:gd name="connsiteY132" fmla="*/ 6607062 h 6858000"/>
              <a:gd name="connsiteX133" fmla="*/ 5275804 w 6184900"/>
              <a:gd name="connsiteY133" fmla="*/ 6590357 h 6858000"/>
              <a:gd name="connsiteX134" fmla="*/ 5274950 w 6184900"/>
              <a:gd name="connsiteY134" fmla="*/ 6590357 h 6858000"/>
              <a:gd name="connsiteX135" fmla="*/ 5240130 w 6184900"/>
              <a:gd name="connsiteY135" fmla="*/ 6608340 h 6858000"/>
              <a:gd name="connsiteX136" fmla="*/ 5197466 w 6184900"/>
              <a:gd name="connsiteY136" fmla="*/ 6548165 h 6858000"/>
              <a:gd name="connsiteX137" fmla="*/ 5240130 w 6184900"/>
              <a:gd name="connsiteY137" fmla="*/ 6494538 h 6858000"/>
              <a:gd name="connsiteX138" fmla="*/ 5273670 w 6184900"/>
              <a:gd name="connsiteY138" fmla="*/ 6510497 h 6858000"/>
              <a:gd name="connsiteX139" fmla="*/ 5274737 w 6184900"/>
              <a:gd name="connsiteY139" fmla="*/ 6510497 h 6858000"/>
              <a:gd name="connsiteX140" fmla="*/ 5274737 w 6184900"/>
              <a:gd name="connsiteY140" fmla="*/ 6448149 h 6858000"/>
              <a:gd name="connsiteX141" fmla="*/ 5134867 w 6184900"/>
              <a:gd name="connsiteY141" fmla="*/ 6448149 h 6858000"/>
              <a:gd name="connsiteX142" fmla="*/ 4802175 w 6184900"/>
              <a:gd name="connsiteY142" fmla="*/ 6448149 h 6858000"/>
              <a:gd name="connsiteX143" fmla="*/ 4802175 w 6184900"/>
              <a:gd name="connsiteY143" fmla="*/ 6607062 h 6858000"/>
              <a:gd name="connsiteX144" fmla="*/ 4828842 w 6184900"/>
              <a:gd name="connsiteY144" fmla="*/ 6607062 h 6858000"/>
              <a:gd name="connsiteX145" fmla="*/ 4828842 w 6184900"/>
              <a:gd name="connsiteY145" fmla="*/ 6448149 h 6858000"/>
              <a:gd name="connsiteX146" fmla="*/ 4802175 w 6184900"/>
              <a:gd name="connsiteY146" fmla="*/ 6448149 h 6858000"/>
              <a:gd name="connsiteX147" fmla="*/ 0 w 6184900"/>
              <a:gd name="connsiteY147" fmla="*/ 0 h 6858000"/>
              <a:gd name="connsiteX148" fmla="*/ 6184900 w 6184900"/>
              <a:gd name="connsiteY148" fmla="*/ 0 h 6858000"/>
              <a:gd name="connsiteX149" fmla="*/ 6184900 w 6184900"/>
              <a:gd name="connsiteY149" fmla="*/ 6858000 h 6858000"/>
              <a:gd name="connsiteX150" fmla="*/ 88900 w 6184900"/>
              <a:gd name="connsiteY150" fmla="*/ 6858000 h 6858000"/>
              <a:gd name="connsiteX151" fmla="*/ 0 w 6184900"/>
              <a:gd name="connsiteY151" fmla="*/ 0 h 6858000"/>
              <a:gd name="connsiteX0" fmla="*/ 4902316 w 6184900"/>
              <a:gd name="connsiteY0" fmla="*/ 6557054 h 6858000"/>
              <a:gd name="connsiteX1" fmla="*/ 4926956 w 6184900"/>
              <a:gd name="connsiteY1" fmla="*/ 6573014 h 6858000"/>
              <a:gd name="connsiteX2" fmla="*/ 4902316 w 6184900"/>
              <a:gd name="connsiteY2" fmla="*/ 6590198 h 6858000"/>
              <a:gd name="connsiteX3" fmla="*/ 4877890 w 6184900"/>
              <a:gd name="connsiteY3" fmla="*/ 6573014 h 6858000"/>
              <a:gd name="connsiteX4" fmla="*/ 4902316 w 6184900"/>
              <a:gd name="connsiteY4" fmla="*/ 6557054 h 6858000"/>
              <a:gd name="connsiteX5" fmla="*/ 5460694 w 6184900"/>
              <a:gd name="connsiteY5" fmla="*/ 6556469 h 6858000"/>
              <a:gd name="connsiteX6" fmla="*/ 5485387 w 6184900"/>
              <a:gd name="connsiteY6" fmla="*/ 6588015 h 6858000"/>
              <a:gd name="connsiteX7" fmla="*/ 5510614 w 6184900"/>
              <a:gd name="connsiteY7" fmla="*/ 6571683 h 6858000"/>
              <a:gd name="connsiteX8" fmla="*/ 5525428 w 6184900"/>
              <a:gd name="connsiteY8" fmla="*/ 6571683 h 6858000"/>
              <a:gd name="connsiteX9" fmla="*/ 5530763 w 6184900"/>
              <a:gd name="connsiteY9" fmla="*/ 6556469 h 6858000"/>
              <a:gd name="connsiteX10" fmla="*/ 5460694 w 6184900"/>
              <a:gd name="connsiteY10" fmla="*/ 6556469 h 6858000"/>
              <a:gd name="connsiteX11" fmla="*/ 5485387 w 6184900"/>
              <a:gd name="connsiteY11" fmla="*/ 6515181 h 6858000"/>
              <a:gd name="connsiteX12" fmla="*/ 5460694 w 6184900"/>
              <a:gd name="connsiteY12" fmla="*/ 6539764 h 6858000"/>
              <a:gd name="connsiteX13" fmla="*/ 5460703 w 6184900"/>
              <a:gd name="connsiteY13" fmla="*/ 6539764 h 6858000"/>
              <a:gd name="connsiteX14" fmla="*/ 5510614 w 6184900"/>
              <a:gd name="connsiteY14" fmla="*/ 6539764 h 6858000"/>
              <a:gd name="connsiteX15" fmla="*/ 5485387 w 6184900"/>
              <a:gd name="connsiteY15" fmla="*/ 6515181 h 6858000"/>
              <a:gd name="connsiteX16" fmla="*/ 5366244 w 6184900"/>
              <a:gd name="connsiteY16" fmla="*/ 6514915 h 6858000"/>
              <a:gd name="connsiteX17" fmla="*/ 5342458 w 6184900"/>
              <a:gd name="connsiteY17" fmla="*/ 6548165 h 6858000"/>
              <a:gd name="connsiteX18" fmla="*/ 5366244 w 6184900"/>
              <a:gd name="connsiteY18" fmla="*/ 6588015 h 6858000"/>
              <a:gd name="connsiteX19" fmla="*/ 5392911 w 6184900"/>
              <a:gd name="connsiteY19" fmla="*/ 6548165 h 6858000"/>
              <a:gd name="connsiteX20" fmla="*/ 5366244 w 6184900"/>
              <a:gd name="connsiteY20" fmla="*/ 6514915 h 6858000"/>
              <a:gd name="connsiteX21" fmla="*/ 5247874 w 6184900"/>
              <a:gd name="connsiteY21" fmla="*/ 6514915 h 6858000"/>
              <a:gd name="connsiteX22" fmla="*/ 5224088 w 6184900"/>
              <a:gd name="connsiteY22" fmla="*/ 6548165 h 6858000"/>
              <a:gd name="connsiteX23" fmla="*/ 5247874 w 6184900"/>
              <a:gd name="connsiteY23" fmla="*/ 6588015 h 6858000"/>
              <a:gd name="connsiteX24" fmla="*/ 5274221 w 6184900"/>
              <a:gd name="connsiteY24" fmla="*/ 6548165 h 6858000"/>
              <a:gd name="connsiteX25" fmla="*/ 5247874 w 6184900"/>
              <a:gd name="connsiteY25" fmla="*/ 6514915 h 6858000"/>
              <a:gd name="connsiteX26" fmla="*/ 5131088 w 6184900"/>
              <a:gd name="connsiteY26" fmla="*/ 6514915 h 6858000"/>
              <a:gd name="connsiteX27" fmla="*/ 5131093 w 6184900"/>
              <a:gd name="connsiteY27" fmla="*/ 6514916 h 6858000"/>
              <a:gd name="connsiteX28" fmla="*/ 5110077 w 6184900"/>
              <a:gd name="connsiteY28" fmla="*/ 6519805 h 6858000"/>
              <a:gd name="connsiteX29" fmla="*/ 5106457 w 6184900"/>
              <a:gd name="connsiteY29" fmla="*/ 6539498 h 6858000"/>
              <a:gd name="connsiteX30" fmla="*/ 5156367 w 6184900"/>
              <a:gd name="connsiteY30" fmla="*/ 6539498 h 6858000"/>
              <a:gd name="connsiteX31" fmla="*/ 5151927 w 6184900"/>
              <a:gd name="connsiteY31" fmla="*/ 6518627 h 6858000"/>
              <a:gd name="connsiteX32" fmla="*/ 5131093 w 6184900"/>
              <a:gd name="connsiteY32" fmla="*/ 6514916 h 6858000"/>
              <a:gd name="connsiteX33" fmla="*/ 5131097 w 6184900"/>
              <a:gd name="connsiteY33" fmla="*/ 6514915 h 6858000"/>
              <a:gd name="connsiteX34" fmla="*/ 5131088 w 6184900"/>
              <a:gd name="connsiteY34" fmla="*/ 6514915 h 6858000"/>
              <a:gd name="connsiteX35" fmla="*/ 4726887 w 6184900"/>
              <a:gd name="connsiteY35" fmla="*/ 6514915 h 6858000"/>
              <a:gd name="connsiteX36" fmla="*/ 4752594 w 6184900"/>
              <a:gd name="connsiteY36" fmla="*/ 6551785 h 6858000"/>
              <a:gd name="connsiteX37" fmla="*/ 4726887 w 6184900"/>
              <a:gd name="connsiteY37" fmla="*/ 6588015 h 6858000"/>
              <a:gd name="connsiteX38" fmla="*/ 4701180 w 6184900"/>
              <a:gd name="connsiteY38" fmla="*/ 6551785 h 6858000"/>
              <a:gd name="connsiteX39" fmla="*/ 4726887 w 6184900"/>
              <a:gd name="connsiteY39" fmla="*/ 6514915 h 6858000"/>
              <a:gd name="connsiteX40" fmla="*/ 4903285 w 6184900"/>
              <a:gd name="connsiteY40" fmla="*/ 6494804 h 6858000"/>
              <a:gd name="connsiteX41" fmla="*/ 4855296 w 6184900"/>
              <a:gd name="connsiteY41" fmla="*/ 6528533 h 6858000"/>
              <a:gd name="connsiteX42" fmla="*/ 4881963 w 6184900"/>
              <a:gd name="connsiteY42" fmla="*/ 6528533 h 6858000"/>
              <a:gd name="connsiteX43" fmla="*/ 4902974 w 6184900"/>
              <a:gd name="connsiteY43" fmla="*/ 6513052 h 6858000"/>
              <a:gd name="connsiteX44" fmla="*/ 4926760 w 6184900"/>
              <a:gd name="connsiteY44" fmla="*/ 6537422 h 6858000"/>
              <a:gd name="connsiteX45" fmla="*/ 4926760 w 6184900"/>
              <a:gd name="connsiteY45" fmla="*/ 6551838 h 6858000"/>
              <a:gd name="connsiteX46" fmla="*/ 4926333 w 6184900"/>
              <a:gd name="connsiteY46" fmla="*/ 6551838 h 6858000"/>
              <a:gd name="connsiteX47" fmla="*/ 4893006 w 6184900"/>
              <a:gd name="connsiteY47" fmla="*/ 6539125 h 6858000"/>
              <a:gd name="connsiteX48" fmla="*/ 4851356 w 6184900"/>
              <a:gd name="connsiteY48" fmla="*/ 6573227 h 6858000"/>
              <a:gd name="connsiteX49" fmla="*/ 4893006 w 6184900"/>
              <a:gd name="connsiteY49" fmla="*/ 6608606 h 6858000"/>
              <a:gd name="connsiteX50" fmla="*/ 4927614 w 6184900"/>
              <a:gd name="connsiteY50" fmla="*/ 6593391 h 6858000"/>
              <a:gd name="connsiteX51" fmla="*/ 4928254 w 6184900"/>
              <a:gd name="connsiteY51" fmla="*/ 6593391 h 6858000"/>
              <a:gd name="connsiteX52" fmla="*/ 4927187 w 6184900"/>
              <a:gd name="connsiteY52" fmla="*/ 6607062 h 6858000"/>
              <a:gd name="connsiteX53" fmla="*/ 4953836 w 6184900"/>
              <a:gd name="connsiteY53" fmla="*/ 6607062 h 6858000"/>
              <a:gd name="connsiteX54" fmla="*/ 4953836 w 6184900"/>
              <a:gd name="connsiteY54" fmla="*/ 6537369 h 6858000"/>
              <a:gd name="connsiteX55" fmla="*/ 4903285 w 6184900"/>
              <a:gd name="connsiteY55" fmla="*/ 6494804 h 6858000"/>
              <a:gd name="connsiteX56" fmla="*/ 5034788 w 6184900"/>
              <a:gd name="connsiteY56" fmla="*/ 6494546 h 6858000"/>
              <a:gd name="connsiteX57" fmla="*/ 5005036 w 6184900"/>
              <a:gd name="connsiteY57" fmla="*/ 6510506 h 6858000"/>
              <a:gd name="connsiteX58" fmla="*/ 5003969 w 6184900"/>
              <a:gd name="connsiteY58" fmla="*/ 6510506 h 6858000"/>
              <a:gd name="connsiteX59" fmla="*/ 5004716 w 6184900"/>
              <a:gd name="connsiteY59" fmla="*/ 6496037 h 6858000"/>
              <a:gd name="connsiteX60" fmla="*/ 4978582 w 6184900"/>
              <a:gd name="connsiteY60" fmla="*/ 6496037 h 6858000"/>
              <a:gd name="connsiteX61" fmla="*/ 4978574 w 6184900"/>
              <a:gd name="connsiteY61" fmla="*/ 6496028 h 6858000"/>
              <a:gd name="connsiteX62" fmla="*/ 4978574 w 6184900"/>
              <a:gd name="connsiteY62" fmla="*/ 6607062 h 6858000"/>
              <a:gd name="connsiteX63" fmla="*/ 5005240 w 6184900"/>
              <a:gd name="connsiteY63" fmla="*/ 6607062 h 6858000"/>
              <a:gd name="connsiteX64" fmla="*/ 5005240 w 6184900"/>
              <a:gd name="connsiteY64" fmla="*/ 6538593 h 6858000"/>
              <a:gd name="connsiteX65" fmla="*/ 5025399 w 6184900"/>
              <a:gd name="connsiteY65" fmla="*/ 6515075 h 6858000"/>
              <a:gd name="connsiteX66" fmla="*/ 5038994 w 6184900"/>
              <a:gd name="connsiteY66" fmla="*/ 6532844 h 6858000"/>
              <a:gd name="connsiteX67" fmla="*/ 5038994 w 6184900"/>
              <a:gd name="connsiteY67" fmla="*/ 6538593 h 6858000"/>
              <a:gd name="connsiteX68" fmla="*/ 5064061 w 6184900"/>
              <a:gd name="connsiteY68" fmla="*/ 6538593 h 6858000"/>
              <a:gd name="connsiteX69" fmla="*/ 5064061 w 6184900"/>
              <a:gd name="connsiteY69" fmla="*/ 6529553 h 6858000"/>
              <a:gd name="connsiteX70" fmla="*/ 5034788 w 6184900"/>
              <a:gd name="connsiteY70" fmla="*/ 6494546 h 6858000"/>
              <a:gd name="connsiteX71" fmla="*/ 4726887 w 6184900"/>
              <a:gd name="connsiteY71" fmla="*/ 6494538 h 6858000"/>
              <a:gd name="connsiteX72" fmla="*/ 4674416 w 6184900"/>
              <a:gd name="connsiteY72" fmla="*/ 6551572 h 6858000"/>
              <a:gd name="connsiteX73" fmla="*/ 4726887 w 6184900"/>
              <a:gd name="connsiteY73" fmla="*/ 6608340 h 6858000"/>
              <a:gd name="connsiteX74" fmla="*/ 4779358 w 6184900"/>
              <a:gd name="connsiteY74" fmla="*/ 6551572 h 6858000"/>
              <a:gd name="connsiteX75" fmla="*/ 4726887 w 6184900"/>
              <a:gd name="connsiteY75" fmla="*/ 6494538 h 6858000"/>
              <a:gd name="connsiteX76" fmla="*/ 4606481 w 6184900"/>
              <a:gd name="connsiteY76" fmla="*/ 6494538 h 6858000"/>
              <a:gd name="connsiteX77" fmla="*/ 4555717 w 6184900"/>
              <a:gd name="connsiteY77" fmla="*/ 6525712 h 6858000"/>
              <a:gd name="connsiteX78" fmla="*/ 4604134 w 6184900"/>
              <a:gd name="connsiteY78" fmla="*/ 6560239 h 6858000"/>
              <a:gd name="connsiteX79" fmla="*/ 4631752 w 6184900"/>
              <a:gd name="connsiteY79" fmla="*/ 6575294 h 6858000"/>
              <a:gd name="connsiteX80" fmla="*/ 4606472 w 6184900"/>
              <a:gd name="connsiteY80" fmla="*/ 6590136 h 6858000"/>
              <a:gd name="connsiteX81" fmla="*/ 4582473 w 6184900"/>
              <a:gd name="connsiteY81" fmla="*/ 6572100 h 6858000"/>
              <a:gd name="connsiteX82" fmla="*/ 4555708 w 6184900"/>
              <a:gd name="connsiteY82" fmla="*/ 6572100 h 6858000"/>
              <a:gd name="connsiteX83" fmla="*/ 4606472 w 6184900"/>
              <a:gd name="connsiteY83" fmla="*/ 6608331 h 6858000"/>
              <a:gd name="connsiteX84" fmla="*/ 4658517 w 6184900"/>
              <a:gd name="connsiteY84" fmla="*/ 6575294 h 6858000"/>
              <a:gd name="connsiteX85" fmla="*/ 4608820 w 6184900"/>
              <a:gd name="connsiteY85" fmla="*/ 6539915 h 6858000"/>
              <a:gd name="connsiteX86" fmla="*/ 4582366 w 6184900"/>
              <a:gd name="connsiteY86" fmla="*/ 6527415 h 6858000"/>
              <a:gd name="connsiteX87" fmla="*/ 4606365 w 6184900"/>
              <a:gd name="connsiteY87" fmla="*/ 6512786 h 6858000"/>
              <a:gd name="connsiteX88" fmla="*/ 4627697 w 6184900"/>
              <a:gd name="connsiteY88" fmla="*/ 6526137 h 6858000"/>
              <a:gd name="connsiteX89" fmla="*/ 4654471 w 6184900"/>
              <a:gd name="connsiteY89" fmla="*/ 6526137 h 6858000"/>
              <a:gd name="connsiteX90" fmla="*/ 4606481 w 6184900"/>
              <a:gd name="connsiteY90" fmla="*/ 6494538 h 6858000"/>
              <a:gd name="connsiteX91" fmla="*/ 5134867 w 6184900"/>
              <a:gd name="connsiteY91" fmla="*/ 6448149 h 6858000"/>
              <a:gd name="connsiteX92" fmla="*/ 5114388 w 6184900"/>
              <a:gd name="connsiteY92" fmla="*/ 6462725 h 6858000"/>
              <a:gd name="connsiteX93" fmla="*/ 5102020 w 6184900"/>
              <a:gd name="connsiteY93" fmla="*/ 6498689 h 6858000"/>
              <a:gd name="connsiteX94" fmla="*/ 5131079 w 6184900"/>
              <a:gd name="connsiteY94" fmla="*/ 6494538 h 6858000"/>
              <a:gd name="connsiteX95" fmla="*/ 5183123 w 6184900"/>
              <a:gd name="connsiteY95" fmla="*/ 6556469 h 6858000"/>
              <a:gd name="connsiteX96" fmla="*/ 5106439 w 6184900"/>
              <a:gd name="connsiteY96" fmla="*/ 6556469 h 6858000"/>
              <a:gd name="connsiteX97" fmla="*/ 5131079 w 6184900"/>
              <a:gd name="connsiteY97" fmla="*/ 6588015 h 6858000"/>
              <a:gd name="connsiteX98" fmla="*/ 5156359 w 6184900"/>
              <a:gd name="connsiteY98" fmla="*/ 6571683 h 6858000"/>
              <a:gd name="connsiteX99" fmla="*/ 5183025 w 6184900"/>
              <a:gd name="connsiteY99" fmla="*/ 6571683 h 6858000"/>
              <a:gd name="connsiteX100" fmla="*/ 5130981 w 6184900"/>
              <a:gd name="connsiteY100" fmla="*/ 6608340 h 6858000"/>
              <a:gd name="connsiteX101" fmla="*/ 5079790 w 6184900"/>
              <a:gd name="connsiteY101" fmla="*/ 6562377 h 6858000"/>
              <a:gd name="connsiteX102" fmla="*/ 5053817 w 6184900"/>
              <a:gd name="connsiteY102" fmla="*/ 6637394 h 6858000"/>
              <a:gd name="connsiteX103" fmla="*/ 5064211 w 6184900"/>
              <a:gd name="connsiteY103" fmla="*/ 6651916 h 6858000"/>
              <a:gd name="connsiteX104" fmla="*/ 5336171 w 6184900"/>
              <a:gd name="connsiteY104" fmla="*/ 6651916 h 6858000"/>
              <a:gd name="connsiteX105" fmla="*/ 5320175 w 6184900"/>
              <a:gd name="connsiteY105" fmla="*/ 6618560 h 6858000"/>
              <a:gd name="connsiteX106" fmla="*/ 5345241 w 6184900"/>
              <a:gd name="connsiteY106" fmla="*/ 6618560 h 6858000"/>
              <a:gd name="connsiteX107" fmla="*/ 5366040 w 6184900"/>
              <a:gd name="connsiteY107" fmla="*/ 6636116 h 6858000"/>
              <a:gd name="connsiteX108" fmla="*/ 5393658 w 6184900"/>
              <a:gd name="connsiteY108" fmla="*/ 6612385 h 6858000"/>
              <a:gd name="connsiteX109" fmla="*/ 5393658 w 6184900"/>
              <a:gd name="connsiteY109" fmla="*/ 6591103 h 6858000"/>
              <a:gd name="connsiteX110" fmla="*/ 5393018 w 6184900"/>
              <a:gd name="connsiteY110" fmla="*/ 6591103 h 6858000"/>
              <a:gd name="connsiteX111" fmla="*/ 5358197 w 6184900"/>
              <a:gd name="connsiteY111" fmla="*/ 6608233 h 6858000"/>
              <a:gd name="connsiteX112" fmla="*/ 5315533 w 6184900"/>
              <a:gd name="connsiteY112" fmla="*/ 6554659 h 6858000"/>
              <a:gd name="connsiteX113" fmla="*/ 5358197 w 6184900"/>
              <a:gd name="connsiteY113" fmla="*/ 6494431 h 6858000"/>
              <a:gd name="connsiteX114" fmla="*/ 5393018 w 6184900"/>
              <a:gd name="connsiteY114" fmla="*/ 6512467 h 6858000"/>
              <a:gd name="connsiteX115" fmla="*/ 5393871 w 6184900"/>
              <a:gd name="connsiteY115" fmla="*/ 6512467 h 6858000"/>
              <a:gd name="connsiteX116" fmla="*/ 5392911 w 6184900"/>
              <a:gd name="connsiteY116" fmla="*/ 6496028 h 6858000"/>
              <a:gd name="connsiteX117" fmla="*/ 5419578 w 6184900"/>
              <a:gd name="connsiteY117" fmla="*/ 6496028 h 6858000"/>
              <a:gd name="connsiteX118" fmla="*/ 5419578 w 6184900"/>
              <a:gd name="connsiteY118" fmla="*/ 6606849 h 6858000"/>
              <a:gd name="connsiteX119" fmla="*/ 5399367 w 6184900"/>
              <a:gd name="connsiteY119" fmla="*/ 6651907 h 6858000"/>
              <a:gd name="connsiteX120" fmla="*/ 5482017 w 6184900"/>
              <a:gd name="connsiteY120" fmla="*/ 6651907 h 6858000"/>
              <a:gd name="connsiteX121" fmla="*/ 5502495 w 6184900"/>
              <a:gd name="connsiteY121" fmla="*/ 6637385 h 6858000"/>
              <a:gd name="connsiteX122" fmla="*/ 5513157 w 6184900"/>
              <a:gd name="connsiteY122" fmla="*/ 6606477 h 6858000"/>
              <a:gd name="connsiteX123" fmla="*/ 5485165 w 6184900"/>
              <a:gd name="connsiteY123" fmla="*/ 6608340 h 6858000"/>
              <a:gd name="connsiteX124" fmla="*/ 5433761 w 6184900"/>
              <a:gd name="connsiteY124" fmla="*/ 6551785 h 6858000"/>
              <a:gd name="connsiteX125" fmla="*/ 5485165 w 6184900"/>
              <a:gd name="connsiteY125" fmla="*/ 6494538 h 6858000"/>
              <a:gd name="connsiteX126" fmla="*/ 5536729 w 6184900"/>
              <a:gd name="connsiteY126" fmla="*/ 6538540 h 6858000"/>
              <a:gd name="connsiteX127" fmla="*/ 5562916 w 6184900"/>
              <a:gd name="connsiteY127" fmla="*/ 6462938 h 6858000"/>
              <a:gd name="connsiteX128" fmla="*/ 5552895 w 6184900"/>
              <a:gd name="connsiteY128" fmla="*/ 6448149 h 6858000"/>
              <a:gd name="connsiteX129" fmla="*/ 5552886 w 6184900"/>
              <a:gd name="connsiteY129" fmla="*/ 6448149 h 6858000"/>
              <a:gd name="connsiteX130" fmla="*/ 5301404 w 6184900"/>
              <a:gd name="connsiteY130" fmla="*/ 6448149 h 6858000"/>
              <a:gd name="connsiteX131" fmla="*/ 5301404 w 6184900"/>
              <a:gd name="connsiteY131" fmla="*/ 6607062 h 6858000"/>
              <a:gd name="connsiteX132" fmla="*/ 5274737 w 6184900"/>
              <a:gd name="connsiteY132" fmla="*/ 6607062 h 6858000"/>
              <a:gd name="connsiteX133" fmla="*/ 5275804 w 6184900"/>
              <a:gd name="connsiteY133" fmla="*/ 6590357 h 6858000"/>
              <a:gd name="connsiteX134" fmla="*/ 5274950 w 6184900"/>
              <a:gd name="connsiteY134" fmla="*/ 6590357 h 6858000"/>
              <a:gd name="connsiteX135" fmla="*/ 5240130 w 6184900"/>
              <a:gd name="connsiteY135" fmla="*/ 6608340 h 6858000"/>
              <a:gd name="connsiteX136" fmla="*/ 5197466 w 6184900"/>
              <a:gd name="connsiteY136" fmla="*/ 6548165 h 6858000"/>
              <a:gd name="connsiteX137" fmla="*/ 5240130 w 6184900"/>
              <a:gd name="connsiteY137" fmla="*/ 6494538 h 6858000"/>
              <a:gd name="connsiteX138" fmla="*/ 5273670 w 6184900"/>
              <a:gd name="connsiteY138" fmla="*/ 6510497 h 6858000"/>
              <a:gd name="connsiteX139" fmla="*/ 5274737 w 6184900"/>
              <a:gd name="connsiteY139" fmla="*/ 6510497 h 6858000"/>
              <a:gd name="connsiteX140" fmla="*/ 5274737 w 6184900"/>
              <a:gd name="connsiteY140" fmla="*/ 6448149 h 6858000"/>
              <a:gd name="connsiteX141" fmla="*/ 5134867 w 6184900"/>
              <a:gd name="connsiteY141" fmla="*/ 6448149 h 6858000"/>
              <a:gd name="connsiteX142" fmla="*/ 4802175 w 6184900"/>
              <a:gd name="connsiteY142" fmla="*/ 6448149 h 6858000"/>
              <a:gd name="connsiteX143" fmla="*/ 4802175 w 6184900"/>
              <a:gd name="connsiteY143" fmla="*/ 6607062 h 6858000"/>
              <a:gd name="connsiteX144" fmla="*/ 4828842 w 6184900"/>
              <a:gd name="connsiteY144" fmla="*/ 6607062 h 6858000"/>
              <a:gd name="connsiteX145" fmla="*/ 4828842 w 6184900"/>
              <a:gd name="connsiteY145" fmla="*/ 6448149 h 6858000"/>
              <a:gd name="connsiteX146" fmla="*/ 4802175 w 6184900"/>
              <a:gd name="connsiteY146" fmla="*/ 6448149 h 6858000"/>
              <a:gd name="connsiteX147" fmla="*/ 0 w 6184900"/>
              <a:gd name="connsiteY147" fmla="*/ 0 h 6858000"/>
              <a:gd name="connsiteX148" fmla="*/ 6184900 w 6184900"/>
              <a:gd name="connsiteY148" fmla="*/ 0 h 6858000"/>
              <a:gd name="connsiteX149" fmla="*/ 6184900 w 6184900"/>
              <a:gd name="connsiteY149" fmla="*/ 6858000 h 6858000"/>
              <a:gd name="connsiteX150" fmla="*/ 0 w 6184900"/>
              <a:gd name="connsiteY150" fmla="*/ 6858000 h 6858000"/>
              <a:gd name="connsiteX151" fmla="*/ 0 w 6184900"/>
              <a:gd name="connsiteY1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Lst>
            <a:rect l="l" t="t" r="r" b="b"/>
            <a:pathLst>
              <a:path w="6184900" h="6858000">
                <a:moveTo>
                  <a:pt x="4902316" y="6557054"/>
                </a:moveTo>
                <a:lnTo>
                  <a:pt x="4926956" y="6573014"/>
                </a:lnTo>
                <a:cubicBezTo>
                  <a:pt x="4926956" y="6588548"/>
                  <a:pt x="4916294" y="6590198"/>
                  <a:pt x="4902316" y="6590198"/>
                </a:cubicBezTo>
                <a:cubicBezTo>
                  <a:pt x="4884292" y="6590198"/>
                  <a:pt x="4877890" y="6588707"/>
                  <a:pt x="4877890" y="6573014"/>
                </a:cubicBezTo>
                <a:cubicBezTo>
                  <a:pt x="4877890" y="6557320"/>
                  <a:pt x="4888551" y="6557054"/>
                  <a:pt x="4902316" y="6557054"/>
                </a:cubicBezTo>
                <a:close/>
                <a:moveTo>
                  <a:pt x="5460694" y="6556469"/>
                </a:moveTo>
                <a:cubicBezTo>
                  <a:pt x="5460694" y="6580413"/>
                  <a:pt x="5461335" y="6588015"/>
                  <a:pt x="5485387" y="6588015"/>
                </a:cubicBezTo>
                <a:cubicBezTo>
                  <a:pt x="5500210" y="6588015"/>
                  <a:pt x="5510614" y="6588015"/>
                  <a:pt x="5510614" y="6571683"/>
                </a:cubicBezTo>
                <a:lnTo>
                  <a:pt x="5525428" y="6571683"/>
                </a:lnTo>
                <a:lnTo>
                  <a:pt x="5530763" y="6556469"/>
                </a:lnTo>
                <a:lnTo>
                  <a:pt x="5460694" y="6556469"/>
                </a:lnTo>
                <a:close/>
                <a:moveTo>
                  <a:pt x="5485387" y="6515181"/>
                </a:moveTo>
                <a:cubicBezTo>
                  <a:pt x="5462188" y="6515181"/>
                  <a:pt x="5460694" y="6520025"/>
                  <a:pt x="5460694" y="6539764"/>
                </a:cubicBezTo>
                <a:lnTo>
                  <a:pt x="5460703" y="6539764"/>
                </a:lnTo>
                <a:lnTo>
                  <a:pt x="5510614" y="6539764"/>
                </a:lnTo>
                <a:cubicBezTo>
                  <a:pt x="5510614" y="6516885"/>
                  <a:pt x="5507253" y="6515181"/>
                  <a:pt x="5485387" y="6515181"/>
                </a:cubicBezTo>
                <a:close/>
                <a:moveTo>
                  <a:pt x="5366244" y="6514915"/>
                </a:moveTo>
                <a:cubicBezTo>
                  <a:pt x="5347793" y="6514915"/>
                  <a:pt x="5342458" y="6520238"/>
                  <a:pt x="5342458" y="6548165"/>
                </a:cubicBezTo>
                <a:cubicBezTo>
                  <a:pt x="5342458" y="6573386"/>
                  <a:pt x="5342458" y="6588015"/>
                  <a:pt x="5366244" y="6588015"/>
                </a:cubicBezTo>
                <a:cubicBezTo>
                  <a:pt x="5392911" y="6588015"/>
                  <a:pt x="5392911" y="6574664"/>
                  <a:pt x="5392911" y="6548165"/>
                </a:cubicBezTo>
                <a:cubicBezTo>
                  <a:pt x="5392911" y="6524434"/>
                  <a:pt x="5389283" y="6514915"/>
                  <a:pt x="5366244" y="6514915"/>
                </a:cubicBezTo>
                <a:close/>
                <a:moveTo>
                  <a:pt x="5247874" y="6514915"/>
                </a:moveTo>
                <a:cubicBezTo>
                  <a:pt x="5229424" y="6514915"/>
                  <a:pt x="5224088" y="6520238"/>
                  <a:pt x="5224088" y="6548165"/>
                </a:cubicBezTo>
                <a:cubicBezTo>
                  <a:pt x="5224088" y="6573386"/>
                  <a:pt x="5223448" y="6588015"/>
                  <a:pt x="5247874" y="6588015"/>
                </a:cubicBezTo>
                <a:cubicBezTo>
                  <a:pt x="5275279" y="6588015"/>
                  <a:pt x="5274221" y="6574664"/>
                  <a:pt x="5274221" y="6548165"/>
                </a:cubicBezTo>
                <a:cubicBezTo>
                  <a:pt x="5274221" y="6524434"/>
                  <a:pt x="5271074" y="6514915"/>
                  <a:pt x="5247874" y="6514915"/>
                </a:cubicBezTo>
                <a:close/>
                <a:moveTo>
                  <a:pt x="5131088" y="6514915"/>
                </a:moveTo>
                <a:cubicBezTo>
                  <a:pt x="5131090" y="6514915"/>
                  <a:pt x="5131091" y="6514916"/>
                  <a:pt x="5131093" y="6514916"/>
                </a:cubicBezTo>
                <a:lnTo>
                  <a:pt x="5110077" y="6519805"/>
                </a:lnTo>
                <a:cubicBezTo>
                  <a:pt x="5106817" y="6523483"/>
                  <a:pt x="5106457" y="6529629"/>
                  <a:pt x="5106457" y="6539498"/>
                </a:cubicBezTo>
                <a:lnTo>
                  <a:pt x="5156367" y="6539498"/>
                </a:lnTo>
                <a:cubicBezTo>
                  <a:pt x="5156367" y="6528058"/>
                  <a:pt x="5155513" y="6521913"/>
                  <a:pt x="5151927" y="6518627"/>
                </a:cubicBezTo>
                <a:lnTo>
                  <a:pt x="5131093" y="6514916"/>
                </a:lnTo>
                <a:cubicBezTo>
                  <a:pt x="5131094" y="6514916"/>
                  <a:pt x="5131096" y="6514915"/>
                  <a:pt x="5131097" y="6514915"/>
                </a:cubicBezTo>
                <a:lnTo>
                  <a:pt x="5131088" y="6514915"/>
                </a:lnTo>
                <a:close/>
                <a:moveTo>
                  <a:pt x="4726887" y="6514915"/>
                </a:moveTo>
                <a:cubicBezTo>
                  <a:pt x="4750673" y="6514915"/>
                  <a:pt x="4752594" y="6521675"/>
                  <a:pt x="4752594" y="6551785"/>
                </a:cubicBezTo>
                <a:cubicBezTo>
                  <a:pt x="4752594" y="6581894"/>
                  <a:pt x="4750673" y="6588015"/>
                  <a:pt x="4726887" y="6588015"/>
                </a:cubicBezTo>
                <a:cubicBezTo>
                  <a:pt x="4703101" y="6588015"/>
                  <a:pt x="4701180" y="6581415"/>
                  <a:pt x="4701180" y="6551785"/>
                </a:cubicBezTo>
                <a:cubicBezTo>
                  <a:pt x="4701180" y="6522154"/>
                  <a:pt x="4703101" y="6514915"/>
                  <a:pt x="4726887" y="6514915"/>
                </a:cubicBezTo>
                <a:close/>
                <a:moveTo>
                  <a:pt x="4903285" y="6494804"/>
                </a:moveTo>
                <a:cubicBezTo>
                  <a:pt x="4877792" y="6494804"/>
                  <a:pt x="4855296" y="6496081"/>
                  <a:pt x="4855296" y="6528533"/>
                </a:cubicBezTo>
                <a:lnTo>
                  <a:pt x="4881963" y="6528533"/>
                </a:lnTo>
                <a:cubicBezTo>
                  <a:pt x="4881963" y="6514117"/>
                  <a:pt x="4891290" y="6513052"/>
                  <a:pt x="4902974" y="6513052"/>
                </a:cubicBezTo>
                <a:cubicBezTo>
                  <a:pt x="4925266" y="6513052"/>
                  <a:pt x="4926760" y="6519386"/>
                  <a:pt x="4926760" y="6537422"/>
                </a:cubicBezTo>
                <a:lnTo>
                  <a:pt x="4926760" y="6551838"/>
                </a:lnTo>
                <a:lnTo>
                  <a:pt x="4926333" y="6551838"/>
                </a:lnTo>
                <a:cubicBezTo>
                  <a:pt x="4919984" y="6539338"/>
                  <a:pt x="4906602" y="6539125"/>
                  <a:pt x="4893006" y="6539125"/>
                </a:cubicBezTo>
                <a:cubicBezTo>
                  <a:pt x="4865388" y="6539125"/>
                  <a:pt x="4851356" y="6546524"/>
                  <a:pt x="4851356" y="6573227"/>
                </a:cubicBezTo>
                <a:cubicBezTo>
                  <a:pt x="4851356" y="6603336"/>
                  <a:pt x="4867726" y="6608606"/>
                  <a:pt x="4893006" y="6608606"/>
                </a:cubicBezTo>
                <a:cubicBezTo>
                  <a:pt x="4905962" y="6608606"/>
                  <a:pt x="4922332" y="6608180"/>
                  <a:pt x="4927614" y="6593391"/>
                </a:cubicBezTo>
                <a:lnTo>
                  <a:pt x="4928254" y="6593391"/>
                </a:lnTo>
                <a:cubicBezTo>
                  <a:pt x="4927898" y="6597948"/>
                  <a:pt x="4927543" y="6602505"/>
                  <a:pt x="4927187" y="6607062"/>
                </a:cubicBezTo>
                <a:lnTo>
                  <a:pt x="4953836" y="6607062"/>
                </a:lnTo>
                <a:lnTo>
                  <a:pt x="4953836" y="6537369"/>
                </a:lnTo>
                <a:cubicBezTo>
                  <a:pt x="4953836" y="6500126"/>
                  <a:pt x="4938960" y="6494804"/>
                  <a:pt x="4903285" y="6494804"/>
                </a:cubicBezTo>
                <a:close/>
                <a:moveTo>
                  <a:pt x="5034788" y="6494546"/>
                </a:moveTo>
                <a:cubicBezTo>
                  <a:pt x="5021833" y="6494546"/>
                  <a:pt x="5010362" y="6498166"/>
                  <a:pt x="5005036" y="6510506"/>
                </a:cubicBezTo>
                <a:lnTo>
                  <a:pt x="5003969" y="6510506"/>
                </a:lnTo>
                <a:lnTo>
                  <a:pt x="5004716" y="6496037"/>
                </a:lnTo>
                <a:lnTo>
                  <a:pt x="4978582" y="6496037"/>
                </a:lnTo>
                <a:cubicBezTo>
                  <a:pt x="4978579" y="6496034"/>
                  <a:pt x="4978577" y="6496031"/>
                  <a:pt x="4978574" y="6496028"/>
                </a:cubicBezTo>
                <a:lnTo>
                  <a:pt x="4978574" y="6607062"/>
                </a:lnTo>
                <a:lnTo>
                  <a:pt x="5005240" y="6607062"/>
                </a:lnTo>
                <a:lnTo>
                  <a:pt x="5005240" y="6538593"/>
                </a:lnTo>
                <a:cubicBezTo>
                  <a:pt x="5004814" y="6524177"/>
                  <a:pt x="5009509" y="6515075"/>
                  <a:pt x="5025399" y="6515075"/>
                </a:cubicBezTo>
                <a:cubicBezTo>
                  <a:pt x="5037927" y="6515075"/>
                  <a:pt x="5038994" y="6521622"/>
                  <a:pt x="5038994" y="6532844"/>
                </a:cubicBezTo>
                <a:lnTo>
                  <a:pt x="5038994" y="6538593"/>
                </a:lnTo>
                <a:lnTo>
                  <a:pt x="5064061" y="6538593"/>
                </a:lnTo>
                <a:lnTo>
                  <a:pt x="5064061" y="6529553"/>
                </a:lnTo>
                <a:cubicBezTo>
                  <a:pt x="5064061" y="6508270"/>
                  <a:pt x="5058352" y="6494546"/>
                  <a:pt x="5034788" y="6494546"/>
                </a:cubicBezTo>
                <a:close/>
                <a:moveTo>
                  <a:pt x="4726887" y="6494538"/>
                </a:moveTo>
                <a:cubicBezTo>
                  <a:pt x="4680391" y="6494538"/>
                  <a:pt x="4674416" y="6508315"/>
                  <a:pt x="4674416" y="6551572"/>
                </a:cubicBezTo>
                <a:cubicBezTo>
                  <a:pt x="4674416" y="6594829"/>
                  <a:pt x="4680391" y="6608340"/>
                  <a:pt x="4726887" y="6608340"/>
                </a:cubicBezTo>
                <a:cubicBezTo>
                  <a:pt x="4773383" y="6608340"/>
                  <a:pt x="4779358" y="6594562"/>
                  <a:pt x="4779358" y="6551572"/>
                </a:cubicBezTo>
                <a:cubicBezTo>
                  <a:pt x="4779358" y="6508581"/>
                  <a:pt x="4773436" y="6494538"/>
                  <a:pt x="4726887" y="6494538"/>
                </a:cubicBezTo>
                <a:close/>
                <a:moveTo>
                  <a:pt x="4606481" y="6494538"/>
                </a:moveTo>
                <a:cubicBezTo>
                  <a:pt x="4577796" y="6494538"/>
                  <a:pt x="4555717" y="6495176"/>
                  <a:pt x="4555717" y="6525712"/>
                </a:cubicBezTo>
                <a:cubicBezTo>
                  <a:pt x="4555717" y="6554118"/>
                  <a:pt x="4563133" y="6559866"/>
                  <a:pt x="4604134" y="6560239"/>
                </a:cubicBezTo>
                <a:cubicBezTo>
                  <a:pt x="4631112" y="6560665"/>
                  <a:pt x="4631752" y="6565562"/>
                  <a:pt x="4631752" y="6575294"/>
                </a:cubicBezTo>
                <a:cubicBezTo>
                  <a:pt x="4631752" y="6590561"/>
                  <a:pt x="4622424" y="6590136"/>
                  <a:pt x="4606472" y="6590136"/>
                </a:cubicBezTo>
                <a:cubicBezTo>
                  <a:pt x="4586688" y="6590136"/>
                  <a:pt x="4582900" y="6588219"/>
                  <a:pt x="4582473" y="6572100"/>
                </a:cubicBezTo>
                <a:lnTo>
                  <a:pt x="4555708" y="6572100"/>
                </a:lnTo>
                <a:cubicBezTo>
                  <a:pt x="4555708" y="6608331"/>
                  <a:pt x="4576079" y="6608331"/>
                  <a:pt x="4606472" y="6608331"/>
                </a:cubicBezTo>
                <a:cubicBezTo>
                  <a:pt x="4634677" y="6608331"/>
                  <a:pt x="4658517" y="6605403"/>
                  <a:pt x="4658517" y="6575294"/>
                </a:cubicBezTo>
                <a:cubicBezTo>
                  <a:pt x="4658517" y="6539276"/>
                  <a:pt x="4635158" y="6541192"/>
                  <a:pt x="4608820" y="6539915"/>
                </a:cubicBezTo>
                <a:cubicBezTo>
                  <a:pt x="4585460" y="6538850"/>
                  <a:pt x="4582366" y="6538584"/>
                  <a:pt x="4582366" y="6527415"/>
                </a:cubicBezTo>
                <a:cubicBezTo>
                  <a:pt x="4582366" y="6512786"/>
                  <a:pt x="4592121" y="6512786"/>
                  <a:pt x="4606365" y="6512786"/>
                </a:cubicBezTo>
                <a:cubicBezTo>
                  <a:pt x="4620610" y="6512786"/>
                  <a:pt x="4627697" y="6512786"/>
                  <a:pt x="4627697" y="6526137"/>
                </a:cubicBezTo>
                <a:lnTo>
                  <a:pt x="4654471" y="6526137"/>
                </a:lnTo>
                <a:cubicBezTo>
                  <a:pt x="4654471" y="6494963"/>
                  <a:pt x="4628337" y="6494538"/>
                  <a:pt x="4606481" y="6494538"/>
                </a:cubicBezTo>
                <a:close/>
                <a:moveTo>
                  <a:pt x="5134867" y="6448149"/>
                </a:moveTo>
                <a:cubicBezTo>
                  <a:pt x="5125690" y="6448362"/>
                  <a:pt x="5117581" y="6454137"/>
                  <a:pt x="5114388" y="6462725"/>
                </a:cubicBezTo>
                <a:lnTo>
                  <a:pt x="5102020" y="6498689"/>
                </a:lnTo>
                <a:cubicBezTo>
                  <a:pt x="5111374" y="6495567"/>
                  <a:pt x="5121226" y="6494165"/>
                  <a:pt x="5131079" y="6494538"/>
                </a:cubicBezTo>
                <a:cubicBezTo>
                  <a:pt x="5176934" y="6494538"/>
                  <a:pt x="5183123" y="6507889"/>
                  <a:pt x="5183123" y="6556469"/>
                </a:cubicBezTo>
                <a:lnTo>
                  <a:pt x="5106439" y="6556469"/>
                </a:lnTo>
                <a:cubicBezTo>
                  <a:pt x="5106439" y="6580413"/>
                  <a:pt x="5107079" y="6588015"/>
                  <a:pt x="5131079" y="6588015"/>
                </a:cubicBezTo>
                <a:cubicBezTo>
                  <a:pt x="5145955" y="6588015"/>
                  <a:pt x="5156359" y="6588015"/>
                  <a:pt x="5156359" y="6571683"/>
                </a:cubicBezTo>
                <a:lnTo>
                  <a:pt x="5183025" y="6571683"/>
                </a:lnTo>
                <a:cubicBezTo>
                  <a:pt x="5183025" y="6606690"/>
                  <a:pt x="5162814" y="6608340"/>
                  <a:pt x="5130981" y="6608340"/>
                </a:cubicBezTo>
                <a:cubicBezTo>
                  <a:pt x="5092052" y="6608340"/>
                  <a:pt x="5081390" y="6597011"/>
                  <a:pt x="5079790" y="6562377"/>
                </a:cubicBezTo>
                <a:lnTo>
                  <a:pt x="5053817" y="6637394"/>
                </a:lnTo>
                <a:cubicBezTo>
                  <a:pt x="5053817" y="6637394"/>
                  <a:pt x="5048481" y="6651916"/>
                  <a:pt x="5064211" y="6651916"/>
                </a:cubicBezTo>
                <a:lnTo>
                  <a:pt x="5336171" y="6651916"/>
                </a:lnTo>
                <a:cubicBezTo>
                  <a:pt x="5325510" y="6647072"/>
                  <a:pt x="5319428" y="6637447"/>
                  <a:pt x="5320175" y="6618560"/>
                </a:cubicBezTo>
                <a:lnTo>
                  <a:pt x="5345241" y="6618560"/>
                </a:lnTo>
                <a:cubicBezTo>
                  <a:pt x="5345241" y="6633774"/>
                  <a:pt x="5350950" y="6636116"/>
                  <a:pt x="5366040" y="6636116"/>
                </a:cubicBezTo>
                <a:cubicBezTo>
                  <a:pt x="5388758" y="6636116"/>
                  <a:pt x="5393658" y="6631432"/>
                  <a:pt x="5393658" y="6612385"/>
                </a:cubicBezTo>
                <a:lnTo>
                  <a:pt x="5393658" y="6591103"/>
                </a:lnTo>
                <a:lnTo>
                  <a:pt x="5393018" y="6591103"/>
                </a:lnTo>
                <a:cubicBezTo>
                  <a:pt x="5385975" y="6605678"/>
                  <a:pt x="5371686" y="6608233"/>
                  <a:pt x="5358197" y="6608233"/>
                </a:cubicBezTo>
                <a:cubicBezTo>
                  <a:pt x="5319961" y="6608233"/>
                  <a:pt x="5315533" y="6587270"/>
                  <a:pt x="5315533" y="6554659"/>
                </a:cubicBezTo>
                <a:cubicBezTo>
                  <a:pt x="5315533" y="6522048"/>
                  <a:pt x="5316814" y="6494431"/>
                  <a:pt x="5358197" y="6494431"/>
                </a:cubicBezTo>
                <a:cubicBezTo>
                  <a:pt x="5373873" y="6494431"/>
                  <a:pt x="5386189" y="6497838"/>
                  <a:pt x="5393018" y="6512467"/>
                </a:cubicBezTo>
                <a:lnTo>
                  <a:pt x="5393871" y="6512467"/>
                </a:lnTo>
                <a:lnTo>
                  <a:pt x="5392911" y="6496028"/>
                </a:lnTo>
                <a:lnTo>
                  <a:pt x="5419578" y="6496028"/>
                </a:lnTo>
                <a:lnTo>
                  <a:pt x="5419578" y="6606849"/>
                </a:lnTo>
                <a:cubicBezTo>
                  <a:pt x="5419578" y="6632763"/>
                  <a:pt x="5414243" y="6645901"/>
                  <a:pt x="5399367" y="6651907"/>
                </a:cubicBezTo>
                <a:lnTo>
                  <a:pt x="5482017" y="6651907"/>
                </a:lnTo>
                <a:cubicBezTo>
                  <a:pt x="5491176" y="6651703"/>
                  <a:pt x="5499285" y="6645946"/>
                  <a:pt x="5502495" y="6637385"/>
                </a:cubicBezTo>
                <a:lnTo>
                  <a:pt x="5513157" y="6606477"/>
                </a:lnTo>
                <a:cubicBezTo>
                  <a:pt x="5503909" y="6608020"/>
                  <a:pt x="5494528" y="6608641"/>
                  <a:pt x="5485165" y="6608340"/>
                </a:cubicBezTo>
                <a:cubicBezTo>
                  <a:pt x="5442501" y="6608340"/>
                  <a:pt x="5433761" y="6594775"/>
                  <a:pt x="5433761" y="6551785"/>
                </a:cubicBezTo>
                <a:cubicBezTo>
                  <a:pt x="5433761" y="6511934"/>
                  <a:pt x="5440109" y="6494538"/>
                  <a:pt x="5485165" y="6494538"/>
                </a:cubicBezTo>
                <a:cubicBezTo>
                  <a:pt x="5524734" y="6494538"/>
                  <a:pt x="5534755" y="6504536"/>
                  <a:pt x="5536729" y="6538540"/>
                </a:cubicBezTo>
                <a:lnTo>
                  <a:pt x="5562916" y="6462938"/>
                </a:lnTo>
                <a:cubicBezTo>
                  <a:pt x="5562916" y="6462938"/>
                  <a:pt x="5568198" y="6448149"/>
                  <a:pt x="5552895" y="6448149"/>
                </a:cubicBezTo>
                <a:lnTo>
                  <a:pt x="5552886" y="6448149"/>
                </a:lnTo>
                <a:lnTo>
                  <a:pt x="5301404" y="6448149"/>
                </a:lnTo>
                <a:lnTo>
                  <a:pt x="5301404" y="6607062"/>
                </a:lnTo>
                <a:lnTo>
                  <a:pt x="5274737" y="6607062"/>
                </a:lnTo>
                <a:cubicBezTo>
                  <a:pt x="5275093" y="6601494"/>
                  <a:pt x="5275448" y="6595925"/>
                  <a:pt x="5275804" y="6590357"/>
                </a:cubicBezTo>
                <a:lnTo>
                  <a:pt x="5274950" y="6590357"/>
                </a:lnTo>
                <a:cubicBezTo>
                  <a:pt x="5268175" y="6604986"/>
                  <a:pt x="5255859" y="6608340"/>
                  <a:pt x="5240130" y="6608340"/>
                </a:cubicBezTo>
                <a:cubicBezTo>
                  <a:pt x="5198693" y="6608340"/>
                  <a:pt x="5197466" y="6582267"/>
                  <a:pt x="5197466" y="6548165"/>
                </a:cubicBezTo>
                <a:cubicBezTo>
                  <a:pt x="5197466" y="6514063"/>
                  <a:pt x="5201948" y="6494538"/>
                  <a:pt x="5240130" y="6494538"/>
                </a:cubicBezTo>
                <a:cubicBezTo>
                  <a:pt x="5253725" y="6494538"/>
                  <a:pt x="5267961" y="6497092"/>
                  <a:pt x="5273670" y="6510497"/>
                </a:cubicBezTo>
                <a:lnTo>
                  <a:pt x="5274737" y="6510497"/>
                </a:lnTo>
                <a:lnTo>
                  <a:pt x="5274737" y="6448149"/>
                </a:lnTo>
                <a:lnTo>
                  <a:pt x="5134867" y="6448149"/>
                </a:lnTo>
                <a:close/>
                <a:moveTo>
                  <a:pt x="4802175" y="6448149"/>
                </a:moveTo>
                <a:lnTo>
                  <a:pt x="4802175" y="6607062"/>
                </a:lnTo>
                <a:lnTo>
                  <a:pt x="4828842" y="6607062"/>
                </a:lnTo>
                <a:lnTo>
                  <a:pt x="4828842" y="6448149"/>
                </a:lnTo>
                <a:lnTo>
                  <a:pt x="4802175" y="6448149"/>
                </a:lnTo>
                <a:close/>
                <a:moveTo>
                  <a:pt x="0" y="0"/>
                </a:moveTo>
                <a:lnTo>
                  <a:pt x="6184900" y="0"/>
                </a:lnTo>
                <a:lnTo>
                  <a:pt x="6184900" y="6858000"/>
                </a:lnTo>
                <a:lnTo>
                  <a:pt x="0" y="6858000"/>
                </a:lnTo>
                <a:lnTo>
                  <a:pt x="0" y="0"/>
                </a:lnTo>
                <a:close/>
              </a:path>
            </a:pathLst>
          </a:custGeom>
          <a:solidFill>
            <a:schemeClr val="bg2"/>
          </a:solidFill>
        </p:spPr>
        <p:txBody>
          <a:bodyPr wrap="square">
            <a:noAutofit/>
          </a:bodyPr>
          <a:lstStyle/>
          <a:p>
            <a:r>
              <a:rPr lang="en-US"/>
              <a:t>Click icon to add picture</a:t>
            </a:r>
            <a:endParaRPr lang="en-IL"/>
          </a:p>
        </p:txBody>
      </p:sp>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a:xfrm>
            <a:off x="900546" y="6356350"/>
            <a:ext cx="5040000" cy="365125"/>
          </a:xfrm>
        </p:spPr>
        <p:txBody>
          <a:bodyPr/>
          <a:lstStyle/>
          <a:p>
            <a:pPr marL="0" algn="r" defTabSz="914400" rtl="1" eaLnBrk="1" latinLnBrk="0" hangingPunct="1"/>
            <a:endParaRPr lang="en-IL" dirty="0"/>
          </a:p>
        </p:txBody>
      </p:sp>
    </p:spTree>
    <p:extLst>
      <p:ext uri="{BB962C8B-B14F-4D97-AF65-F5344CB8AC3E}">
        <p14:creationId xmlns:p14="http://schemas.microsoft.com/office/powerpoint/2010/main" val="348690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1917E99-AB11-B164-8391-B4BBD8F84C70}"/>
              </a:ext>
            </a:extLst>
          </p:cNvPr>
          <p:cNvGrpSpPr/>
          <p:nvPr userDrawn="1"/>
        </p:nvGrpSpPr>
        <p:grpSpPr>
          <a:xfrm>
            <a:off x="6096000" y="0"/>
            <a:ext cx="6096000" cy="6858000"/>
            <a:chOff x="6096000" y="0"/>
            <a:chExt cx="6096000" cy="6858000"/>
          </a:xfrm>
        </p:grpSpPr>
        <p:sp>
          <p:nvSpPr>
            <p:cNvPr id="11" name="Rectangle 10">
              <a:extLst>
                <a:ext uri="{FF2B5EF4-FFF2-40B4-BE49-F238E27FC236}">
                  <a16:creationId xmlns:a16="http://schemas.microsoft.com/office/drawing/2014/main" id="{07665DDE-92C2-A272-A795-9FD903344FF8}"/>
                </a:ext>
              </a:extLst>
            </p:cNvPr>
            <p:cNvSpPr/>
            <p:nvPr/>
          </p:nvSpPr>
          <p:spPr>
            <a:xfrm>
              <a:off x="6096000" y="0"/>
              <a:ext cx="6096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Freeform 11">
              <a:extLst>
                <a:ext uri="{FF2B5EF4-FFF2-40B4-BE49-F238E27FC236}">
                  <a16:creationId xmlns:a16="http://schemas.microsoft.com/office/drawing/2014/main" id="{5DF29C92-28FE-9D8D-0BB2-09F4F241EC2E}"/>
                </a:ext>
              </a:extLst>
            </p:cNvPr>
            <p:cNvSpPr/>
            <p:nvPr/>
          </p:nvSpPr>
          <p:spPr>
            <a:xfrm>
              <a:off x="11151485" y="6448149"/>
              <a:ext cx="510852" cy="203766"/>
            </a:xfrm>
            <a:custGeom>
              <a:avLst/>
              <a:gdLst>
                <a:gd name="connsiteX0" fmla="*/ 457660 w 510852"/>
                <a:gd name="connsiteY0" fmla="*/ 123534 h 203766"/>
                <a:gd name="connsiteX1" fmla="*/ 472483 w 510852"/>
                <a:gd name="connsiteY1" fmla="*/ 123534 h 203766"/>
                <a:gd name="connsiteX2" fmla="*/ 477818 w 510852"/>
                <a:gd name="connsiteY2" fmla="*/ 108320 h 203766"/>
                <a:gd name="connsiteX3" fmla="*/ 407749 w 510852"/>
                <a:gd name="connsiteY3" fmla="*/ 108320 h 203766"/>
                <a:gd name="connsiteX4" fmla="*/ 432442 w 510852"/>
                <a:gd name="connsiteY4" fmla="*/ 139866 h 203766"/>
                <a:gd name="connsiteX5" fmla="*/ 457669 w 510852"/>
                <a:gd name="connsiteY5" fmla="*/ 123534 h 203766"/>
                <a:gd name="connsiteX6" fmla="*/ 407758 w 510852"/>
                <a:gd name="connsiteY6" fmla="*/ 91615 h 203766"/>
                <a:gd name="connsiteX7" fmla="*/ 457669 w 510852"/>
                <a:gd name="connsiteY7" fmla="*/ 91615 h 203766"/>
                <a:gd name="connsiteX8" fmla="*/ 432442 w 510852"/>
                <a:gd name="connsiteY8" fmla="*/ 67032 h 203766"/>
                <a:gd name="connsiteX9" fmla="*/ 407749 w 510852"/>
                <a:gd name="connsiteY9" fmla="*/ 91615 h 203766"/>
                <a:gd name="connsiteX10" fmla="*/ 499941 w 510852"/>
                <a:gd name="connsiteY10" fmla="*/ 0 h 203766"/>
                <a:gd name="connsiteX11" fmla="*/ 248459 w 510852"/>
                <a:gd name="connsiteY11" fmla="*/ 0 h 203766"/>
                <a:gd name="connsiteX12" fmla="*/ 248459 w 510852"/>
                <a:gd name="connsiteY12" fmla="*/ 158913 h 203766"/>
                <a:gd name="connsiteX13" fmla="*/ 221792 w 510852"/>
                <a:gd name="connsiteY13" fmla="*/ 158913 h 203766"/>
                <a:gd name="connsiteX14" fmla="*/ 222859 w 510852"/>
                <a:gd name="connsiteY14" fmla="*/ 142208 h 203766"/>
                <a:gd name="connsiteX15" fmla="*/ 222005 w 510852"/>
                <a:gd name="connsiteY15" fmla="*/ 142208 h 203766"/>
                <a:gd name="connsiteX16" fmla="*/ 187185 w 510852"/>
                <a:gd name="connsiteY16" fmla="*/ 160191 h 203766"/>
                <a:gd name="connsiteX17" fmla="*/ 144521 w 510852"/>
                <a:gd name="connsiteY17" fmla="*/ 100016 h 203766"/>
                <a:gd name="connsiteX18" fmla="*/ 187185 w 510852"/>
                <a:gd name="connsiteY18" fmla="*/ 46389 h 203766"/>
                <a:gd name="connsiteX19" fmla="*/ 220725 w 510852"/>
                <a:gd name="connsiteY19" fmla="*/ 62348 h 203766"/>
                <a:gd name="connsiteX20" fmla="*/ 221792 w 510852"/>
                <a:gd name="connsiteY20" fmla="*/ 62348 h 203766"/>
                <a:gd name="connsiteX21" fmla="*/ 221792 w 510852"/>
                <a:gd name="connsiteY21" fmla="*/ 0 h 203766"/>
                <a:gd name="connsiteX22" fmla="*/ 81922 w 510852"/>
                <a:gd name="connsiteY22" fmla="*/ 0 h 203766"/>
                <a:gd name="connsiteX23" fmla="*/ 61443 w 510852"/>
                <a:gd name="connsiteY23" fmla="*/ 14576 h 203766"/>
                <a:gd name="connsiteX24" fmla="*/ 49075 w 510852"/>
                <a:gd name="connsiteY24" fmla="*/ 50540 h 203766"/>
                <a:gd name="connsiteX25" fmla="*/ 78134 w 510852"/>
                <a:gd name="connsiteY25" fmla="*/ 46389 h 203766"/>
                <a:gd name="connsiteX26" fmla="*/ 130178 w 510852"/>
                <a:gd name="connsiteY26" fmla="*/ 108320 h 203766"/>
                <a:gd name="connsiteX27" fmla="*/ 53494 w 510852"/>
                <a:gd name="connsiteY27" fmla="*/ 108320 h 203766"/>
                <a:gd name="connsiteX28" fmla="*/ 78134 w 510852"/>
                <a:gd name="connsiteY28" fmla="*/ 139866 h 203766"/>
                <a:gd name="connsiteX29" fmla="*/ 103414 w 510852"/>
                <a:gd name="connsiteY29" fmla="*/ 123534 h 203766"/>
                <a:gd name="connsiteX30" fmla="*/ 130080 w 510852"/>
                <a:gd name="connsiteY30" fmla="*/ 123534 h 203766"/>
                <a:gd name="connsiteX31" fmla="*/ 78036 w 510852"/>
                <a:gd name="connsiteY31" fmla="*/ 160191 h 203766"/>
                <a:gd name="connsiteX32" fmla="*/ 26845 w 510852"/>
                <a:gd name="connsiteY32" fmla="*/ 114228 h 203766"/>
                <a:gd name="connsiteX33" fmla="*/ 872 w 510852"/>
                <a:gd name="connsiteY33" fmla="*/ 189245 h 203766"/>
                <a:gd name="connsiteX34" fmla="*/ 11266 w 510852"/>
                <a:gd name="connsiteY34" fmla="*/ 203767 h 203766"/>
                <a:gd name="connsiteX35" fmla="*/ 283226 w 510852"/>
                <a:gd name="connsiteY35" fmla="*/ 203767 h 203766"/>
                <a:gd name="connsiteX36" fmla="*/ 267230 w 510852"/>
                <a:gd name="connsiteY36" fmla="*/ 170411 h 203766"/>
                <a:gd name="connsiteX37" fmla="*/ 292296 w 510852"/>
                <a:gd name="connsiteY37" fmla="*/ 170411 h 203766"/>
                <a:gd name="connsiteX38" fmla="*/ 313095 w 510852"/>
                <a:gd name="connsiteY38" fmla="*/ 187967 h 203766"/>
                <a:gd name="connsiteX39" fmla="*/ 340713 w 510852"/>
                <a:gd name="connsiteY39" fmla="*/ 164236 h 203766"/>
                <a:gd name="connsiteX40" fmla="*/ 340713 w 510852"/>
                <a:gd name="connsiteY40" fmla="*/ 142954 h 203766"/>
                <a:gd name="connsiteX41" fmla="*/ 340073 w 510852"/>
                <a:gd name="connsiteY41" fmla="*/ 142954 h 203766"/>
                <a:gd name="connsiteX42" fmla="*/ 305252 w 510852"/>
                <a:gd name="connsiteY42" fmla="*/ 160084 h 203766"/>
                <a:gd name="connsiteX43" fmla="*/ 262588 w 510852"/>
                <a:gd name="connsiteY43" fmla="*/ 106510 h 203766"/>
                <a:gd name="connsiteX44" fmla="*/ 305252 w 510852"/>
                <a:gd name="connsiteY44" fmla="*/ 46282 h 203766"/>
                <a:gd name="connsiteX45" fmla="*/ 340073 w 510852"/>
                <a:gd name="connsiteY45" fmla="*/ 64318 h 203766"/>
                <a:gd name="connsiteX46" fmla="*/ 340926 w 510852"/>
                <a:gd name="connsiteY46" fmla="*/ 64318 h 203766"/>
                <a:gd name="connsiteX47" fmla="*/ 339966 w 510852"/>
                <a:gd name="connsiteY47" fmla="*/ 47879 h 203766"/>
                <a:gd name="connsiteX48" fmla="*/ 366633 w 510852"/>
                <a:gd name="connsiteY48" fmla="*/ 47879 h 203766"/>
                <a:gd name="connsiteX49" fmla="*/ 366633 w 510852"/>
                <a:gd name="connsiteY49" fmla="*/ 158700 h 203766"/>
                <a:gd name="connsiteX50" fmla="*/ 346422 w 510852"/>
                <a:gd name="connsiteY50" fmla="*/ 203758 h 203766"/>
                <a:gd name="connsiteX51" fmla="*/ 429072 w 510852"/>
                <a:gd name="connsiteY51" fmla="*/ 203758 h 203766"/>
                <a:gd name="connsiteX52" fmla="*/ 449550 w 510852"/>
                <a:gd name="connsiteY52" fmla="*/ 189236 h 203766"/>
                <a:gd name="connsiteX53" fmla="*/ 460212 w 510852"/>
                <a:gd name="connsiteY53" fmla="*/ 158328 h 203766"/>
                <a:gd name="connsiteX54" fmla="*/ 432220 w 510852"/>
                <a:gd name="connsiteY54" fmla="*/ 160191 h 203766"/>
                <a:gd name="connsiteX55" fmla="*/ 380816 w 510852"/>
                <a:gd name="connsiteY55" fmla="*/ 103636 h 203766"/>
                <a:gd name="connsiteX56" fmla="*/ 432220 w 510852"/>
                <a:gd name="connsiteY56" fmla="*/ 46389 h 203766"/>
                <a:gd name="connsiteX57" fmla="*/ 483784 w 510852"/>
                <a:gd name="connsiteY57" fmla="*/ 90391 h 203766"/>
                <a:gd name="connsiteX58" fmla="*/ 509971 w 510852"/>
                <a:gd name="connsiteY58" fmla="*/ 14789 h 203766"/>
                <a:gd name="connsiteX59" fmla="*/ 499950 w 510852"/>
                <a:gd name="connsiteY59" fmla="*/ 0 h 203766"/>
                <a:gd name="connsiteX60" fmla="*/ 221276 w 510852"/>
                <a:gd name="connsiteY60" fmla="*/ 100016 h 203766"/>
                <a:gd name="connsiteX61" fmla="*/ 194929 w 510852"/>
                <a:gd name="connsiteY61" fmla="*/ 66766 h 203766"/>
                <a:gd name="connsiteX62" fmla="*/ 171143 w 510852"/>
                <a:gd name="connsiteY62" fmla="*/ 100016 h 203766"/>
                <a:gd name="connsiteX63" fmla="*/ 194929 w 510852"/>
                <a:gd name="connsiteY63" fmla="*/ 139866 h 203766"/>
                <a:gd name="connsiteX64" fmla="*/ 221276 w 510852"/>
                <a:gd name="connsiteY64" fmla="*/ 100016 h 203766"/>
                <a:gd name="connsiteX65" fmla="*/ 78152 w 510852"/>
                <a:gd name="connsiteY65" fmla="*/ 66766 h 203766"/>
                <a:gd name="connsiteX66" fmla="*/ 53512 w 510852"/>
                <a:gd name="connsiteY66" fmla="*/ 91349 h 203766"/>
                <a:gd name="connsiteX67" fmla="*/ 103422 w 510852"/>
                <a:gd name="connsiteY67" fmla="*/ 91349 h 203766"/>
                <a:gd name="connsiteX68" fmla="*/ 78143 w 510852"/>
                <a:gd name="connsiteY68" fmla="*/ 66766 h 203766"/>
                <a:gd name="connsiteX69" fmla="*/ 339966 w 510852"/>
                <a:gd name="connsiteY69" fmla="*/ 100016 h 203766"/>
                <a:gd name="connsiteX70" fmla="*/ 313299 w 510852"/>
                <a:gd name="connsiteY70" fmla="*/ 66766 h 203766"/>
                <a:gd name="connsiteX71" fmla="*/ 289513 w 510852"/>
                <a:gd name="connsiteY71" fmla="*/ 100016 h 203766"/>
                <a:gd name="connsiteX72" fmla="*/ 313299 w 510852"/>
                <a:gd name="connsiteY72" fmla="*/ 139866 h 203766"/>
                <a:gd name="connsiteX73" fmla="*/ 339966 w 510852"/>
                <a:gd name="connsiteY73" fmla="*/ 100016 h 203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510852" h="203766">
                  <a:moveTo>
                    <a:pt x="457660" y="123534"/>
                  </a:moveTo>
                  <a:lnTo>
                    <a:pt x="472483" y="123534"/>
                  </a:lnTo>
                  <a:lnTo>
                    <a:pt x="477818" y="108320"/>
                  </a:lnTo>
                  <a:lnTo>
                    <a:pt x="407749" y="108320"/>
                  </a:lnTo>
                  <a:cubicBezTo>
                    <a:pt x="407749" y="132264"/>
                    <a:pt x="408390" y="139866"/>
                    <a:pt x="432442" y="139866"/>
                  </a:cubicBezTo>
                  <a:cubicBezTo>
                    <a:pt x="447265" y="139866"/>
                    <a:pt x="457669" y="139866"/>
                    <a:pt x="457669" y="123534"/>
                  </a:cubicBezTo>
                  <a:moveTo>
                    <a:pt x="407758" y="91615"/>
                  </a:moveTo>
                  <a:lnTo>
                    <a:pt x="457669" y="91615"/>
                  </a:lnTo>
                  <a:cubicBezTo>
                    <a:pt x="457669" y="68736"/>
                    <a:pt x="454308" y="67032"/>
                    <a:pt x="432442" y="67032"/>
                  </a:cubicBezTo>
                  <a:cubicBezTo>
                    <a:pt x="409243" y="67032"/>
                    <a:pt x="407749" y="71876"/>
                    <a:pt x="407749" y="91615"/>
                  </a:cubicBezTo>
                  <a:moveTo>
                    <a:pt x="499941" y="0"/>
                  </a:moveTo>
                  <a:lnTo>
                    <a:pt x="248459" y="0"/>
                  </a:lnTo>
                  <a:lnTo>
                    <a:pt x="248459" y="158913"/>
                  </a:lnTo>
                  <a:lnTo>
                    <a:pt x="221792" y="158913"/>
                  </a:lnTo>
                  <a:lnTo>
                    <a:pt x="222859" y="142208"/>
                  </a:lnTo>
                  <a:lnTo>
                    <a:pt x="222005" y="142208"/>
                  </a:lnTo>
                  <a:cubicBezTo>
                    <a:pt x="215230" y="156837"/>
                    <a:pt x="202914" y="160191"/>
                    <a:pt x="187185" y="160191"/>
                  </a:cubicBezTo>
                  <a:cubicBezTo>
                    <a:pt x="145748" y="160191"/>
                    <a:pt x="144521" y="134118"/>
                    <a:pt x="144521" y="100016"/>
                  </a:cubicBezTo>
                  <a:cubicBezTo>
                    <a:pt x="144521" y="65914"/>
                    <a:pt x="149003" y="46389"/>
                    <a:pt x="187185" y="46389"/>
                  </a:cubicBezTo>
                  <a:cubicBezTo>
                    <a:pt x="200780" y="46389"/>
                    <a:pt x="215016" y="48943"/>
                    <a:pt x="220725" y="62348"/>
                  </a:cubicBezTo>
                  <a:lnTo>
                    <a:pt x="221792" y="62348"/>
                  </a:lnTo>
                  <a:lnTo>
                    <a:pt x="221792" y="0"/>
                  </a:lnTo>
                  <a:lnTo>
                    <a:pt x="81922" y="0"/>
                  </a:lnTo>
                  <a:cubicBezTo>
                    <a:pt x="72745" y="213"/>
                    <a:pt x="64636" y="5988"/>
                    <a:pt x="61443" y="14576"/>
                  </a:cubicBezTo>
                  <a:lnTo>
                    <a:pt x="49075" y="50540"/>
                  </a:lnTo>
                  <a:cubicBezTo>
                    <a:pt x="58429" y="47418"/>
                    <a:pt x="68281" y="46016"/>
                    <a:pt x="78134" y="46389"/>
                  </a:cubicBezTo>
                  <a:cubicBezTo>
                    <a:pt x="123989" y="46389"/>
                    <a:pt x="130178" y="59740"/>
                    <a:pt x="130178" y="108320"/>
                  </a:cubicBezTo>
                  <a:lnTo>
                    <a:pt x="53494" y="108320"/>
                  </a:lnTo>
                  <a:cubicBezTo>
                    <a:pt x="53494" y="132264"/>
                    <a:pt x="54134" y="139866"/>
                    <a:pt x="78134" y="139866"/>
                  </a:cubicBezTo>
                  <a:cubicBezTo>
                    <a:pt x="93010" y="139866"/>
                    <a:pt x="103414" y="139866"/>
                    <a:pt x="103414" y="123534"/>
                  </a:cubicBezTo>
                  <a:lnTo>
                    <a:pt x="130080" y="123534"/>
                  </a:lnTo>
                  <a:cubicBezTo>
                    <a:pt x="130080" y="158541"/>
                    <a:pt x="109869" y="160191"/>
                    <a:pt x="78036" y="160191"/>
                  </a:cubicBezTo>
                  <a:cubicBezTo>
                    <a:pt x="39107" y="160191"/>
                    <a:pt x="28445" y="148862"/>
                    <a:pt x="26845" y="114228"/>
                  </a:cubicBezTo>
                  <a:lnTo>
                    <a:pt x="872" y="189245"/>
                  </a:lnTo>
                  <a:cubicBezTo>
                    <a:pt x="872" y="189245"/>
                    <a:pt x="-4464" y="203767"/>
                    <a:pt x="11266" y="203767"/>
                  </a:cubicBezTo>
                  <a:lnTo>
                    <a:pt x="283226" y="203767"/>
                  </a:lnTo>
                  <a:cubicBezTo>
                    <a:pt x="272565" y="198923"/>
                    <a:pt x="266483" y="189298"/>
                    <a:pt x="267230" y="170411"/>
                  </a:cubicBezTo>
                  <a:lnTo>
                    <a:pt x="292296" y="170411"/>
                  </a:lnTo>
                  <a:cubicBezTo>
                    <a:pt x="292296" y="185625"/>
                    <a:pt x="298005" y="187967"/>
                    <a:pt x="313095" y="187967"/>
                  </a:cubicBezTo>
                  <a:cubicBezTo>
                    <a:pt x="335813" y="187967"/>
                    <a:pt x="340713" y="183283"/>
                    <a:pt x="340713" y="164236"/>
                  </a:cubicBezTo>
                  <a:lnTo>
                    <a:pt x="340713" y="142954"/>
                  </a:lnTo>
                  <a:lnTo>
                    <a:pt x="340073" y="142954"/>
                  </a:lnTo>
                  <a:cubicBezTo>
                    <a:pt x="333030" y="157529"/>
                    <a:pt x="318741" y="160084"/>
                    <a:pt x="305252" y="160084"/>
                  </a:cubicBezTo>
                  <a:cubicBezTo>
                    <a:pt x="267016" y="160084"/>
                    <a:pt x="262588" y="139121"/>
                    <a:pt x="262588" y="106510"/>
                  </a:cubicBezTo>
                  <a:cubicBezTo>
                    <a:pt x="262588" y="73899"/>
                    <a:pt x="263869" y="46282"/>
                    <a:pt x="305252" y="46282"/>
                  </a:cubicBezTo>
                  <a:cubicBezTo>
                    <a:pt x="320928" y="46282"/>
                    <a:pt x="333244" y="49689"/>
                    <a:pt x="340073" y="64318"/>
                  </a:cubicBezTo>
                  <a:lnTo>
                    <a:pt x="340926" y="64318"/>
                  </a:lnTo>
                  <a:lnTo>
                    <a:pt x="339966" y="47879"/>
                  </a:lnTo>
                  <a:lnTo>
                    <a:pt x="366633" y="47879"/>
                  </a:lnTo>
                  <a:lnTo>
                    <a:pt x="366633" y="158700"/>
                  </a:lnTo>
                  <a:cubicBezTo>
                    <a:pt x="366633" y="184614"/>
                    <a:pt x="361298" y="197752"/>
                    <a:pt x="346422" y="203758"/>
                  </a:cubicBezTo>
                  <a:lnTo>
                    <a:pt x="429072" y="203758"/>
                  </a:lnTo>
                  <a:cubicBezTo>
                    <a:pt x="438231" y="203554"/>
                    <a:pt x="446340" y="197797"/>
                    <a:pt x="449550" y="189236"/>
                  </a:cubicBezTo>
                  <a:lnTo>
                    <a:pt x="460212" y="158328"/>
                  </a:lnTo>
                  <a:cubicBezTo>
                    <a:pt x="450964" y="159871"/>
                    <a:pt x="441583" y="160492"/>
                    <a:pt x="432220" y="160191"/>
                  </a:cubicBezTo>
                  <a:cubicBezTo>
                    <a:pt x="389556" y="160191"/>
                    <a:pt x="380816" y="146626"/>
                    <a:pt x="380816" y="103636"/>
                  </a:cubicBezTo>
                  <a:cubicBezTo>
                    <a:pt x="380816" y="63785"/>
                    <a:pt x="387164" y="46389"/>
                    <a:pt x="432220" y="46389"/>
                  </a:cubicBezTo>
                  <a:cubicBezTo>
                    <a:pt x="471789" y="46389"/>
                    <a:pt x="481810" y="56387"/>
                    <a:pt x="483784" y="90391"/>
                  </a:cubicBezTo>
                  <a:lnTo>
                    <a:pt x="509971" y="14789"/>
                  </a:lnTo>
                  <a:cubicBezTo>
                    <a:pt x="509971" y="14789"/>
                    <a:pt x="515253" y="0"/>
                    <a:pt x="499950" y="0"/>
                  </a:cubicBezTo>
                  <a:moveTo>
                    <a:pt x="221276" y="100016"/>
                  </a:moveTo>
                  <a:cubicBezTo>
                    <a:pt x="221276" y="76285"/>
                    <a:pt x="218129" y="66766"/>
                    <a:pt x="194929" y="66766"/>
                  </a:cubicBezTo>
                  <a:cubicBezTo>
                    <a:pt x="176479" y="66766"/>
                    <a:pt x="171143" y="72089"/>
                    <a:pt x="171143" y="100016"/>
                  </a:cubicBezTo>
                  <a:cubicBezTo>
                    <a:pt x="171143" y="125237"/>
                    <a:pt x="170503" y="139866"/>
                    <a:pt x="194929" y="139866"/>
                  </a:cubicBezTo>
                  <a:cubicBezTo>
                    <a:pt x="222334" y="139866"/>
                    <a:pt x="221276" y="126515"/>
                    <a:pt x="221276" y="100016"/>
                  </a:cubicBezTo>
                  <a:moveTo>
                    <a:pt x="78152" y="66766"/>
                  </a:moveTo>
                  <a:cubicBezTo>
                    <a:pt x="54952" y="66766"/>
                    <a:pt x="53512" y="71610"/>
                    <a:pt x="53512" y="91349"/>
                  </a:cubicBezTo>
                  <a:lnTo>
                    <a:pt x="103422" y="91349"/>
                  </a:lnTo>
                  <a:cubicBezTo>
                    <a:pt x="103422" y="68469"/>
                    <a:pt x="100008" y="66766"/>
                    <a:pt x="78143" y="66766"/>
                  </a:cubicBezTo>
                  <a:moveTo>
                    <a:pt x="339966" y="100016"/>
                  </a:moveTo>
                  <a:cubicBezTo>
                    <a:pt x="339966" y="76285"/>
                    <a:pt x="336338" y="66766"/>
                    <a:pt x="313299" y="66766"/>
                  </a:cubicBezTo>
                  <a:cubicBezTo>
                    <a:pt x="294848" y="66766"/>
                    <a:pt x="289513" y="72089"/>
                    <a:pt x="289513" y="100016"/>
                  </a:cubicBezTo>
                  <a:cubicBezTo>
                    <a:pt x="289513" y="125237"/>
                    <a:pt x="289513" y="139866"/>
                    <a:pt x="313299" y="139866"/>
                  </a:cubicBezTo>
                  <a:cubicBezTo>
                    <a:pt x="339966" y="139866"/>
                    <a:pt x="339966" y="126515"/>
                    <a:pt x="339966" y="100016"/>
                  </a:cubicBezTo>
                </a:path>
              </a:pathLst>
            </a:custGeom>
            <a:solidFill>
              <a:srgbClr val="FF3232"/>
            </a:solidFill>
            <a:ln w="882" cap="flat">
              <a:noFill/>
              <a:prstDash val="solid"/>
              <a:miter/>
            </a:ln>
          </p:spPr>
          <p:txBody>
            <a:bodyPr rtlCol="0" anchor="ctr"/>
            <a:lstStyle/>
            <a:p>
              <a:pPr marL="0" algn="r" defTabSz="914400" rtl="1" eaLnBrk="1" latinLnBrk="0" hangingPunct="1"/>
              <a:endParaRPr lang="en-IL"/>
            </a:p>
          </p:txBody>
        </p:sp>
        <p:sp>
          <p:nvSpPr>
            <p:cNvPr id="13" name="Freeform 12">
              <a:extLst>
                <a:ext uri="{FF2B5EF4-FFF2-40B4-BE49-F238E27FC236}">
                  <a16:creationId xmlns:a16="http://schemas.microsoft.com/office/drawing/2014/main" id="{1664D957-A473-1F45-51E8-88C5A302C759}"/>
                </a:ext>
              </a:extLst>
            </p:cNvPr>
            <p:cNvSpPr/>
            <p:nvPr/>
          </p:nvSpPr>
          <p:spPr>
            <a:xfrm>
              <a:off x="10654248" y="6448149"/>
              <a:ext cx="508352" cy="160456"/>
            </a:xfrm>
            <a:custGeom>
              <a:avLst/>
              <a:gdLst>
                <a:gd name="connsiteX0" fmla="*/ 422866 w 508352"/>
                <a:gd name="connsiteY0" fmla="*/ 47879 h 160456"/>
                <a:gd name="connsiteX1" fmla="*/ 422866 w 508352"/>
                <a:gd name="connsiteY1" fmla="*/ 158913 h 160456"/>
                <a:gd name="connsiteX2" fmla="*/ 449532 w 508352"/>
                <a:gd name="connsiteY2" fmla="*/ 158913 h 160456"/>
                <a:gd name="connsiteX3" fmla="*/ 449532 w 508352"/>
                <a:gd name="connsiteY3" fmla="*/ 90444 h 160456"/>
                <a:gd name="connsiteX4" fmla="*/ 469691 w 508352"/>
                <a:gd name="connsiteY4" fmla="*/ 66926 h 160456"/>
                <a:gd name="connsiteX5" fmla="*/ 483286 w 508352"/>
                <a:gd name="connsiteY5" fmla="*/ 84695 h 160456"/>
                <a:gd name="connsiteX6" fmla="*/ 483286 w 508352"/>
                <a:gd name="connsiteY6" fmla="*/ 90444 h 160456"/>
                <a:gd name="connsiteX7" fmla="*/ 508353 w 508352"/>
                <a:gd name="connsiteY7" fmla="*/ 90444 h 160456"/>
                <a:gd name="connsiteX8" fmla="*/ 508353 w 508352"/>
                <a:gd name="connsiteY8" fmla="*/ 81404 h 160456"/>
                <a:gd name="connsiteX9" fmla="*/ 479080 w 508352"/>
                <a:gd name="connsiteY9" fmla="*/ 46397 h 160456"/>
                <a:gd name="connsiteX10" fmla="*/ 449328 w 508352"/>
                <a:gd name="connsiteY10" fmla="*/ 62357 h 160456"/>
                <a:gd name="connsiteX11" fmla="*/ 448261 w 508352"/>
                <a:gd name="connsiteY11" fmla="*/ 62357 h 160456"/>
                <a:gd name="connsiteX12" fmla="*/ 449008 w 508352"/>
                <a:gd name="connsiteY12" fmla="*/ 47888 h 160456"/>
                <a:gd name="connsiteX13" fmla="*/ 422874 w 508352"/>
                <a:gd name="connsiteY13" fmla="*/ 47888 h 160456"/>
                <a:gd name="connsiteX14" fmla="*/ 371461 w 508352"/>
                <a:gd name="connsiteY14" fmla="*/ 158913 h 160456"/>
                <a:gd name="connsiteX15" fmla="*/ 398128 w 508352"/>
                <a:gd name="connsiteY15" fmla="*/ 158913 h 160456"/>
                <a:gd name="connsiteX16" fmla="*/ 398128 w 508352"/>
                <a:gd name="connsiteY16" fmla="*/ 89220 h 160456"/>
                <a:gd name="connsiteX17" fmla="*/ 347577 w 508352"/>
                <a:gd name="connsiteY17" fmla="*/ 46655 h 160456"/>
                <a:gd name="connsiteX18" fmla="*/ 299588 w 508352"/>
                <a:gd name="connsiteY18" fmla="*/ 80384 h 160456"/>
                <a:gd name="connsiteX19" fmla="*/ 326255 w 508352"/>
                <a:gd name="connsiteY19" fmla="*/ 80384 h 160456"/>
                <a:gd name="connsiteX20" fmla="*/ 347266 w 508352"/>
                <a:gd name="connsiteY20" fmla="*/ 64903 h 160456"/>
                <a:gd name="connsiteX21" fmla="*/ 371052 w 508352"/>
                <a:gd name="connsiteY21" fmla="*/ 89273 h 160456"/>
                <a:gd name="connsiteX22" fmla="*/ 371052 w 508352"/>
                <a:gd name="connsiteY22" fmla="*/ 103689 h 160456"/>
                <a:gd name="connsiteX23" fmla="*/ 370625 w 508352"/>
                <a:gd name="connsiteY23" fmla="*/ 103689 h 160456"/>
                <a:gd name="connsiteX24" fmla="*/ 337298 w 508352"/>
                <a:gd name="connsiteY24" fmla="*/ 90976 h 160456"/>
                <a:gd name="connsiteX25" fmla="*/ 295648 w 508352"/>
                <a:gd name="connsiteY25" fmla="*/ 125078 h 160456"/>
                <a:gd name="connsiteX26" fmla="*/ 337298 w 508352"/>
                <a:gd name="connsiteY26" fmla="*/ 160457 h 160456"/>
                <a:gd name="connsiteX27" fmla="*/ 371906 w 508352"/>
                <a:gd name="connsiteY27" fmla="*/ 145242 h 160456"/>
                <a:gd name="connsiteX28" fmla="*/ 372546 w 508352"/>
                <a:gd name="connsiteY28" fmla="*/ 145242 h 160456"/>
                <a:gd name="connsiteX29" fmla="*/ 371479 w 508352"/>
                <a:gd name="connsiteY29" fmla="*/ 158913 h 160456"/>
                <a:gd name="connsiteX30" fmla="*/ 346608 w 508352"/>
                <a:gd name="connsiteY30" fmla="*/ 108905 h 160456"/>
                <a:gd name="connsiteX31" fmla="*/ 371248 w 508352"/>
                <a:gd name="connsiteY31" fmla="*/ 124865 h 160456"/>
                <a:gd name="connsiteX32" fmla="*/ 346608 w 508352"/>
                <a:gd name="connsiteY32" fmla="*/ 142049 h 160456"/>
                <a:gd name="connsiteX33" fmla="*/ 322182 w 508352"/>
                <a:gd name="connsiteY33" fmla="*/ 124865 h 160456"/>
                <a:gd name="connsiteX34" fmla="*/ 346608 w 508352"/>
                <a:gd name="connsiteY34" fmla="*/ 108905 h 160456"/>
                <a:gd name="connsiteX35" fmla="*/ 273134 w 508352"/>
                <a:gd name="connsiteY35" fmla="*/ 0 h 160456"/>
                <a:gd name="connsiteX36" fmla="*/ 246467 w 508352"/>
                <a:gd name="connsiteY36" fmla="*/ 0 h 160456"/>
                <a:gd name="connsiteX37" fmla="*/ 246467 w 508352"/>
                <a:gd name="connsiteY37" fmla="*/ 158913 h 160456"/>
                <a:gd name="connsiteX38" fmla="*/ 273134 w 508352"/>
                <a:gd name="connsiteY38" fmla="*/ 158913 h 160456"/>
                <a:gd name="connsiteX39" fmla="*/ 273134 w 508352"/>
                <a:gd name="connsiteY39" fmla="*/ 0 h 160456"/>
                <a:gd name="connsiteX40" fmla="*/ 171179 w 508352"/>
                <a:gd name="connsiteY40" fmla="*/ 66766 h 160456"/>
                <a:gd name="connsiteX41" fmla="*/ 196886 w 508352"/>
                <a:gd name="connsiteY41" fmla="*/ 103636 h 160456"/>
                <a:gd name="connsiteX42" fmla="*/ 171179 w 508352"/>
                <a:gd name="connsiteY42" fmla="*/ 139866 h 160456"/>
                <a:gd name="connsiteX43" fmla="*/ 145472 w 508352"/>
                <a:gd name="connsiteY43" fmla="*/ 103636 h 160456"/>
                <a:gd name="connsiteX44" fmla="*/ 171179 w 508352"/>
                <a:gd name="connsiteY44" fmla="*/ 66766 h 160456"/>
                <a:gd name="connsiteX45" fmla="*/ 171179 w 508352"/>
                <a:gd name="connsiteY45" fmla="*/ 46389 h 160456"/>
                <a:gd name="connsiteX46" fmla="*/ 118708 w 508352"/>
                <a:gd name="connsiteY46" fmla="*/ 103423 h 160456"/>
                <a:gd name="connsiteX47" fmla="*/ 171179 w 508352"/>
                <a:gd name="connsiteY47" fmla="*/ 160191 h 160456"/>
                <a:gd name="connsiteX48" fmla="*/ 223650 w 508352"/>
                <a:gd name="connsiteY48" fmla="*/ 103423 h 160456"/>
                <a:gd name="connsiteX49" fmla="*/ 171179 w 508352"/>
                <a:gd name="connsiteY49" fmla="*/ 46389 h 160456"/>
                <a:gd name="connsiteX50" fmla="*/ 98763 w 508352"/>
                <a:gd name="connsiteY50" fmla="*/ 77988 h 160456"/>
                <a:gd name="connsiteX51" fmla="*/ 50773 w 508352"/>
                <a:gd name="connsiteY51" fmla="*/ 46389 h 160456"/>
                <a:gd name="connsiteX52" fmla="*/ 9 w 508352"/>
                <a:gd name="connsiteY52" fmla="*/ 77563 h 160456"/>
                <a:gd name="connsiteX53" fmla="*/ 48426 w 508352"/>
                <a:gd name="connsiteY53" fmla="*/ 112090 h 160456"/>
                <a:gd name="connsiteX54" fmla="*/ 76044 w 508352"/>
                <a:gd name="connsiteY54" fmla="*/ 127145 h 160456"/>
                <a:gd name="connsiteX55" fmla="*/ 50764 w 508352"/>
                <a:gd name="connsiteY55" fmla="*/ 141987 h 160456"/>
                <a:gd name="connsiteX56" fmla="*/ 26765 w 508352"/>
                <a:gd name="connsiteY56" fmla="*/ 123951 h 160456"/>
                <a:gd name="connsiteX57" fmla="*/ 0 w 508352"/>
                <a:gd name="connsiteY57" fmla="*/ 123951 h 160456"/>
                <a:gd name="connsiteX58" fmla="*/ 50764 w 508352"/>
                <a:gd name="connsiteY58" fmla="*/ 160182 h 160456"/>
                <a:gd name="connsiteX59" fmla="*/ 102809 w 508352"/>
                <a:gd name="connsiteY59" fmla="*/ 127145 h 160456"/>
                <a:gd name="connsiteX60" fmla="*/ 53112 w 508352"/>
                <a:gd name="connsiteY60" fmla="*/ 91766 h 160456"/>
                <a:gd name="connsiteX61" fmla="*/ 26658 w 508352"/>
                <a:gd name="connsiteY61" fmla="*/ 79266 h 160456"/>
                <a:gd name="connsiteX62" fmla="*/ 50657 w 508352"/>
                <a:gd name="connsiteY62" fmla="*/ 64637 h 160456"/>
                <a:gd name="connsiteX63" fmla="*/ 71989 w 508352"/>
                <a:gd name="connsiteY63" fmla="*/ 77988 h 160456"/>
                <a:gd name="connsiteX64" fmla="*/ 98763 w 508352"/>
                <a:gd name="connsiteY64" fmla="*/ 77988 h 16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08352" h="160456">
                  <a:moveTo>
                    <a:pt x="422866" y="47879"/>
                  </a:moveTo>
                  <a:lnTo>
                    <a:pt x="422866" y="158913"/>
                  </a:lnTo>
                  <a:lnTo>
                    <a:pt x="449532" y="158913"/>
                  </a:lnTo>
                  <a:lnTo>
                    <a:pt x="449532" y="90444"/>
                  </a:lnTo>
                  <a:cubicBezTo>
                    <a:pt x="449106" y="76028"/>
                    <a:pt x="453801" y="66926"/>
                    <a:pt x="469691" y="66926"/>
                  </a:cubicBezTo>
                  <a:cubicBezTo>
                    <a:pt x="482219" y="66926"/>
                    <a:pt x="483286" y="73473"/>
                    <a:pt x="483286" y="84695"/>
                  </a:cubicBezTo>
                  <a:lnTo>
                    <a:pt x="483286" y="90444"/>
                  </a:lnTo>
                  <a:lnTo>
                    <a:pt x="508353" y="90444"/>
                  </a:lnTo>
                  <a:lnTo>
                    <a:pt x="508353" y="81404"/>
                  </a:lnTo>
                  <a:cubicBezTo>
                    <a:pt x="508353" y="60121"/>
                    <a:pt x="502644" y="46397"/>
                    <a:pt x="479080" y="46397"/>
                  </a:cubicBezTo>
                  <a:cubicBezTo>
                    <a:pt x="466125" y="46397"/>
                    <a:pt x="454654" y="50017"/>
                    <a:pt x="449328" y="62357"/>
                  </a:cubicBezTo>
                  <a:lnTo>
                    <a:pt x="448261" y="62357"/>
                  </a:lnTo>
                  <a:lnTo>
                    <a:pt x="449008" y="47888"/>
                  </a:lnTo>
                  <a:lnTo>
                    <a:pt x="422874" y="47888"/>
                  </a:lnTo>
                  <a:close/>
                  <a:moveTo>
                    <a:pt x="371461" y="158913"/>
                  </a:moveTo>
                  <a:lnTo>
                    <a:pt x="398128" y="158913"/>
                  </a:lnTo>
                  <a:lnTo>
                    <a:pt x="398128" y="89220"/>
                  </a:lnTo>
                  <a:cubicBezTo>
                    <a:pt x="398128" y="51977"/>
                    <a:pt x="383252" y="46655"/>
                    <a:pt x="347577" y="46655"/>
                  </a:cubicBezTo>
                  <a:cubicBezTo>
                    <a:pt x="322084" y="46655"/>
                    <a:pt x="299588" y="47932"/>
                    <a:pt x="299588" y="80384"/>
                  </a:cubicBezTo>
                  <a:lnTo>
                    <a:pt x="326255" y="80384"/>
                  </a:lnTo>
                  <a:cubicBezTo>
                    <a:pt x="326255" y="65968"/>
                    <a:pt x="335582" y="64903"/>
                    <a:pt x="347266" y="64903"/>
                  </a:cubicBezTo>
                  <a:cubicBezTo>
                    <a:pt x="369558" y="64903"/>
                    <a:pt x="371052" y="71237"/>
                    <a:pt x="371052" y="89273"/>
                  </a:cubicBezTo>
                  <a:lnTo>
                    <a:pt x="371052" y="103689"/>
                  </a:lnTo>
                  <a:lnTo>
                    <a:pt x="370625" y="103689"/>
                  </a:lnTo>
                  <a:cubicBezTo>
                    <a:pt x="364276" y="91189"/>
                    <a:pt x="350894" y="90976"/>
                    <a:pt x="337298" y="90976"/>
                  </a:cubicBezTo>
                  <a:cubicBezTo>
                    <a:pt x="309680" y="90976"/>
                    <a:pt x="295648" y="98375"/>
                    <a:pt x="295648" y="125078"/>
                  </a:cubicBezTo>
                  <a:cubicBezTo>
                    <a:pt x="295648" y="155187"/>
                    <a:pt x="312018" y="160457"/>
                    <a:pt x="337298" y="160457"/>
                  </a:cubicBezTo>
                  <a:cubicBezTo>
                    <a:pt x="350254" y="160457"/>
                    <a:pt x="366624" y="160031"/>
                    <a:pt x="371906" y="145242"/>
                  </a:cubicBezTo>
                  <a:lnTo>
                    <a:pt x="372546" y="145242"/>
                  </a:lnTo>
                  <a:lnTo>
                    <a:pt x="371479" y="158913"/>
                  </a:lnTo>
                  <a:close/>
                  <a:moveTo>
                    <a:pt x="346608" y="108905"/>
                  </a:moveTo>
                  <a:cubicBezTo>
                    <a:pt x="359777" y="108905"/>
                    <a:pt x="371248" y="109331"/>
                    <a:pt x="371248" y="124865"/>
                  </a:cubicBezTo>
                  <a:cubicBezTo>
                    <a:pt x="371248" y="140399"/>
                    <a:pt x="360586" y="142049"/>
                    <a:pt x="346608" y="142049"/>
                  </a:cubicBezTo>
                  <a:cubicBezTo>
                    <a:pt x="328584" y="142049"/>
                    <a:pt x="322182" y="140558"/>
                    <a:pt x="322182" y="124865"/>
                  </a:cubicBezTo>
                  <a:cubicBezTo>
                    <a:pt x="322182" y="109171"/>
                    <a:pt x="332843" y="108905"/>
                    <a:pt x="346608" y="108905"/>
                  </a:cubicBezTo>
                  <a:moveTo>
                    <a:pt x="273134" y="0"/>
                  </a:moveTo>
                  <a:lnTo>
                    <a:pt x="246467" y="0"/>
                  </a:lnTo>
                  <a:lnTo>
                    <a:pt x="246467" y="158913"/>
                  </a:lnTo>
                  <a:lnTo>
                    <a:pt x="273134" y="158913"/>
                  </a:lnTo>
                  <a:lnTo>
                    <a:pt x="273134" y="0"/>
                  </a:lnTo>
                  <a:close/>
                  <a:moveTo>
                    <a:pt x="171179" y="66766"/>
                  </a:moveTo>
                  <a:cubicBezTo>
                    <a:pt x="194965" y="66766"/>
                    <a:pt x="196886" y="73526"/>
                    <a:pt x="196886" y="103636"/>
                  </a:cubicBezTo>
                  <a:cubicBezTo>
                    <a:pt x="196886" y="133745"/>
                    <a:pt x="194965" y="139866"/>
                    <a:pt x="171179" y="139866"/>
                  </a:cubicBezTo>
                  <a:cubicBezTo>
                    <a:pt x="147393" y="139866"/>
                    <a:pt x="145472" y="133266"/>
                    <a:pt x="145472" y="103636"/>
                  </a:cubicBezTo>
                  <a:cubicBezTo>
                    <a:pt x="145472" y="74005"/>
                    <a:pt x="147393" y="66766"/>
                    <a:pt x="171179" y="66766"/>
                  </a:cubicBezTo>
                  <a:moveTo>
                    <a:pt x="171179" y="46389"/>
                  </a:moveTo>
                  <a:cubicBezTo>
                    <a:pt x="124683" y="46389"/>
                    <a:pt x="118708" y="60166"/>
                    <a:pt x="118708" y="103423"/>
                  </a:cubicBezTo>
                  <a:cubicBezTo>
                    <a:pt x="118708" y="146680"/>
                    <a:pt x="124683" y="160191"/>
                    <a:pt x="171179" y="160191"/>
                  </a:cubicBezTo>
                  <a:cubicBezTo>
                    <a:pt x="217675" y="160191"/>
                    <a:pt x="223650" y="146413"/>
                    <a:pt x="223650" y="103423"/>
                  </a:cubicBezTo>
                  <a:cubicBezTo>
                    <a:pt x="223650" y="60432"/>
                    <a:pt x="217728" y="46389"/>
                    <a:pt x="171179" y="46389"/>
                  </a:cubicBezTo>
                  <a:moveTo>
                    <a:pt x="98763" y="77988"/>
                  </a:moveTo>
                  <a:cubicBezTo>
                    <a:pt x="98763" y="46814"/>
                    <a:pt x="72629" y="46389"/>
                    <a:pt x="50773" y="46389"/>
                  </a:cubicBezTo>
                  <a:cubicBezTo>
                    <a:pt x="22088" y="46389"/>
                    <a:pt x="9" y="47027"/>
                    <a:pt x="9" y="77563"/>
                  </a:cubicBezTo>
                  <a:cubicBezTo>
                    <a:pt x="9" y="105969"/>
                    <a:pt x="7425" y="111717"/>
                    <a:pt x="48426" y="112090"/>
                  </a:cubicBezTo>
                  <a:cubicBezTo>
                    <a:pt x="75404" y="112516"/>
                    <a:pt x="76044" y="117413"/>
                    <a:pt x="76044" y="127145"/>
                  </a:cubicBezTo>
                  <a:cubicBezTo>
                    <a:pt x="76044" y="142412"/>
                    <a:pt x="66716" y="141987"/>
                    <a:pt x="50764" y="141987"/>
                  </a:cubicBezTo>
                  <a:cubicBezTo>
                    <a:pt x="30980" y="141987"/>
                    <a:pt x="27192" y="140070"/>
                    <a:pt x="26765" y="123951"/>
                  </a:cubicBezTo>
                  <a:lnTo>
                    <a:pt x="0" y="123951"/>
                  </a:lnTo>
                  <a:cubicBezTo>
                    <a:pt x="0" y="160182"/>
                    <a:pt x="20371" y="160182"/>
                    <a:pt x="50764" y="160182"/>
                  </a:cubicBezTo>
                  <a:cubicBezTo>
                    <a:pt x="78969" y="160182"/>
                    <a:pt x="102809" y="157254"/>
                    <a:pt x="102809" y="127145"/>
                  </a:cubicBezTo>
                  <a:cubicBezTo>
                    <a:pt x="102809" y="91127"/>
                    <a:pt x="79450" y="93043"/>
                    <a:pt x="53112" y="91766"/>
                  </a:cubicBezTo>
                  <a:cubicBezTo>
                    <a:pt x="29752" y="90701"/>
                    <a:pt x="26658" y="90435"/>
                    <a:pt x="26658" y="79266"/>
                  </a:cubicBezTo>
                  <a:cubicBezTo>
                    <a:pt x="26658" y="64637"/>
                    <a:pt x="36413" y="64637"/>
                    <a:pt x="50657" y="64637"/>
                  </a:cubicBezTo>
                  <a:cubicBezTo>
                    <a:pt x="64902" y="64637"/>
                    <a:pt x="71989" y="64637"/>
                    <a:pt x="71989" y="77988"/>
                  </a:cubicBezTo>
                  <a:lnTo>
                    <a:pt x="98763" y="77988"/>
                  </a:lnTo>
                  <a:close/>
                </a:path>
              </a:pathLst>
            </a:custGeom>
            <a:solidFill>
              <a:schemeClr val="bg1"/>
            </a:solidFill>
            <a:ln w="882" cap="flat">
              <a:noFill/>
              <a:prstDash val="solid"/>
              <a:miter/>
            </a:ln>
          </p:spPr>
          <p:txBody>
            <a:bodyPr rtlCol="0" anchor="ctr"/>
            <a:lstStyle/>
            <a:p>
              <a:pPr marL="0" algn="l" defTabSz="914400" rtl="0" eaLnBrk="1" latinLnBrk="0" hangingPunct="1"/>
              <a:endParaRPr lang="en-IL"/>
            </a:p>
          </p:txBody>
        </p:sp>
      </p:grpSp>
      <p:sp>
        <p:nvSpPr>
          <p:cNvPr id="2" name="Title 1">
            <a:extLst>
              <a:ext uri="{FF2B5EF4-FFF2-40B4-BE49-F238E27FC236}">
                <a16:creationId xmlns:a16="http://schemas.microsoft.com/office/drawing/2014/main" id="{8B9C007F-BD8B-09BA-F328-D72DF6B18BD5}"/>
              </a:ext>
            </a:extLst>
          </p:cNvPr>
          <p:cNvSpPr>
            <a:spLocks noGrp="1"/>
          </p:cNvSpPr>
          <p:nvPr>
            <p:ph type="title" hasCustomPrompt="1"/>
          </p:nvPr>
        </p:nvSpPr>
        <p:spPr>
          <a:xfrm>
            <a:off x="516001" y="463296"/>
            <a:ext cx="5364000" cy="1067330"/>
          </a:xfrm>
        </p:spPr>
        <p:txBody>
          <a:bodyPr/>
          <a:lstStyle/>
          <a:p>
            <a:r>
              <a:rPr lang="en-US" dirty="0"/>
              <a:t>Click to edit title style</a:t>
            </a:r>
            <a:endParaRPr lang="en-IL" dirty="0"/>
          </a:p>
        </p:txBody>
      </p:sp>
      <p:sp>
        <p:nvSpPr>
          <p:cNvPr id="3" name="Text Placeholder 2">
            <a:extLst>
              <a:ext uri="{FF2B5EF4-FFF2-40B4-BE49-F238E27FC236}">
                <a16:creationId xmlns:a16="http://schemas.microsoft.com/office/drawing/2014/main" id="{81FA8CEB-8694-EA37-7BA0-FDAD45965955}"/>
              </a:ext>
            </a:extLst>
          </p:cNvPr>
          <p:cNvSpPr>
            <a:spLocks noGrp="1"/>
          </p:cNvSpPr>
          <p:nvPr>
            <p:ph type="body" idx="1"/>
          </p:nvPr>
        </p:nvSpPr>
        <p:spPr>
          <a:xfrm>
            <a:off x="516001" y="1681163"/>
            <a:ext cx="5400000" cy="823912"/>
          </a:xfrm>
        </p:spPr>
        <p:txBody>
          <a:bodyPr anchor="t"/>
          <a:lstStyle>
            <a:lvl1pPr marL="0" indent="0">
              <a:buNone/>
              <a:defRPr sz="24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9EA84F-FD1F-BAC2-8046-8983299085E8}"/>
              </a:ext>
            </a:extLst>
          </p:cNvPr>
          <p:cNvSpPr>
            <a:spLocks noGrp="1"/>
          </p:cNvSpPr>
          <p:nvPr>
            <p:ph sz="half" idx="2"/>
          </p:nvPr>
        </p:nvSpPr>
        <p:spPr>
          <a:xfrm>
            <a:off x="516001" y="2505075"/>
            <a:ext cx="540000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5" name="Text Placeholder 4">
            <a:extLst>
              <a:ext uri="{FF2B5EF4-FFF2-40B4-BE49-F238E27FC236}">
                <a16:creationId xmlns:a16="http://schemas.microsoft.com/office/drawing/2014/main" id="{E65DBF64-FDEA-B621-4A52-5A1EC7D8731C}"/>
              </a:ext>
            </a:extLst>
          </p:cNvPr>
          <p:cNvSpPr>
            <a:spLocks noGrp="1"/>
          </p:cNvSpPr>
          <p:nvPr>
            <p:ph type="body" sz="quarter" idx="3"/>
          </p:nvPr>
        </p:nvSpPr>
        <p:spPr>
          <a:xfrm>
            <a:off x="6276000" y="1681163"/>
            <a:ext cx="5400000" cy="823912"/>
          </a:xfrm>
        </p:spPr>
        <p:txBody>
          <a:bodyPr anchor="t"/>
          <a:lstStyle>
            <a:lvl1pPr marL="0" indent="0">
              <a:buNone/>
              <a:defRPr sz="2400" b="1">
                <a:solidFill>
                  <a:schemeClr val="accent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7C6ABF-8EC2-A975-58E5-887C9D96A94F}"/>
              </a:ext>
            </a:extLst>
          </p:cNvPr>
          <p:cNvSpPr>
            <a:spLocks noGrp="1"/>
          </p:cNvSpPr>
          <p:nvPr>
            <p:ph sz="quarter" idx="4"/>
          </p:nvPr>
        </p:nvSpPr>
        <p:spPr>
          <a:xfrm>
            <a:off x="6276000" y="2505075"/>
            <a:ext cx="5400000" cy="368458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8" name="Footer Placeholder 7">
            <a:extLst>
              <a:ext uri="{FF2B5EF4-FFF2-40B4-BE49-F238E27FC236}">
                <a16:creationId xmlns:a16="http://schemas.microsoft.com/office/drawing/2014/main" id="{E93FDF2E-A52A-6137-A0DA-310FD4356D57}"/>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27D1ED1D-EC77-FD5D-38C5-FE40F4AD3EFA}"/>
              </a:ext>
            </a:extLst>
          </p:cNvPr>
          <p:cNvSpPr>
            <a:spLocks noGrp="1"/>
          </p:cNvSpPr>
          <p:nvPr>
            <p:ph type="sldNum" sz="quarter" idx="12"/>
          </p:nvPr>
        </p:nvSpPr>
        <p:spPr/>
        <p:txBody>
          <a:bodyPr/>
          <a:lstStyle/>
          <a:p>
            <a:fld id="{4055E60B-063F-7341-AAD1-65F55D97E323}" type="slidenum">
              <a:rPr lang="en-IL" smtClean="0"/>
              <a:t>‹#›</a:t>
            </a:fld>
            <a:endParaRPr lang="en-IL"/>
          </a:p>
        </p:txBody>
      </p:sp>
    </p:spTree>
    <p:extLst>
      <p:ext uri="{BB962C8B-B14F-4D97-AF65-F5344CB8AC3E}">
        <p14:creationId xmlns:p14="http://schemas.microsoft.com/office/powerpoint/2010/main" val="3351083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9C20-CAD9-FFD2-CE2D-5525543FBD6C}"/>
              </a:ext>
            </a:extLst>
          </p:cNvPr>
          <p:cNvSpPr>
            <a:spLocks noGrp="1"/>
          </p:cNvSpPr>
          <p:nvPr>
            <p:ph type="title"/>
          </p:nvPr>
        </p:nvSpPr>
        <p:spPr>
          <a:xfrm>
            <a:off x="516000" y="463295"/>
            <a:ext cx="4334296" cy="1305869"/>
          </a:xfrm>
        </p:spPr>
        <p:txBody>
          <a:bodyPr/>
          <a:lstStyle>
            <a:lvl1pPr>
              <a:defRPr>
                <a:solidFill>
                  <a:schemeClr val="tx2"/>
                </a:solidFill>
              </a:defRPr>
            </a:lvl1pPr>
          </a:lstStyle>
          <a:p>
            <a:r>
              <a:rPr lang="en-US"/>
              <a:t>Click to edit Master title style</a:t>
            </a:r>
            <a:endParaRPr lang="en-IL" dirty="0"/>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a:xfrm>
            <a:off x="516000" y="2045155"/>
            <a:ext cx="4334296" cy="39079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p>
            <a:fld id="{4055E60B-063F-7341-AAD1-65F55D97E323}" type="slidenum">
              <a:rPr lang="en-IL" smtClean="0"/>
              <a:t>‹#›</a:t>
            </a:fld>
            <a:endParaRPr lang="en-IL"/>
          </a:p>
        </p:txBody>
      </p:sp>
      <p:sp>
        <p:nvSpPr>
          <p:cNvPr id="8" name="Picture Placeholder 7">
            <a:extLst>
              <a:ext uri="{FF2B5EF4-FFF2-40B4-BE49-F238E27FC236}">
                <a16:creationId xmlns:a16="http://schemas.microsoft.com/office/drawing/2014/main" id="{CF33FC7A-6F25-BD5D-6C1C-94F77D57221C}"/>
              </a:ext>
            </a:extLst>
          </p:cNvPr>
          <p:cNvSpPr>
            <a:spLocks noGrp="1"/>
          </p:cNvSpPr>
          <p:nvPr>
            <p:ph type="pic" sz="quarter" idx="13" hasCustomPrompt="1"/>
          </p:nvPr>
        </p:nvSpPr>
        <p:spPr>
          <a:xfrm>
            <a:off x="5072063" y="1076325"/>
            <a:ext cx="6357937" cy="4095749"/>
          </a:xfrm>
          <a:prstGeom prst="roundRect">
            <a:avLst>
              <a:gd name="adj" fmla="val 2501"/>
            </a:avLst>
          </a:prstGeom>
          <a:solidFill>
            <a:schemeClr val="bg2"/>
          </a:solidFill>
        </p:spPr>
        <p:txBody>
          <a:bodyPr lIns="90000" tIns="1080000"/>
          <a:lstStyle>
            <a:lvl1pPr marL="0" indent="0" algn="ctr">
              <a:buFontTx/>
              <a:buNone/>
              <a:defRPr sz="1050" b="1"/>
            </a:lvl1pPr>
          </a:lstStyle>
          <a:p>
            <a:pPr marL="0" marR="0" lvl="0" indent="0" algn="ctr" defTabSz="914400" rtl="0" eaLnBrk="1" fontAlgn="auto" latinLnBrk="0" hangingPunct="1">
              <a:lnSpc>
                <a:spcPct val="100000"/>
              </a:lnSpc>
              <a:spcBef>
                <a:spcPts val="800"/>
              </a:spcBef>
              <a:spcAft>
                <a:spcPts val="0"/>
              </a:spcAft>
              <a:buClrTx/>
              <a:buSzTx/>
              <a:buFontTx/>
              <a:buNone/>
              <a:tabLst/>
              <a:defRPr/>
            </a:pPr>
            <a:r>
              <a:rPr lang="en-US"/>
              <a:t>Drag &amp; drop photo here or click icon to add picture</a:t>
            </a:r>
            <a:endParaRPr lang="en-IL"/>
          </a:p>
        </p:txBody>
      </p:sp>
    </p:spTree>
    <p:extLst>
      <p:ext uri="{BB962C8B-B14F-4D97-AF65-F5344CB8AC3E}">
        <p14:creationId xmlns:p14="http://schemas.microsoft.com/office/powerpoint/2010/main" val="1582661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9C20-CAD9-FFD2-CE2D-5525543FBD6C}"/>
              </a:ext>
            </a:extLst>
          </p:cNvPr>
          <p:cNvSpPr>
            <a:spLocks noGrp="1"/>
          </p:cNvSpPr>
          <p:nvPr>
            <p:ph type="title"/>
          </p:nvPr>
        </p:nvSpPr>
        <p:spPr>
          <a:xfrm>
            <a:off x="515999" y="463295"/>
            <a:ext cx="6401635" cy="1305869"/>
          </a:xfrm>
        </p:spPr>
        <p:txBody>
          <a:bodyPr/>
          <a:lstStyle/>
          <a:p>
            <a:r>
              <a:rPr lang="en-US"/>
              <a:t>Click to edit Master title style</a:t>
            </a:r>
            <a:endParaRPr lang="en-IL" dirty="0"/>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a:xfrm>
            <a:off x="515999" y="2045155"/>
            <a:ext cx="6401635" cy="39079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p:txBody>
          <a:bodyPr/>
          <a:lstStyle/>
          <a:p>
            <a:endParaRPr lang="en-IL" dirty="0"/>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p>
            <a:fld id="{4055E60B-063F-7341-AAD1-65F55D97E323}" type="slidenum">
              <a:rPr lang="en-IL" smtClean="0"/>
              <a:t>‹#›</a:t>
            </a:fld>
            <a:endParaRPr lang="en-IL"/>
          </a:p>
        </p:txBody>
      </p:sp>
      <p:sp>
        <p:nvSpPr>
          <p:cNvPr id="4" name="Рисунок 13">
            <a:extLst>
              <a:ext uri="{FF2B5EF4-FFF2-40B4-BE49-F238E27FC236}">
                <a16:creationId xmlns:a16="http://schemas.microsoft.com/office/drawing/2014/main" id="{703DF917-C371-2EE1-EEC8-B1EF6E5FFAE3}"/>
              </a:ext>
            </a:extLst>
          </p:cNvPr>
          <p:cNvSpPr>
            <a:spLocks noGrp="1"/>
          </p:cNvSpPr>
          <p:nvPr>
            <p:ph type="pic" sz="quarter" idx="24" hasCustomPrompt="1"/>
          </p:nvPr>
        </p:nvSpPr>
        <p:spPr>
          <a:xfrm>
            <a:off x="7895965" y="554724"/>
            <a:ext cx="2689989" cy="5748552"/>
          </a:xfrm>
          <a:custGeom>
            <a:avLst/>
            <a:gdLst>
              <a:gd name="connsiteX0" fmla="*/ 466924 w 4408266"/>
              <a:gd name="connsiteY0" fmla="*/ 0 h 9420405"/>
              <a:gd name="connsiteX1" fmla="*/ 1057794 w 4408266"/>
              <a:gd name="connsiteY1" fmla="*/ 0 h 9420405"/>
              <a:gd name="connsiteX2" fmla="*/ 1057794 w 4408266"/>
              <a:gd name="connsiteY2" fmla="*/ 111037 h 9420405"/>
              <a:gd name="connsiteX3" fmla="*/ 1248692 w 4408266"/>
              <a:gd name="connsiteY3" fmla="*/ 301936 h 9420405"/>
              <a:gd name="connsiteX4" fmla="*/ 3161000 w 4408266"/>
              <a:gd name="connsiteY4" fmla="*/ 301936 h 9420405"/>
              <a:gd name="connsiteX5" fmla="*/ 3351900 w 4408266"/>
              <a:gd name="connsiteY5" fmla="*/ 111037 h 9420405"/>
              <a:gd name="connsiteX6" fmla="*/ 3351900 w 4408266"/>
              <a:gd name="connsiteY6" fmla="*/ 0 h 9420405"/>
              <a:gd name="connsiteX7" fmla="*/ 3941342 w 4408266"/>
              <a:gd name="connsiteY7" fmla="*/ 0 h 9420405"/>
              <a:gd name="connsiteX8" fmla="*/ 4408266 w 4408266"/>
              <a:gd name="connsiteY8" fmla="*/ 466923 h 9420405"/>
              <a:gd name="connsiteX9" fmla="*/ 4408266 w 4408266"/>
              <a:gd name="connsiteY9" fmla="*/ 8953482 h 9420405"/>
              <a:gd name="connsiteX10" fmla="*/ 3941342 w 4408266"/>
              <a:gd name="connsiteY10" fmla="*/ 9420405 h 9420405"/>
              <a:gd name="connsiteX11" fmla="*/ 466924 w 4408266"/>
              <a:gd name="connsiteY11" fmla="*/ 9420405 h 9420405"/>
              <a:gd name="connsiteX12" fmla="*/ 0 w 4408266"/>
              <a:gd name="connsiteY12" fmla="*/ 8953482 h 9420405"/>
              <a:gd name="connsiteX13" fmla="*/ 0 w 4408266"/>
              <a:gd name="connsiteY13" fmla="*/ 466923 h 9420405"/>
              <a:gd name="connsiteX14" fmla="*/ 466924 w 4408266"/>
              <a:gd name="connsiteY14" fmla="*/ 0 h 9420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08266" h="9420405">
                <a:moveTo>
                  <a:pt x="466924" y="0"/>
                </a:moveTo>
                <a:lnTo>
                  <a:pt x="1057794" y="0"/>
                </a:lnTo>
                <a:lnTo>
                  <a:pt x="1057794" y="111037"/>
                </a:lnTo>
                <a:cubicBezTo>
                  <a:pt x="1057794" y="216468"/>
                  <a:pt x="1143262" y="301936"/>
                  <a:pt x="1248692" y="301936"/>
                </a:cubicBezTo>
                <a:lnTo>
                  <a:pt x="3161000" y="301936"/>
                </a:lnTo>
                <a:cubicBezTo>
                  <a:pt x="3266430" y="301936"/>
                  <a:pt x="3351900" y="216468"/>
                  <a:pt x="3351900" y="111037"/>
                </a:cubicBezTo>
                <a:lnTo>
                  <a:pt x="3351900" y="0"/>
                </a:lnTo>
                <a:lnTo>
                  <a:pt x="3941342" y="0"/>
                </a:lnTo>
                <a:cubicBezTo>
                  <a:pt x="4199216" y="0"/>
                  <a:pt x="4408266" y="209049"/>
                  <a:pt x="4408266" y="466923"/>
                </a:cubicBezTo>
                <a:lnTo>
                  <a:pt x="4408266" y="8953482"/>
                </a:lnTo>
                <a:cubicBezTo>
                  <a:pt x="4408266" y="9211356"/>
                  <a:pt x="4199216" y="9420405"/>
                  <a:pt x="3941342" y="9420405"/>
                </a:cubicBezTo>
                <a:lnTo>
                  <a:pt x="466924" y="9420405"/>
                </a:lnTo>
                <a:cubicBezTo>
                  <a:pt x="209050" y="9420405"/>
                  <a:pt x="0" y="9211356"/>
                  <a:pt x="0" y="8953482"/>
                </a:cubicBezTo>
                <a:lnTo>
                  <a:pt x="0" y="466923"/>
                </a:lnTo>
                <a:cubicBezTo>
                  <a:pt x="0" y="209049"/>
                  <a:pt x="209050" y="0"/>
                  <a:pt x="466924" y="0"/>
                </a:cubicBezTo>
                <a:close/>
              </a:path>
            </a:pathLst>
          </a:cu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wrap="square" lIns="360000" tIns="2015999" rIns="360000" bIns="0" rtlCol="0" anchor="t">
            <a:noAutofit/>
          </a:bodyPr>
          <a:lstStyle>
            <a:lvl1pPr marL="0" indent="0" algn="ctr">
              <a:buFontTx/>
              <a:buNone/>
              <a:defRPr lang="en-US" sz="1050" b="1">
                <a:solidFill>
                  <a:schemeClr val="tx2"/>
                </a:solidFill>
              </a:defRPr>
            </a:lvl1pPr>
          </a:lstStyle>
          <a:p>
            <a:pPr marL="0" marR="0" lvl="0" indent="0" algn="ctr" defTabSz="914400" rtl="0" eaLnBrk="1" fontAlgn="auto" latinLnBrk="0" hangingPunct="1">
              <a:lnSpc>
                <a:spcPct val="100000"/>
              </a:lnSpc>
              <a:spcBef>
                <a:spcPts val="800"/>
              </a:spcBef>
              <a:spcAft>
                <a:spcPts val="0"/>
              </a:spcAft>
              <a:buClrTx/>
              <a:buSzTx/>
              <a:buFontTx/>
              <a:buNone/>
              <a:tabLst/>
              <a:defRPr/>
            </a:pPr>
            <a:r>
              <a:rPr lang="en-US"/>
              <a:t>Drag &amp; drop photo here or click icon to add picture</a:t>
            </a:r>
            <a:endParaRPr lang="en-IL"/>
          </a:p>
        </p:txBody>
      </p:sp>
    </p:spTree>
    <p:extLst>
      <p:ext uri="{BB962C8B-B14F-4D97-AF65-F5344CB8AC3E}">
        <p14:creationId xmlns:p14="http://schemas.microsoft.com/office/powerpoint/2010/main" val="2399088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86843-798F-9528-D4D9-3655F6C012CE}"/>
              </a:ext>
            </a:extLst>
          </p:cNvPr>
          <p:cNvSpPr>
            <a:spLocks noGrp="1"/>
          </p:cNvSpPr>
          <p:nvPr>
            <p:ph type="title"/>
          </p:nvPr>
        </p:nvSpPr>
        <p:spPr/>
        <p:txBody>
          <a:bodyPr/>
          <a:lstStyle/>
          <a:p>
            <a:r>
              <a:rPr lang="en-US"/>
              <a:t>Click to edit Master title style</a:t>
            </a:r>
            <a:endParaRPr lang="en-IL" dirty="0"/>
          </a:p>
        </p:txBody>
      </p:sp>
      <p:sp>
        <p:nvSpPr>
          <p:cNvPr id="4" name="Footer Placeholder 3">
            <a:extLst>
              <a:ext uri="{FF2B5EF4-FFF2-40B4-BE49-F238E27FC236}">
                <a16:creationId xmlns:a16="http://schemas.microsoft.com/office/drawing/2014/main" id="{623617FA-3534-F19B-98B2-AE7DCF46A23C}"/>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D1368E83-62E0-E2E2-274E-E676247B0C9C}"/>
              </a:ext>
            </a:extLst>
          </p:cNvPr>
          <p:cNvSpPr>
            <a:spLocks noGrp="1"/>
          </p:cNvSpPr>
          <p:nvPr>
            <p:ph type="sldNum" sz="quarter" idx="12"/>
          </p:nvPr>
        </p:nvSpPr>
        <p:spPr/>
        <p:txBody>
          <a:bodyPr/>
          <a:lstStyle/>
          <a:p>
            <a:fld id="{4055E60B-063F-7341-AAD1-65F55D97E323}" type="slidenum">
              <a:rPr lang="en-IL" smtClean="0"/>
              <a:t>‹#›</a:t>
            </a:fld>
            <a:endParaRPr lang="en-IL"/>
          </a:p>
        </p:txBody>
      </p:sp>
    </p:spTree>
    <p:extLst>
      <p:ext uri="{BB962C8B-B14F-4D97-AF65-F5344CB8AC3E}">
        <p14:creationId xmlns:p14="http://schemas.microsoft.com/office/powerpoint/2010/main" val="36206874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hank you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59DDDC-957F-114E-5FCD-A9EC022B3109}"/>
              </a:ext>
            </a:extLst>
          </p:cNvPr>
          <p:cNvSpPr/>
          <p:nvPr userDrawn="1"/>
        </p:nvSpPr>
        <p:spPr>
          <a:xfrm>
            <a:off x="1" y="0"/>
            <a:ext cx="7920000" cy="6858000"/>
          </a:xfrm>
          <a:prstGeom prst="rect">
            <a:avLst/>
          </a:prstGeom>
          <a:gradFill>
            <a:gsLst>
              <a:gs pos="15000">
                <a:schemeClr val="tx2">
                  <a:alpha val="80000"/>
                </a:schemeClr>
              </a:gs>
              <a:gs pos="100000">
                <a:schemeClr val="tx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p>
        </p:txBody>
      </p:sp>
      <p:grpSp>
        <p:nvGrpSpPr>
          <p:cNvPr id="10" name="Group 9">
            <a:extLst>
              <a:ext uri="{FF2B5EF4-FFF2-40B4-BE49-F238E27FC236}">
                <a16:creationId xmlns:a16="http://schemas.microsoft.com/office/drawing/2014/main" id="{F8D0E3BD-378B-80F3-2D20-131BC3DE9F95}"/>
              </a:ext>
            </a:extLst>
          </p:cNvPr>
          <p:cNvGrpSpPr>
            <a:grpSpLocks noChangeAspect="1"/>
          </p:cNvGrpSpPr>
          <p:nvPr userDrawn="1"/>
        </p:nvGrpSpPr>
        <p:grpSpPr>
          <a:xfrm>
            <a:off x="685274" y="4830420"/>
            <a:ext cx="1692000" cy="342004"/>
            <a:chOff x="10307382" y="4588869"/>
            <a:chExt cx="1008089" cy="203766"/>
          </a:xfrm>
        </p:grpSpPr>
        <p:sp>
          <p:nvSpPr>
            <p:cNvPr id="11" name="Freeform 10">
              <a:extLst>
                <a:ext uri="{FF2B5EF4-FFF2-40B4-BE49-F238E27FC236}">
                  <a16:creationId xmlns:a16="http://schemas.microsoft.com/office/drawing/2014/main" id="{D47D4FB8-58A8-DFCE-D26E-22DFD7BFC978}"/>
                </a:ext>
              </a:extLst>
            </p:cNvPr>
            <p:cNvSpPr/>
            <p:nvPr/>
          </p:nvSpPr>
          <p:spPr>
            <a:xfrm>
              <a:off x="10804619" y="4588869"/>
              <a:ext cx="510852" cy="203766"/>
            </a:xfrm>
            <a:custGeom>
              <a:avLst/>
              <a:gdLst>
                <a:gd name="connsiteX0" fmla="*/ 457660 w 510852"/>
                <a:gd name="connsiteY0" fmla="*/ 123534 h 203766"/>
                <a:gd name="connsiteX1" fmla="*/ 472483 w 510852"/>
                <a:gd name="connsiteY1" fmla="*/ 123534 h 203766"/>
                <a:gd name="connsiteX2" fmla="*/ 477818 w 510852"/>
                <a:gd name="connsiteY2" fmla="*/ 108320 h 203766"/>
                <a:gd name="connsiteX3" fmla="*/ 407749 w 510852"/>
                <a:gd name="connsiteY3" fmla="*/ 108320 h 203766"/>
                <a:gd name="connsiteX4" fmla="*/ 432442 w 510852"/>
                <a:gd name="connsiteY4" fmla="*/ 139866 h 203766"/>
                <a:gd name="connsiteX5" fmla="*/ 457669 w 510852"/>
                <a:gd name="connsiteY5" fmla="*/ 123534 h 203766"/>
                <a:gd name="connsiteX6" fmla="*/ 407758 w 510852"/>
                <a:gd name="connsiteY6" fmla="*/ 91615 h 203766"/>
                <a:gd name="connsiteX7" fmla="*/ 457669 w 510852"/>
                <a:gd name="connsiteY7" fmla="*/ 91615 h 203766"/>
                <a:gd name="connsiteX8" fmla="*/ 432442 w 510852"/>
                <a:gd name="connsiteY8" fmla="*/ 67032 h 203766"/>
                <a:gd name="connsiteX9" fmla="*/ 407749 w 510852"/>
                <a:gd name="connsiteY9" fmla="*/ 91615 h 203766"/>
                <a:gd name="connsiteX10" fmla="*/ 499941 w 510852"/>
                <a:gd name="connsiteY10" fmla="*/ 0 h 203766"/>
                <a:gd name="connsiteX11" fmla="*/ 248459 w 510852"/>
                <a:gd name="connsiteY11" fmla="*/ 0 h 203766"/>
                <a:gd name="connsiteX12" fmla="*/ 248459 w 510852"/>
                <a:gd name="connsiteY12" fmla="*/ 158913 h 203766"/>
                <a:gd name="connsiteX13" fmla="*/ 221792 w 510852"/>
                <a:gd name="connsiteY13" fmla="*/ 158913 h 203766"/>
                <a:gd name="connsiteX14" fmla="*/ 222859 w 510852"/>
                <a:gd name="connsiteY14" fmla="*/ 142208 h 203766"/>
                <a:gd name="connsiteX15" fmla="*/ 222005 w 510852"/>
                <a:gd name="connsiteY15" fmla="*/ 142208 h 203766"/>
                <a:gd name="connsiteX16" fmla="*/ 187185 w 510852"/>
                <a:gd name="connsiteY16" fmla="*/ 160191 h 203766"/>
                <a:gd name="connsiteX17" fmla="*/ 144521 w 510852"/>
                <a:gd name="connsiteY17" fmla="*/ 100016 h 203766"/>
                <a:gd name="connsiteX18" fmla="*/ 187185 w 510852"/>
                <a:gd name="connsiteY18" fmla="*/ 46389 h 203766"/>
                <a:gd name="connsiteX19" fmla="*/ 220725 w 510852"/>
                <a:gd name="connsiteY19" fmla="*/ 62348 h 203766"/>
                <a:gd name="connsiteX20" fmla="*/ 221792 w 510852"/>
                <a:gd name="connsiteY20" fmla="*/ 62348 h 203766"/>
                <a:gd name="connsiteX21" fmla="*/ 221792 w 510852"/>
                <a:gd name="connsiteY21" fmla="*/ 0 h 203766"/>
                <a:gd name="connsiteX22" fmla="*/ 81922 w 510852"/>
                <a:gd name="connsiteY22" fmla="*/ 0 h 203766"/>
                <a:gd name="connsiteX23" fmla="*/ 61443 w 510852"/>
                <a:gd name="connsiteY23" fmla="*/ 14576 h 203766"/>
                <a:gd name="connsiteX24" fmla="*/ 49075 w 510852"/>
                <a:gd name="connsiteY24" fmla="*/ 50540 h 203766"/>
                <a:gd name="connsiteX25" fmla="*/ 78134 w 510852"/>
                <a:gd name="connsiteY25" fmla="*/ 46389 h 203766"/>
                <a:gd name="connsiteX26" fmla="*/ 130178 w 510852"/>
                <a:gd name="connsiteY26" fmla="*/ 108320 h 203766"/>
                <a:gd name="connsiteX27" fmla="*/ 53494 w 510852"/>
                <a:gd name="connsiteY27" fmla="*/ 108320 h 203766"/>
                <a:gd name="connsiteX28" fmla="*/ 78134 w 510852"/>
                <a:gd name="connsiteY28" fmla="*/ 139866 h 203766"/>
                <a:gd name="connsiteX29" fmla="*/ 103414 w 510852"/>
                <a:gd name="connsiteY29" fmla="*/ 123534 h 203766"/>
                <a:gd name="connsiteX30" fmla="*/ 130080 w 510852"/>
                <a:gd name="connsiteY30" fmla="*/ 123534 h 203766"/>
                <a:gd name="connsiteX31" fmla="*/ 78036 w 510852"/>
                <a:gd name="connsiteY31" fmla="*/ 160191 h 203766"/>
                <a:gd name="connsiteX32" fmla="*/ 26845 w 510852"/>
                <a:gd name="connsiteY32" fmla="*/ 114228 h 203766"/>
                <a:gd name="connsiteX33" fmla="*/ 872 w 510852"/>
                <a:gd name="connsiteY33" fmla="*/ 189245 h 203766"/>
                <a:gd name="connsiteX34" fmla="*/ 11266 w 510852"/>
                <a:gd name="connsiteY34" fmla="*/ 203767 h 203766"/>
                <a:gd name="connsiteX35" fmla="*/ 283226 w 510852"/>
                <a:gd name="connsiteY35" fmla="*/ 203767 h 203766"/>
                <a:gd name="connsiteX36" fmla="*/ 267230 w 510852"/>
                <a:gd name="connsiteY36" fmla="*/ 170411 h 203766"/>
                <a:gd name="connsiteX37" fmla="*/ 292296 w 510852"/>
                <a:gd name="connsiteY37" fmla="*/ 170411 h 203766"/>
                <a:gd name="connsiteX38" fmla="*/ 313095 w 510852"/>
                <a:gd name="connsiteY38" fmla="*/ 187967 h 203766"/>
                <a:gd name="connsiteX39" fmla="*/ 340713 w 510852"/>
                <a:gd name="connsiteY39" fmla="*/ 164236 h 203766"/>
                <a:gd name="connsiteX40" fmla="*/ 340713 w 510852"/>
                <a:gd name="connsiteY40" fmla="*/ 142954 h 203766"/>
                <a:gd name="connsiteX41" fmla="*/ 340073 w 510852"/>
                <a:gd name="connsiteY41" fmla="*/ 142954 h 203766"/>
                <a:gd name="connsiteX42" fmla="*/ 305252 w 510852"/>
                <a:gd name="connsiteY42" fmla="*/ 160084 h 203766"/>
                <a:gd name="connsiteX43" fmla="*/ 262588 w 510852"/>
                <a:gd name="connsiteY43" fmla="*/ 106510 h 203766"/>
                <a:gd name="connsiteX44" fmla="*/ 305252 w 510852"/>
                <a:gd name="connsiteY44" fmla="*/ 46282 h 203766"/>
                <a:gd name="connsiteX45" fmla="*/ 340073 w 510852"/>
                <a:gd name="connsiteY45" fmla="*/ 64318 h 203766"/>
                <a:gd name="connsiteX46" fmla="*/ 340926 w 510852"/>
                <a:gd name="connsiteY46" fmla="*/ 64318 h 203766"/>
                <a:gd name="connsiteX47" fmla="*/ 339966 w 510852"/>
                <a:gd name="connsiteY47" fmla="*/ 47879 h 203766"/>
                <a:gd name="connsiteX48" fmla="*/ 366633 w 510852"/>
                <a:gd name="connsiteY48" fmla="*/ 47879 h 203766"/>
                <a:gd name="connsiteX49" fmla="*/ 366633 w 510852"/>
                <a:gd name="connsiteY49" fmla="*/ 158700 h 203766"/>
                <a:gd name="connsiteX50" fmla="*/ 346422 w 510852"/>
                <a:gd name="connsiteY50" fmla="*/ 203758 h 203766"/>
                <a:gd name="connsiteX51" fmla="*/ 429072 w 510852"/>
                <a:gd name="connsiteY51" fmla="*/ 203758 h 203766"/>
                <a:gd name="connsiteX52" fmla="*/ 449550 w 510852"/>
                <a:gd name="connsiteY52" fmla="*/ 189236 h 203766"/>
                <a:gd name="connsiteX53" fmla="*/ 460212 w 510852"/>
                <a:gd name="connsiteY53" fmla="*/ 158328 h 203766"/>
                <a:gd name="connsiteX54" fmla="*/ 432220 w 510852"/>
                <a:gd name="connsiteY54" fmla="*/ 160191 h 203766"/>
                <a:gd name="connsiteX55" fmla="*/ 380816 w 510852"/>
                <a:gd name="connsiteY55" fmla="*/ 103636 h 203766"/>
                <a:gd name="connsiteX56" fmla="*/ 432220 w 510852"/>
                <a:gd name="connsiteY56" fmla="*/ 46389 h 203766"/>
                <a:gd name="connsiteX57" fmla="*/ 483784 w 510852"/>
                <a:gd name="connsiteY57" fmla="*/ 90391 h 203766"/>
                <a:gd name="connsiteX58" fmla="*/ 509971 w 510852"/>
                <a:gd name="connsiteY58" fmla="*/ 14789 h 203766"/>
                <a:gd name="connsiteX59" fmla="*/ 499950 w 510852"/>
                <a:gd name="connsiteY59" fmla="*/ 0 h 203766"/>
                <a:gd name="connsiteX60" fmla="*/ 221276 w 510852"/>
                <a:gd name="connsiteY60" fmla="*/ 100016 h 203766"/>
                <a:gd name="connsiteX61" fmla="*/ 194929 w 510852"/>
                <a:gd name="connsiteY61" fmla="*/ 66766 h 203766"/>
                <a:gd name="connsiteX62" fmla="*/ 171143 w 510852"/>
                <a:gd name="connsiteY62" fmla="*/ 100016 h 203766"/>
                <a:gd name="connsiteX63" fmla="*/ 194929 w 510852"/>
                <a:gd name="connsiteY63" fmla="*/ 139866 h 203766"/>
                <a:gd name="connsiteX64" fmla="*/ 221276 w 510852"/>
                <a:gd name="connsiteY64" fmla="*/ 100016 h 203766"/>
                <a:gd name="connsiteX65" fmla="*/ 78152 w 510852"/>
                <a:gd name="connsiteY65" fmla="*/ 66766 h 203766"/>
                <a:gd name="connsiteX66" fmla="*/ 53512 w 510852"/>
                <a:gd name="connsiteY66" fmla="*/ 91349 h 203766"/>
                <a:gd name="connsiteX67" fmla="*/ 103422 w 510852"/>
                <a:gd name="connsiteY67" fmla="*/ 91349 h 203766"/>
                <a:gd name="connsiteX68" fmla="*/ 78143 w 510852"/>
                <a:gd name="connsiteY68" fmla="*/ 66766 h 203766"/>
                <a:gd name="connsiteX69" fmla="*/ 339966 w 510852"/>
                <a:gd name="connsiteY69" fmla="*/ 100016 h 203766"/>
                <a:gd name="connsiteX70" fmla="*/ 313299 w 510852"/>
                <a:gd name="connsiteY70" fmla="*/ 66766 h 203766"/>
                <a:gd name="connsiteX71" fmla="*/ 289513 w 510852"/>
                <a:gd name="connsiteY71" fmla="*/ 100016 h 203766"/>
                <a:gd name="connsiteX72" fmla="*/ 313299 w 510852"/>
                <a:gd name="connsiteY72" fmla="*/ 139866 h 203766"/>
                <a:gd name="connsiteX73" fmla="*/ 339966 w 510852"/>
                <a:gd name="connsiteY73" fmla="*/ 100016 h 203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510852" h="203766">
                  <a:moveTo>
                    <a:pt x="457660" y="123534"/>
                  </a:moveTo>
                  <a:lnTo>
                    <a:pt x="472483" y="123534"/>
                  </a:lnTo>
                  <a:lnTo>
                    <a:pt x="477818" y="108320"/>
                  </a:lnTo>
                  <a:lnTo>
                    <a:pt x="407749" y="108320"/>
                  </a:lnTo>
                  <a:cubicBezTo>
                    <a:pt x="407749" y="132264"/>
                    <a:pt x="408390" y="139866"/>
                    <a:pt x="432442" y="139866"/>
                  </a:cubicBezTo>
                  <a:cubicBezTo>
                    <a:pt x="447265" y="139866"/>
                    <a:pt x="457669" y="139866"/>
                    <a:pt x="457669" y="123534"/>
                  </a:cubicBezTo>
                  <a:moveTo>
                    <a:pt x="407758" y="91615"/>
                  </a:moveTo>
                  <a:lnTo>
                    <a:pt x="457669" y="91615"/>
                  </a:lnTo>
                  <a:cubicBezTo>
                    <a:pt x="457669" y="68736"/>
                    <a:pt x="454308" y="67032"/>
                    <a:pt x="432442" y="67032"/>
                  </a:cubicBezTo>
                  <a:cubicBezTo>
                    <a:pt x="409243" y="67032"/>
                    <a:pt x="407749" y="71876"/>
                    <a:pt x="407749" y="91615"/>
                  </a:cubicBezTo>
                  <a:moveTo>
                    <a:pt x="499941" y="0"/>
                  </a:moveTo>
                  <a:lnTo>
                    <a:pt x="248459" y="0"/>
                  </a:lnTo>
                  <a:lnTo>
                    <a:pt x="248459" y="158913"/>
                  </a:lnTo>
                  <a:lnTo>
                    <a:pt x="221792" y="158913"/>
                  </a:lnTo>
                  <a:lnTo>
                    <a:pt x="222859" y="142208"/>
                  </a:lnTo>
                  <a:lnTo>
                    <a:pt x="222005" y="142208"/>
                  </a:lnTo>
                  <a:cubicBezTo>
                    <a:pt x="215230" y="156837"/>
                    <a:pt x="202914" y="160191"/>
                    <a:pt x="187185" y="160191"/>
                  </a:cubicBezTo>
                  <a:cubicBezTo>
                    <a:pt x="145748" y="160191"/>
                    <a:pt x="144521" y="134118"/>
                    <a:pt x="144521" y="100016"/>
                  </a:cubicBezTo>
                  <a:cubicBezTo>
                    <a:pt x="144521" y="65914"/>
                    <a:pt x="149003" y="46389"/>
                    <a:pt x="187185" y="46389"/>
                  </a:cubicBezTo>
                  <a:cubicBezTo>
                    <a:pt x="200780" y="46389"/>
                    <a:pt x="215016" y="48943"/>
                    <a:pt x="220725" y="62348"/>
                  </a:cubicBezTo>
                  <a:lnTo>
                    <a:pt x="221792" y="62348"/>
                  </a:lnTo>
                  <a:lnTo>
                    <a:pt x="221792" y="0"/>
                  </a:lnTo>
                  <a:lnTo>
                    <a:pt x="81922" y="0"/>
                  </a:lnTo>
                  <a:cubicBezTo>
                    <a:pt x="72745" y="213"/>
                    <a:pt x="64636" y="5988"/>
                    <a:pt x="61443" y="14576"/>
                  </a:cubicBezTo>
                  <a:lnTo>
                    <a:pt x="49075" y="50540"/>
                  </a:lnTo>
                  <a:cubicBezTo>
                    <a:pt x="58429" y="47418"/>
                    <a:pt x="68281" y="46016"/>
                    <a:pt x="78134" y="46389"/>
                  </a:cubicBezTo>
                  <a:cubicBezTo>
                    <a:pt x="123989" y="46389"/>
                    <a:pt x="130178" y="59740"/>
                    <a:pt x="130178" y="108320"/>
                  </a:cubicBezTo>
                  <a:lnTo>
                    <a:pt x="53494" y="108320"/>
                  </a:lnTo>
                  <a:cubicBezTo>
                    <a:pt x="53494" y="132264"/>
                    <a:pt x="54134" y="139866"/>
                    <a:pt x="78134" y="139866"/>
                  </a:cubicBezTo>
                  <a:cubicBezTo>
                    <a:pt x="93010" y="139866"/>
                    <a:pt x="103414" y="139866"/>
                    <a:pt x="103414" y="123534"/>
                  </a:cubicBezTo>
                  <a:lnTo>
                    <a:pt x="130080" y="123534"/>
                  </a:lnTo>
                  <a:cubicBezTo>
                    <a:pt x="130080" y="158541"/>
                    <a:pt x="109869" y="160191"/>
                    <a:pt x="78036" y="160191"/>
                  </a:cubicBezTo>
                  <a:cubicBezTo>
                    <a:pt x="39107" y="160191"/>
                    <a:pt x="28445" y="148862"/>
                    <a:pt x="26845" y="114228"/>
                  </a:cubicBezTo>
                  <a:lnTo>
                    <a:pt x="872" y="189245"/>
                  </a:lnTo>
                  <a:cubicBezTo>
                    <a:pt x="872" y="189245"/>
                    <a:pt x="-4464" y="203767"/>
                    <a:pt x="11266" y="203767"/>
                  </a:cubicBezTo>
                  <a:lnTo>
                    <a:pt x="283226" y="203767"/>
                  </a:lnTo>
                  <a:cubicBezTo>
                    <a:pt x="272565" y="198923"/>
                    <a:pt x="266483" y="189298"/>
                    <a:pt x="267230" y="170411"/>
                  </a:cubicBezTo>
                  <a:lnTo>
                    <a:pt x="292296" y="170411"/>
                  </a:lnTo>
                  <a:cubicBezTo>
                    <a:pt x="292296" y="185625"/>
                    <a:pt x="298005" y="187967"/>
                    <a:pt x="313095" y="187967"/>
                  </a:cubicBezTo>
                  <a:cubicBezTo>
                    <a:pt x="335813" y="187967"/>
                    <a:pt x="340713" y="183283"/>
                    <a:pt x="340713" y="164236"/>
                  </a:cubicBezTo>
                  <a:lnTo>
                    <a:pt x="340713" y="142954"/>
                  </a:lnTo>
                  <a:lnTo>
                    <a:pt x="340073" y="142954"/>
                  </a:lnTo>
                  <a:cubicBezTo>
                    <a:pt x="333030" y="157529"/>
                    <a:pt x="318741" y="160084"/>
                    <a:pt x="305252" y="160084"/>
                  </a:cubicBezTo>
                  <a:cubicBezTo>
                    <a:pt x="267016" y="160084"/>
                    <a:pt x="262588" y="139121"/>
                    <a:pt x="262588" y="106510"/>
                  </a:cubicBezTo>
                  <a:cubicBezTo>
                    <a:pt x="262588" y="73899"/>
                    <a:pt x="263869" y="46282"/>
                    <a:pt x="305252" y="46282"/>
                  </a:cubicBezTo>
                  <a:cubicBezTo>
                    <a:pt x="320928" y="46282"/>
                    <a:pt x="333244" y="49689"/>
                    <a:pt x="340073" y="64318"/>
                  </a:cubicBezTo>
                  <a:lnTo>
                    <a:pt x="340926" y="64318"/>
                  </a:lnTo>
                  <a:lnTo>
                    <a:pt x="339966" y="47879"/>
                  </a:lnTo>
                  <a:lnTo>
                    <a:pt x="366633" y="47879"/>
                  </a:lnTo>
                  <a:lnTo>
                    <a:pt x="366633" y="158700"/>
                  </a:lnTo>
                  <a:cubicBezTo>
                    <a:pt x="366633" y="184614"/>
                    <a:pt x="361298" y="197752"/>
                    <a:pt x="346422" y="203758"/>
                  </a:cubicBezTo>
                  <a:lnTo>
                    <a:pt x="429072" y="203758"/>
                  </a:lnTo>
                  <a:cubicBezTo>
                    <a:pt x="438231" y="203554"/>
                    <a:pt x="446340" y="197797"/>
                    <a:pt x="449550" y="189236"/>
                  </a:cubicBezTo>
                  <a:lnTo>
                    <a:pt x="460212" y="158328"/>
                  </a:lnTo>
                  <a:cubicBezTo>
                    <a:pt x="450964" y="159871"/>
                    <a:pt x="441583" y="160492"/>
                    <a:pt x="432220" y="160191"/>
                  </a:cubicBezTo>
                  <a:cubicBezTo>
                    <a:pt x="389556" y="160191"/>
                    <a:pt x="380816" y="146626"/>
                    <a:pt x="380816" y="103636"/>
                  </a:cubicBezTo>
                  <a:cubicBezTo>
                    <a:pt x="380816" y="63785"/>
                    <a:pt x="387164" y="46389"/>
                    <a:pt x="432220" y="46389"/>
                  </a:cubicBezTo>
                  <a:cubicBezTo>
                    <a:pt x="471789" y="46389"/>
                    <a:pt x="481810" y="56387"/>
                    <a:pt x="483784" y="90391"/>
                  </a:cubicBezTo>
                  <a:lnTo>
                    <a:pt x="509971" y="14789"/>
                  </a:lnTo>
                  <a:cubicBezTo>
                    <a:pt x="509971" y="14789"/>
                    <a:pt x="515253" y="0"/>
                    <a:pt x="499950" y="0"/>
                  </a:cubicBezTo>
                  <a:moveTo>
                    <a:pt x="221276" y="100016"/>
                  </a:moveTo>
                  <a:cubicBezTo>
                    <a:pt x="221276" y="76285"/>
                    <a:pt x="218129" y="66766"/>
                    <a:pt x="194929" y="66766"/>
                  </a:cubicBezTo>
                  <a:cubicBezTo>
                    <a:pt x="176479" y="66766"/>
                    <a:pt x="171143" y="72089"/>
                    <a:pt x="171143" y="100016"/>
                  </a:cubicBezTo>
                  <a:cubicBezTo>
                    <a:pt x="171143" y="125237"/>
                    <a:pt x="170503" y="139866"/>
                    <a:pt x="194929" y="139866"/>
                  </a:cubicBezTo>
                  <a:cubicBezTo>
                    <a:pt x="222334" y="139866"/>
                    <a:pt x="221276" y="126515"/>
                    <a:pt x="221276" y="100016"/>
                  </a:cubicBezTo>
                  <a:moveTo>
                    <a:pt x="78152" y="66766"/>
                  </a:moveTo>
                  <a:cubicBezTo>
                    <a:pt x="54952" y="66766"/>
                    <a:pt x="53512" y="71610"/>
                    <a:pt x="53512" y="91349"/>
                  </a:cubicBezTo>
                  <a:lnTo>
                    <a:pt x="103422" y="91349"/>
                  </a:lnTo>
                  <a:cubicBezTo>
                    <a:pt x="103422" y="68469"/>
                    <a:pt x="100008" y="66766"/>
                    <a:pt x="78143" y="66766"/>
                  </a:cubicBezTo>
                  <a:moveTo>
                    <a:pt x="339966" y="100016"/>
                  </a:moveTo>
                  <a:cubicBezTo>
                    <a:pt x="339966" y="76285"/>
                    <a:pt x="336338" y="66766"/>
                    <a:pt x="313299" y="66766"/>
                  </a:cubicBezTo>
                  <a:cubicBezTo>
                    <a:pt x="294848" y="66766"/>
                    <a:pt x="289513" y="72089"/>
                    <a:pt x="289513" y="100016"/>
                  </a:cubicBezTo>
                  <a:cubicBezTo>
                    <a:pt x="289513" y="125237"/>
                    <a:pt x="289513" y="139866"/>
                    <a:pt x="313299" y="139866"/>
                  </a:cubicBezTo>
                  <a:cubicBezTo>
                    <a:pt x="339966" y="139866"/>
                    <a:pt x="339966" y="126515"/>
                    <a:pt x="339966" y="100016"/>
                  </a:cubicBezTo>
                </a:path>
              </a:pathLst>
            </a:custGeom>
            <a:solidFill>
              <a:srgbClr val="FF3232"/>
            </a:solidFill>
            <a:ln w="882" cap="flat">
              <a:noFill/>
              <a:prstDash val="solid"/>
              <a:miter/>
            </a:ln>
          </p:spPr>
          <p:txBody>
            <a:bodyPr rtlCol="0" anchor="ctr"/>
            <a:lstStyle/>
            <a:p>
              <a:pPr marL="0" algn="r" defTabSz="914400" rtl="1" eaLnBrk="1" latinLnBrk="0" hangingPunct="1"/>
              <a:endParaRPr lang="en-IL"/>
            </a:p>
          </p:txBody>
        </p:sp>
        <p:sp>
          <p:nvSpPr>
            <p:cNvPr id="12" name="Freeform 11">
              <a:extLst>
                <a:ext uri="{FF2B5EF4-FFF2-40B4-BE49-F238E27FC236}">
                  <a16:creationId xmlns:a16="http://schemas.microsoft.com/office/drawing/2014/main" id="{D74E73EA-E9FC-1AF9-A150-E1F5ACE986CA}"/>
                </a:ext>
              </a:extLst>
            </p:cNvPr>
            <p:cNvSpPr/>
            <p:nvPr/>
          </p:nvSpPr>
          <p:spPr>
            <a:xfrm>
              <a:off x="10307382" y="4588869"/>
              <a:ext cx="508352" cy="160456"/>
            </a:xfrm>
            <a:custGeom>
              <a:avLst/>
              <a:gdLst>
                <a:gd name="connsiteX0" fmla="*/ 422866 w 508352"/>
                <a:gd name="connsiteY0" fmla="*/ 47879 h 160456"/>
                <a:gd name="connsiteX1" fmla="*/ 422866 w 508352"/>
                <a:gd name="connsiteY1" fmla="*/ 158913 h 160456"/>
                <a:gd name="connsiteX2" fmla="*/ 449532 w 508352"/>
                <a:gd name="connsiteY2" fmla="*/ 158913 h 160456"/>
                <a:gd name="connsiteX3" fmla="*/ 449532 w 508352"/>
                <a:gd name="connsiteY3" fmla="*/ 90444 h 160456"/>
                <a:gd name="connsiteX4" fmla="*/ 469691 w 508352"/>
                <a:gd name="connsiteY4" fmla="*/ 66926 h 160456"/>
                <a:gd name="connsiteX5" fmla="*/ 483286 w 508352"/>
                <a:gd name="connsiteY5" fmla="*/ 84695 h 160456"/>
                <a:gd name="connsiteX6" fmla="*/ 483286 w 508352"/>
                <a:gd name="connsiteY6" fmla="*/ 90444 h 160456"/>
                <a:gd name="connsiteX7" fmla="*/ 508353 w 508352"/>
                <a:gd name="connsiteY7" fmla="*/ 90444 h 160456"/>
                <a:gd name="connsiteX8" fmla="*/ 508353 w 508352"/>
                <a:gd name="connsiteY8" fmla="*/ 81404 h 160456"/>
                <a:gd name="connsiteX9" fmla="*/ 479080 w 508352"/>
                <a:gd name="connsiteY9" fmla="*/ 46397 h 160456"/>
                <a:gd name="connsiteX10" fmla="*/ 449328 w 508352"/>
                <a:gd name="connsiteY10" fmla="*/ 62357 h 160456"/>
                <a:gd name="connsiteX11" fmla="*/ 448261 w 508352"/>
                <a:gd name="connsiteY11" fmla="*/ 62357 h 160456"/>
                <a:gd name="connsiteX12" fmla="*/ 449008 w 508352"/>
                <a:gd name="connsiteY12" fmla="*/ 47888 h 160456"/>
                <a:gd name="connsiteX13" fmla="*/ 422874 w 508352"/>
                <a:gd name="connsiteY13" fmla="*/ 47888 h 160456"/>
                <a:gd name="connsiteX14" fmla="*/ 371461 w 508352"/>
                <a:gd name="connsiteY14" fmla="*/ 158913 h 160456"/>
                <a:gd name="connsiteX15" fmla="*/ 398128 w 508352"/>
                <a:gd name="connsiteY15" fmla="*/ 158913 h 160456"/>
                <a:gd name="connsiteX16" fmla="*/ 398128 w 508352"/>
                <a:gd name="connsiteY16" fmla="*/ 89220 h 160456"/>
                <a:gd name="connsiteX17" fmla="*/ 347577 w 508352"/>
                <a:gd name="connsiteY17" fmla="*/ 46655 h 160456"/>
                <a:gd name="connsiteX18" fmla="*/ 299588 w 508352"/>
                <a:gd name="connsiteY18" fmla="*/ 80384 h 160456"/>
                <a:gd name="connsiteX19" fmla="*/ 326255 w 508352"/>
                <a:gd name="connsiteY19" fmla="*/ 80384 h 160456"/>
                <a:gd name="connsiteX20" fmla="*/ 347266 w 508352"/>
                <a:gd name="connsiteY20" fmla="*/ 64903 h 160456"/>
                <a:gd name="connsiteX21" fmla="*/ 371052 w 508352"/>
                <a:gd name="connsiteY21" fmla="*/ 89273 h 160456"/>
                <a:gd name="connsiteX22" fmla="*/ 371052 w 508352"/>
                <a:gd name="connsiteY22" fmla="*/ 103689 h 160456"/>
                <a:gd name="connsiteX23" fmla="*/ 370625 w 508352"/>
                <a:gd name="connsiteY23" fmla="*/ 103689 h 160456"/>
                <a:gd name="connsiteX24" fmla="*/ 337298 w 508352"/>
                <a:gd name="connsiteY24" fmla="*/ 90976 h 160456"/>
                <a:gd name="connsiteX25" fmla="*/ 295648 w 508352"/>
                <a:gd name="connsiteY25" fmla="*/ 125078 h 160456"/>
                <a:gd name="connsiteX26" fmla="*/ 337298 w 508352"/>
                <a:gd name="connsiteY26" fmla="*/ 160457 h 160456"/>
                <a:gd name="connsiteX27" fmla="*/ 371906 w 508352"/>
                <a:gd name="connsiteY27" fmla="*/ 145242 h 160456"/>
                <a:gd name="connsiteX28" fmla="*/ 372546 w 508352"/>
                <a:gd name="connsiteY28" fmla="*/ 145242 h 160456"/>
                <a:gd name="connsiteX29" fmla="*/ 371479 w 508352"/>
                <a:gd name="connsiteY29" fmla="*/ 158913 h 160456"/>
                <a:gd name="connsiteX30" fmla="*/ 346608 w 508352"/>
                <a:gd name="connsiteY30" fmla="*/ 108905 h 160456"/>
                <a:gd name="connsiteX31" fmla="*/ 371248 w 508352"/>
                <a:gd name="connsiteY31" fmla="*/ 124865 h 160456"/>
                <a:gd name="connsiteX32" fmla="*/ 346608 w 508352"/>
                <a:gd name="connsiteY32" fmla="*/ 142049 h 160456"/>
                <a:gd name="connsiteX33" fmla="*/ 322182 w 508352"/>
                <a:gd name="connsiteY33" fmla="*/ 124865 h 160456"/>
                <a:gd name="connsiteX34" fmla="*/ 346608 w 508352"/>
                <a:gd name="connsiteY34" fmla="*/ 108905 h 160456"/>
                <a:gd name="connsiteX35" fmla="*/ 273134 w 508352"/>
                <a:gd name="connsiteY35" fmla="*/ 0 h 160456"/>
                <a:gd name="connsiteX36" fmla="*/ 246467 w 508352"/>
                <a:gd name="connsiteY36" fmla="*/ 0 h 160456"/>
                <a:gd name="connsiteX37" fmla="*/ 246467 w 508352"/>
                <a:gd name="connsiteY37" fmla="*/ 158913 h 160456"/>
                <a:gd name="connsiteX38" fmla="*/ 273134 w 508352"/>
                <a:gd name="connsiteY38" fmla="*/ 158913 h 160456"/>
                <a:gd name="connsiteX39" fmla="*/ 273134 w 508352"/>
                <a:gd name="connsiteY39" fmla="*/ 0 h 160456"/>
                <a:gd name="connsiteX40" fmla="*/ 171179 w 508352"/>
                <a:gd name="connsiteY40" fmla="*/ 66766 h 160456"/>
                <a:gd name="connsiteX41" fmla="*/ 196886 w 508352"/>
                <a:gd name="connsiteY41" fmla="*/ 103636 h 160456"/>
                <a:gd name="connsiteX42" fmla="*/ 171179 w 508352"/>
                <a:gd name="connsiteY42" fmla="*/ 139866 h 160456"/>
                <a:gd name="connsiteX43" fmla="*/ 145472 w 508352"/>
                <a:gd name="connsiteY43" fmla="*/ 103636 h 160456"/>
                <a:gd name="connsiteX44" fmla="*/ 171179 w 508352"/>
                <a:gd name="connsiteY44" fmla="*/ 66766 h 160456"/>
                <a:gd name="connsiteX45" fmla="*/ 171179 w 508352"/>
                <a:gd name="connsiteY45" fmla="*/ 46389 h 160456"/>
                <a:gd name="connsiteX46" fmla="*/ 118708 w 508352"/>
                <a:gd name="connsiteY46" fmla="*/ 103423 h 160456"/>
                <a:gd name="connsiteX47" fmla="*/ 171179 w 508352"/>
                <a:gd name="connsiteY47" fmla="*/ 160191 h 160456"/>
                <a:gd name="connsiteX48" fmla="*/ 223650 w 508352"/>
                <a:gd name="connsiteY48" fmla="*/ 103423 h 160456"/>
                <a:gd name="connsiteX49" fmla="*/ 171179 w 508352"/>
                <a:gd name="connsiteY49" fmla="*/ 46389 h 160456"/>
                <a:gd name="connsiteX50" fmla="*/ 98763 w 508352"/>
                <a:gd name="connsiteY50" fmla="*/ 77988 h 160456"/>
                <a:gd name="connsiteX51" fmla="*/ 50773 w 508352"/>
                <a:gd name="connsiteY51" fmla="*/ 46389 h 160456"/>
                <a:gd name="connsiteX52" fmla="*/ 9 w 508352"/>
                <a:gd name="connsiteY52" fmla="*/ 77563 h 160456"/>
                <a:gd name="connsiteX53" fmla="*/ 48426 w 508352"/>
                <a:gd name="connsiteY53" fmla="*/ 112090 h 160456"/>
                <a:gd name="connsiteX54" fmla="*/ 76044 w 508352"/>
                <a:gd name="connsiteY54" fmla="*/ 127145 h 160456"/>
                <a:gd name="connsiteX55" fmla="*/ 50764 w 508352"/>
                <a:gd name="connsiteY55" fmla="*/ 141987 h 160456"/>
                <a:gd name="connsiteX56" fmla="*/ 26765 w 508352"/>
                <a:gd name="connsiteY56" fmla="*/ 123951 h 160456"/>
                <a:gd name="connsiteX57" fmla="*/ 0 w 508352"/>
                <a:gd name="connsiteY57" fmla="*/ 123951 h 160456"/>
                <a:gd name="connsiteX58" fmla="*/ 50764 w 508352"/>
                <a:gd name="connsiteY58" fmla="*/ 160182 h 160456"/>
                <a:gd name="connsiteX59" fmla="*/ 102809 w 508352"/>
                <a:gd name="connsiteY59" fmla="*/ 127145 h 160456"/>
                <a:gd name="connsiteX60" fmla="*/ 53112 w 508352"/>
                <a:gd name="connsiteY60" fmla="*/ 91766 h 160456"/>
                <a:gd name="connsiteX61" fmla="*/ 26658 w 508352"/>
                <a:gd name="connsiteY61" fmla="*/ 79266 h 160456"/>
                <a:gd name="connsiteX62" fmla="*/ 50657 w 508352"/>
                <a:gd name="connsiteY62" fmla="*/ 64637 h 160456"/>
                <a:gd name="connsiteX63" fmla="*/ 71989 w 508352"/>
                <a:gd name="connsiteY63" fmla="*/ 77988 h 160456"/>
                <a:gd name="connsiteX64" fmla="*/ 98763 w 508352"/>
                <a:gd name="connsiteY64" fmla="*/ 77988 h 16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08352" h="160456">
                  <a:moveTo>
                    <a:pt x="422866" y="47879"/>
                  </a:moveTo>
                  <a:lnTo>
                    <a:pt x="422866" y="158913"/>
                  </a:lnTo>
                  <a:lnTo>
                    <a:pt x="449532" y="158913"/>
                  </a:lnTo>
                  <a:lnTo>
                    <a:pt x="449532" y="90444"/>
                  </a:lnTo>
                  <a:cubicBezTo>
                    <a:pt x="449106" y="76028"/>
                    <a:pt x="453801" y="66926"/>
                    <a:pt x="469691" y="66926"/>
                  </a:cubicBezTo>
                  <a:cubicBezTo>
                    <a:pt x="482219" y="66926"/>
                    <a:pt x="483286" y="73473"/>
                    <a:pt x="483286" y="84695"/>
                  </a:cubicBezTo>
                  <a:lnTo>
                    <a:pt x="483286" y="90444"/>
                  </a:lnTo>
                  <a:lnTo>
                    <a:pt x="508353" y="90444"/>
                  </a:lnTo>
                  <a:lnTo>
                    <a:pt x="508353" y="81404"/>
                  </a:lnTo>
                  <a:cubicBezTo>
                    <a:pt x="508353" y="60121"/>
                    <a:pt x="502644" y="46397"/>
                    <a:pt x="479080" y="46397"/>
                  </a:cubicBezTo>
                  <a:cubicBezTo>
                    <a:pt x="466125" y="46397"/>
                    <a:pt x="454654" y="50017"/>
                    <a:pt x="449328" y="62357"/>
                  </a:cubicBezTo>
                  <a:lnTo>
                    <a:pt x="448261" y="62357"/>
                  </a:lnTo>
                  <a:lnTo>
                    <a:pt x="449008" y="47888"/>
                  </a:lnTo>
                  <a:lnTo>
                    <a:pt x="422874" y="47888"/>
                  </a:lnTo>
                  <a:close/>
                  <a:moveTo>
                    <a:pt x="371461" y="158913"/>
                  </a:moveTo>
                  <a:lnTo>
                    <a:pt x="398128" y="158913"/>
                  </a:lnTo>
                  <a:lnTo>
                    <a:pt x="398128" y="89220"/>
                  </a:lnTo>
                  <a:cubicBezTo>
                    <a:pt x="398128" y="51977"/>
                    <a:pt x="383252" y="46655"/>
                    <a:pt x="347577" y="46655"/>
                  </a:cubicBezTo>
                  <a:cubicBezTo>
                    <a:pt x="322084" y="46655"/>
                    <a:pt x="299588" y="47932"/>
                    <a:pt x="299588" y="80384"/>
                  </a:cubicBezTo>
                  <a:lnTo>
                    <a:pt x="326255" y="80384"/>
                  </a:lnTo>
                  <a:cubicBezTo>
                    <a:pt x="326255" y="65968"/>
                    <a:pt x="335582" y="64903"/>
                    <a:pt x="347266" y="64903"/>
                  </a:cubicBezTo>
                  <a:cubicBezTo>
                    <a:pt x="369558" y="64903"/>
                    <a:pt x="371052" y="71237"/>
                    <a:pt x="371052" y="89273"/>
                  </a:cubicBezTo>
                  <a:lnTo>
                    <a:pt x="371052" y="103689"/>
                  </a:lnTo>
                  <a:lnTo>
                    <a:pt x="370625" y="103689"/>
                  </a:lnTo>
                  <a:cubicBezTo>
                    <a:pt x="364276" y="91189"/>
                    <a:pt x="350894" y="90976"/>
                    <a:pt x="337298" y="90976"/>
                  </a:cubicBezTo>
                  <a:cubicBezTo>
                    <a:pt x="309680" y="90976"/>
                    <a:pt x="295648" y="98375"/>
                    <a:pt x="295648" y="125078"/>
                  </a:cubicBezTo>
                  <a:cubicBezTo>
                    <a:pt x="295648" y="155187"/>
                    <a:pt x="312018" y="160457"/>
                    <a:pt x="337298" y="160457"/>
                  </a:cubicBezTo>
                  <a:cubicBezTo>
                    <a:pt x="350254" y="160457"/>
                    <a:pt x="366624" y="160031"/>
                    <a:pt x="371906" y="145242"/>
                  </a:cubicBezTo>
                  <a:lnTo>
                    <a:pt x="372546" y="145242"/>
                  </a:lnTo>
                  <a:lnTo>
                    <a:pt x="371479" y="158913"/>
                  </a:lnTo>
                  <a:close/>
                  <a:moveTo>
                    <a:pt x="346608" y="108905"/>
                  </a:moveTo>
                  <a:cubicBezTo>
                    <a:pt x="359777" y="108905"/>
                    <a:pt x="371248" y="109331"/>
                    <a:pt x="371248" y="124865"/>
                  </a:cubicBezTo>
                  <a:cubicBezTo>
                    <a:pt x="371248" y="140399"/>
                    <a:pt x="360586" y="142049"/>
                    <a:pt x="346608" y="142049"/>
                  </a:cubicBezTo>
                  <a:cubicBezTo>
                    <a:pt x="328584" y="142049"/>
                    <a:pt x="322182" y="140558"/>
                    <a:pt x="322182" y="124865"/>
                  </a:cubicBezTo>
                  <a:cubicBezTo>
                    <a:pt x="322182" y="109171"/>
                    <a:pt x="332843" y="108905"/>
                    <a:pt x="346608" y="108905"/>
                  </a:cubicBezTo>
                  <a:moveTo>
                    <a:pt x="273134" y="0"/>
                  </a:moveTo>
                  <a:lnTo>
                    <a:pt x="246467" y="0"/>
                  </a:lnTo>
                  <a:lnTo>
                    <a:pt x="246467" y="158913"/>
                  </a:lnTo>
                  <a:lnTo>
                    <a:pt x="273134" y="158913"/>
                  </a:lnTo>
                  <a:lnTo>
                    <a:pt x="273134" y="0"/>
                  </a:lnTo>
                  <a:close/>
                  <a:moveTo>
                    <a:pt x="171179" y="66766"/>
                  </a:moveTo>
                  <a:cubicBezTo>
                    <a:pt x="194965" y="66766"/>
                    <a:pt x="196886" y="73526"/>
                    <a:pt x="196886" y="103636"/>
                  </a:cubicBezTo>
                  <a:cubicBezTo>
                    <a:pt x="196886" y="133745"/>
                    <a:pt x="194965" y="139866"/>
                    <a:pt x="171179" y="139866"/>
                  </a:cubicBezTo>
                  <a:cubicBezTo>
                    <a:pt x="147393" y="139866"/>
                    <a:pt x="145472" y="133266"/>
                    <a:pt x="145472" y="103636"/>
                  </a:cubicBezTo>
                  <a:cubicBezTo>
                    <a:pt x="145472" y="74005"/>
                    <a:pt x="147393" y="66766"/>
                    <a:pt x="171179" y="66766"/>
                  </a:cubicBezTo>
                  <a:moveTo>
                    <a:pt x="171179" y="46389"/>
                  </a:moveTo>
                  <a:cubicBezTo>
                    <a:pt x="124683" y="46389"/>
                    <a:pt x="118708" y="60166"/>
                    <a:pt x="118708" y="103423"/>
                  </a:cubicBezTo>
                  <a:cubicBezTo>
                    <a:pt x="118708" y="146680"/>
                    <a:pt x="124683" y="160191"/>
                    <a:pt x="171179" y="160191"/>
                  </a:cubicBezTo>
                  <a:cubicBezTo>
                    <a:pt x="217675" y="160191"/>
                    <a:pt x="223650" y="146413"/>
                    <a:pt x="223650" y="103423"/>
                  </a:cubicBezTo>
                  <a:cubicBezTo>
                    <a:pt x="223650" y="60432"/>
                    <a:pt x="217728" y="46389"/>
                    <a:pt x="171179" y="46389"/>
                  </a:cubicBezTo>
                  <a:moveTo>
                    <a:pt x="98763" y="77988"/>
                  </a:moveTo>
                  <a:cubicBezTo>
                    <a:pt x="98763" y="46814"/>
                    <a:pt x="72629" y="46389"/>
                    <a:pt x="50773" y="46389"/>
                  </a:cubicBezTo>
                  <a:cubicBezTo>
                    <a:pt x="22088" y="46389"/>
                    <a:pt x="9" y="47027"/>
                    <a:pt x="9" y="77563"/>
                  </a:cubicBezTo>
                  <a:cubicBezTo>
                    <a:pt x="9" y="105969"/>
                    <a:pt x="7425" y="111717"/>
                    <a:pt x="48426" y="112090"/>
                  </a:cubicBezTo>
                  <a:cubicBezTo>
                    <a:pt x="75404" y="112516"/>
                    <a:pt x="76044" y="117413"/>
                    <a:pt x="76044" y="127145"/>
                  </a:cubicBezTo>
                  <a:cubicBezTo>
                    <a:pt x="76044" y="142412"/>
                    <a:pt x="66716" y="141987"/>
                    <a:pt x="50764" y="141987"/>
                  </a:cubicBezTo>
                  <a:cubicBezTo>
                    <a:pt x="30980" y="141987"/>
                    <a:pt x="27192" y="140070"/>
                    <a:pt x="26765" y="123951"/>
                  </a:cubicBezTo>
                  <a:lnTo>
                    <a:pt x="0" y="123951"/>
                  </a:lnTo>
                  <a:cubicBezTo>
                    <a:pt x="0" y="160182"/>
                    <a:pt x="20371" y="160182"/>
                    <a:pt x="50764" y="160182"/>
                  </a:cubicBezTo>
                  <a:cubicBezTo>
                    <a:pt x="78969" y="160182"/>
                    <a:pt x="102809" y="157254"/>
                    <a:pt x="102809" y="127145"/>
                  </a:cubicBezTo>
                  <a:cubicBezTo>
                    <a:pt x="102809" y="91127"/>
                    <a:pt x="79450" y="93043"/>
                    <a:pt x="53112" y="91766"/>
                  </a:cubicBezTo>
                  <a:cubicBezTo>
                    <a:pt x="29752" y="90701"/>
                    <a:pt x="26658" y="90435"/>
                    <a:pt x="26658" y="79266"/>
                  </a:cubicBezTo>
                  <a:cubicBezTo>
                    <a:pt x="26658" y="64637"/>
                    <a:pt x="36413" y="64637"/>
                    <a:pt x="50657" y="64637"/>
                  </a:cubicBezTo>
                  <a:cubicBezTo>
                    <a:pt x="64902" y="64637"/>
                    <a:pt x="71989" y="64637"/>
                    <a:pt x="71989" y="77988"/>
                  </a:cubicBezTo>
                  <a:lnTo>
                    <a:pt x="98763" y="77988"/>
                  </a:lnTo>
                  <a:close/>
                </a:path>
              </a:pathLst>
            </a:custGeom>
            <a:solidFill>
              <a:schemeClr val="bg1"/>
            </a:solidFill>
            <a:ln w="882" cap="flat">
              <a:noFill/>
              <a:prstDash val="solid"/>
              <a:miter/>
            </a:ln>
          </p:spPr>
          <p:txBody>
            <a:bodyPr rtlCol="0" anchor="ctr"/>
            <a:lstStyle/>
            <a:p>
              <a:pPr marL="0" algn="l" defTabSz="914400" rtl="0" eaLnBrk="1" latinLnBrk="0" hangingPunct="1"/>
              <a:endParaRPr lang="en-IL">
                <a:solidFill>
                  <a:schemeClr val="bg1"/>
                </a:solidFill>
              </a:endParaRPr>
            </a:p>
          </p:txBody>
        </p:sp>
      </p:grpSp>
      <p:sp>
        <p:nvSpPr>
          <p:cNvPr id="15" name="Parallelogram 14">
            <a:extLst>
              <a:ext uri="{FF2B5EF4-FFF2-40B4-BE49-F238E27FC236}">
                <a16:creationId xmlns:a16="http://schemas.microsoft.com/office/drawing/2014/main" id="{8EE9470B-C5AD-0F15-8B9B-AD6021CF7E18}"/>
              </a:ext>
            </a:extLst>
          </p:cNvPr>
          <p:cNvSpPr/>
          <p:nvPr userDrawn="1"/>
        </p:nvSpPr>
        <p:spPr>
          <a:xfrm>
            <a:off x="592865" y="3173033"/>
            <a:ext cx="540000" cy="36000"/>
          </a:xfrm>
          <a:prstGeom prst="parallelogram">
            <a:avLst>
              <a:gd name="adj" fmla="val 33599"/>
            </a:avLst>
          </a:prstGeom>
          <a:solidFill>
            <a:srgbClr val="FF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solidFill>
                <a:srgbClr val="FF3232"/>
              </a:solidFill>
            </a:endParaRPr>
          </a:p>
        </p:txBody>
      </p:sp>
      <p:sp>
        <p:nvSpPr>
          <p:cNvPr id="21" name="TextBox 20">
            <a:extLst>
              <a:ext uri="{FF2B5EF4-FFF2-40B4-BE49-F238E27FC236}">
                <a16:creationId xmlns:a16="http://schemas.microsoft.com/office/drawing/2014/main" id="{8AD15FC0-C4CE-0F9E-269E-25052389689C}"/>
              </a:ext>
            </a:extLst>
          </p:cNvPr>
          <p:cNvSpPr txBox="1"/>
          <p:nvPr userDrawn="1"/>
        </p:nvSpPr>
        <p:spPr>
          <a:xfrm>
            <a:off x="516834" y="3160643"/>
            <a:ext cx="5148470" cy="923330"/>
          </a:xfrm>
          <a:prstGeom prst="rect">
            <a:avLst/>
          </a:prstGeom>
          <a:noFill/>
        </p:spPr>
        <p:txBody>
          <a:bodyPr wrap="square" rtlCol="0">
            <a:spAutoFit/>
          </a:bodyPr>
          <a:lstStyle/>
          <a:p>
            <a:r>
              <a:rPr lang="en-IL" sz="5400" dirty="0">
                <a:solidFill>
                  <a:schemeClr val="bg1"/>
                </a:solidFill>
              </a:rPr>
              <a:t>Thank you</a:t>
            </a:r>
          </a:p>
        </p:txBody>
      </p:sp>
    </p:spTree>
    <p:extLst>
      <p:ext uri="{BB962C8B-B14F-4D97-AF65-F5344CB8AC3E}">
        <p14:creationId xmlns:p14="http://schemas.microsoft.com/office/powerpoint/2010/main" val="2902489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96D6CD-E275-52E5-E5E5-CA6ED5C18087}"/>
              </a:ext>
            </a:extLst>
          </p:cNvPr>
          <p:cNvSpPr>
            <a:spLocks noGrp="1"/>
          </p:cNvSpPr>
          <p:nvPr>
            <p:ph type="title"/>
          </p:nvPr>
        </p:nvSpPr>
        <p:spPr>
          <a:xfrm>
            <a:off x="516000" y="463296"/>
            <a:ext cx="11160000" cy="731520"/>
          </a:xfrm>
          <a:prstGeom prst="rect">
            <a:avLst/>
          </a:prstGeom>
        </p:spPr>
        <p:txBody>
          <a:bodyPr vert="horz" lIns="90000" tIns="45720" rIns="91440" bIns="45720" rtlCol="0" anchor="t">
            <a:noAutofit/>
          </a:bodyPr>
          <a:lstStyle/>
          <a:p>
            <a:r>
              <a:rPr lang="en-US"/>
              <a:t>Click to edit Master title style</a:t>
            </a:r>
            <a:endParaRPr lang="en-IL" dirty="0"/>
          </a:p>
        </p:txBody>
      </p:sp>
      <p:sp>
        <p:nvSpPr>
          <p:cNvPr id="3" name="Text Placeholder 2">
            <a:extLst>
              <a:ext uri="{FF2B5EF4-FFF2-40B4-BE49-F238E27FC236}">
                <a16:creationId xmlns:a16="http://schemas.microsoft.com/office/drawing/2014/main" id="{70A12A79-011F-0DE4-6069-17488F04AE00}"/>
              </a:ext>
            </a:extLst>
          </p:cNvPr>
          <p:cNvSpPr>
            <a:spLocks noGrp="1"/>
          </p:cNvSpPr>
          <p:nvPr>
            <p:ph type="body" idx="1"/>
          </p:nvPr>
        </p:nvSpPr>
        <p:spPr>
          <a:xfrm>
            <a:off x="516000" y="1474149"/>
            <a:ext cx="11160000" cy="4680000"/>
          </a:xfrm>
          <a:prstGeom prst="rect">
            <a:avLst/>
          </a:prstGeom>
        </p:spPr>
        <p:txBody>
          <a:bodyPr vert="horz" lIns="9000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Footer Placeholder 4">
            <a:extLst>
              <a:ext uri="{FF2B5EF4-FFF2-40B4-BE49-F238E27FC236}">
                <a16:creationId xmlns:a16="http://schemas.microsoft.com/office/drawing/2014/main" id="{724B7779-FFBD-F7C5-6561-BCF406F51425}"/>
              </a:ext>
            </a:extLst>
          </p:cNvPr>
          <p:cNvSpPr>
            <a:spLocks noGrp="1"/>
          </p:cNvSpPr>
          <p:nvPr>
            <p:ph type="ftr" sz="quarter" idx="3"/>
          </p:nvPr>
        </p:nvSpPr>
        <p:spPr>
          <a:xfrm>
            <a:off x="5495124" y="6356350"/>
            <a:ext cx="5040000" cy="365125"/>
          </a:xfrm>
          <a:prstGeom prst="rect">
            <a:avLst/>
          </a:prstGeom>
        </p:spPr>
        <p:txBody>
          <a:bodyPr vert="horz" lIns="91440" tIns="45720" rIns="91440" bIns="45720" rtlCol="0" anchor="ctr"/>
          <a:lstStyle>
            <a:lvl1pPr algn="r" rtl="0">
              <a:defRPr sz="1000" b="0" i="0">
                <a:solidFill>
                  <a:schemeClr val="accent4">
                    <a:alpha val="50000"/>
                  </a:schemeClr>
                </a:solidFill>
                <a:latin typeface="Segoe UI" panose="020B0502040204020203" pitchFamily="34" charset="0"/>
                <a:cs typeface="Segoe UI" panose="020B0502040204020203" pitchFamily="34" charset="0"/>
              </a:defRPr>
            </a:lvl1pPr>
          </a:lstStyle>
          <a:p>
            <a:pPr marL="0" algn="r" defTabSz="914400" rtl="1" eaLnBrk="1" latinLnBrk="0" hangingPunct="1"/>
            <a:endParaRPr lang="en-IL" dirty="0"/>
          </a:p>
        </p:txBody>
      </p:sp>
      <p:sp>
        <p:nvSpPr>
          <p:cNvPr id="6" name="Slide Number Placeholder 5">
            <a:extLst>
              <a:ext uri="{FF2B5EF4-FFF2-40B4-BE49-F238E27FC236}">
                <a16:creationId xmlns:a16="http://schemas.microsoft.com/office/drawing/2014/main" id="{1B608AB0-89D8-CED5-6B2A-58F67C789632}"/>
              </a:ext>
            </a:extLst>
          </p:cNvPr>
          <p:cNvSpPr>
            <a:spLocks noGrp="1"/>
          </p:cNvSpPr>
          <p:nvPr>
            <p:ph type="sldNum" sz="quarter" idx="4"/>
          </p:nvPr>
        </p:nvSpPr>
        <p:spPr>
          <a:xfrm>
            <a:off x="143467" y="6356350"/>
            <a:ext cx="348973" cy="365125"/>
          </a:xfrm>
          <a:prstGeom prst="rect">
            <a:avLst/>
          </a:prstGeom>
        </p:spPr>
        <p:txBody>
          <a:bodyPr vert="horz" lIns="91440" tIns="45720" rIns="91440" bIns="45720" rtlCol="0" anchor="ctr"/>
          <a:lstStyle>
            <a:lvl1pPr algn="l">
              <a:defRPr sz="1000" b="0" i="0">
                <a:solidFill>
                  <a:schemeClr val="accent4">
                    <a:alpha val="50000"/>
                  </a:schemeClr>
                </a:solidFill>
                <a:latin typeface="Segoe UI" panose="020B0502040204020203" pitchFamily="34" charset="0"/>
                <a:cs typeface="Segoe UI" panose="020B0502040204020203" pitchFamily="34" charset="0"/>
              </a:defRPr>
            </a:lvl1pPr>
          </a:lstStyle>
          <a:p>
            <a:fld id="{4055E60B-063F-7341-AAD1-65F55D97E323}" type="slidenum">
              <a:rPr lang="en-IL" smtClean="0"/>
              <a:pPr/>
              <a:t>‹#›</a:t>
            </a:fld>
            <a:endParaRPr lang="en-IL"/>
          </a:p>
        </p:txBody>
      </p:sp>
      <p:sp>
        <p:nvSpPr>
          <p:cNvPr id="9" name="Parallelogram 8">
            <a:extLst>
              <a:ext uri="{FF2B5EF4-FFF2-40B4-BE49-F238E27FC236}">
                <a16:creationId xmlns:a16="http://schemas.microsoft.com/office/drawing/2014/main" id="{26BDAF46-1CFB-C32B-89A2-46BC182FCE6D}"/>
              </a:ext>
            </a:extLst>
          </p:cNvPr>
          <p:cNvSpPr/>
          <p:nvPr userDrawn="1"/>
        </p:nvSpPr>
        <p:spPr>
          <a:xfrm>
            <a:off x="592865" y="388644"/>
            <a:ext cx="540000" cy="36000"/>
          </a:xfrm>
          <a:prstGeom prst="parallelogram">
            <a:avLst>
              <a:gd name="adj" fmla="val 33599"/>
            </a:avLst>
          </a:prstGeom>
          <a:solidFill>
            <a:srgbClr val="FF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solidFill>
                <a:srgbClr val="FF3232"/>
              </a:solidFill>
            </a:endParaRPr>
          </a:p>
        </p:txBody>
      </p:sp>
      <p:grpSp>
        <p:nvGrpSpPr>
          <p:cNvPr id="11" name="Group 10">
            <a:extLst>
              <a:ext uri="{FF2B5EF4-FFF2-40B4-BE49-F238E27FC236}">
                <a16:creationId xmlns:a16="http://schemas.microsoft.com/office/drawing/2014/main" id="{CC7FC6D1-A5C0-8E8A-9549-29A37B9EDE15}"/>
              </a:ext>
            </a:extLst>
          </p:cNvPr>
          <p:cNvGrpSpPr/>
          <p:nvPr userDrawn="1"/>
        </p:nvGrpSpPr>
        <p:grpSpPr>
          <a:xfrm>
            <a:off x="10654248" y="6448149"/>
            <a:ext cx="1008089" cy="203766"/>
            <a:chOff x="10654248" y="6448149"/>
            <a:chExt cx="1008089" cy="203766"/>
          </a:xfrm>
        </p:grpSpPr>
        <p:sp>
          <p:nvSpPr>
            <p:cNvPr id="12" name="Freeform 11">
              <a:extLst>
                <a:ext uri="{FF2B5EF4-FFF2-40B4-BE49-F238E27FC236}">
                  <a16:creationId xmlns:a16="http://schemas.microsoft.com/office/drawing/2014/main" id="{16EE7C6F-0807-B49E-1E40-B6469F7F0A3A}"/>
                </a:ext>
              </a:extLst>
            </p:cNvPr>
            <p:cNvSpPr/>
            <p:nvPr/>
          </p:nvSpPr>
          <p:spPr>
            <a:xfrm>
              <a:off x="11151485" y="6448149"/>
              <a:ext cx="510852" cy="203766"/>
            </a:xfrm>
            <a:custGeom>
              <a:avLst/>
              <a:gdLst>
                <a:gd name="connsiteX0" fmla="*/ 457660 w 510852"/>
                <a:gd name="connsiteY0" fmla="*/ 123534 h 203766"/>
                <a:gd name="connsiteX1" fmla="*/ 472483 w 510852"/>
                <a:gd name="connsiteY1" fmla="*/ 123534 h 203766"/>
                <a:gd name="connsiteX2" fmla="*/ 477818 w 510852"/>
                <a:gd name="connsiteY2" fmla="*/ 108320 h 203766"/>
                <a:gd name="connsiteX3" fmla="*/ 407749 w 510852"/>
                <a:gd name="connsiteY3" fmla="*/ 108320 h 203766"/>
                <a:gd name="connsiteX4" fmla="*/ 432442 w 510852"/>
                <a:gd name="connsiteY4" fmla="*/ 139866 h 203766"/>
                <a:gd name="connsiteX5" fmla="*/ 457669 w 510852"/>
                <a:gd name="connsiteY5" fmla="*/ 123534 h 203766"/>
                <a:gd name="connsiteX6" fmla="*/ 407758 w 510852"/>
                <a:gd name="connsiteY6" fmla="*/ 91615 h 203766"/>
                <a:gd name="connsiteX7" fmla="*/ 457669 w 510852"/>
                <a:gd name="connsiteY7" fmla="*/ 91615 h 203766"/>
                <a:gd name="connsiteX8" fmla="*/ 432442 w 510852"/>
                <a:gd name="connsiteY8" fmla="*/ 67032 h 203766"/>
                <a:gd name="connsiteX9" fmla="*/ 407749 w 510852"/>
                <a:gd name="connsiteY9" fmla="*/ 91615 h 203766"/>
                <a:gd name="connsiteX10" fmla="*/ 499941 w 510852"/>
                <a:gd name="connsiteY10" fmla="*/ 0 h 203766"/>
                <a:gd name="connsiteX11" fmla="*/ 248459 w 510852"/>
                <a:gd name="connsiteY11" fmla="*/ 0 h 203766"/>
                <a:gd name="connsiteX12" fmla="*/ 248459 w 510852"/>
                <a:gd name="connsiteY12" fmla="*/ 158913 h 203766"/>
                <a:gd name="connsiteX13" fmla="*/ 221792 w 510852"/>
                <a:gd name="connsiteY13" fmla="*/ 158913 h 203766"/>
                <a:gd name="connsiteX14" fmla="*/ 222859 w 510852"/>
                <a:gd name="connsiteY14" fmla="*/ 142208 h 203766"/>
                <a:gd name="connsiteX15" fmla="*/ 222005 w 510852"/>
                <a:gd name="connsiteY15" fmla="*/ 142208 h 203766"/>
                <a:gd name="connsiteX16" fmla="*/ 187185 w 510852"/>
                <a:gd name="connsiteY16" fmla="*/ 160191 h 203766"/>
                <a:gd name="connsiteX17" fmla="*/ 144521 w 510852"/>
                <a:gd name="connsiteY17" fmla="*/ 100016 h 203766"/>
                <a:gd name="connsiteX18" fmla="*/ 187185 w 510852"/>
                <a:gd name="connsiteY18" fmla="*/ 46389 h 203766"/>
                <a:gd name="connsiteX19" fmla="*/ 220725 w 510852"/>
                <a:gd name="connsiteY19" fmla="*/ 62348 h 203766"/>
                <a:gd name="connsiteX20" fmla="*/ 221792 w 510852"/>
                <a:gd name="connsiteY20" fmla="*/ 62348 h 203766"/>
                <a:gd name="connsiteX21" fmla="*/ 221792 w 510852"/>
                <a:gd name="connsiteY21" fmla="*/ 0 h 203766"/>
                <a:gd name="connsiteX22" fmla="*/ 81922 w 510852"/>
                <a:gd name="connsiteY22" fmla="*/ 0 h 203766"/>
                <a:gd name="connsiteX23" fmla="*/ 61443 w 510852"/>
                <a:gd name="connsiteY23" fmla="*/ 14576 h 203766"/>
                <a:gd name="connsiteX24" fmla="*/ 49075 w 510852"/>
                <a:gd name="connsiteY24" fmla="*/ 50540 h 203766"/>
                <a:gd name="connsiteX25" fmla="*/ 78134 w 510852"/>
                <a:gd name="connsiteY25" fmla="*/ 46389 h 203766"/>
                <a:gd name="connsiteX26" fmla="*/ 130178 w 510852"/>
                <a:gd name="connsiteY26" fmla="*/ 108320 h 203766"/>
                <a:gd name="connsiteX27" fmla="*/ 53494 w 510852"/>
                <a:gd name="connsiteY27" fmla="*/ 108320 h 203766"/>
                <a:gd name="connsiteX28" fmla="*/ 78134 w 510852"/>
                <a:gd name="connsiteY28" fmla="*/ 139866 h 203766"/>
                <a:gd name="connsiteX29" fmla="*/ 103414 w 510852"/>
                <a:gd name="connsiteY29" fmla="*/ 123534 h 203766"/>
                <a:gd name="connsiteX30" fmla="*/ 130080 w 510852"/>
                <a:gd name="connsiteY30" fmla="*/ 123534 h 203766"/>
                <a:gd name="connsiteX31" fmla="*/ 78036 w 510852"/>
                <a:gd name="connsiteY31" fmla="*/ 160191 h 203766"/>
                <a:gd name="connsiteX32" fmla="*/ 26845 w 510852"/>
                <a:gd name="connsiteY32" fmla="*/ 114228 h 203766"/>
                <a:gd name="connsiteX33" fmla="*/ 872 w 510852"/>
                <a:gd name="connsiteY33" fmla="*/ 189245 h 203766"/>
                <a:gd name="connsiteX34" fmla="*/ 11266 w 510852"/>
                <a:gd name="connsiteY34" fmla="*/ 203767 h 203766"/>
                <a:gd name="connsiteX35" fmla="*/ 283226 w 510852"/>
                <a:gd name="connsiteY35" fmla="*/ 203767 h 203766"/>
                <a:gd name="connsiteX36" fmla="*/ 267230 w 510852"/>
                <a:gd name="connsiteY36" fmla="*/ 170411 h 203766"/>
                <a:gd name="connsiteX37" fmla="*/ 292296 w 510852"/>
                <a:gd name="connsiteY37" fmla="*/ 170411 h 203766"/>
                <a:gd name="connsiteX38" fmla="*/ 313095 w 510852"/>
                <a:gd name="connsiteY38" fmla="*/ 187967 h 203766"/>
                <a:gd name="connsiteX39" fmla="*/ 340713 w 510852"/>
                <a:gd name="connsiteY39" fmla="*/ 164236 h 203766"/>
                <a:gd name="connsiteX40" fmla="*/ 340713 w 510852"/>
                <a:gd name="connsiteY40" fmla="*/ 142954 h 203766"/>
                <a:gd name="connsiteX41" fmla="*/ 340073 w 510852"/>
                <a:gd name="connsiteY41" fmla="*/ 142954 h 203766"/>
                <a:gd name="connsiteX42" fmla="*/ 305252 w 510852"/>
                <a:gd name="connsiteY42" fmla="*/ 160084 h 203766"/>
                <a:gd name="connsiteX43" fmla="*/ 262588 w 510852"/>
                <a:gd name="connsiteY43" fmla="*/ 106510 h 203766"/>
                <a:gd name="connsiteX44" fmla="*/ 305252 w 510852"/>
                <a:gd name="connsiteY44" fmla="*/ 46282 h 203766"/>
                <a:gd name="connsiteX45" fmla="*/ 340073 w 510852"/>
                <a:gd name="connsiteY45" fmla="*/ 64318 h 203766"/>
                <a:gd name="connsiteX46" fmla="*/ 340926 w 510852"/>
                <a:gd name="connsiteY46" fmla="*/ 64318 h 203766"/>
                <a:gd name="connsiteX47" fmla="*/ 339966 w 510852"/>
                <a:gd name="connsiteY47" fmla="*/ 47879 h 203766"/>
                <a:gd name="connsiteX48" fmla="*/ 366633 w 510852"/>
                <a:gd name="connsiteY48" fmla="*/ 47879 h 203766"/>
                <a:gd name="connsiteX49" fmla="*/ 366633 w 510852"/>
                <a:gd name="connsiteY49" fmla="*/ 158700 h 203766"/>
                <a:gd name="connsiteX50" fmla="*/ 346422 w 510852"/>
                <a:gd name="connsiteY50" fmla="*/ 203758 h 203766"/>
                <a:gd name="connsiteX51" fmla="*/ 429072 w 510852"/>
                <a:gd name="connsiteY51" fmla="*/ 203758 h 203766"/>
                <a:gd name="connsiteX52" fmla="*/ 449550 w 510852"/>
                <a:gd name="connsiteY52" fmla="*/ 189236 h 203766"/>
                <a:gd name="connsiteX53" fmla="*/ 460212 w 510852"/>
                <a:gd name="connsiteY53" fmla="*/ 158328 h 203766"/>
                <a:gd name="connsiteX54" fmla="*/ 432220 w 510852"/>
                <a:gd name="connsiteY54" fmla="*/ 160191 h 203766"/>
                <a:gd name="connsiteX55" fmla="*/ 380816 w 510852"/>
                <a:gd name="connsiteY55" fmla="*/ 103636 h 203766"/>
                <a:gd name="connsiteX56" fmla="*/ 432220 w 510852"/>
                <a:gd name="connsiteY56" fmla="*/ 46389 h 203766"/>
                <a:gd name="connsiteX57" fmla="*/ 483784 w 510852"/>
                <a:gd name="connsiteY57" fmla="*/ 90391 h 203766"/>
                <a:gd name="connsiteX58" fmla="*/ 509971 w 510852"/>
                <a:gd name="connsiteY58" fmla="*/ 14789 h 203766"/>
                <a:gd name="connsiteX59" fmla="*/ 499950 w 510852"/>
                <a:gd name="connsiteY59" fmla="*/ 0 h 203766"/>
                <a:gd name="connsiteX60" fmla="*/ 221276 w 510852"/>
                <a:gd name="connsiteY60" fmla="*/ 100016 h 203766"/>
                <a:gd name="connsiteX61" fmla="*/ 194929 w 510852"/>
                <a:gd name="connsiteY61" fmla="*/ 66766 h 203766"/>
                <a:gd name="connsiteX62" fmla="*/ 171143 w 510852"/>
                <a:gd name="connsiteY62" fmla="*/ 100016 h 203766"/>
                <a:gd name="connsiteX63" fmla="*/ 194929 w 510852"/>
                <a:gd name="connsiteY63" fmla="*/ 139866 h 203766"/>
                <a:gd name="connsiteX64" fmla="*/ 221276 w 510852"/>
                <a:gd name="connsiteY64" fmla="*/ 100016 h 203766"/>
                <a:gd name="connsiteX65" fmla="*/ 78152 w 510852"/>
                <a:gd name="connsiteY65" fmla="*/ 66766 h 203766"/>
                <a:gd name="connsiteX66" fmla="*/ 53512 w 510852"/>
                <a:gd name="connsiteY66" fmla="*/ 91349 h 203766"/>
                <a:gd name="connsiteX67" fmla="*/ 103422 w 510852"/>
                <a:gd name="connsiteY67" fmla="*/ 91349 h 203766"/>
                <a:gd name="connsiteX68" fmla="*/ 78143 w 510852"/>
                <a:gd name="connsiteY68" fmla="*/ 66766 h 203766"/>
                <a:gd name="connsiteX69" fmla="*/ 339966 w 510852"/>
                <a:gd name="connsiteY69" fmla="*/ 100016 h 203766"/>
                <a:gd name="connsiteX70" fmla="*/ 313299 w 510852"/>
                <a:gd name="connsiteY70" fmla="*/ 66766 h 203766"/>
                <a:gd name="connsiteX71" fmla="*/ 289513 w 510852"/>
                <a:gd name="connsiteY71" fmla="*/ 100016 h 203766"/>
                <a:gd name="connsiteX72" fmla="*/ 313299 w 510852"/>
                <a:gd name="connsiteY72" fmla="*/ 139866 h 203766"/>
                <a:gd name="connsiteX73" fmla="*/ 339966 w 510852"/>
                <a:gd name="connsiteY73" fmla="*/ 100016 h 203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510852" h="203766">
                  <a:moveTo>
                    <a:pt x="457660" y="123534"/>
                  </a:moveTo>
                  <a:lnTo>
                    <a:pt x="472483" y="123534"/>
                  </a:lnTo>
                  <a:lnTo>
                    <a:pt x="477818" y="108320"/>
                  </a:lnTo>
                  <a:lnTo>
                    <a:pt x="407749" y="108320"/>
                  </a:lnTo>
                  <a:cubicBezTo>
                    <a:pt x="407749" y="132264"/>
                    <a:pt x="408390" y="139866"/>
                    <a:pt x="432442" y="139866"/>
                  </a:cubicBezTo>
                  <a:cubicBezTo>
                    <a:pt x="447265" y="139866"/>
                    <a:pt x="457669" y="139866"/>
                    <a:pt x="457669" y="123534"/>
                  </a:cubicBezTo>
                  <a:moveTo>
                    <a:pt x="407758" y="91615"/>
                  </a:moveTo>
                  <a:lnTo>
                    <a:pt x="457669" y="91615"/>
                  </a:lnTo>
                  <a:cubicBezTo>
                    <a:pt x="457669" y="68736"/>
                    <a:pt x="454308" y="67032"/>
                    <a:pt x="432442" y="67032"/>
                  </a:cubicBezTo>
                  <a:cubicBezTo>
                    <a:pt x="409243" y="67032"/>
                    <a:pt x="407749" y="71876"/>
                    <a:pt x="407749" y="91615"/>
                  </a:cubicBezTo>
                  <a:moveTo>
                    <a:pt x="499941" y="0"/>
                  </a:moveTo>
                  <a:lnTo>
                    <a:pt x="248459" y="0"/>
                  </a:lnTo>
                  <a:lnTo>
                    <a:pt x="248459" y="158913"/>
                  </a:lnTo>
                  <a:lnTo>
                    <a:pt x="221792" y="158913"/>
                  </a:lnTo>
                  <a:lnTo>
                    <a:pt x="222859" y="142208"/>
                  </a:lnTo>
                  <a:lnTo>
                    <a:pt x="222005" y="142208"/>
                  </a:lnTo>
                  <a:cubicBezTo>
                    <a:pt x="215230" y="156837"/>
                    <a:pt x="202914" y="160191"/>
                    <a:pt x="187185" y="160191"/>
                  </a:cubicBezTo>
                  <a:cubicBezTo>
                    <a:pt x="145748" y="160191"/>
                    <a:pt x="144521" y="134118"/>
                    <a:pt x="144521" y="100016"/>
                  </a:cubicBezTo>
                  <a:cubicBezTo>
                    <a:pt x="144521" y="65914"/>
                    <a:pt x="149003" y="46389"/>
                    <a:pt x="187185" y="46389"/>
                  </a:cubicBezTo>
                  <a:cubicBezTo>
                    <a:pt x="200780" y="46389"/>
                    <a:pt x="215016" y="48943"/>
                    <a:pt x="220725" y="62348"/>
                  </a:cubicBezTo>
                  <a:lnTo>
                    <a:pt x="221792" y="62348"/>
                  </a:lnTo>
                  <a:lnTo>
                    <a:pt x="221792" y="0"/>
                  </a:lnTo>
                  <a:lnTo>
                    <a:pt x="81922" y="0"/>
                  </a:lnTo>
                  <a:cubicBezTo>
                    <a:pt x="72745" y="213"/>
                    <a:pt x="64636" y="5988"/>
                    <a:pt x="61443" y="14576"/>
                  </a:cubicBezTo>
                  <a:lnTo>
                    <a:pt x="49075" y="50540"/>
                  </a:lnTo>
                  <a:cubicBezTo>
                    <a:pt x="58429" y="47418"/>
                    <a:pt x="68281" y="46016"/>
                    <a:pt x="78134" y="46389"/>
                  </a:cubicBezTo>
                  <a:cubicBezTo>
                    <a:pt x="123989" y="46389"/>
                    <a:pt x="130178" y="59740"/>
                    <a:pt x="130178" y="108320"/>
                  </a:cubicBezTo>
                  <a:lnTo>
                    <a:pt x="53494" y="108320"/>
                  </a:lnTo>
                  <a:cubicBezTo>
                    <a:pt x="53494" y="132264"/>
                    <a:pt x="54134" y="139866"/>
                    <a:pt x="78134" y="139866"/>
                  </a:cubicBezTo>
                  <a:cubicBezTo>
                    <a:pt x="93010" y="139866"/>
                    <a:pt x="103414" y="139866"/>
                    <a:pt x="103414" y="123534"/>
                  </a:cubicBezTo>
                  <a:lnTo>
                    <a:pt x="130080" y="123534"/>
                  </a:lnTo>
                  <a:cubicBezTo>
                    <a:pt x="130080" y="158541"/>
                    <a:pt x="109869" y="160191"/>
                    <a:pt x="78036" y="160191"/>
                  </a:cubicBezTo>
                  <a:cubicBezTo>
                    <a:pt x="39107" y="160191"/>
                    <a:pt x="28445" y="148862"/>
                    <a:pt x="26845" y="114228"/>
                  </a:cubicBezTo>
                  <a:lnTo>
                    <a:pt x="872" y="189245"/>
                  </a:lnTo>
                  <a:cubicBezTo>
                    <a:pt x="872" y="189245"/>
                    <a:pt x="-4464" y="203767"/>
                    <a:pt x="11266" y="203767"/>
                  </a:cubicBezTo>
                  <a:lnTo>
                    <a:pt x="283226" y="203767"/>
                  </a:lnTo>
                  <a:cubicBezTo>
                    <a:pt x="272565" y="198923"/>
                    <a:pt x="266483" y="189298"/>
                    <a:pt x="267230" y="170411"/>
                  </a:cubicBezTo>
                  <a:lnTo>
                    <a:pt x="292296" y="170411"/>
                  </a:lnTo>
                  <a:cubicBezTo>
                    <a:pt x="292296" y="185625"/>
                    <a:pt x="298005" y="187967"/>
                    <a:pt x="313095" y="187967"/>
                  </a:cubicBezTo>
                  <a:cubicBezTo>
                    <a:pt x="335813" y="187967"/>
                    <a:pt x="340713" y="183283"/>
                    <a:pt x="340713" y="164236"/>
                  </a:cubicBezTo>
                  <a:lnTo>
                    <a:pt x="340713" y="142954"/>
                  </a:lnTo>
                  <a:lnTo>
                    <a:pt x="340073" y="142954"/>
                  </a:lnTo>
                  <a:cubicBezTo>
                    <a:pt x="333030" y="157529"/>
                    <a:pt x="318741" y="160084"/>
                    <a:pt x="305252" y="160084"/>
                  </a:cubicBezTo>
                  <a:cubicBezTo>
                    <a:pt x="267016" y="160084"/>
                    <a:pt x="262588" y="139121"/>
                    <a:pt x="262588" y="106510"/>
                  </a:cubicBezTo>
                  <a:cubicBezTo>
                    <a:pt x="262588" y="73899"/>
                    <a:pt x="263869" y="46282"/>
                    <a:pt x="305252" y="46282"/>
                  </a:cubicBezTo>
                  <a:cubicBezTo>
                    <a:pt x="320928" y="46282"/>
                    <a:pt x="333244" y="49689"/>
                    <a:pt x="340073" y="64318"/>
                  </a:cubicBezTo>
                  <a:lnTo>
                    <a:pt x="340926" y="64318"/>
                  </a:lnTo>
                  <a:lnTo>
                    <a:pt x="339966" y="47879"/>
                  </a:lnTo>
                  <a:lnTo>
                    <a:pt x="366633" y="47879"/>
                  </a:lnTo>
                  <a:lnTo>
                    <a:pt x="366633" y="158700"/>
                  </a:lnTo>
                  <a:cubicBezTo>
                    <a:pt x="366633" y="184614"/>
                    <a:pt x="361298" y="197752"/>
                    <a:pt x="346422" y="203758"/>
                  </a:cubicBezTo>
                  <a:lnTo>
                    <a:pt x="429072" y="203758"/>
                  </a:lnTo>
                  <a:cubicBezTo>
                    <a:pt x="438231" y="203554"/>
                    <a:pt x="446340" y="197797"/>
                    <a:pt x="449550" y="189236"/>
                  </a:cubicBezTo>
                  <a:lnTo>
                    <a:pt x="460212" y="158328"/>
                  </a:lnTo>
                  <a:cubicBezTo>
                    <a:pt x="450964" y="159871"/>
                    <a:pt x="441583" y="160492"/>
                    <a:pt x="432220" y="160191"/>
                  </a:cubicBezTo>
                  <a:cubicBezTo>
                    <a:pt x="389556" y="160191"/>
                    <a:pt x="380816" y="146626"/>
                    <a:pt x="380816" y="103636"/>
                  </a:cubicBezTo>
                  <a:cubicBezTo>
                    <a:pt x="380816" y="63785"/>
                    <a:pt x="387164" y="46389"/>
                    <a:pt x="432220" y="46389"/>
                  </a:cubicBezTo>
                  <a:cubicBezTo>
                    <a:pt x="471789" y="46389"/>
                    <a:pt x="481810" y="56387"/>
                    <a:pt x="483784" y="90391"/>
                  </a:cubicBezTo>
                  <a:lnTo>
                    <a:pt x="509971" y="14789"/>
                  </a:lnTo>
                  <a:cubicBezTo>
                    <a:pt x="509971" y="14789"/>
                    <a:pt x="515253" y="0"/>
                    <a:pt x="499950" y="0"/>
                  </a:cubicBezTo>
                  <a:moveTo>
                    <a:pt x="221276" y="100016"/>
                  </a:moveTo>
                  <a:cubicBezTo>
                    <a:pt x="221276" y="76285"/>
                    <a:pt x="218129" y="66766"/>
                    <a:pt x="194929" y="66766"/>
                  </a:cubicBezTo>
                  <a:cubicBezTo>
                    <a:pt x="176479" y="66766"/>
                    <a:pt x="171143" y="72089"/>
                    <a:pt x="171143" y="100016"/>
                  </a:cubicBezTo>
                  <a:cubicBezTo>
                    <a:pt x="171143" y="125237"/>
                    <a:pt x="170503" y="139866"/>
                    <a:pt x="194929" y="139866"/>
                  </a:cubicBezTo>
                  <a:cubicBezTo>
                    <a:pt x="222334" y="139866"/>
                    <a:pt x="221276" y="126515"/>
                    <a:pt x="221276" y="100016"/>
                  </a:cubicBezTo>
                  <a:moveTo>
                    <a:pt x="78152" y="66766"/>
                  </a:moveTo>
                  <a:cubicBezTo>
                    <a:pt x="54952" y="66766"/>
                    <a:pt x="53512" y="71610"/>
                    <a:pt x="53512" y="91349"/>
                  </a:cubicBezTo>
                  <a:lnTo>
                    <a:pt x="103422" y="91349"/>
                  </a:lnTo>
                  <a:cubicBezTo>
                    <a:pt x="103422" y="68469"/>
                    <a:pt x="100008" y="66766"/>
                    <a:pt x="78143" y="66766"/>
                  </a:cubicBezTo>
                  <a:moveTo>
                    <a:pt x="339966" y="100016"/>
                  </a:moveTo>
                  <a:cubicBezTo>
                    <a:pt x="339966" y="76285"/>
                    <a:pt x="336338" y="66766"/>
                    <a:pt x="313299" y="66766"/>
                  </a:cubicBezTo>
                  <a:cubicBezTo>
                    <a:pt x="294848" y="66766"/>
                    <a:pt x="289513" y="72089"/>
                    <a:pt x="289513" y="100016"/>
                  </a:cubicBezTo>
                  <a:cubicBezTo>
                    <a:pt x="289513" y="125237"/>
                    <a:pt x="289513" y="139866"/>
                    <a:pt x="313299" y="139866"/>
                  </a:cubicBezTo>
                  <a:cubicBezTo>
                    <a:pt x="339966" y="139866"/>
                    <a:pt x="339966" y="126515"/>
                    <a:pt x="339966" y="100016"/>
                  </a:cubicBezTo>
                </a:path>
              </a:pathLst>
            </a:custGeom>
            <a:solidFill>
              <a:srgbClr val="FF3232"/>
            </a:solidFill>
            <a:ln w="882" cap="flat">
              <a:noFill/>
              <a:prstDash val="solid"/>
              <a:miter/>
            </a:ln>
          </p:spPr>
          <p:txBody>
            <a:bodyPr rtlCol="0" anchor="ctr"/>
            <a:lstStyle/>
            <a:p>
              <a:pPr marL="0" algn="l" defTabSz="914400" rtl="0" eaLnBrk="1" latinLnBrk="0" hangingPunct="1"/>
              <a:endParaRPr lang="en-IL"/>
            </a:p>
          </p:txBody>
        </p:sp>
        <p:sp>
          <p:nvSpPr>
            <p:cNvPr id="13" name="Freeform 12">
              <a:extLst>
                <a:ext uri="{FF2B5EF4-FFF2-40B4-BE49-F238E27FC236}">
                  <a16:creationId xmlns:a16="http://schemas.microsoft.com/office/drawing/2014/main" id="{FBE81851-DE74-F229-8630-9E3E96D18699}"/>
                </a:ext>
              </a:extLst>
            </p:cNvPr>
            <p:cNvSpPr/>
            <p:nvPr/>
          </p:nvSpPr>
          <p:spPr>
            <a:xfrm>
              <a:off x="10654248" y="6448149"/>
              <a:ext cx="508352" cy="160456"/>
            </a:xfrm>
            <a:custGeom>
              <a:avLst/>
              <a:gdLst>
                <a:gd name="connsiteX0" fmla="*/ 422866 w 508352"/>
                <a:gd name="connsiteY0" fmla="*/ 47879 h 160456"/>
                <a:gd name="connsiteX1" fmla="*/ 422866 w 508352"/>
                <a:gd name="connsiteY1" fmla="*/ 158913 h 160456"/>
                <a:gd name="connsiteX2" fmla="*/ 449532 w 508352"/>
                <a:gd name="connsiteY2" fmla="*/ 158913 h 160456"/>
                <a:gd name="connsiteX3" fmla="*/ 449532 w 508352"/>
                <a:gd name="connsiteY3" fmla="*/ 90444 h 160456"/>
                <a:gd name="connsiteX4" fmla="*/ 469691 w 508352"/>
                <a:gd name="connsiteY4" fmla="*/ 66926 h 160456"/>
                <a:gd name="connsiteX5" fmla="*/ 483286 w 508352"/>
                <a:gd name="connsiteY5" fmla="*/ 84695 h 160456"/>
                <a:gd name="connsiteX6" fmla="*/ 483286 w 508352"/>
                <a:gd name="connsiteY6" fmla="*/ 90444 h 160456"/>
                <a:gd name="connsiteX7" fmla="*/ 508353 w 508352"/>
                <a:gd name="connsiteY7" fmla="*/ 90444 h 160456"/>
                <a:gd name="connsiteX8" fmla="*/ 508353 w 508352"/>
                <a:gd name="connsiteY8" fmla="*/ 81404 h 160456"/>
                <a:gd name="connsiteX9" fmla="*/ 479080 w 508352"/>
                <a:gd name="connsiteY9" fmla="*/ 46397 h 160456"/>
                <a:gd name="connsiteX10" fmla="*/ 449328 w 508352"/>
                <a:gd name="connsiteY10" fmla="*/ 62357 h 160456"/>
                <a:gd name="connsiteX11" fmla="*/ 448261 w 508352"/>
                <a:gd name="connsiteY11" fmla="*/ 62357 h 160456"/>
                <a:gd name="connsiteX12" fmla="*/ 449008 w 508352"/>
                <a:gd name="connsiteY12" fmla="*/ 47888 h 160456"/>
                <a:gd name="connsiteX13" fmla="*/ 422874 w 508352"/>
                <a:gd name="connsiteY13" fmla="*/ 47888 h 160456"/>
                <a:gd name="connsiteX14" fmla="*/ 371461 w 508352"/>
                <a:gd name="connsiteY14" fmla="*/ 158913 h 160456"/>
                <a:gd name="connsiteX15" fmla="*/ 398128 w 508352"/>
                <a:gd name="connsiteY15" fmla="*/ 158913 h 160456"/>
                <a:gd name="connsiteX16" fmla="*/ 398128 w 508352"/>
                <a:gd name="connsiteY16" fmla="*/ 89220 h 160456"/>
                <a:gd name="connsiteX17" fmla="*/ 347577 w 508352"/>
                <a:gd name="connsiteY17" fmla="*/ 46655 h 160456"/>
                <a:gd name="connsiteX18" fmla="*/ 299588 w 508352"/>
                <a:gd name="connsiteY18" fmla="*/ 80384 h 160456"/>
                <a:gd name="connsiteX19" fmla="*/ 326255 w 508352"/>
                <a:gd name="connsiteY19" fmla="*/ 80384 h 160456"/>
                <a:gd name="connsiteX20" fmla="*/ 347266 w 508352"/>
                <a:gd name="connsiteY20" fmla="*/ 64903 h 160456"/>
                <a:gd name="connsiteX21" fmla="*/ 371052 w 508352"/>
                <a:gd name="connsiteY21" fmla="*/ 89273 h 160456"/>
                <a:gd name="connsiteX22" fmla="*/ 371052 w 508352"/>
                <a:gd name="connsiteY22" fmla="*/ 103689 h 160456"/>
                <a:gd name="connsiteX23" fmla="*/ 370625 w 508352"/>
                <a:gd name="connsiteY23" fmla="*/ 103689 h 160456"/>
                <a:gd name="connsiteX24" fmla="*/ 337298 w 508352"/>
                <a:gd name="connsiteY24" fmla="*/ 90976 h 160456"/>
                <a:gd name="connsiteX25" fmla="*/ 295648 w 508352"/>
                <a:gd name="connsiteY25" fmla="*/ 125078 h 160456"/>
                <a:gd name="connsiteX26" fmla="*/ 337298 w 508352"/>
                <a:gd name="connsiteY26" fmla="*/ 160457 h 160456"/>
                <a:gd name="connsiteX27" fmla="*/ 371906 w 508352"/>
                <a:gd name="connsiteY27" fmla="*/ 145242 h 160456"/>
                <a:gd name="connsiteX28" fmla="*/ 372546 w 508352"/>
                <a:gd name="connsiteY28" fmla="*/ 145242 h 160456"/>
                <a:gd name="connsiteX29" fmla="*/ 371479 w 508352"/>
                <a:gd name="connsiteY29" fmla="*/ 158913 h 160456"/>
                <a:gd name="connsiteX30" fmla="*/ 346608 w 508352"/>
                <a:gd name="connsiteY30" fmla="*/ 108905 h 160456"/>
                <a:gd name="connsiteX31" fmla="*/ 371248 w 508352"/>
                <a:gd name="connsiteY31" fmla="*/ 124865 h 160456"/>
                <a:gd name="connsiteX32" fmla="*/ 346608 w 508352"/>
                <a:gd name="connsiteY32" fmla="*/ 142049 h 160456"/>
                <a:gd name="connsiteX33" fmla="*/ 322182 w 508352"/>
                <a:gd name="connsiteY33" fmla="*/ 124865 h 160456"/>
                <a:gd name="connsiteX34" fmla="*/ 346608 w 508352"/>
                <a:gd name="connsiteY34" fmla="*/ 108905 h 160456"/>
                <a:gd name="connsiteX35" fmla="*/ 273134 w 508352"/>
                <a:gd name="connsiteY35" fmla="*/ 0 h 160456"/>
                <a:gd name="connsiteX36" fmla="*/ 246467 w 508352"/>
                <a:gd name="connsiteY36" fmla="*/ 0 h 160456"/>
                <a:gd name="connsiteX37" fmla="*/ 246467 w 508352"/>
                <a:gd name="connsiteY37" fmla="*/ 158913 h 160456"/>
                <a:gd name="connsiteX38" fmla="*/ 273134 w 508352"/>
                <a:gd name="connsiteY38" fmla="*/ 158913 h 160456"/>
                <a:gd name="connsiteX39" fmla="*/ 273134 w 508352"/>
                <a:gd name="connsiteY39" fmla="*/ 0 h 160456"/>
                <a:gd name="connsiteX40" fmla="*/ 171179 w 508352"/>
                <a:gd name="connsiteY40" fmla="*/ 66766 h 160456"/>
                <a:gd name="connsiteX41" fmla="*/ 196886 w 508352"/>
                <a:gd name="connsiteY41" fmla="*/ 103636 h 160456"/>
                <a:gd name="connsiteX42" fmla="*/ 171179 w 508352"/>
                <a:gd name="connsiteY42" fmla="*/ 139866 h 160456"/>
                <a:gd name="connsiteX43" fmla="*/ 145472 w 508352"/>
                <a:gd name="connsiteY43" fmla="*/ 103636 h 160456"/>
                <a:gd name="connsiteX44" fmla="*/ 171179 w 508352"/>
                <a:gd name="connsiteY44" fmla="*/ 66766 h 160456"/>
                <a:gd name="connsiteX45" fmla="*/ 171179 w 508352"/>
                <a:gd name="connsiteY45" fmla="*/ 46389 h 160456"/>
                <a:gd name="connsiteX46" fmla="*/ 118708 w 508352"/>
                <a:gd name="connsiteY46" fmla="*/ 103423 h 160456"/>
                <a:gd name="connsiteX47" fmla="*/ 171179 w 508352"/>
                <a:gd name="connsiteY47" fmla="*/ 160191 h 160456"/>
                <a:gd name="connsiteX48" fmla="*/ 223650 w 508352"/>
                <a:gd name="connsiteY48" fmla="*/ 103423 h 160456"/>
                <a:gd name="connsiteX49" fmla="*/ 171179 w 508352"/>
                <a:gd name="connsiteY49" fmla="*/ 46389 h 160456"/>
                <a:gd name="connsiteX50" fmla="*/ 98763 w 508352"/>
                <a:gd name="connsiteY50" fmla="*/ 77988 h 160456"/>
                <a:gd name="connsiteX51" fmla="*/ 50773 w 508352"/>
                <a:gd name="connsiteY51" fmla="*/ 46389 h 160456"/>
                <a:gd name="connsiteX52" fmla="*/ 9 w 508352"/>
                <a:gd name="connsiteY52" fmla="*/ 77563 h 160456"/>
                <a:gd name="connsiteX53" fmla="*/ 48426 w 508352"/>
                <a:gd name="connsiteY53" fmla="*/ 112090 h 160456"/>
                <a:gd name="connsiteX54" fmla="*/ 76044 w 508352"/>
                <a:gd name="connsiteY54" fmla="*/ 127145 h 160456"/>
                <a:gd name="connsiteX55" fmla="*/ 50764 w 508352"/>
                <a:gd name="connsiteY55" fmla="*/ 141987 h 160456"/>
                <a:gd name="connsiteX56" fmla="*/ 26765 w 508352"/>
                <a:gd name="connsiteY56" fmla="*/ 123951 h 160456"/>
                <a:gd name="connsiteX57" fmla="*/ 0 w 508352"/>
                <a:gd name="connsiteY57" fmla="*/ 123951 h 160456"/>
                <a:gd name="connsiteX58" fmla="*/ 50764 w 508352"/>
                <a:gd name="connsiteY58" fmla="*/ 160182 h 160456"/>
                <a:gd name="connsiteX59" fmla="*/ 102809 w 508352"/>
                <a:gd name="connsiteY59" fmla="*/ 127145 h 160456"/>
                <a:gd name="connsiteX60" fmla="*/ 53112 w 508352"/>
                <a:gd name="connsiteY60" fmla="*/ 91766 h 160456"/>
                <a:gd name="connsiteX61" fmla="*/ 26658 w 508352"/>
                <a:gd name="connsiteY61" fmla="*/ 79266 h 160456"/>
                <a:gd name="connsiteX62" fmla="*/ 50657 w 508352"/>
                <a:gd name="connsiteY62" fmla="*/ 64637 h 160456"/>
                <a:gd name="connsiteX63" fmla="*/ 71989 w 508352"/>
                <a:gd name="connsiteY63" fmla="*/ 77988 h 160456"/>
                <a:gd name="connsiteX64" fmla="*/ 98763 w 508352"/>
                <a:gd name="connsiteY64" fmla="*/ 77988 h 16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08352" h="160456">
                  <a:moveTo>
                    <a:pt x="422866" y="47879"/>
                  </a:moveTo>
                  <a:lnTo>
                    <a:pt x="422866" y="158913"/>
                  </a:lnTo>
                  <a:lnTo>
                    <a:pt x="449532" y="158913"/>
                  </a:lnTo>
                  <a:lnTo>
                    <a:pt x="449532" y="90444"/>
                  </a:lnTo>
                  <a:cubicBezTo>
                    <a:pt x="449106" y="76028"/>
                    <a:pt x="453801" y="66926"/>
                    <a:pt x="469691" y="66926"/>
                  </a:cubicBezTo>
                  <a:cubicBezTo>
                    <a:pt x="482219" y="66926"/>
                    <a:pt x="483286" y="73473"/>
                    <a:pt x="483286" y="84695"/>
                  </a:cubicBezTo>
                  <a:lnTo>
                    <a:pt x="483286" y="90444"/>
                  </a:lnTo>
                  <a:lnTo>
                    <a:pt x="508353" y="90444"/>
                  </a:lnTo>
                  <a:lnTo>
                    <a:pt x="508353" y="81404"/>
                  </a:lnTo>
                  <a:cubicBezTo>
                    <a:pt x="508353" y="60121"/>
                    <a:pt x="502644" y="46397"/>
                    <a:pt x="479080" y="46397"/>
                  </a:cubicBezTo>
                  <a:cubicBezTo>
                    <a:pt x="466125" y="46397"/>
                    <a:pt x="454654" y="50017"/>
                    <a:pt x="449328" y="62357"/>
                  </a:cubicBezTo>
                  <a:lnTo>
                    <a:pt x="448261" y="62357"/>
                  </a:lnTo>
                  <a:lnTo>
                    <a:pt x="449008" y="47888"/>
                  </a:lnTo>
                  <a:lnTo>
                    <a:pt x="422874" y="47888"/>
                  </a:lnTo>
                  <a:close/>
                  <a:moveTo>
                    <a:pt x="371461" y="158913"/>
                  </a:moveTo>
                  <a:lnTo>
                    <a:pt x="398128" y="158913"/>
                  </a:lnTo>
                  <a:lnTo>
                    <a:pt x="398128" y="89220"/>
                  </a:lnTo>
                  <a:cubicBezTo>
                    <a:pt x="398128" y="51977"/>
                    <a:pt x="383252" y="46655"/>
                    <a:pt x="347577" y="46655"/>
                  </a:cubicBezTo>
                  <a:cubicBezTo>
                    <a:pt x="322084" y="46655"/>
                    <a:pt x="299588" y="47932"/>
                    <a:pt x="299588" y="80384"/>
                  </a:cubicBezTo>
                  <a:lnTo>
                    <a:pt x="326255" y="80384"/>
                  </a:lnTo>
                  <a:cubicBezTo>
                    <a:pt x="326255" y="65968"/>
                    <a:pt x="335582" y="64903"/>
                    <a:pt x="347266" y="64903"/>
                  </a:cubicBezTo>
                  <a:cubicBezTo>
                    <a:pt x="369558" y="64903"/>
                    <a:pt x="371052" y="71237"/>
                    <a:pt x="371052" y="89273"/>
                  </a:cubicBezTo>
                  <a:lnTo>
                    <a:pt x="371052" y="103689"/>
                  </a:lnTo>
                  <a:lnTo>
                    <a:pt x="370625" y="103689"/>
                  </a:lnTo>
                  <a:cubicBezTo>
                    <a:pt x="364276" y="91189"/>
                    <a:pt x="350894" y="90976"/>
                    <a:pt x="337298" y="90976"/>
                  </a:cubicBezTo>
                  <a:cubicBezTo>
                    <a:pt x="309680" y="90976"/>
                    <a:pt x="295648" y="98375"/>
                    <a:pt x="295648" y="125078"/>
                  </a:cubicBezTo>
                  <a:cubicBezTo>
                    <a:pt x="295648" y="155187"/>
                    <a:pt x="312018" y="160457"/>
                    <a:pt x="337298" y="160457"/>
                  </a:cubicBezTo>
                  <a:cubicBezTo>
                    <a:pt x="350254" y="160457"/>
                    <a:pt x="366624" y="160031"/>
                    <a:pt x="371906" y="145242"/>
                  </a:cubicBezTo>
                  <a:lnTo>
                    <a:pt x="372546" y="145242"/>
                  </a:lnTo>
                  <a:lnTo>
                    <a:pt x="371479" y="158913"/>
                  </a:lnTo>
                  <a:close/>
                  <a:moveTo>
                    <a:pt x="346608" y="108905"/>
                  </a:moveTo>
                  <a:cubicBezTo>
                    <a:pt x="359777" y="108905"/>
                    <a:pt x="371248" y="109331"/>
                    <a:pt x="371248" y="124865"/>
                  </a:cubicBezTo>
                  <a:cubicBezTo>
                    <a:pt x="371248" y="140399"/>
                    <a:pt x="360586" y="142049"/>
                    <a:pt x="346608" y="142049"/>
                  </a:cubicBezTo>
                  <a:cubicBezTo>
                    <a:pt x="328584" y="142049"/>
                    <a:pt x="322182" y="140558"/>
                    <a:pt x="322182" y="124865"/>
                  </a:cubicBezTo>
                  <a:cubicBezTo>
                    <a:pt x="322182" y="109171"/>
                    <a:pt x="332843" y="108905"/>
                    <a:pt x="346608" y="108905"/>
                  </a:cubicBezTo>
                  <a:moveTo>
                    <a:pt x="273134" y="0"/>
                  </a:moveTo>
                  <a:lnTo>
                    <a:pt x="246467" y="0"/>
                  </a:lnTo>
                  <a:lnTo>
                    <a:pt x="246467" y="158913"/>
                  </a:lnTo>
                  <a:lnTo>
                    <a:pt x="273134" y="158913"/>
                  </a:lnTo>
                  <a:lnTo>
                    <a:pt x="273134" y="0"/>
                  </a:lnTo>
                  <a:close/>
                  <a:moveTo>
                    <a:pt x="171179" y="66766"/>
                  </a:moveTo>
                  <a:cubicBezTo>
                    <a:pt x="194965" y="66766"/>
                    <a:pt x="196886" y="73526"/>
                    <a:pt x="196886" y="103636"/>
                  </a:cubicBezTo>
                  <a:cubicBezTo>
                    <a:pt x="196886" y="133745"/>
                    <a:pt x="194965" y="139866"/>
                    <a:pt x="171179" y="139866"/>
                  </a:cubicBezTo>
                  <a:cubicBezTo>
                    <a:pt x="147393" y="139866"/>
                    <a:pt x="145472" y="133266"/>
                    <a:pt x="145472" y="103636"/>
                  </a:cubicBezTo>
                  <a:cubicBezTo>
                    <a:pt x="145472" y="74005"/>
                    <a:pt x="147393" y="66766"/>
                    <a:pt x="171179" y="66766"/>
                  </a:cubicBezTo>
                  <a:moveTo>
                    <a:pt x="171179" y="46389"/>
                  </a:moveTo>
                  <a:cubicBezTo>
                    <a:pt x="124683" y="46389"/>
                    <a:pt x="118708" y="60166"/>
                    <a:pt x="118708" y="103423"/>
                  </a:cubicBezTo>
                  <a:cubicBezTo>
                    <a:pt x="118708" y="146680"/>
                    <a:pt x="124683" y="160191"/>
                    <a:pt x="171179" y="160191"/>
                  </a:cubicBezTo>
                  <a:cubicBezTo>
                    <a:pt x="217675" y="160191"/>
                    <a:pt x="223650" y="146413"/>
                    <a:pt x="223650" y="103423"/>
                  </a:cubicBezTo>
                  <a:cubicBezTo>
                    <a:pt x="223650" y="60432"/>
                    <a:pt x="217728" y="46389"/>
                    <a:pt x="171179" y="46389"/>
                  </a:cubicBezTo>
                  <a:moveTo>
                    <a:pt x="98763" y="77988"/>
                  </a:moveTo>
                  <a:cubicBezTo>
                    <a:pt x="98763" y="46814"/>
                    <a:pt x="72629" y="46389"/>
                    <a:pt x="50773" y="46389"/>
                  </a:cubicBezTo>
                  <a:cubicBezTo>
                    <a:pt x="22088" y="46389"/>
                    <a:pt x="9" y="47027"/>
                    <a:pt x="9" y="77563"/>
                  </a:cubicBezTo>
                  <a:cubicBezTo>
                    <a:pt x="9" y="105969"/>
                    <a:pt x="7425" y="111717"/>
                    <a:pt x="48426" y="112090"/>
                  </a:cubicBezTo>
                  <a:cubicBezTo>
                    <a:pt x="75404" y="112516"/>
                    <a:pt x="76044" y="117413"/>
                    <a:pt x="76044" y="127145"/>
                  </a:cubicBezTo>
                  <a:cubicBezTo>
                    <a:pt x="76044" y="142412"/>
                    <a:pt x="66716" y="141987"/>
                    <a:pt x="50764" y="141987"/>
                  </a:cubicBezTo>
                  <a:cubicBezTo>
                    <a:pt x="30980" y="141987"/>
                    <a:pt x="27192" y="140070"/>
                    <a:pt x="26765" y="123951"/>
                  </a:cubicBezTo>
                  <a:lnTo>
                    <a:pt x="0" y="123951"/>
                  </a:lnTo>
                  <a:cubicBezTo>
                    <a:pt x="0" y="160182"/>
                    <a:pt x="20371" y="160182"/>
                    <a:pt x="50764" y="160182"/>
                  </a:cubicBezTo>
                  <a:cubicBezTo>
                    <a:pt x="78969" y="160182"/>
                    <a:pt x="102809" y="157254"/>
                    <a:pt x="102809" y="127145"/>
                  </a:cubicBezTo>
                  <a:cubicBezTo>
                    <a:pt x="102809" y="91127"/>
                    <a:pt x="79450" y="93043"/>
                    <a:pt x="53112" y="91766"/>
                  </a:cubicBezTo>
                  <a:cubicBezTo>
                    <a:pt x="29752" y="90701"/>
                    <a:pt x="26658" y="90435"/>
                    <a:pt x="26658" y="79266"/>
                  </a:cubicBezTo>
                  <a:cubicBezTo>
                    <a:pt x="26658" y="64637"/>
                    <a:pt x="36413" y="64637"/>
                    <a:pt x="50657" y="64637"/>
                  </a:cubicBezTo>
                  <a:cubicBezTo>
                    <a:pt x="64902" y="64637"/>
                    <a:pt x="71989" y="64637"/>
                    <a:pt x="71989" y="77988"/>
                  </a:cubicBezTo>
                  <a:lnTo>
                    <a:pt x="98763" y="77988"/>
                  </a:lnTo>
                  <a:close/>
                </a:path>
              </a:pathLst>
            </a:custGeom>
            <a:solidFill>
              <a:srgbClr val="000000"/>
            </a:solidFill>
            <a:ln w="882" cap="flat">
              <a:noFill/>
              <a:prstDash val="solid"/>
              <a:miter/>
            </a:ln>
          </p:spPr>
          <p:txBody>
            <a:bodyPr rtlCol="0" anchor="ctr"/>
            <a:lstStyle/>
            <a:p>
              <a:pPr marL="0" algn="l" defTabSz="914400" rtl="0" eaLnBrk="1" latinLnBrk="0" hangingPunct="1"/>
              <a:endParaRPr lang="en-IL"/>
            </a:p>
          </p:txBody>
        </p:sp>
      </p:grpSp>
    </p:spTree>
    <p:extLst>
      <p:ext uri="{BB962C8B-B14F-4D97-AF65-F5344CB8AC3E}">
        <p14:creationId xmlns:p14="http://schemas.microsoft.com/office/powerpoint/2010/main" val="8356829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61" r:id="rId5"/>
    <p:sldLayoutId id="2147483662" r:id="rId6"/>
    <p:sldLayoutId id="2147483663" r:id="rId7"/>
    <p:sldLayoutId id="2147483653" r:id="rId8"/>
    <p:sldLayoutId id="2147483664" r:id="rId9"/>
    <p:sldLayoutId id="2147483665" r:id="rId10"/>
    <p:sldLayoutId id="2147483654" r:id="rId11"/>
    <p:sldLayoutId id="2147483666" r:id="rId12"/>
  </p:sldLayoutIdLst>
  <p:hf hdr="0" ftr="0" dt="0"/>
  <p:txStyles>
    <p:titleStyle>
      <a:lvl1pPr algn="l" defTabSz="914400" rtl="0" eaLnBrk="1" latinLnBrk="0" hangingPunct="1">
        <a:lnSpc>
          <a:spcPct val="90000"/>
        </a:lnSpc>
        <a:spcBef>
          <a:spcPct val="0"/>
        </a:spcBef>
        <a:buNone/>
        <a:defRPr sz="3600" b="0" i="0" kern="1200">
          <a:solidFill>
            <a:schemeClr val="tx2"/>
          </a:solidFill>
          <a:latin typeface="+mj-lt"/>
          <a:ea typeface="+mj-ea"/>
          <a:cs typeface="Segoe UI Semibold" panose="020B0502040204020203" pitchFamily="34" charset="0"/>
        </a:defRPr>
      </a:lvl1pPr>
    </p:titleStyle>
    <p:bodyStyle>
      <a:lvl1pPr marL="228600" indent="-228600" algn="l" defTabSz="914400" rtl="0" eaLnBrk="1" latinLnBrk="0" hangingPunct="1">
        <a:lnSpc>
          <a:spcPct val="90000"/>
        </a:lnSpc>
        <a:spcBef>
          <a:spcPts val="1000"/>
        </a:spcBef>
        <a:buFontTx/>
        <a:buBlip>
          <a:blip r:embed="rId14"/>
        </a:buBlip>
        <a:defRPr sz="2000" b="0" i="0" kern="1200">
          <a:solidFill>
            <a:schemeClr val="tx2"/>
          </a:solidFill>
          <a:latin typeface="+mn-lt"/>
          <a:ea typeface="+mn-ea"/>
          <a:cs typeface="Segoe UI Light" panose="020B0502040204020203" pitchFamily="34" charset="0"/>
        </a:defRPr>
      </a:lvl1pPr>
      <a:lvl2pPr marL="6858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2pPr>
      <a:lvl3pPr marL="11430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3pPr>
      <a:lvl4pPr marL="16002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4pPr>
      <a:lvl5pPr marL="20574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customXml" Target="../ink/ink6.xml"/><Relationship Id="rId18" Type="http://schemas.openxmlformats.org/officeDocument/2006/relationships/image" Target="../media/image18.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15.png"/><Relationship Id="rId17" Type="http://schemas.openxmlformats.org/officeDocument/2006/relationships/customXml" Target="../ink/ink8.xml"/><Relationship Id="rId2" Type="http://schemas.openxmlformats.org/officeDocument/2006/relationships/image" Target="../media/image10.png"/><Relationship Id="rId16"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14.png"/><Relationship Id="rId4" Type="http://schemas.openxmlformats.org/officeDocument/2006/relationships/image" Target="../media/image11.png"/><Relationship Id="rId9" Type="http://schemas.openxmlformats.org/officeDocument/2006/relationships/customXml" Target="../ink/ink4.xml"/><Relationship Id="rId14" Type="http://schemas.openxmlformats.org/officeDocument/2006/relationships/image" Target="../media/image16.png"/></Relationships>
</file>

<file path=ppt/slides/_rels/slide15.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customXml" Target="../ink/ink14.xml"/><Relationship Id="rId18" Type="http://schemas.openxmlformats.org/officeDocument/2006/relationships/image" Target="../media/image18.png"/><Relationship Id="rId3" Type="http://schemas.openxmlformats.org/officeDocument/2006/relationships/customXml" Target="../ink/ink9.xml"/><Relationship Id="rId7" Type="http://schemas.openxmlformats.org/officeDocument/2006/relationships/customXml" Target="../ink/ink11.xml"/><Relationship Id="rId12" Type="http://schemas.openxmlformats.org/officeDocument/2006/relationships/image" Target="../media/image15.png"/><Relationship Id="rId17" Type="http://schemas.openxmlformats.org/officeDocument/2006/relationships/customXml" Target="../ink/ink16.xml"/><Relationship Id="rId2" Type="http://schemas.openxmlformats.org/officeDocument/2006/relationships/image" Target="../media/image10.png"/><Relationship Id="rId16"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customXml" Target="../ink/ink13.xml"/><Relationship Id="rId5" Type="http://schemas.openxmlformats.org/officeDocument/2006/relationships/customXml" Target="../ink/ink10.xml"/><Relationship Id="rId15" Type="http://schemas.openxmlformats.org/officeDocument/2006/relationships/customXml" Target="../ink/ink15.xml"/><Relationship Id="rId10" Type="http://schemas.openxmlformats.org/officeDocument/2006/relationships/image" Target="../media/image14.png"/><Relationship Id="rId4" Type="http://schemas.openxmlformats.org/officeDocument/2006/relationships/image" Target="../media/image11.png"/><Relationship Id="rId9" Type="http://schemas.openxmlformats.org/officeDocument/2006/relationships/customXml" Target="../ink/ink12.xml"/><Relationship Id="rId14" Type="http://schemas.openxmlformats.org/officeDocument/2006/relationships/image" Target="../media/image16.png"/></Relationships>
</file>

<file path=ppt/slides/_rels/slide16.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customXml" Target="../ink/ink22.xml"/><Relationship Id="rId18" Type="http://schemas.openxmlformats.org/officeDocument/2006/relationships/image" Target="../media/image25.png"/><Relationship Id="rId3" Type="http://schemas.openxmlformats.org/officeDocument/2006/relationships/customXml" Target="../ink/ink17.xml"/><Relationship Id="rId7" Type="http://schemas.openxmlformats.org/officeDocument/2006/relationships/customXml" Target="../ink/ink19.xml"/><Relationship Id="rId12" Type="http://schemas.openxmlformats.org/officeDocument/2006/relationships/image" Target="../media/image22.png"/><Relationship Id="rId17" Type="http://schemas.openxmlformats.org/officeDocument/2006/relationships/customXml" Target="../ink/ink24.xml"/><Relationship Id="rId2" Type="http://schemas.openxmlformats.org/officeDocument/2006/relationships/image" Target="../media/image10.png"/><Relationship Id="rId16"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customXml" Target="../ink/ink21.xml"/><Relationship Id="rId5" Type="http://schemas.openxmlformats.org/officeDocument/2006/relationships/customXml" Target="../ink/ink18.xml"/><Relationship Id="rId15" Type="http://schemas.openxmlformats.org/officeDocument/2006/relationships/customXml" Target="../ink/ink23.xml"/><Relationship Id="rId10" Type="http://schemas.openxmlformats.org/officeDocument/2006/relationships/image" Target="../media/image21.png"/><Relationship Id="rId4" Type="http://schemas.openxmlformats.org/officeDocument/2006/relationships/image" Target="../media/image19.png"/><Relationship Id="rId9" Type="http://schemas.openxmlformats.org/officeDocument/2006/relationships/customXml" Target="../ink/ink20.xml"/><Relationship Id="rId14" Type="http://schemas.openxmlformats.org/officeDocument/2006/relationships/image" Target="../media/image23.png"/></Relationships>
</file>

<file path=ppt/slides/_rels/slide1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customXml" Target="../ink/ink25.xml"/><Relationship Id="rId7" Type="http://schemas.openxmlformats.org/officeDocument/2006/relationships/customXml" Target="../ink/ink27.xml"/><Relationship Id="rId12" Type="http://schemas.openxmlformats.org/officeDocument/2006/relationships/image" Target="../media/image12.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customXml" Target="../ink/ink29.xml"/><Relationship Id="rId5" Type="http://schemas.openxmlformats.org/officeDocument/2006/relationships/customXml" Target="../ink/ink26.xml"/><Relationship Id="rId10" Type="http://schemas.openxmlformats.org/officeDocument/2006/relationships/image" Target="../media/image30.png"/><Relationship Id="rId4" Type="http://schemas.openxmlformats.org/officeDocument/2006/relationships/image" Target="../media/image27.png"/><Relationship Id="rId9" Type="http://schemas.openxmlformats.org/officeDocument/2006/relationships/customXml" Target="../ink/ink28.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5CF83-17C7-0535-D59E-CF8385CADF01}"/>
              </a:ext>
            </a:extLst>
          </p:cNvPr>
          <p:cNvSpPr>
            <a:spLocks noGrp="1"/>
          </p:cNvSpPr>
          <p:nvPr>
            <p:ph type="ctrTitle"/>
          </p:nvPr>
        </p:nvSpPr>
        <p:spPr/>
        <p:txBody>
          <a:bodyPr/>
          <a:lstStyle/>
          <a:p>
            <a:r>
              <a:rPr lang="en-US" dirty="0"/>
              <a:t>Design for testing and FA</a:t>
            </a:r>
            <a:endParaRPr lang="en-IL" dirty="0"/>
          </a:p>
        </p:txBody>
      </p:sp>
      <p:sp>
        <p:nvSpPr>
          <p:cNvPr id="3" name="Subtitle 2">
            <a:extLst>
              <a:ext uri="{FF2B5EF4-FFF2-40B4-BE49-F238E27FC236}">
                <a16:creationId xmlns:a16="http://schemas.microsoft.com/office/drawing/2014/main" id="{E8438298-3FE9-7FA1-7EB3-479205CE502F}"/>
              </a:ext>
            </a:extLst>
          </p:cNvPr>
          <p:cNvSpPr>
            <a:spLocks noGrp="1"/>
          </p:cNvSpPr>
          <p:nvPr>
            <p:ph type="subTitle" idx="1"/>
          </p:nvPr>
        </p:nvSpPr>
        <p:spPr/>
        <p:txBody>
          <a:bodyPr/>
          <a:lstStyle/>
          <a:p>
            <a:r>
              <a:rPr lang="en-US" dirty="0"/>
              <a:t>Yariv Shlivinski</a:t>
            </a:r>
            <a:endParaRPr lang="en-IL" dirty="0"/>
          </a:p>
        </p:txBody>
      </p:sp>
      <p:sp>
        <p:nvSpPr>
          <p:cNvPr id="4" name="Slide Number Placeholder 3">
            <a:extLst>
              <a:ext uri="{FF2B5EF4-FFF2-40B4-BE49-F238E27FC236}">
                <a16:creationId xmlns:a16="http://schemas.microsoft.com/office/drawing/2014/main" id="{6126815B-FE35-0B1E-8A8E-04E624950E15}"/>
              </a:ext>
            </a:extLst>
          </p:cNvPr>
          <p:cNvSpPr>
            <a:spLocks noGrp="1"/>
          </p:cNvSpPr>
          <p:nvPr>
            <p:ph type="sldNum" sz="quarter" idx="12"/>
          </p:nvPr>
        </p:nvSpPr>
        <p:spPr/>
        <p:txBody>
          <a:bodyPr/>
          <a:lstStyle/>
          <a:p>
            <a:fld id="{4055E60B-063F-7341-AAD1-65F55D97E323}" type="slidenum">
              <a:rPr lang="en-IL" smtClean="0"/>
              <a:pPr/>
              <a:t>1</a:t>
            </a:fld>
            <a:endParaRPr lang="en-IL"/>
          </a:p>
        </p:txBody>
      </p:sp>
    </p:spTree>
    <p:extLst>
      <p:ext uri="{BB962C8B-B14F-4D97-AF65-F5344CB8AC3E}">
        <p14:creationId xmlns:p14="http://schemas.microsoft.com/office/powerpoint/2010/main" val="2507165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DB29A-D140-79F5-7876-0B67DFE7CF3C}"/>
              </a:ext>
            </a:extLst>
          </p:cNvPr>
          <p:cNvSpPr>
            <a:spLocks noGrp="1"/>
          </p:cNvSpPr>
          <p:nvPr>
            <p:ph type="title"/>
          </p:nvPr>
        </p:nvSpPr>
        <p:spPr/>
        <p:txBody>
          <a:bodyPr/>
          <a:lstStyle/>
          <a:p>
            <a:r>
              <a:rPr lang="en-US" dirty="0"/>
              <a:t>Design and Layout for failure</a:t>
            </a:r>
          </a:p>
        </p:txBody>
      </p:sp>
      <p:sp>
        <p:nvSpPr>
          <p:cNvPr id="3" name="Content Placeholder 2">
            <a:extLst>
              <a:ext uri="{FF2B5EF4-FFF2-40B4-BE49-F238E27FC236}">
                <a16:creationId xmlns:a16="http://schemas.microsoft.com/office/drawing/2014/main" id="{64CC5C13-278D-25CC-9703-CDD620F3974D}"/>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ctr">
              <a:buNone/>
            </a:pPr>
            <a:r>
              <a:rPr lang="en-US" sz="3200" b="1" dirty="0"/>
              <a:t>“Success is the ability to go from failure to failure without losing your enthusiasm.”</a:t>
            </a:r>
          </a:p>
        </p:txBody>
      </p:sp>
      <p:sp>
        <p:nvSpPr>
          <p:cNvPr id="4" name="Slide Number Placeholder 3">
            <a:extLst>
              <a:ext uri="{FF2B5EF4-FFF2-40B4-BE49-F238E27FC236}">
                <a16:creationId xmlns:a16="http://schemas.microsoft.com/office/drawing/2014/main" id="{DBE3C171-C5CA-59A4-BD67-FF087E1115CF}"/>
              </a:ext>
            </a:extLst>
          </p:cNvPr>
          <p:cNvSpPr>
            <a:spLocks noGrp="1"/>
          </p:cNvSpPr>
          <p:nvPr>
            <p:ph type="sldNum" sz="quarter" idx="12"/>
          </p:nvPr>
        </p:nvSpPr>
        <p:spPr/>
        <p:txBody>
          <a:bodyPr/>
          <a:lstStyle/>
          <a:p>
            <a:fld id="{4055E60B-063F-7341-AAD1-65F55D97E323}" type="slidenum">
              <a:rPr lang="en-IL" smtClean="0"/>
              <a:t>2</a:t>
            </a:fld>
            <a:endParaRPr lang="en-IL"/>
          </a:p>
        </p:txBody>
      </p:sp>
    </p:spTree>
    <p:extLst>
      <p:ext uri="{BB962C8B-B14F-4D97-AF65-F5344CB8AC3E}">
        <p14:creationId xmlns:p14="http://schemas.microsoft.com/office/powerpoint/2010/main" val="3473672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B10AE-C74D-37D0-E2F4-5EF716A776DB}"/>
              </a:ext>
            </a:extLst>
          </p:cNvPr>
          <p:cNvSpPr>
            <a:spLocks noGrp="1"/>
          </p:cNvSpPr>
          <p:nvPr>
            <p:ph type="title"/>
          </p:nvPr>
        </p:nvSpPr>
        <p:spPr/>
        <p:txBody>
          <a:bodyPr/>
          <a:lstStyle/>
          <a:p>
            <a:r>
              <a:rPr lang="en-US" dirty="0"/>
              <a:t>Design and Layout for testing, failure analysis and failure mitigation </a:t>
            </a:r>
          </a:p>
        </p:txBody>
      </p:sp>
      <p:sp>
        <p:nvSpPr>
          <p:cNvPr id="3" name="Content Placeholder 2">
            <a:extLst>
              <a:ext uri="{FF2B5EF4-FFF2-40B4-BE49-F238E27FC236}">
                <a16:creationId xmlns:a16="http://schemas.microsoft.com/office/drawing/2014/main" id="{0BE18B99-9E02-2E44-324C-EC98E942982E}"/>
              </a:ext>
            </a:extLst>
          </p:cNvPr>
          <p:cNvSpPr>
            <a:spLocks noGrp="1"/>
          </p:cNvSpPr>
          <p:nvPr>
            <p:ph idx="1"/>
          </p:nvPr>
        </p:nvSpPr>
        <p:spPr>
          <a:xfrm>
            <a:off x="516000" y="1935125"/>
            <a:ext cx="11160000" cy="4219023"/>
          </a:xfrm>
        </p:spPr>
        <p:txBody>
          <a:bodyPr/>
          <a:lstStyle/>
          <a:p>
            <a:r>
              <a:rPr lang="en-US" dirty="0"/>
              <a:t>Two kinds of tests:</a:t>
            </a:r>
          </a:p>
          <a:p>
            <a:pPr lvl="1"/>
            <a:r>
              <a:rPr lang="en-US" dirty="0"/>
              <a:t>R&amp;D</a:t>
            </a:r>
          </a:p>
          <a:p>
            <a:pPr lvl="1"/>
            <a:r>
              <a:rPr lang="en-US" dirty="0"/>
              <a:t>Production line</a:t>
            </a:r>
          </a:p>
          <a:p>
            <a:r>
              <a:rPr lang="en-US" dirty="0"/>
              <a:t>Two kinds of FA:</a:t>
            </a:r>
          </a:p>
          <a:p>
            <a:pPr lvl="1"/>
            <a:r>
              <a:rPr lang="en-US" dirty="0"/>
              <a:t>R&amp;D+Q&amp;R</a:t>
            </a:r>
          </a:p>
          <a:p>
            <a:pPr lvl="1"/>
            <a:r>
              <a:rPr lang="en-US" dirty="0"/>
              <a:t>Field remote</a:t>
            </a:r>
          </a:p>
          <a:p>
            <a:pPr marL="457200" lvl="1" indent="0">
              <a:buNone/>
            </a:pPr>
            <a:endParaRPr lang="en-US" dirty="0"/>
          </a:p>
        </p:txBody>
      </p:sp>
      <p:sp>
        <p:nvSpPr>
          <p:cNvPr id="4" name="Slide Number Placeholder 3">
            <a:extLst>
              <a:ext uri="{FF2B5EF4-FFF2-40B4-BE49-F238E27FC236}">
                <a16:creationId xmlns:a16="http://schemas.microsoft.com/office/drawing/2014/main" id="{1A488F1B-D9DF-DF1E-B8CF-87B77ED1AA7C}"/>
              </a:ext>
            </a:extLst>
          </p:cNvPr>
          <p:cNvSpPr>
            <a:spLocks noGrp="1"/>
          </p:cNvSpPr>
          <p:nvPr>
            <p:ph type="sldNum" sz="quarter" idx="12"/>
          </p:nvPr>
        </p:nvSpPr>
        <p:spPr/>
        <p:txBody>
          <a:bodyPr/>
          <a:lstStyle/>
          <a:p>
            <a:fld id="{4055E60B-063F-7341-AAD1-65F55D97E323}" type="slidenum">
              <a:rPr lang="en-IL" smtClean="0"/>
              <a:t>3</a:t>
            </a:fld>
            <a:endParaRPr lang="en-IL"/>
          </a:p>
        </p:txBody>
      </p:sp>
    </p:spTree>
    <p:extLst>
      <p:ext uri="{BB962C8B-B14F-4D97-AF65-F5344CB8AC3E}">
        <p14:creationId xmlns:p14="http://schemas.microsoft.com/office/powerpoint/2010/main" val="445804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6CDEF20-1B05-8827-3409-F9FC55DEE1D6}"/>
              </a:ext>
            </a:extLst>
          </p:cNvPr>
          <p:cNvSpPr>
            <a:spLocks noGrp="1"/>
          </p:cNvSpPr>
          <p:nvPr>
            <p:ph type="body" idx="1"/>
          </p:nvPr>
        </p:nvSpPr>
        <p:spPr/>
        <p:txBody>
          <a:bodyPr/>
          <a:lstStyle/>
          <a:p>
            <a:endParaRPr lang="en-US"/>
          </a:p>
        </p:txBody>
      </p:sp>
      <p:sp>
        <p:nvSpPr>
          <p:cNvPr id="3" name="Slide Number Placeholder 2">
            <a:extLst>
              <a:ext uri="{FF2B5EF4-FFF2-40B4-BE49-F238E27FC236}">
                <a16:creationId xmlns:a16="http://schemas.microsoft.com/office/drawing/2014/main" id="{AD67E976-EE88-2663-7B83-8EC2C67D95D8}"/>
              </a:ext>
            </a:extLst>
          </p:cNvPr>
          <p:cNvSpPr>
            <a:spLocks noGrp="1"/>
          </p:cNvSpPr>
          <p:nvPr>
            <p:ph type="sldNum" sz="quarter" idx="12"/>
          </p:nvPr>
        </p:nvSpPr>
        <p:spPr/>
        <p:txBody>
          <a:bodyPr/>
          <a:lstStyle/>
          <a:p>
            <a:fld id="{4055E60B-063F-7341-AAD1-65F55D97E323}" type="slidenum">
              <a:rPr lang="en-IL" smtClean="0"/>
              <a:t>4</a:t>
            </a:fld>
            <a:endParaRPr lang="en-IL"/>
          </a:p>
        </p:txBody>
      </p:sp>
      <p:sp>
        <p:nvSpPr>
          <p:cNvPr id="4" name="Title 3">
            <a:extLst>
              <a:ext uri="{FF2B5EF4-FFF2-40B4-BE49-F238E27FC236}">
                <a16:creationId xmlns:a16="http://schemas.microsoft.com/office/drawing/2014/main" id="{BA23A864-6D4B-D08A-3843-AF144754D713}"/>
              </a:ext>
            </a:extLst>
          </p:cNvPr>
          <p:cNvSpPr>
            <a:spLocks noGrp="1"/>
          </p:cNvSpPr>
          <p:nvPr>
            <p:ph type="title"/>
          </p:nvPr>
        </p:nvSpPr>
        <p:spPr>
          <a:xfrm>
            <a:off x="516000" y="3260035"/>
            <a:ext cx="7330828" cy="1762539"/>
          </a:xfrm>
        </p:spPr>
        <p:txBody>
          <a:bodyPr/>
          <a:lstStyle/>
          <a:p>
            <a:r>
              <a:rPr lang="en-US" dirty="0"/>
              <a:t>Design and Layout for Lab testing</a:t>
            </a:r>
          </a:p>
        </p:txBody>
      </p:sp>
    </p:spTree>
    <p:extLst>
      <p:ext uri="{BB962C8B-B14F-4D97-AF65-F5344CB8AC3E}">
        <p14:creationId xmlns:p14="http://schemas.microsoft.com/office/powerpoint/2010/main" val="1467069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773D5-11D6-4A25-F305-FF0DCF6CD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0373C4-E22D-A1A6-76FF-71F63B1E218E}"/>
              </a:ext>
            </a:extLst>
          </p:cNvPr>
          <p:cNvSpPr>
            <a:spLocks noGrp="1"/>
          </p:cNvSpPr>
          <p:nvPr>
            <p:ph type="title"/>
          </p:nvPr>
        </p:nvSpPr>
        <p:spPr/>
        <p:txBody>
          <a:bodyPr/>
          <a:lstStyle/>
          <a:p>
            <a:r>
              <a:rPr lang="en-US" dirty="0"/>
              <a:t>Test points</a:t>
            </a:r>
          </a:p>
        </p:txBody>
      </p:sp>
      <p:sp>
        <p:nvSpPr>
          <p:cNvPr id="3" name="Content Placeholder 2">
            <a:extLst>
              <a:ext uri="{FF2B5EF4-FFF2-40B4-BE49-F238E27FC236}">
                <a16:creationId xmlns:a16="http://schemas.microsoft.com/office/drawing/2014/main" id="{0D89FDA8-3B0E-0F49-0F44-C8A83A4EB167}"/>
              </a:ext>
            </a:extLst>
          </p:cNvPr>
          <p:cNvSpPr>
            <a:spLocks noGrp="1"/>
          </p:cNvSpPr>
          <p:nvPr>
            <p:ph idx="1"/>
          </p:nvPr>
        </p:nvSpPr>
        <p:spPr>
          <a:xfrm>
            <a:off x="516000" y="1474148"/>
            <a:ext cx="7079857" cy="1798297"/>
          </a:xfrm>
        </p:spPr>
        <p:txBody>
          <a:bodyPr/>
          <a:lstStyle/>
          <a:p>
            <a:r>
              <a:rPr lang="en-US" dirty="0"/>
              <a:t>Lab</a:t>
            </a:r>
          </a:p>
          <a:p>
            <a:pPr lvl="1"/>
            <a:r>
              <a:rPr lang="en-US" dirty="0"/>
              <a:t>For easy testing make sure to have TPs on the top side.</a:t>
            </a:r>
          </a:p>
          <a:p>
            <a:pPr lvl="1"/>
            <a:r>
              <a:rPr lang="en-US" dirty="0"/>
              <a:t>GND TP close to the tested module.</a:t>
            </a:r>
          </a:p>
          <a:p>
            <a:pPr lvl="1"/>
            <a:r>
              <a:rPr lang="en-US" dirty="0"/>
              <a:t>Try to make the TPs as accessible as possible. </a:t>
            </a:r>
          </a:p>
          <a:p>
            <a:pPr lvl="1"/>
            <a:r>
              <a:rPr lang="en-US" dirty="0"/>
              <a:t>Do not sacrifice performance for testability!</a:t>
            </a:r>
          </a:p>
          <a:p>
            <a:pPr lvl="2"/>
            <a:r>
              <a:rPr lang="en-US" dirty="0"/>
              <a:t>Stubs</a:t>
            </a:r>
          </a:p>
          <a:p>
            <a:pPr lvl="2"/>
            <a:r>
              <a:rPr lang="en-US" dirty="0"/>
              <a:t>Noise collection.</a:t>
            </a:r>
          </a:p>
          <a:p>
            <a:pPr marL="457200" lvl="1" indent="0">
              <a:buNone/>
            </a:pPr>
            <a:endParaRPr lang="en-US" dirty="0"/>
          </a:p>
        </p:txBody>
      </p:sp>
      <p:sp>
        <p:nvSpPr>
          <p:cNvPr id="4" name="Slide Number Placeholder 3">
            <a:extLst>
              <a:ext uri="{FF2B5EF4-FFF2-40B4-BE49-F238E27FC236}">
                <a16:creationId xmlns:a16="http://schemas.microsoft.com/office/drawing/2014/main" id="{3CEF4DE1-8B15-78E7-F087-0F7EA7316A08}"/>
              </a:ext>
            </a:extLst>
          </p:cNvPr>
          <p:cNvSpPr>
            <a:spLocks noGrp="1"/>
          </p:cNvSpPr>
          <p:nvPr>
            <p:ph type="sldNum" sz="quarter" idx="12"/>
          </p:nvPr>
        </p:nvSpPr>
        <p:spPr/>
        <p:txBody>
          <a:bodyPr/>
          <a:lstStyle/>
          <a:p>
            <a:fld id="{4055E60B-063F-7341-AAD1-65F55D97E323}" type="slidenum">
              <a:rPr lang="en-IL" smtClean="0"/>
              <a:t>5</a:t>
            </a:fld>
            <a:endParaRPr lang="en-IL"/>
          </a:p>
        </p:txBody>
      </p:sp>
      <p:sp>
        <p:nvSpPr>
          <p:cNvPr id="14" name="TextBox 13">
            <a:extLst>
              <a:ext uri="{FF2B5EF4-FFF2-40B4-BE49-F238E27FC236}">
                <a16:creationId xmlns:a16="http://schemas.microsoft.com/office/drawing/2014/main" id="{7677016C-FFB8-B010-5A71-57971C867FAF}"/>
              </a:ext>
            </a:extLst>
          </p:cNvPr>
          <p:cNvSpPr txBox="1"/>
          <p:nvPr/>
        </p:nvSpPr>
        <p:spPr>
          <a:xfrm>
            <a:off x="990600" y="6045200"/>
            <a:ext cx="1933927" cy="369332"/>
          </a:xfrm>
          <a:prstGeom prst="rect">
            <a:avLst/>
          </a:prstGeom>
          <a:noFill/>
        </p:spPr>
        <p:txBody>
          <a:bodyPr wrap="none" rtlCol="0">
            <a:spAutoFit/>
          </a:bodyPr>
          <a:lstStyle/>
          <a:p>
            <a:r>
              <a:rPr lang="en-US" dirty="0"/>
              <a:t>D1999BB - </a:t>
            </a:r>
            <a:r>
              <a:rPr lang="en-US" dirty="0" err="1"/>
              <a:t>PortiaX</a:t>
            </a:r>
            <a:endParaRPr lang="en-US" dirty="0"/>
          </a:p>
        </p:txBody>
      </p:sp>
      <p:pic>
        <p:nvPicPr>
          <p:cNvPr id="6" name="Picture 5">
            <a:extLst>
              <a:ext uri="{FF2B5EF4-FFF2-40B4-BE49-F238E27FC236}">
                <a16:creationId xmlns:a16="http://schemas.microsoft.com/office/drawing/2014/main" id="{4BFF7591-9512-ED9B-D5F9-311015507E90}"/>
              </a:ext>
            </a:extLst>
          </p:cNvPr>
          <p:cNvPicPr>
            <a:picLocks noChangeAspect="1"/>
          </p:cNvPicPr>
          <p:nvPr/>
        </p:nvPicPr>
        <p:blipFill>
          <a:blip r:embed="rId2"/>
          <a:stretch>
            <a:fillRect/>
          </a:stretch>
        </p:blipFill>
        <p:spPr>
          <a:xfrm>
            <a:off x="7780275" y="1270254"/>
            <a:ext cx="3895725" cy="5124450"/>
          </a:xfrm>
          <a:prstGeom prst="rect">
            <a:avLst/>
          </a:prstGeom>
        </p:spPr>
      </p:pic>
      <p:pic>
        <p:nvPicPr>
          <p:cNvPr id="8" name="Picture 7">
            <a:extLst>
              <a:ext uri="{FF2B5EF4-FFF2-40B4-BE49-F238E27FC236}">
                <a16:creationId xmlns:a16="http://schemas.microsoft.com/office/drawing/2014/main" id="{FD23E415-AC05-DA4A-9965-BD94CD02CF3C}"/>
              </a:ext>
            </a:extLst>
          </p:cNvPr>
          <p:cNvPicPr>
            <a:picLocks noChangeAspect="1"/>
          </p:cNvPicPr>
          <p:nvPr/>
        </p:nvPicPr>
        <p:blipFill>
          <a:blip r:embed="rId3"/>
          <a:stretch>
            <a:fillRect/>
          </a:stretch>
        </p:blipFill>
        <p:spPr>
          <a:xfrm>
            <a:off x="317953" y="4010496"/>
            <a:ext cx="8999302" cy="2459646"/>
          </a:xfrm>
          <a:prstGeom prst="rect">
            <a:avLst/>
          </a:prstGeom>
        </p:spPr>
      </p:pic>
      <p:sp>
        <p:nvSpPr>
          <p:cNvPr id="9" name="Oval 8">
            <a:extLst>
              <a:ext uri="{FF2B5EF4-FFF2-40B4-BE49-F238E27FC236}">
                <a16:creationId xmlns:a16="http://schemas.microsoft.com/office/drawing/2014/main" id="{AE2901E3-4499-A3AC-2604-A6FA117409C5}"/>
              </a:ext>
            </a:extLst>
          </p:cNvPr>
          <p:cNvSpPr/>
          <p:nvPr/>
        </p:nvSpPr>
        <p:spPr>
          <a:xfrm>
            <a:off x="6096000" y="4528057"/>
            <a:ext cx="434225" cy="431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C1B505F-43B6-287F-CEB6-F692FFC96FC2}"/>
              </a:ext>
            </a:extLst>
          </p:cNvPr>
          <p:cNvSpPr/>
          <p:nvPr/>
        </p:nvSpPr>
        <p:spPr>
          <a:xfrm>
            <a:off x="1175141" y="4528057"/>
            <a:ext cx="434225" cy="431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73903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C1190-98A4-EA01-B9A3-1E6CAB0F40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CEF2C4-ECEA-C7B0-3B95-8FD3674664AE}"/>
              </a:ext>
            </a:extLst>
          </p:cNvPr>
          <p:cNvSpPr>
            <a:spLocks noGrp="1"/>
          </p:cNvSpPr>
          <p:nvPr>
            <p:ph type="title"/>
          </p:nvPr>
        </p:nvSpPr>
        <p:spPr/>
        <p:txBody>
          <a:bodyPr/>
          <a:lstStyle/>
          <a:p>
            <a:r>
              <a:rPr lang="en-US" dirty="0"/>
              <a:t>Test points</a:t>
            </a:r>
          </a:p>
        </p:txBody>
      </p:sp>
      <p:sp>
        <p:nvSpPr>
          <p:cNvPr id="3" name="Content Placeholder 2">
            <a:extLst>
              <a:ext uri="{FF2B5EF4-FFF2-40B4-BE49-F238E27FC236}">
                <a16:creationId xmlns:a16="http://schemas.microsoft.com/office/drawing/2014/main" id="{FB7FEE5E-0AC5-6336-9176-932E50497D77}"/>
              </a:ext>
            </a:extLst>
          </p:cNvPr>
          <p:cNvSpPr>
            <a:spLocks noGrp="1"/>
          </p:cNvSpPr>
          <p:nvPr>
            <p:ph idx="1"/>
          </p:nvPr>
        </p:nvSpPr>
        <p:spPr>
          <a:xfrm>
            <a:off x="516000" y="1474148"/>
            <a:ext cx="7079857" cy="1798297"/>
          </a:xfrm>
        </p:spPr>
        <p:txBody>
          <a:bodyPr/>
          <a:lstStyle/>
          <a:p>
            <a:r>
              <a:rPr lang="en-US" dirty="0"/>
              <a:t>ATE</a:t>
            </a:r>
          </a:p>
          <a:p>
            <a:pPr lvl="1"/>
            <a:r>
              <a:rPr lang="en-US" dirty="0"/>
              <a:t>For injecting power and Electronic load connection use four ATPs for Kelvin connection.</a:t>
            </a:r>
          </a:p>
          <a:p>
            <a:pPr lvl="1"/>
            <a:r>
              <a:rPr lang="en-US" dirty="0"/>
              <a:t>In case of high current make room for large ATP</a:t>
            </a:r>
          </a:p>
          <a:p>
            <a:pPr lvl="1"/>
            <a:r>
              <a:rPr lang="en-US" dirty="0"/>
              <a:t>Default ATP is 60mil for 0.75mm pin at the fixture. Can be used for currents lower than 1.5Amp.</a:t>
            </a:r>
          </a:p>
          <a:p>
            <a:pPr lvl="1"/>
            <a:r>
              <a:rPr lang="en-US" dirty="0"/>
              <a:t>If constraint may use 40mil pad it is not recommended.</a:t>
            </a:r>
          </a:p>
          <a:p>
            <a:pPr lvl="1"/>
            <a:endParaRPr lang="en-US" dirty="0"/>
          </a:p>
          <a:p>
            <a:pPr marL="457200" lvl="1" indent="0">
              <a:buNone/>
            </a:pPr>
            <a:endParaRPr lang="en-US" dirty="0"/>
          </a:p>
        </p:txBody>
      </p:sp>
      <p:sp>
        <p:nvSpPr>
          <p:cNvPr id="4" name="Slide Number Placeholder 3">
            <a:extLst>
              <a:ext uri="{FF2B5EF4-FFF2-40B4-BE49-F238E27FC236}">
                <a16:creationId xmlns:a16="http://schemas.microsoft.com/office/drawing/2014/main" id="{9B1E507A-95C8-70E5-1D0A-92E7D32FCC6B}"/>
              </a:ext>
            </a:extLst>
          </p:cNvPr>
          <p:cNvSpPr>
            <a:spLocks noGrp="1"/>
          </p:cNvSpPr>
          <p:nvPr>
            <p:ph type="sldNum" sz="quarter" idx="12"/>
          </p:nvPr>
        </p:nvSpPr>
        <p:spPr/>
        <p:txBody>
          <a:bodyPr/>
          <a:lstStyle/>
          <a:p>
            <a:fld id="{4055E60B-063F-7341-AAD1-65F55D97E323}" type="slidenum">
              <a:rPr lang="en-IL" smtClean="0"/>
              <a:t>6</a:t>
            </a:fld>
            <a:endParaRPr lang="en-IL"/>
          </a:p>
        </p:txBody>
      </p:sp>
      <p:sp>
        <p:nvSpPr>
          <p:cNvPr id="14" name="TextBox 13">
            <a:extLst>
              <a:ext uri="{FF2B5EF4-FFF2-40B4-BE49-F238E27FC236}">
                <a16:creationId xmlns:a16="http://schemas.microsoft.com/office/drawing/2014/main" id="{9DF1E582-2491-F168-9733-5E928D704257}"/>
              </a:ext>
            </a:extLst>
          </p:cNvPr>
          <p:cNvSpPr txBox="1"/>
          <p:nvPr/>
        </p:nvSpPr>
        <p:spPr>
          <a:xfrm>
            <a:off x="990600" y="6045200"/>
            <a:ext cx="1933927" cy="369332"/>
          </a:xfrm>
          <a:prstGeom prst="rect">
            <a:avLst/>
          </a:prstGeom>
          <a:noFill/>
        </p:spPr>
        <p:txBody>
          <a:bodyPr wrap="none" rtlCol="0">
            <a:spAutoFit/>
          </a:bodyPr>
          <a:lstStyle/>
          <a:p>
            <a:r>
              <a:rPr lang="en-US" dirty="0"/>
              <a:t>D1999BB - </a:t>
            </a:r>
            <a:r>
              <a:rPr lang="en-US" dirty="0" err="1"/>
              <a:t>PortiaX</a:t>
            </a:r>
            <a:endParaRPr lang="en-US" dirty="0"/>
          </a:p>
        </p:txBody>
      </p:sp>
      <p:pic>
        <p:nvPicPr>
          <p:cNvPr id="6" name="Picture 5">
            <a:extLst>
              <a:ext uri="{FF2B5EF4-FFF2-40B4-BE49-F238E27FC236}">
                <a16:creationId xmlns:a16="http://schemas.microsoft.com/office/drawing/2014/main" id="{087672E6-103B-58BA-B05F-005BBB64636A}"/>
              </a:ext>
            </a:extLst>
          </p:cNvPr>
          <p:cNvPicPr>
            <a:picLocks noChangeAspect="1"/>
          </p:cNvPicPr>
          <p:nvPr/>
        </p:nvPicPr>
        <p:blipFill>
          <a:blip r:embed="rId2"/>
          <a:stretch>
            <a:fillRect/>
          </a:stretch>
        </p:blipFill>
        <p:spPr>
          <a:xfrm>
            <a:off x="7780275" y="1270254"/>
            <a:ext cx="3895725" cy="5124450"/>
          </a:xfrm>
          <a:prstGeom prst="rect">
            <a:avLst/>
          </a:prstGeom>
        </p:spPr>
      </p:pic>
      <p:pic>
        <p:nvPicPr>
          <p:cNvPr id="8" name="Picture 7">
            <a:extLst>
              <a:ext uri="{FF2B5EF4-FFF2-40B4-BE49-F238E27FC236}">
                <a16:creationId xmlns:a16="http://schemas.microsoft.com/office/drawing/2014/main" id="{B4D5AC22-2670-2FCD-AD74-C2AD47D4AE68}"/>
              </a:ext>
            </a:extLst>
          </p:cNvPr>
          <p:cNvPicPr>
            <a:picLocks noChangeAspect="1"/>
          </p:cNvPicPr>
          <p:nvPr/>
        </p:nvPicPr>
        <p:blipFill>
          <a:blip r:embed="rId3"/>
          <a:stretch>
            <a:fillRect/>
          </a:stretch>
        </p:blipFill>
        <p:spPr>
          <a:xfrm>
            <a:off x="317953" y="4010496"/>
            <a:ext cx="8999302" cy="2459646"/>
          </a:xfrm>
          <a:prstGeom prst="rect">
            <a:avLst/>
          </a:prstGeom>
        </p:spPr>
      </p:pic>
      <p:sp>
        <p:nvSpPr>
          <p:cNvPr id="9" name="Oval 8">
            <a:extLst>
              <a:ext uri="{FF2B5EF4-FFF2-40B4-BE49-F238E27FC236}">
                <a16:creationId xmlns:a16="http://schemas.microsoft.com/office/drawing/2014/main" id="{8A5B1F3B-0E42-F32D-4685-BE469B7CEA59}"/>
              </a:ext>
            </a:extLst>
          </p:cNvPr>
          <p:cNvSpPr/>
          <p:nvPr/>
        </p:nvSpPr>
        <p:spPr>
          <a:xfrm>
            <a:off x="6096000" y="4528057"/>
            <a:ext cx="434225" cy="431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A44B430-0074-BE47-6E31-E3C16F5EA331}"/>
              </a:ext>
            </a:extLst>
          </p:cNvPr>
          <p:cNvSpPr/>
          <p:nvPr/>
        </p:nvSpPr>
        <p:spPr>
          <a:xfrm>
            <a:off x="1175141" y="4528057"/>
            <a:ext cx="434225" cy="431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4790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E56238B-EF95-BA71-8105-4822E32357ED}"/>
              </a:ext>
            </a:extLst>
          </p:cNvPr>
          <p:cNvPicPr>
            <a:picLocks noChangeAspect="1"/>
          </p:cNvPicPr>
          <p:nvPr/>
        </p:nvPicPr>
        <p:blipFill>
          <a:blip r:embed="rId2"/>
          <a:stretch>
            <a:fillRect/>
          </a:stretch>
        </p:blipFill>
        <p:spPr>
          <a:xfrm>
            <a:off x="4181477" y="2307660"/>
            <a:ext cx="7668695" cy="4048690"/>
          </a:xfrm>
          <a:prstGeom prst="rect">
            <a:avLst/>
          </a:prstGeom>
        </p:spPr>
      </p:pic>
      <p:sp>
        <p:nvSpPr>
          <p:cNvPr id="2" name="Title 1">
            <a:extLst>
              <a:ext uri="{FF2B5EF4-FFF2-40B4-BE49-F238E27FC236}">
                <a16:creationId xmlns:a16="http://schemas.microsoft.com/office/drawing/2014/main" id="{E2A9CD41-6940-9243-E2A4-39345E05A75F}"/>
              </a:ext>
            </a:extLst>
          </p:cNvPr>
          <p:cNvSpPr>
            <a:spLocks noGrp="1"/>
          </p:cNvSpPr>
          <p:nvPr>
            <p:ph type="title"/>
          </p:nvPr>
        </p:nvSpPr>
        <p:spPr/>
        <p:txBody>
          <a:bodyPr/>
          <a:lstStyle/>
          <a:p>
            <a:r>
              <a:rPr lang="en-US" dirty="0"/>
              <a:t>Test Points</a:t>
            </a:r>
          </a:p>
        </p:txBody>
      </p:sp>
      <p:sp>
        <p:nvSpPr>
          <p:cNvPr id="3" name="Content Placeholder 2">
            <a:extLst>
              <a:ext uri="{FF2B5EF4-FFF2-40B4-BE49-F238E27FC236}">
                <a16:creationId xmlns:a16="http://schemas.microsoft.com/office/drawing/2014/main" id="{D76509CA-16BD-1AB5-8699-AF4A4C626D31}"/>
              </a:ext>
            </a:extLst>
          </p:cNvPr>
          <p:cNvSpPr>
            <a:spLocks noGrp="1"/>
          </p:cNvSpPr>
          <p:nvPr>
            <p:ph idx="1"/>
          </p:nvPr>
        </p:nvSpPr>
        <p:spPr/>
        <p:txBody>
          <a:bodyPr/>
          <a:lstStyle/>
          <a:p>
            <a:r>
              <a:rPr lang="en-US" dirty="0"/>
              <a:t>Avoid direct galvanic contact of Test point with sensitive chips:</a:t>
            </a:r>
          </a:p>
          <a:p>
            <a:pPr lvl="1"/>
            <a:r>
              <a:rPr lang="en-US" dirty="0"/>
              <a:t>MCUs, controllers, FPGA,….	</a:t>
            </a:r>
          </a:p>
          <a:p>
            <a:pPr lvl="1"/>
            <a:r>
              <a:rPr lang="en-US" dirty="0"/>
              <a:t>Place resistor between the ATP and pin.</a:t>
            </a:r>
          </a:p>
          <a:p>
            <a:pPr lvl="1"/>
            <a:endParaRPr lang="en-US" dirty="0"/>
          </a:p>
          <a:p>
            <a:pPr lvl="1"/>
            <a:endParaRPr lang="en-US" dirty="0"/>
          </a:p>
          <a:p>
            <a:pPr lvl="1"/>
            <a:endParaRPr lang="en-US" dirty="0"/>
          </a:p>
          <a:p>
            <a:pPr lvl="1"/>
            <a:endParaRPr lang="en-US" dirty="0"/>
          </a:p>
          <a:p>
            <a:pPr marL="457200" lvl="1" indent="0">
              <a:buNone/>
            </a:pPr>
            <a:endParaRPr lang="en-US" dirty="0"/>
          </a:p>
          <a:p>
            <a:pPr marL="457200" lvl="1" indent="0">
              <a:buNone/>
            </a:pPr>
            <a:endParaRPr lang="en-US" dirty="0"/>
          </a:p>
        </p:txBody>
      </p:sp>
      <p:sp>
        <p:nvSpPr>
          <p:cNvPr id="4" name="Slide Number Placeholder 3">
            <a:extLst>
              <a:ext uri="{FF2B5EF4-FFF2-40B4-BE49-F238E27FC236}">
                <a16:creationId xmlns:a16="http://schemas.microsoft.com/office/drawing/2014/main" id="{3F779B93-0647-2DE2-A060-8367B467699F}"/>
              </a:ext>
            </a:extLst>
          </p:cNvPr>
          <p:cNvSpPr>
            <a:spLocks noGrp="1"/>
          </p:cNvSpPr>
          <p:nvPr>
            <p:ph type="sldNum" sz="quarter" idx="12"/>
          </p:nvPr>
        </p:nvSpPr>
        <p:spPr/>
        <p:txBody>
          <a:bodyPr/>
          <a:lstStyle/>
          <a:p>
            <a:fld id="{4055E60B-063F-7341-AAD1-65F55D97E323}" type="slidenum">
              <a:rPr lang="en-IL" smtClean="0"/>
              <a:t>7</a:t>
            </a:fld>
            <a:endParaRPr lang="en-IL"/>
          </a:p>
        </p:txBody>
      </p:sp>
    </p:spTree>
    <p:extLst>
      <p:ext uri="{BB962C8B-B14F-4D97-AF65-F5344CB8AC3E}">
        <p14:creationId xmlns:p14="http://schemas.microsoft.com/office/powerpoint/2010/main" val="2871999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20A4E-4F02-38F7-E3F7-734EDF007033}"/>
              </a:ext>
            </a:extLst>
          </p:cNvPr>
          <p:cNvSpPr>
            <a:spLocks noGrp="1"/>
          </p:cNvSpPr>
          <p:nvPr>
            <p:ph type="title"/>
          </p:nvPr>
        </p:nvSpPr>
        <p:spPr/>
        <p:txBody>
          <a:bodyPr/>
          <a:lstStyle/>
          <a:p>
            <a:r>
              <a:rPr lang="en-US" dirty="0"/>
              <a:t>Auxiliary</a:t>
            </a:r>
          </a:p>
        </p:txBody>
      </p:sp>
      <p:sp>
        <p:nvSpPr>
          <p:cNvPr id="3" name="Content Placeholder 2">
            <a:extLst>
              <a:ext uri="{FF2B5EF4-FFF2-40B4-BE49-F238E27FC236}">
                <a16:creationId xmlns:a16="http://schemas.microsoft.com/office/drawing/2014/main" id="{F270212B-7C18-E95F-F3E0-5A6419AF11C9}"/>
              </a:ext>
            </a:extLst>
          </p:cNvPr>
          <p:cNvSpPr>
            <a:spLocks noGrp="1"/>
          </p:cNvSpPr>
          <p:nvPr>
            <p:ph idx="1"/>
          </p:nvPr>
        </p:nvSpPr>
        <p:spPr>
          <a:xfrm>
            <a:off x="516000" y="1474149"/>
            <a:ext cx="11160000" cy="1481702"/>
          </a:xfrm>
        </p:spPr>
        <p:txBody>
          <a:bodyPr/>
          <a:lstStyle/>
          <a:p>
            <a:r>
              <a:rPr lang="en-US" dirty="0"/>
              <a:t>Secondary auxiliary</a:t>
            </a:r>
          </a:p>
          <a:p>
            <a:pPr lvl="1"/>
            <a:r>
              <a:rPr lang="en-US" dirty="0"/>
              <a:t>Internal Low DC -&gt; Low DC</a:t>
            </a:r>
          </a:p>
          <a:p>
            <a:pPr lvl="1"/>
            <a:r>
              <a:rPr lang="en-US" dirty="0"/>
              <a:t>Only black box testing</a:t>
            </a:r>
          </a:p>
          <a:p>
            <a:pPr lvl="1"/>
            <a:r>
              <a:rPr lang="en-US" dirty="0"/>
              <a:t>Need to be able to separate input and output for testing.</a:t>
            </a:r>
          </a:p>
          <a:p>
            <a:pPr marL="457200" lvl="1" indent="0">
              <a:buNone/>
            </a:pPr>
            <a:endParaRPr lang="en-US" dirty="0"/>
          </a:p>
        </p:txBody>
      </p:sp>
      <p:sp>
        <p:nvSpPr>
          <p:cNvPr id="4" name="Slide Number Placeholder 3">
            <a:extLst>
              <a:ext uri="{FF2B5EF4-FFF2-40B4-BE49-F238E27FC236}">
                <a16:creationId xmlns:a16="http://schemas.microsoft.com/office/drawing/2014/main" id="{6A90061C-4A5A-B91E-043E-40DC379F0E0F}"/>
              </a:ext>
            </a:extLst>
          </p:cNvPr>
          <p:cNvSpPr>
            <a:spLocks noGrp="1"/>
          </p:cNvSpPr>
          <p:nvPr>
            <p:ph type="sldNum" sz="quarter" idx="12"/>
          </p:nvPr>
        </p:nvSpPr>
        <p:spPr/>
        <p:txBody>
          <a:bodyPr/>
          <a:lstStyle/>
          <a:p>
            <a:fld id="{4055E60B-063F-7341-AAD1-65F55D97E323}" type="slidenum">
              <a:rPr lang="en-IL" smtClean="0"/>
              <a:t>8</a:t>
            </a:fld>
            <a:endParaRPr lang="en-IL"/>
          </a:p>
        </p:txBody>
      </p:sp>
      <p:grpSp>
        <p:nvGrpSpPr>
          <p:cNvPr id="13" name="Group 12">
            <a:extLst>
              <a:ext uri="{FF2B5EF4-FFF2-40B4-BE49-F238E27FC236}">
                <a16:creationId xmlns:a16="http://schemas.microsoft.com/office/drawing/2014/main" id="{05D6CC86-B5E3-5175-7CBA-857ECBB82094}"/>
              </a:ext>
            </a:extLst>
          </p:cNvPr>
          <p:cNvGrpSpPr/>
          <p:nvPr/>
        </p:nvGrpSpPr>
        <p:grpSpPr>
          <a:xfrm>
            <a:off x="317953" y="3235184"/>
            <a:ext cx="11756572" cy="2459646"/>
            <a:chOff x="317953" y="3235184"/>
            <a:chExt cx="11756572" cy="2459646"/>
          </a:xfrm>
        </p:grpSpPr>
        <p:pic>
          <p:nvPicPr>
            <p:cNvPr id="10" name="Picture 9">
              <a:extLst>
                <a:ext uri="{FF2B5EF4-FFF2-40B4-BE49-F238E27FC236}">
                  <a16:creationId xmlns:a16="http://schemas.microsoft.com/office/drawing/2014/main" id="{2889A981-E1C0-3877-9918-69BA25F027BE}"/>
                </a:ext>
              </a:extLst>
            </p:cNvPr>
            <p:cNvPicPr>
              <a:picLocks noChangeAspect="1"/>
            </p:cNvPicPr>
            <p:nvPr/>
          </p:nvPicPr>
          <p:blipFill>
            <a:blip r:embed="rId2"/>
            <a:stretch>
              <a:fillRect/>
            </a:stretch>
          </p:blipFill>
          <p:spPr>
            <a:xfrm>
              <a:off x="317953" y="3235184"/>
              <a:ext cx="11756572" cy="2459646"/>
            </a:xfrm>
            <a:prstGeom prst="rect">
              <a:avLst/>
            </a:prstGeom>
          </p:spPr>
        </p:pic>
        <p:sp>
          <p:nvSpPr>
            <p:cNvPr id="11" name="Oval 10">
              <a:extLst>
                <a:ext uri="{FF2B5EF4-FFF2-40B4-BE49-F238E27FC236}">
                  <a16:creationId xmlns:a16="http://schemas.microsoft.com/office/drawing/2014/main" id="{75C1A641-9231-2856-5DA4-D2F148037CB9}"/>
                </a:ext>
              </a:extLst>
            </p:cNvPr>
            <p:cNvSpPr/>
            <p:nvPr/>
          </p:nvSpPr>
          <p:spPr>
            <a:xfrm>
              <a:off x="8593667" y="3877733"/>
              <a:ext cx="567266" cy="431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7864DEB-AA89-CB25-B6D7-A4420502E5BE}"/>
                </a:ext>
              </a:extLst>
            </p:cNvPr>
            <p:cNvSpPr/>
            <p:nvPr/>
          </p:nvSpPr>
          <p:spPr>
            <a:xfrm>
              <a:off x="728133" y="3852333"/>
              <a:ext cx="567266" cy="431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extBox 13">
            <a:extLst>
              <a:ext uri="{FF2B5EF4-FFF2-40B4-BE49-F238E27FC236}">
                <a16:creationId xmlns:a16="http://schemas.microsoft.com/office/drawing/2014/main" id="{13CF5074-27F6-48D8-F568-D80FB7C0B34A}"/>
              </a:ext>
            </a:extLst>
          </p:cNvPr>
          <p:cNvSpPr txBox="1"/>
          <p:nvPr/>
        </p:nvSpPr>
        <p:spPr>
          <a:xfrm>
            <a:off x="990600" y="6045200"/>
            <a:ext cx="1933927" cy="369332"/>
          </a:xfrm>
          <a:prstGeom prst="rect">
            <a:avLst/>
          </a:prstGeom>
          <a:noFill/>
        </p:spPr>
        <p:txBody>
          <a:bodyPr wrap="none" rtlCol="0">
            <a:spAutoFit/>
          </a:bodyPr>
          <a:lstStyle/>
          <a:p>
            <a:r>
              <a:rPr lang="en-US" dirty="0"/>
              <a:t>D1999BB - </a:t>
            </a:r>
            <a:r>
              <a:rPr lang="en-US" dirty="0" err="1"/>
              <a:t>PortiaX</a:t>
            </a:r>
            <a:endParaRPr lang="en-US" dirty="0"/>
          </a:p>
        </p:txBody>
      </p:sp>
    </p:spTree>
    <p:extLst>
      <p:ext uri="{BB962C8B-B14F-4D97-AF65-F5344CB8AC3E}">
        <p14:creationId xmlns:p14="http://schemas.microsoft.com/office/powerpoint/2010/main" val="2576313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7E6B2-4693-170B-F39E-0F5BCB43C261}"/>
              </a:ext>
            </a:extLst>
          </p:cNvPr>
          <p:cNvSpPr>
            <a:spLocks noGrp="1"/>
          </p:cNvSpPr>
          <p:nvPr>
            <p:ph type="title"/>
          </p:nvPr>
        </p:nvSpPr>
        <p:spPr/>
        <p:txBody>
          <a:bodyPr/>
          <a:lstStyle/>
          <a:p>
            <a:r>
              <a:rPr lang="en-US" dirty="0" err="1"/>
              <a:t>Auxilaiary</a:t>
            </a:r>
            <a:endParaRPr lang="en-US" dirty="0"/>
          </a:p>
        </p:txBody>
      </p:sp>
      <p:sp>
        <p:nvSpPr>
          <p:cNvPr id="3" name="Content Placeholder 2">
            <a:extLst>
              <a:ext uri="{FF2B5EF4-FFF2-40B4-BE49-F238E27FC236}">
                <a16:creationId xmlns:a16="http://schemas.microsoft.com/office/drawing/2014/main" id="{62756571-8040-B722-1478-5435F80F2100}"/>
              </a:ext>
            </a:extLst>
          </p:cNvPr>
          <p:cNvSpPr>
            <a:spLocks noGrp="1"/>
          </p:cNvSpPr>
          <p:nvPr>
            <p:ph idx="1"/>
          </p:nvPr>
        </p:nvSpPr>
        <p:spPr/>
        <p:txBody>
          <a:bodyPr/>
          <a:lstStyle/>
          <a:p>
            <a:r>
              <a:rPr lang="en-US" dirty="0"/>
              <a:t>Main auxiliary:</a:t>
            </a:r>
          </a:p>
          <a:p>
            <a:pPr lvl="1"/>
            <a:r>
              <a:rPr lang="en-US" dirty="0"/>
              <a:t>In most cases the output is a diode. It is easy to inject voltage at the output to test secondary power supplies.</a:t>
            </a:r>
          </a:p>
          <a:p>
            <a:pPr lvl="1"/>
            <a:r>
              <a:rPr lang="en-US" dirty="0"/>
              <a:t>White box</a:t>
            </a:r>
          </a:p>
          <a:p>
            <a:pPr lvl="1"/>
            <a:r>
              <a:rPr lang="en-US" dirty="0"/>
              <a:t>Need to measure internal parameters:</a:t>
            </a:r>
          </a:p>
          <a:p>
            <a:pPr lvl="2"/>
            <a:r>
              <a:rPr lang="en-US" dirty="0"/>
              <a:t>Loop transfer function</a:t>
            </a:r>
          </a:p>
          <a:p>
            <a:pPr lvl="2"/>
            <a:r>
              <a:rPr lang="en-US" dirty="0"/>
              <a:t>Gate signals </a:t>
            </a:r>
          </a:p>
          <a:p>
            <a:pPr lvl="2"/>
            <a:r>
              <a:rPr lang="en-US" dirty="0"/>
              <a:t>Switch voltage</a:t>
            </a:r>
          </a:p>
          <a:p>
            <a:pPr lvl="2"/>
            <a:r>
              <a:rPr lang="en-US" dirty="0"/>
              <a:t>Switch current?</a:t>
            </a:r>
          </a:p>
          <a:p>
            <a:pPr lvl="2"/>
            <a:r>
              <a:rPr lang="en-US" dirty="0"/>
              <a:t>Input/output voltage/current.</a:t>
            </a:r>
          </a:p>
          <a:p>
            <a:pPr marL="914400" lvl="2" indent="0">
              <a:buNone/>
            </a:pPr>
            <a:endParaRPr lang="en-US" dirty="0"/>
          </a:p>
        </p:txBody>
      </p:sp>
      <p:sp>
        <p:nvSpPr>
          <p:cNvPr id="4" name="Slide Number Placeholder 3">
            <a:extLst>
              <a:ext uri="{FF2B5EF4-FFF2-40B4-BE49-F238E27FC236}">
                <a16:creationId xmlns:a16="http://schemas.microsoft.com/office/drawing/2014/main" id="{F3C5CC20-1EA0-7460-0B70-8F55A284E3A4}"/>
              </a:ext>
            </a:extLst>
          </p:cNvPr>
          <p:cNvSpPr>
            <a:spLocks noGrp="1"/>
          </p:cNvSpPr>
          <p:nvPr>
            <p:ph type="sldNum" sz="quarter" idx="12"/>
          </p:nvPr>
        </p:nvSpPr>
        <p:spPr/>
        <p:txBody>
          <a:bodyPr/>
          <a:lstStyle/>
          <a:p>
            <a:fld id="{4055E60B-063F-7341-AAD1-65F55D97E323}" type="slidenum">
              <a:rPr lang="en-IL" smtClean="0"/>
              <a:t>9</a:t>
            </a:fld>
            <a:endParaRPr lang="en-IL"/>
          </a:p>
        </p:txBody>
      </p:sp>
      <p:pic>
        <p:nvPicPr>
          <p:cNvPr id="5" name="Picture 4">
            <a:extLst>
              <a:ext uri="{FF2B5EF4-FFF2-40B4-BE49-F238E27FC236}">
                <a16:creationId xmlns:a16="http://schemas.microsoft.com/office/drawing/2014/main" id="{25453584-4CAD-76C0-BCC6-31864BEF44D8}"/>
              </a:ext>
            </a:extLst>
          </p:cNvPr>
          <p:cNvPicPr>
            <a:picLocks noChangeAspect="1"/>
          </p:cNvPicPr>
          <p:nvPr/>
        </p:nvPicPr>
        <p:blipFill>
          <a:blip r:embed="rId2"/>
          <a:stretch>
            <a:fillRect/>
          </a:stretch>
        </p:blipFill>
        <p:spPr>
          <a:xfrm>
            <a:off x="5575172" y="2291659"/>
            <a:ext cx="4941932" cy="2274681"/>
          </a:xfrm>
          <a:prstGeom prst="rect">
            <a:avLst/>
          </a:prstGeom>
        </p:spPr>
      </p:pic>
    </p:spTree>
    <p:extLst>
      <p:ext uri="{BB962C8B-B14F-4D97-AF65-F5344CB8AC3E}">
        <p14:creationId xmlns:p14="http://schemas.microsoft.com/office/powerpoint/2010/main" val="2652083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7630F-1568-6501-CF40-2CE7E58C22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B9F970-A114-A3DA-F977-9E04A7B095F6}"/>
              </a:ext>
            </a:extLst>
          </p:cNvPr>
          <p:cNvSpPr>
            <a:spLocks noGrp="1"/>
          </p:cNvSpPr>
          <p:nvPr>
            <p:ph type="title"/>
          </p:nvPr>
        </p:nvSpPr>
        <p:spPr/>
        <p:txBody>
          <a:bodyPr/>
          <a:lstStyle/>
          <a:p>
            <a:r>
              <a:rPr lang="en-US" dirty="0"/>
              <a:t>Main </a:t>
            </a:r>
            <a:r>
              <a:rPr lang="en-US" dirty="0" err="1"/>
              <a:t>Auxilaiary</a:t>
            </a:r>
            <a:endParaRPr lang="en-US" dirty="0"/>
          </a:p>
        </p:txBody>
      </p:sp>
      <p:sp>
        <p:nvSpPr>
          <p:cNvPr id="3" name="Content Placeholder 2">
            <a:extLst>
              <a:ext uri="{FF2B5EF4-FFF2-40B4-BE49-F238E27FC236}">
                <a16:creationId xmlns:a16="http://schemas.microsoft.com/office/drawing/2014/main" id="{782E6CBD-6761-4F29-B3AF-666A9C9DD6D3}"/>
              </a:ext>
            </a:extLst>
          </p:cNvPr>
          <p:cNvSpPr>
            <a:spLocks noGrp="1"/>
          </p:cNvSpPr>
          <p:nvPr>
            <p:ph idx="1"/>
          </p:nvPr>
        </p:nvSpPr>
        <p:spPr>
          <a:xfrm>
            <a:off x="516000" y="1474149"/>
            <a:ext cx="11160000" cy="731520"/>
          </a:xfrm>
        </p:spPr>
        <p:txBody>
          <a:bodyPr/>
          <a:lstStyle/>
          <a:p>
            <a:r>
              <a:rPr lang="en-US" dirty="0"/>
              <a:t>Jupiter 3</a:t>
            </a:r>
          </a:p>
          <a:p>
            <a:pPr lvl="1"/>
            <a:endParaRPr lang="en-US" dirty="0"/>
          </a:p>
        </p:txBody>
      </p:sp>
      <p:sp>
        <p:nvSpPr>
          <p:cNvPr id="4" name="Slide Number Placeholder 3">
            <a:extLst>
              <a:ext uri="{FF2B5EF4-FFF2-40B4-BE49-F238E27FC236}">
                <a16:creationId xmlns:a16="http://schemas.microsoft.com/office/drawing/2014/main" id="{5322F076-C0C6-0D73-51D8-C33F39F36D50}"/>
              </a:ext>
            </a:extLst>
          </p:cNvPr>
          <p:cNvSpPr>
            <a:spLocks noGrp="1"/>
          </p:cNvSpPr>
          <p:nvPr>
            <p:ph type="sldNum" sz="quarter" idx="12"/>
          </p:nvPr>
        </p:nvSpPr>
        <p:spPr/>
        <p:txBody>
          <a:bodyPr/>
          <a:lstStyle/>
          <a:p>
            <a:fld id="{4055E60B-063F-7341-AAD1-65F55D97E323}" type="slidenum">
              <a:rPr lang="en-IL" smtClean="0"/>
              <a:t>10</a:t>
            </a:fld>
            <a:endParaRPr lang="en-IL"/>
          </a:p>
        </p:txBody>
      </p:sp>
      <p:pic>
        <p:nvPicPr>
          <p:cNvPr id="6" name="Picture 5">
            <a:extLst>
              <a:ext uri="{FF2B5EF4-FFF2-40B4-BE49-F238E27FC236}">
                <a16:creationId xmlns:a16="http://schemas.microsoft.com/office/drawing/2014/main" id="{1C0CC839-AED8-CA74-EFC2-DE0BF8138C43}"/>
              </a:ext>
            </a:extLst>
          </p:cNvPr>
          <p:cNvPicPr>
            <a:picLocks noChangeAspect="1"/>
          </p:cNvPicPr>
          <p:nvPr/>
        </p:nvPicPr>
        <p:blipFill>
          <a:blip r:embed="rId2"/>
          <a:stretch>
            <a:fillRect/>
          </a:stretch>
        </p:blipFill>
        <p:spPr>
          <a:xfrm>
            <a:off x="1371600" y="1921934"/>
            <a:ext cx="9068502" cy="4174066"/>
          </a:xfrm>
          <a:prstGeom prst="rect">
            <a:avLst/>
          </a:prstGeom>
        </p:spPr>
      </p:pic>
      <p:sp>
        <p:nvSpPr>
          <p:cNvPr id="7" name="Oval 6">
            <a:extLst>
              <a:ext uri="{FF2B5EF4-FFF2-40B4-BE49-F238E27FC236}">
                <a16:creationId xmlns:a16="http://schemas.microsoft.com/office/drawing/2014/main" id="{E68DEAB2-4B2F-1E76-360B-37C1CFB1EC2B}"/>
              </a:ext>
            </a:extLst>
          </p:cNvPr>
          <p:cNvSpPr/>
          <p:nvPr/>
        </p:nvSpPr>
        <p:spPr>
          <a:xfrm>
            <a:off x="9770533" y="4504267"/>
            <a:ext cx="414867" cy="33866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164A061-7AE1-3554-C4DE-3AD6D7308BAC}"/>
              </a:ext>
            </a:extLst>
          </p:cNvPr>
          <p:cNvSpPr/>
          <p:nvPr/>
        </p:nvSpPr>
        <p:spPr>
          <a:xfrm>
            <a:off x="6231466" y="4732867"/>
            <a:ext cx="414867" cy="33866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CCBEE5B-27D0-850E-ACAC-4548CD2B9AEA}"/>
              </a:ext>
            </a:extLst>
          </p:cNvPr>
          <p:cNvSpPr/>
          <p:nvPr/>
        </p:nvSpPr>
        <p:spPr>
          <a:xfrm>
            <a:off x="8009466" y="3812168"/>
            <a:ext cx="414867" cy="33866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308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822E0-D965-3ADE-FE29-F2C98E62CD72}"/>
              </a:ext>
            </a:extLst>
          </p:cNvPr>
          <p:cNvSpPr>
            <a:spLocks noGrp="1"/>
          </p:cNvSpPr>
          <p:nvPr>
            <p:ph type="title"/>
          </p:nvPr>
        </p:nvSpPr>
        <p:spPr/>
        <p:txBody>
          <a:bodyPr/>
          <a:lstStyle/>
          <a:p>
            <a:r>
              <a:rPr lang="en-US" dirty="0"/>
              <a:t>Main Auxiliary</a:t>
            </a:r>
          </a:p>
        </p:txBody>
      </p:sp>
      <p:sp>
        <p:nvSpPr>
          <p:cNvPr id="3" name="Content Placeholder 2">
            <a:extLst>
              <a:ext uri="{FF2B5EF4-FFF2-40B4-BE49-F238E27FC236}">
                <a16:creationId xmlns:a16="http://schemas.microsoft.com/office/drawing/2014/main" id="{8933FA75-5583-E032-3E78-579BDD02EAAC}"/>
              </a:ext>
            </a:extLst>
          </p:cNvPr>
          <p:cNvSpPr>
            <a:spLocks noGrp="1"/>
          </p:cNvSpPr>
          <p:nvPr>
            <p:ph idx="1"/>
          </p:nvPr>
        </p:nvSpPr>
        <p:spPr>
          <a:xfrm>
            <a:off x="516000" y="1474149"/>
            <a:ext cx="11160000" cy="964251"/>
          </a:xfrm>
        </p:spPr>
        <p:txBody>
          <a:bodyPr/>
          <a:lstStyle/>
          <a:p>
            <a:r>
              <a:rPr lang="en-US" dirty="0"/>
              <a:t>Add small serial resistance in feedback path. </a:t>
            </a:r>
          </a:p>
          <a:p>
            <a:pPr lvl="1"/>
            <a:r>
              <a:rPr lang="en-US" dirty="0"/>
              <a:t>Network analyzer (Bode 100) connection point</a:t>
            </a:r>
          </a:p>
        </p:txBody>
      </p:sp>
      <p:sp>
        <p:nvSpPr>
          <p:cNvPr id="4" name="Slide Number Placeholder 3">
            <a:extLst>
              <a:ext uri="{FF2B5EF4-FFF2-40B4-BE49-F238E27FC236}">
                <a16:creationId xmlns:a16="http://schemas.microsoft.com/office/drawing/2014/main" id="{C2C89AC7-C2BB-80DD-E918-168D753EB1CB}"/>
              </a:ext>
            </a:extLst>
          </p:cNvPr>
          <p:cNvSpPr>
            <a:spLocks noGrp="1"/>
          </p:cNvSpPr>
          <p:nvPr>
            <p:ph type="sldNum" sz="quarter" idx="12"/>
          </p:nvPr>
        </p:nvSpPr>
        <p:spPr/>
        <p:txBody>
          <a:bodyPr/>
          <a:lstStyle/>
          <a:p>
            <a:fld id="{4055E60B-063F-7341-AAD1-65F55D97E323}" type="slidenum">
              <a:rPr lang="en-IL" smtClean="0"/>
              <a:t>11</a:t>
            </a:fld>
            <a:endParaRPr lang="en-IL"/>
          </a:p>
        </p:txBody>
      </p:sp>
      <p:grpSp>
        <p:nvGrpSpPr>
          <p:cNvPr id="305" name="Group 304">
            <a:extLst>
              <a:ext uri="{FF2B5EF4-FFF2-40B4-BE49-F238E27FC236}">
                <a16:creationId xmlns:a16="http://schemas.microsoft.com/office/drawing/2014/main" id="{24177534-19A9-D169-B875-61013109E51A}"/>
              </a:ext>
            </a:extLst>
          </p:cNvPr>
          <p:cNvGrpSpPr/>
          <p:nvPr/>
        </p:nvGrpSpPr>
        <p:grpSpPr>
          <a:xfrm>
            <a:off x="687388" y="2730500"/>
            <a:ext cx="7313612" cy="3378200"/>
            <a:chOff x="687388" y="2730500"/>
            <a:chExt cx="7313612" cy="3378200"/>
          </a:xfrm>
        </p:grpSpPr>
        <p:sp>
          <p:nvSpPr>
            <p:cNvPr id="7" name="Oval 6">
              <a:extLst>
                <a:ext uri="{FF2B5EF4-FFF2-40B4-BE49-F238E27FC236}">
                  <a16:creationId xmlns:a16="http://schemas.microsoft.com/office/drawing/2014/main" id="{4724888F-6782-E324-A016-FB68D7137787}"/>
                </a:ext>
              </a:extLst>
            </p:cNvPr>
            <p:cNvSpPr/>
            <p:nvPr/>
          </p:nvSpPr>
          <p:spPr>
            <a:xfrm>
              <a:off x="6479910" y="2735608"/>
              <a:ext cx="821267" cy="54175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utoShape 3">
              <a:extLst>
                <a:ext uri="{FF2B5EF4-FFF2-40B4-BE49-F238E27FC236}">
                  <a16:creationId xmlns:a16="http://schemas.microsoft.com/office/drawing/2014/main" id="{1279AEC3-E688-10BE-7EAC-857BDD88BD34}"/>
                </a:ext>
              </a:extLst>
            </p:cNvPr>
            <p:cNvSpPr>
              <a:spLocks noChangeAspect="1" noChangeArrowheads="1" noTextEdit="1"/>
            </p:cNvSpPr>
            <p:nvPr/>
          </p:nvSpPr>
          <p:spPr bwMode="auto">
            <a:xfrm>
              <a:off x="687388" y="2730500"/>
              <a:ext cx="7313612" cy="337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9" name="Group 205">
              <a:extLst>
                <a:ext uri="{FF2B5EF4-FFF2-40B4-BE49-F238E27FC236}">
                  <a16:creationId xmlns:a16="http://schemas.microsoft.com/office/drawing/2014/main" id="{A3AE01A3-3A6E-0C43-B13E-CC1790E7ED9B}"/>
                </a:ext>
              </a:extLst>
            </p:cNvPr>
            <p:cNvGrpSpPr>
              <a:grpSpLocks/>
            </p:cNvGrpSpPr>
            <p:nvPr/>
          </p:nvGrpSpPr>
          <p:grpSpPr bwMode="auto">
            <a:xfrm>
              <a:off x="796925" y="2840038"/>
              <a:ext cx="7107237" cy="2819400"/>
              <a:chOff x="502" y="1789"/>
              <a:chExt cx="4477" cy="1776"/>
            </a:xfrm>
          </p:grpSpPr>
          <p:sp>
            <p:nvSpPr>
              <p:cNvPr id="105" name="Freeform 5">
                <a:extLst>
                  <a:ext uri="{FF2B5EF4-FFF2-40B4-BE49-F238E27FC236}">
                    <a16:creationId xmlns:a16="http://schemas.microsoft.com/office/drawing/2014/main" id="{79CDCF0A-7167-3FDF-54A3-5FBF8939F80F}"/>
                  </a:ext>
                </a:extLst>
              </p:cNvPr>
              <p:cNvSpPr>
                <a:spLocks/>
              </p:cNvSpPr>
              <p:nvPr/>
            </p:nvSpPr>
            <p:spPr bwMode="auto">
              <a:xfrm>
                <a:off x="3940" y="2103"/>
                <a:ext cx="305"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6" name="Freeform 6">
                <a:extLst>
                  <a:ext uri="{FF2B5EF4-FFF2-40B4-BE49-F238E27FC236}">
                    <a16:creationId xmlns:a16="http://schemas.microsoft.com/office/drawing/2014/main" id="{BB1A0959-0663-42D2-939D-D9CA6586BA4C}"/>
                  </a:ext>
                </a:extLst>
              </p:cNvPr>
              <p:cNvSpPr>
                <a:spLocks/>
              </p:cNvSpPr>
              <p:nvPr/>
            </p:nvSpPr>
            <p:spPr bwMode="auto">
              <a:xfrm>
                <a:off x="2947" y="1873"/>
                <a:ext cx="763" cy="0"/>
              </a:xfrm>
              <a:custGeom>
                <a:avLst/>
                <a:gdLst>
                  <a:gd name="T0" fmla="*/ 100 w 100"/>
                  <a:gd name="T1" fmla="*/ 0 w 100"/>
                  <a:gd name="T2" fmla="*/ 0 w 100"/>
                </a:gdLst>
                <a:ahLst/>
                <a:cxnLst>
                  <a:cxn ang="0">
                    <a:pos x="T0" y="0"/>
                  </a:cxn>
                  <a:cxn ang="0">
                    <a:pos x="T1" y="0"/>
                  </a:cxn>
                  <a:cxn ang="0">
                    <a:pos x="T2" y="0"/>
                  </a:cxn>
                </a:cxnLst>
                <a:rect l="0" t="0" r="r" b="b"/>
                <a:pathLst>
                  <a:path w="100">
                    <a:moveTo>
                      <a:pt x="10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7" name="Freeform 7">
                <a:extLst>
                  <a:ext uri="{FF2B5EF4-FFF2-40B4-BE49-F238E27FC236}">
                    <a16:creationId xmlns:a16="http://schemas.microsoft.com/office/drawing/2014/main" id="{C7FBEA3D-77A8-CBA7-4A22-B329BAAAF3DD}"/>
                  </a:ext>
                </a:extLst>
              </p:cNvPr>
              <p:cNvSpPr>
                <a:spLocks/>
              </p:cNvSpPr>
              <p:nvPr/>
            </p:nvSpPr>
            <p:spPr bwMode="auto">
              <a:xfrm>
                <a:off x="1571" y="3098"/>
                <a:ext cx="0" cy="153"/>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8" name="Freeform 8">
                <a:extLst>
                  <a:ext uri="{FF2B5EF4-FFF2-40B4-BE49-F238E27FC236}">
                    <a16:creationId xmlns:a16="http://schemas.microsoft.com/office/drawing/2014/main" id="{88C60FC8-A1D2-EC65-D32B-EBD17BE5D263}"/>
                  </a:ext>
                </a:extLst>
              </p:cNvPr>
              <p:cNvSpPr>
                <a:spLocks/>
              </p:cNvSpPr>
              <p:nvPr/>
            </p:nvSpPr>
            <p:spPr bwMode="auto">
              <a:xfrm>
                <a:off x="2817" y="2371"/>
                <a:ext cx="0" cy="76"/>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9" name="Freeform 9">
                <a:extLst>
                  <a:ext uri="{FF2B5EF4-FFF2-40B4-BE49-F238E27FC236}">
                    <a16:creationId xmlns:a16="http://schemas.microsoft.com/office/drawing/2014/main" id="{7DA634A5-1B34-60EA-DA54-9A14C1DE8F1A}"/>
                  </a:ext>
                </a:extLst>
              </p:cNvPr>
              <p:cNvSpPr>
                <a:spLocks/>
              </p:cNvSpPr>
              <p:nvPr/>
            </p:nvSpPr>
            <p:spPr bwMode="auto">
              <a:xfrm>
                <a:off x="2847" y="2371"/>
                <a:ext cx="0" cy="76"/>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0" name="Freeform 10">
                <a:extLst>
                  <a:ext uri="{FF2B5EF4-FFF2-40B4-BE49-F238E27FC236}">
                    <a16:creationId xmlns:a16="http://schemas.microsoft.com/office/drawing/2014/main" id="{3F40352D-06DF-7044-2DE4-4487E713B967}"/>
                  </a:ext>
                </a:extLst>
              </p:cNvPr>
              <p:cNvSpPr>
                <a:spLocks/>
              </p:cNvSpPr>
              <p:nvPr/>
            </p:nvSpPr>
            <p:spPr bwMode="auto">
              <a:xfrm>
                <a:off x="2847" y="2409"/>
                <a:ext cx="23" cy="0"/>
              </a:xfrm>
              <a:custGeom>
                <a:avLst/>
                <a:gdLst>
                  <a:gd name="T0" fmla="*/ 0 w 3"/>
                  <a:gd name="T1" fmla="*/ 3 w 3"/>
                  <a:gd name="T2" fmla="*/ 3 w 3"/>
                </a:gdLst>
                <a:ahLst/>
                <a:cxnLst>
                  <a:cxn ang="0">
                    <a:pos x="T0" y="0"/>
                  </a:cxn>
                  <a:cxn ang="0">
                    <a:pos x="T1" y="0"/>
                  </a:cxn>
                  <a:cxn ang="0">
                    <a:pos x="T2" y="0"/>
                  </a:cxn>
                </a:cxnLst>
                <a:rect l="0" t="0" r="r" b="b"/>
                <a:pathLst>
                  <a:path w="3">
                    <a:moveTo>
                      <a:pt x="0" y="0"/>
                    </a:moveTo>
                    <a:lnTo>
                      <a:pt x="3" y="0"/>
                    </a:lnTo>
                    <a:lnTo>
                      <a:pt x="3"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1" name="Freeform 11">
                <a:extLst>
                  <a:ext uri="{FF2B5EF4-FFF2-40B4-BE49-F238E27FC236}">
                    <a16:creationId xmlns:a16="http://schemas.microsoft.com/office/drawing/2014/main" id="{9666C282-436D-16AF-676B-D5F2087CB124}"/>
                  </a:ext>
                </a:extLst>
              </p:cNvPr>
              <p:cNvSpPr>
                <a:spLocks/>
              </p:cNvSpPr>
              <p:nvPr/>
            </p:nvSpPr>
            <p:spPr bwMode="auto">
              <a:xfrm>
                <a:off x="2794" y="2409"/>
                <a:ext cx="23" cy="0"/>
              </a:xfrm>
              <a:custGeom>
                <a:avLst/>
                <a:gdLst>
                  <a:gd name="T0" fmla="*/ 0 w 3"/>
                  <a:gd name="T1" fmla="*/ 3 w 3"/>
                  <a:gd name="T2" fmla="*/ 3 w 3"/>
                </a:gdLst>
                <a:ahLst/>
                <a:cxnLst>
                  <a:cxn ang="0">
                    <a:pos x="T0" y="0"/>
                  </a:cxn>
                  <a:cxn ang="0">
                    <a:pos x="T1" y="0"/>
                  </a:cxn>
                  <a:cxn ang="0">
                    <a:pos x="T2" y="0"/>
                  </a:cxn>
                </a:cxnLst>
                <a:rect l="0" t="0" r="r" b="b"/>
                <a:pathLst>
                  <a:path w="3">
                    <a:moveTo>
                      <a:pt x="0" y="0"/>
                    </a:moveTo>
                    <a:lnTo>
                      <a:pt x="3" y="0"/>
                    </a:lnTo>
                    <a:lnTo>
                      <a:pt x="3"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2" name="Rectangle 12">
                <a:extLst>
                  <a:ext uri="{FF2B5EF4-FFF2-40B4-BE49-F238E27FC236}">
                    <a16:creationId xmlns:a16="http://schemas.microsoft.com/office/drawing/2014/main" id="{DBCEA49D-8A8D-FA94-1D49-2FA2E76A179E}"/>
                  </a:ext>
                </a:extLst>
              </p:cNvPr>
              <p:cNvSpPr>
                <a:spLocks noChangeArrowheads="1"/>
              </p:cNvSpPr>
              <p:nvPr/>
            </p:nvSpPr>
            <p:spPr bwMode="auto">
              <a:xfrm>
                <a:off x="2565" y="2332"/>
                <a:ext cx="19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C425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3" name="Rectangle 13">
                <a:extLst>
                  <a:ext uri="{FF2B5EF4-FFF2-40B4-BE49-F238E27FC236}">
                    <a16:creationId xmlns:a16="http://schemas.microsoft.com/office/drawing/2014/main" id="{7390C8A8-35BF-0A71-8C59-1F0C43FAA5BE}"/>
                  </a:ext>
                </a:extLst>
              </p:cNvPr>
              <p:cNvSpPr>
                <a:spLocks noChangeArrowheads="1"/>
              </p:cNvSpPr>
              <p:nvPr/>
            </p:nvSpPr>
            <p:spPr bwMode="auto">
              <a:xfrm>
                <a:off x="2870" y="2332"/>
                <a:ext cx="1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68p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4" name="Rectangle 14">
                <a:extLst>
                  <a:ext uri="{FF2B5EF4-FFF2-40B4-BE49-F238E27FC236}">
                    <a16:creationId xmlns:a16="http://schemas.microsoft.com/office/drawing/2014/main" id="{8A718D2A-9CD6-2F39-C1BE-0D551ACFFCF2}"/>
                  </a:ext>
                </a:extLst>
              </p:cNvPr>
              <p:cNvSpPr>
                <a:spLocks noChangeArrowheads="1"/>
              </p:cNvSpPr>
              <p:nvPr/>
            </p:nvSpPr>
            <p:spPr bwMode="auto">
              <a:xfrm>
                <a:off x="2794" y="2332"/>
                <a:ext cx="6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5" name="Freeform 15">
                <a:extLst>
                  <a:ext uri="{FF2B5EF4-FFF2-40B4-BE49-F238E27FC236}">
                    <a16:creationId xmlns:a16="http://schemas.microsoft.com/office/drawing/2014/main" id="{E78CF1E1-ED77-86F3-89B3-811249A3A5FB}"/>
                  </a:ext>
                </a:extLst>
              </p:cNvPr>
              <p:cNvSpPr>
                <a:spLocks/>
              </p:cNvSpPr>
              <p:nvPr/>
            </p:nvSpPr>
            <p:spPr bwMode="auto">
              <a:xfrm>
                <a:off x="2717" y="2409"/>
                <a:ext cx="77"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6" name="Freeform 16">
                <a:extLst>
                  <a:ext uri="{FF2B5EF4-FFF2-40B4-BE49-F238E27FC236}">
                    <a16:creationId xmlns:a16="http://schemas.microsoft.com/office/drawing/2014/main" id="{3F12C766-43EB-26D2-9C7A-6CD2037BC979}"/>
                  </a:ext>
                </a:extLst>
              </p:cNvPr>
              <p:cNvSpPr>
                <a:spLocks/>
              </p:cNvSpPr>
              <p:nvPr/>
            </p:nvSpPr>
            <p:spPr bwMode="auto">
              <a:xfrm>
                <a:off x="2870" y="2409"/>
                <a:ext cx="77"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7" name="Freeform 17">
                <a:extLst>
                  <a:ext uri="{FF2B5EF4-FFF2-40B4-BE49-F238E27FC236}">
                    <a16:creationId xmlns:a16="http://schemas.microsoft.com/office/drawing/2014/main" id="{D24D9101-B813-60AD-EB48-6FE419FFFF25}"/>
                  </a:ext>
                </a:extLst>
              </p:cNvPr>
              <p:cNvSpPr>
                <a:spLocks/>
              </p:cNvSpPr>
              <p:nvPr/>
            </p:nvSpPr>
            <p:spPr bwMode="auto">
              <a:xfrm>
                <a:off x="2183" y="2332"/>
                <a:ext cx="0" cy="77"/>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8" name="Freeform 18">
                <a:extLst>
                  <a:ext uri="{FF2B5EF4-FFF2-40B4-BE49-F238E27FC236}">
                    <a16:creationId xmlns:a16="http://schemas.microsoft.com/office/drawing/2014/main" id="{A2EF6924-4970-0B1F-6259-D107250C0E1D}"/>
                  </a:ext>
                </a:extLst>
              </p:cNvPr>
              <p:cNvSpPr>
                <a:spLocks/>
              </p:cNvSpPr>
              <p:nvPr/>
            </p:nvSpPr>
            <p:spPr bwMode="auto">
              <a:xfrm>
                <a:off x="2794" y="2792"/>
                <a:ext cx="916" cy="0"/>
              </a:xfrm>
              <a:custGeom>
                <a:avLst/>
                <a:gdLst>
                  <a:gd name="T0" fmla="*/ 0 w 120"/>
                  <a:gd name="T1" fmla="*/ 120 w 120"/>
                  <a:gd name="T2" fmla="*/ 120 w 120"/>
                </a:gdLst>
                <a:ahLst/>
                <a:cxnLst>
                  <a:cxn ang="0">
                    <a:pos x="T0" y="0"/>
                  </a:cxn>
                  <a:cxn ang="0">
                    <a:pos x="T1" y="0"/>
                  </a:cxn>
                  <a:cxn ang="0">
                    <a:pos x="T2" y="0"/>
                  </a:cxn>
                </a:cxnLst>
                <a:rect l="0" t="0" r="r" b="b"/>
                <a:pathLst>
                  <a:path w="120">
                    <a:moveTo>
                      <a:pt x="0" y="0"/>
                    </a:moveTo>
                    <a:lnTo>
                      <a:pt x="120" y="0"/>
                    </a:lnTo>
                    <a:lnTo>
                      <a:pt x="12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9" name="Oval 19">
                <a:extLst>
                  <a:ext uri="{FF2B5EF4-FFF2-40B4-BE49-F238E27FC236}">
                    <a16:creationId xmlns:a16="http://schemas.microsoft.com/office/drawing/2014/main" id="{C192CB4C-55E9-8557-16E4-47EED4A130C4}"/>
                  </a:ext>
                </a:extLst>
              </p:cNvPr>
              <p:cNvSpPr>
                <a:spLocks noChangeArrowheads="1"/>
              </p:cNvSpPr>
              <p:nvPr/>
            </p:nvSpPr>
            <p:spPr bwMode="auto">
              <a:xfrm>
                <a:off x="3695" y="2776"/>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 name="Freeform 20">
                <a:extLst>
                  <a:ext uri="{FF2B5EF4-FFF2-40B4-BE49-F238E27FC236}">
                    <a16:creationId xmlns:a16="http://schemas.microsoft.com/office/drawing/2014/main" id="{0BAB86ED-8C10-56DF-25E8-71B70F3E3EF0}"/>
                  </a:ext>
                </a:extLst>
              </p:cNvPr>
              <p:cNvSpPr>
                <a:spLocks/>
              </p:cNvSpPr>
              <p:nvPr/>
            </p:nvSpPr>
            <p:spPr bwMode="auto">
              <a:xfrm>
                <a:off x="3329" y="2562"/>
                <a:ext cx="229" cy="0"/>
              </a:xfrm>
              <a:custGeom>
                <a:avLst/>
                <a:gdLst>
                  <a:gd name="T0" fmla="*/ 0 w 30"/>
                  <a:gd name="T1" fmla="*/ 30 w 30"/>
                  <a:gd name="T2" fmla="*/ 30 w 30"/>
                </a:gdLst>
                <a:ahLst/>
                <a:cxnLst>
                  <a:cxn ang="0">
                    <a:pos x="T0" y="0"/>
                  </a:cxn>
                  <a:cxn ang="0">
                    <a:pos x="T1" y="0"/>
                  </a:cxn>
                  <a:cxn ang="0">
                    <a:pos x="T2" y="0"/>
                  </a:cxn>
                </a:cxnLst>
                <a:rect l="0" t="0" r="r" b="b"/>
                <a:pathLst>
                  <a:path w="30">
                    <a:moveTo>
                      <a:pt x="0" y="0"/>
                    </a:moveTo>
                    <a:lnTo>
                      <a:pt x="30" y="0"/>
                    </a:lnTo>
                    <a:lnTo>
                      <a:pt x="3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1" name="Oval 21">
                <a:extLst>
                  <a:ext uri="{FF2B5EF4-FFF2-40B4-BE49-F238E27FC236}">
                    <a16:creationId xmlns:a16="http://schemas.microsoft.com/office/drawing/2014/main" id="{959015FB-45AC-8BF6-E969-F2DE3BE02A73}"/>
                  </a:ext>
                </a:extLst>
              </p:cNvPr>
              <p:cNvSpPr>
                <a:spLocks noChangeArrowheads="1"/>
              </p:cNvSpPr>
              <p:nvPr/>
            </p:nvSpPr>
            <p:spPr bwMode="auto">
              <a:xfrm>
                <a:off x="3313" y="2547"/>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2" name="Freeform 22">
                <a:extLst>
                  <a:ext uri="{FF2B5EF4-FFF2-40B4-BE49-F238E27FC236}">
                    <a16:creationId xmlns:a16="http://schemas.microsoft.com/office/drawing/2014/main" id="{4BB85C30-76A0-A25D-2C43-9A1FEF4BDCF5}"/>
                  </a:ext>
                </a:extLst>
              </p:cNvPr>
              <p:cNvSpPr>
                <a:spLocks/>
              </p:cNvSpPr>
              <p:nvPr/>
            </p:nvSpPr>
            <p:spPr bwMode="auto">
              <a:xfrm>
                <a:off x="2183" y="2792"/>
                <a:ext cx="229"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3" name="Freeform 23">
                <a:extLst>
                  <a:ext uri="{FF2B5EF4-FFF2-40B4-BE49-F238E27FC236}">
                    <a16:creationId xmlns:a16="http://schemas.microsoft.com/office/drawing/2014/main" id="{CFD01081-B838-9753-E558-17ED37E7C45F}"/>
                  </a:ext>
                </a:extLst>
              </p:cNvPr>
              <p:cNvSpPr>
                <a:spLocks/>
              </p:cNvSpPr>
              <p:nvPr/>
            </p:nvSpPr>
            <p:spPr bwMode="auto">
              <a:xfrm>
                <a:off x="2183" y="1873"/>
                <a:ext cx="458" cy="0"/>
              </a:xfrm>
              <a:custGeom>
                <a:avLst/>
                <a:gdLst>
                  <a:gd name="T0" fmla="*/ 60 w 60"/>
                  <a:gd name="T1" fmla="*/ 0 w 60"/>
                  <a:gd name="T2" fmla="*/ 0 w 60"/>
                </a:gdLst>
                <a:ahLst/>
                <a:cxnLst>
                  <a:cxn ang="0">
                    <a:pos x="T0" y="0"/>
                  </a:cxn>
                  <a:cxn ang="0">
                    <a:pos x="T1" y="0"/>
                  </a:cxn>
                  <a:cxn ang="0">
                    <a:pos x="T2" y="0"/>
                  </a:cxn>
                </a:cxnLst>
                <a:rect l="0" t="0" r="r" b="b"/>
                <a:pathLst>
                  <a:path w="60">
                    <a:moveTo>
                      <a:pt x="6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4" name="Freeform 24">
                <a:extLst>
                  <a:ext uri="{FF2B5EF4-FFF2-40B4-BE49-F238E27FC236}">
                    <a16:creationId xmlns:a16="http://schemas.microsoft.com/office/drawing/2014/main" id="{8E8D4E51-2214-C06A-5E42-8F91F0953B28}"/>
                  </a:ext>
                </a:extLst>
              </p:cNvPr>
              <p:cNvSpPr>
                <a:spLocks/>
              </p:cNvSpPr>
              <p:nvPr/>
            </p:nvSpPr>
            <p:spPr bwMode="auto">
              <a:xfrm>
                <a:off x="3940" y="2263"/>
                <a:ext cx="30" cy="16"/>
              </a:xfrm>
              <a:custGeom>
                <a:avLst/>
                <a:gdLst>
                  <a:gd name="T0" fmla="*/ 0 w 4"/>
                  <a:gd name="T1" fmla="*/ 0 h 2"/>
                  <a:gd name="T2" fmla="*/ 4 w 4"/>
                  <a:gd name="T3" fmla="*/ 2 h 2"/>
                  <a:gd name="T4" fmla="*/ 4 w 4"/>
                  <a:gd name="T5" fmla="*/ 2 h 2"/>
                </a:gdLst>
                <a:ahLst/>
                <a:cxnLst>
                  <a:cxn ang="0">
                    <a:pos x="T0" y="T1"/>
                  </a:cxn>
                  <a:cxn ang="0">
                    <a:pos x="T2" y="T3"/>
                  </a:cxn>
                  <a:cxn ang="0">
                    <a:pos x="T4" y="T5"/>
                  </a:cxn>
                </a:cxnLst>
                <a:rect l="0" t="0" r="r" b="b"/>
                <a:pathLst>
                  <a:path w="4" h="2">
                    <a:moveTo>
                      <a:pt x="0" y="0"/>
                    </a:moveTo>
                    <a:lnTo>
                      <a:pt x="4" y="2"/>
                    </a:lnTo>
                    <a:lnTo>
                      <a:pt x="4" y="2"/>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5" name="Freeform 25">
                <a:extLst>
                  <a:ext uri="{FF2B5EF4-FFF2-40B4-BE49-F238E27FC236}">
                    <a16:creationId xmlns:a16="http://schemas.microsoft.com/office/drawing/2014/main" id="{B8411304-4524-7587-7149-896171EB9519}"/>
                  </a:ext>
                </a:extLst>
              </p:cNvPr>
              <p:cNvSpPr>
                <a:spLocks/>
              </p:cNvSpPr>
              <p:nvPr/>
            </p:nvSpPr>
            <p:spPr bwMode="auto">
              <a:xfrm>
                <a:off x="3909" y="2279"/>
                <a:ext cx="61" cy="23"/>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6" name="Freeform 26">
                <a:extLst>
                  <a:ext uri="{FF2B5EF4-FFF2-40B4-BE49-F238E27FC236}">
                    <a16:creationId xmlns:a16="http://schemas.microsoft.com/office/drawing/2014/main" id="{77C6ADA0-AC49-3247-79E8-DEBA0B211BBE}"/>
                  </a:ext>
                </a:extLst>
              </p:cNvPr>
              <p:cNvSpPr>
                <a:spLocks/>
              </p:cNvSpPr>
              <p:nvPr/>
            </p:nvSpPr>
            <p:spPr bwMode="auto">
              <a:xfrm>
                <a:off x="3909" y="2302"/>
                <a:ext cx="61" cy="23"/>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7" name="Freeform 27">
                <a:extLst>
                  <a:ext uri="{FF2B5EF4-FFF2-40B4-BE49-F238E27FC236}">
                    <a16:creationId xmlns:a16="http://schemas.microsoft.com/office/drawing/2014/main" id="{08DDD41F-4B17-8866-EF76-1D4282FCCD17}"/>
                  </a:ext>
                </a:extLst>
              </p:cNvPr>
              <p:cNvSpPr>
                <a:spLocks/>
              </p:cNvSpPr>
              <p:nvPr/>
            </p:nvSpPr>
            <p:spPr bwMode="auto">
              <a:xfrm>
                <a:off x="3909" y="2325"/>
                <a:ext cx="61" cy="23"/>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8" name="Freeform 28">
                <a:extLst>
                  <a:ext uri="{FF2B5EF4-FFF2-40B4-BE49-F238E27FC236}">
                    <a16:creationId xmlns:a16="http://schemas.microsoft.com/office/drawing/2014/main" id="{AFBFC36F-362F-57B5-DF4D-D04E105E1466}"/>
                  </a:ext>
                </a:extLst>
              </p:cNvPr>
              <p:cNvSpPr>
                <a:spLocks/>
              </p:cNvSpPr>
              <p:nvPr/>
            </p:nvSpPr>
            <p:spPr bwMode="auto">
              <a:xfrm>
                <a:off x="3909" y="2348"/>
                <a:ext cx="61" cy="23"/>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9" name="Freeform 29">
                <a:extLst>
                  <a:ext uri="{FF2B5EF4-FFF2-40B4-BE49-F238E27FC236}">
                    <a16:creationId xmlns:a16="http://schemas.microsoft.com/office/drawing/2014/main" id="{4215F90D-A29C-0872-EA35-10398C2DC758}"/>
                  </a:ext>
                </a:extLst>
              </p:cNvPr>
              <p:cNvSpPr>
                <a:spLocks/>
              </p:cNvSpPr>
              <p:nvPr/>
            </p:nvSpPr>
            <p:spPr bwMode="auto">
              <a:xfrm>
                <a:off x="3909" y="2371"/>
                <a:ext cx="61" cy="23"/>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0" name="Freeform 30">
                <a:extLst>
                  <a:ext uri="{FF2B5EF4-FFF2-40B4-BE49-F238E27FC236}">
                    <a16:creationId xmlns:a16="http://schemas.microsoft.com/office/drawing/2014/main" id="{598289D6-BD31-D6D3-0684-066C480F6507}"/>
                  </a:ext>
                </a:extLst>
              </p:cNvPr>
              <p:cNvSpPr>
                <a:spLocks/>
              </p:cNvSpPr>
              <p:nvPr/>
            </p:nvSpPr>
            <p:spPr bwMode="auto">
              <a:xfrm>
                <a:off x="3909" y="2394"/>
                <a:ext cx="31" cy="15"/>
              </a:xfrm>
              <a:custGeom>
                <a:avLst/>
                <a:gdLst>
                  <a:gd name="T0" fmla="*/ 0 w 4"/>
                  <a:gd name="T1" fmla="*/ 0 h 2"/>
                  <a:gd name="T2" fmla="*/ 4 w 4"/>
                  <a:gd name="T3" fmla="*/ 2 h 2"/>
                  <a:gd name="T4" fmla="*/ 4 w 4"/>
                  <a:gd name="T5" fmla="*/ 2 h 2"/>
                </a:gdLst>
                <a:ahLst/>
                <a:cxnLst>
                  <a:cxn ang="0">
                    <a:pos x="T0" y="T1"/>
                  </a:cxn>
                  <a:cxn ang="0">
                    <a:pos x="T2" y="T3"/>
                  </a:cxn>
                  <a:cxn ang="0">
                    <a:pos x="T4" y="T5"/>
                  </a:cxn>
                </a:cxnLst>
                <a:rect l="0" t="0" r="r" b="b"/>
                <a:pathLst>
                  <a:path w="4" h="2">
                    <a:moveTo>
                      <a:pt x="0" y="0"/>
                    </a:moveTo>
                    <a:lnTo>
                      <a:pt x="4" y="2"/>
                    </a:lnTo>
                    <a:lnTo>
                      <a:pt x="4" y="2"/>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1" name="Freeform 31">
                <a:extLst>
                  <a:ext uri="{FF2B5EF4-FFF2-40B4-BE49-F238E27FC236}">
                    <a16:creationId xmlns:a16="http://schemas.microsoft.com/office/drawing/2014/main" id="{11AF07BC-5240-0B66-4857-AABE0EB7B370}"/>
                  </a:ext>
                </a:extLst>
              </p:cNvPr>
              <p:cNvSpPr>
                <a:spLocks/>
              </p:cNvSpPr>
              <p:nvPr/>
            </p:nvSpPr>
            <p:spPr bwMode="auto">
              <a:xfrm>
                <a:off x="3940" y="2256"/>
                <a:ext cx="0" cy="7"/>
              </a:xfrm>
              <a:custGeom>
                <a:avLst/>
                <a:gdLst>
                  <a:gd name="T0" fmla="*/ 0 h 1"/>
                  <a:gd name="T1" fmla="*/ 1 h 1"/>
                  <a:gd name="T2" fmla="*/ 1 h 1"/>
                </a:gdLst>
                <a:ahLst/>
                <a:cxnLst>
                  <a:cxn ang="0">
                    <a:pos x="0" y="T0"/>
                  </a:cxn>
                  <a:cxn ang="0">
                    <a:pos x="0" y="T1"/>
                  </a:cxn>
                  <a:cxn ang="0">
                    <a:pos x="0" y="T2"/>
                  </a:cxn>
                </a:cxnLst>
                <a:rect l="0" t="0" r="r" b="b"/>
                <a:pathLst>
                  <a:path h="1">
                    <a:moveTo>
                      <a:pt x="0" y="0"/>
                    </a:moveTo>
                    <a:lnTo>
                      <a:pt x="0" y="1"/>
                    </a:lnTo>
                    <a:lnTo>
                      <a:pt x="0" y="1"/>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2" name="Rectangle 32">
                <a:extLst>
                  <a:ext uri="{FF2B5EF4-FFF2-40B4-BE49-F238E27FC236}">
                    <a16:creationId xmlns:a16="http://schemas.microsoft.com/office/drawing/2014/main" id="{CEAD6994-8B13-48BF-6149-0E79EB09FC9B}"/>
                  </a:ext>
                </a:extLst>
              </p:cNvPr>
              <p:cNvSpPr>
                <a:spLocks noChangeArrowheads="1"/>
              </p:cNvSpPr>
              <p:nvPr/>
            </p:nvSpPr>
            <p:spPr bwMode="auto">
              <a:xfrm>
                <a:off x="3940" y="2179"/>
                <a:ext cx="19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R432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3" name="Rectangle 33">
                <a:extLst>
                  <a:ext uri="{FF2B5EF4-FFF2-40B4-BE49-F238E27FC236}">
                    <a16:creationId xmlns:a16="http://schemas.microsoft.com/office/drawing/2014/main" id="{23815A81-8EE5-4B0B-2C0F-1A1A56A582D0}"/>
                  </a:ext>
                </a:extLst>
              </p:cNvPr>
              <p:cNvSpPr>
                <a:spLocks noChangeArrowheads="1"/>
              </p:cNvSpPr>
              <p:nvPr/>
            </p:nvSpPr>
            <p:spPr bwMode="auto">
              <a:xfrm>
                <a:off x="3940" y="2409"/>
                <a:ext cx="153"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10K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4" name="Freeform 34">
                <a:extLst>
                  <a:ext uri="{FF2B5EF4-FFF2-40B4-BE49-F238E27FC236}">
                    <a16:creationId xmlns:a16="http://schemas.microsoft.com/office/drawing/2014/main" id="{6A2D4E31-12E9-4A04-C699-DC9D3AF79465}"/>
                  </a:ext>
                </a:extLst>
              </p:cNvPr>
              <p:cNvSpPr>
                <a:spLocks/>
              </p:cNvSpPr>
              <p:nvPr/>
            </p:nvSpPr>
            <p:spPr bwMode="auto">
              <a:xfrm>
                <a:off x="3940" y="2409"/>
                <a:ext cx="0" cy="76"/>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5" name="Freeform 35">
                <a:extLst>
                  <a:ext uri="{FF2B5EF4-FFF2-40B4-BE49-F238E27FC236}">
                    <a16:creationId xmlns:a16="http://schemas.microsoft.com/office/drawing/2014/main" id="{9D3C67A2-4300-B3B2-1642-5F151B984D1C}"/>
                  </a:ext>
                </a:extLst>
              </p:cNvPr>
              <p:cNvSpPr>
                <a:spLocks/>
              </p:cNvSpPr>
              <p:nvPr/>
            </p:nvSpPr>
            <p:spPr bwMode="auto">
              <a:xfrm>
                <a:off x="3940" y="2179"/>
                <a:ext cx="0" cy="77"/>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6" name="Freeform 36">
                <a:extLst>
                  <a:ext uri="{FF2B5EF4-FFF2-40B4-BE49-F238E27FC236}">
                    <a16:creationId xmlns:a16="http://schemas.microsoft.com/office/drawing/2014/main" id="{E815792D-145E-DE89-8A19-DF8F0B9EF62D}"/>
                  </a:ext>
                </a:extLst>
              </p:cNvPr>
              <p:cNvSpPr>
                <a:spLocks/>
              </p:cNvSpPr>
              <p:nvPr/>
            </p:nvSpPr>
            <p:spPr bwMode="auto">
              <a:xfrm>
                <a:off x="3710" y="2263"/>
                <a:ext cx="31" cy="16"/>
              </a:xfrm>
              <a:custGeom>
                <a:avLst/>
                <a:gdLst>
                  <a:gd name="T0" fmla="*/ 0 w 4"/>
                  <a:gd name="T1" fmla="*/ 0 h 2"/>
                  <a:gd name="T2" fmla="*/ 4 w 4"/>
                  <a:gd name="T3" fmla="*/ 2 h 2"/>
                  <a:gd name="T4" fmla="*/ 4 w 4"/>
                  <a:gd name="T5" fmla="*/ 2 h 2"/>
                </a:gdLst>
                <a:ahLst/>
                <a:cxnLst>
                  <a:cxn ang="0">
                    <a:pos x="T0" y="T1"/>
                  </a:cxn>
                  <a:cxn ang="0">
                    <a:pos x="T2" y="T3"/>
                  </a:cxn>
                  <a:cxn ang="0">
                    <a:pos x="T4" y="T5"/>
                  </a:cxn>
                </a:cxnLst>
                <a:rect l="0" t="0" r="r" b="b"/>
                <a:pathLst>
                  <a:path w="4" h="2">
                    <a:moveTo>
                      <a:pt x="0" y="0"/>
                    </a:moveTo>
                    <a:lnTo>
                      <a:pt x="4" y="2"/>
                    </a:lnTo>
                    <a:lnTo>
                      <a:pt x="4" y="2"/>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7" name="Freeform 37">
                <a:extLst>
                  <a:ext uri="{FF2B5EF4-FFF2-40B4-BE49-F238E27FC236}">
                    <a16:creationId xmlns:a16="http://schemas.microsoft.com/office/drawing/2014/main" id="{04609005-714D-B11C-D096-AC68DD671487}"/>
                  </a:ext>
                </a:extLst>
              </p:cNvPr>
              <p:cNvSpPr>
                <a:spLocks/>
              </p:cNvSpPr>
              <p:nvPr/>
            </p:nvSpPr>
            <p:spPr bwMode="auto">
              <a:xfrm>
                <a:off x="3680" y="2279"/>
                <a:ext cx="61" cy="23"/>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8" name="Freeform 38">
                <a:extLst>
                  <a:ext uri="{FF2B5EF4-FFF2-40B4-BE49-F238E27FC236}">
                    <a16:creationId xmlns:a16="http://schemas.microsoft.com/office/drawing/2014/main" id="{B7476015-295B-6E2F-01EB-40511DD7FC12}"/>
                  </a:ext>
                </a:extLst>
              </p:cNvPr>
              <p:cNvSpPr>
                <a:spLocks/>
              </p:cNvSpPr>
              <p:nvPr/>
            </p:nvSpPr>
            <p:spPr bwMode="auto">
              <a:xfrm>
                <a:off x="3680" y="2302"/>
                <a:ext cx="61" cy="23"/>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9" name="Freeform 39">
                <a:extLst>
                  <a:ext uri="{FF2B5EF4-FFF2-40B4-BE49-F238E27FC236}">
                    <a16:creationId xmlns:a16="http://schemas.microsoft.com/office/drawing/2014/main" id="{58B49C5F-5E4E-CA02-4941-52260EA03DE4}"/>
                  </a:ext>
                </a:extLst>
              </p:cNvPr>
              <p:cNvSpPr>
                <a:spLocks/>
              </p:cNvSpPr>
              <p:nvPr/>
            </p:nvSpPr>
            <p:spPr bwMode="auto">
              <a:xfrm>
                <a:off x="3680" y="2325"/>
                <a:ext cx="61" cy="23"/>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0" name="Freeform 40">
                <a:extLst>
                  <a:ext uri="{FF2B5EF4-FFF2-40B4-BE49-F238E27FC236}">
                    <a16:creationId xmlns:a16="http://schemas.microsoft.com/office/drawing/2014/main" id="{BA6CFC18-027E-DCC1-5B9A-B46506626ED1}"/>
                  </a:ext>
                </a:extLst>
              </p:cNvPr>
              <p:cNvSpPr>
                <a:spLocks/>
              </p:cNvSpPr>
              <p:nvPr/>
            </p:nvSpPr>
            <p:spPr bwMode="auto">
              <a:xfrm>
                <a:off x="3680" y="2348"/>
                <a:ext cx="61" cy="23"/>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1" name="Freeform 41">
                <a:extLst>
                  <a:ext uri="{FF2B5EF4-FFF2-40B4-BE49-F238E27FC236}">
                    <a16:creationId xmlns:a16="http://schemas.microsoft.com/office/drawing/2014/main" id="{079EE648-EB8F-ECAB-9F54-9F316C47E128}"/>
                  </a:ext>
                </a:extLst>
              </p:cNvPr>
              <p:cNvSpPr>
                <a:spLocks/>
              </p:cNvSpPr>
              <p:nvPr/>
            </p:nvSpPr>
            <p:spPr bwMode="auto">
              <a:xfrm>
                <a:off x="3680" y="2371"/>
                <a:ext cx="61" cy="23"/>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2" name="Freeform 42">
                <a:extLst>
                  <a:ext uri="{FF2B5EF4-FFF2-40B4-BE49-F238E27FC236}">
                    <a16:creationId xmlns:a16="http://schemas.microsoft.com/office/drawing/2014/main" id="{E6616CA0-31B5-89C1-27C1-2AD11A7256C4}"/>
                  </a:ext>
                </a:extLst>
              </p:cNvPr>
              <p:cNvSpPr>
                <a:spLocks/>
              </p:cNvSpPr>
              <p:nvPr/>
            </p:nvSpPr>
            <p:spPr bwMode="auto">
              <a:xfrm>
                <a:off x="3680" y="2394"/>
                <a:ext cx="30" cy="15"/>
              </a:xfrm>
              <a:custGeom>
                <a:avLst/>
                <a:gdLst>
                  <a:gd name="T0" fmla="*/ 0 w 4"/>
                  <a:gd name="T1" fmla="*/ 0 h 2"/>
                  <a:gd name="T2" fmla="*/ 4 w 4"/>
                  <a:gd name="T3" fmla="*/ 2 h 2"/>
                  <a:gd name="T4" fmla="*/ 4 w 4"/>
                  <a:gd name="T5" fmla="*/ 2 h 2"/>
                </a:gdLst>
                <a:ahLst/>
                <a:cxnLst>
                  <a:cxn ang="0">
                    <a:pos x="T0" y="T1"/>
                  </a:cxn>
                  <a:cxn ang="0">
                    <a:pos x="T2" y="T3"/>
                  </a:cxn>
                  <a:cxn ang="0">
                    <a:pos x="T4" y="T5"/>
                  </a:cxn>
                </a:cxnLst>
                <a:rect l="0" t="0" r="r" b="b"/>
                <a:pathLst>
                  <a:path w="4" h="2">
                    <a:moveTo>
                      <a:pt x="0" y="0"/>
                    </a:moveTo>
                    <a:lnTo>
                      <a:pt x="4" y="2"/>
                    </a:lnTo>
                    <a:lnTo>
                      <a:pt x="4" y="2"/>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 name="Freeform 43">
                <a:extLst>
                  <a:ext uri="{FF2B5EF4-FFF2-40B4-BE49-F238E27FC236}">
                    <a16:creationId xmlns:a16="http://schemas.microsoft.com/office/drawing/2014/main" id="{C2D7A3F0-FAA6-4516-B6D3-A737FD879D66}"/>
                  </a:ext>
                </a:extLst>
              </p:cNvPr>
              <p:cNvSpPr>
                <a:spLocks/>
              </p:cNvSpPr>
              <p:nvPr/>
            </p:nvSpPr>
            <p:spPr bwMode="auto">
              <a:xfrm>
                <a:off x="3710" y="2256"/>
                <a:ext cx="0" cy="7"/>
              </a:xfrm>
              <a:custGeom>
                <a:avLst/>
                <a:gdLst>
                  <a:gd name="T0" fmla="*/ 0 h 1"/>
                  <a:gd name="T1" fmla="*/ 1 h 1"/>
                  <a:gd name="T2" fmla="*/ 1 h 1"/>
                </a:gdLst>
                <a:ahLst/>
                <a:cxnLst>
                  <a:cxn ang="0">
                    <a:pos x="0" y="T0"/>
                  </a:cxn>
                  <a:cxn ang="0">
                    <a:pos x="0" y="T1"/>
                  </a:cxn>
                  <a:cxn ang="0">
                    <a:pos x="0" y="T2"/>
                  </a:cxn>
                </a:cxnLst>
                <a:rect l="0" t="0" r="r" b="b"/>
                <a:pathLst>
                  <a:path h="1">
                    <a:moveTo>
                      <a:pt x="0" y="0"/>
                    </a:moveTo>
                    <a:lnTo>
                      <a:pt x="0" y="1"/>
                    </a:lnTo>
                    <a:lnTo>
                      <a:pt x="0" y="1"/>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4" name="Rectangle 44">
                <a:extLst>
                  <a:ext uri="{FF2B5EF4-FFF2-40B4-BE49-F238E27FC236}">
                    <a16:creationId xmlns:a16="http://schemas.microsoft.com/office/drawing/2014/main" id="{F16546FC-0096-8B19-CE4F-7DE7DC31124E}"/>
                  </a:ext>
                </a:extLst>
              </p:cNvPr>
              <p:cNvSpPr>
                <a:spLocks noChangeArrowheads="1"/>
              </p:cNvSpPr>
              <p:nvPr/>
            </p:nvSpPr>
            <p:spPr bwMode="auto">
              <a:xfrm>
                <a:off x="3710" y="2179"/>
                <a:ext cx="19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R433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5" name="Rectangle 45">
                <a:extLst>
                  <a:ext uri="{FF2B5EF4-FFF2-40B4-BE49-F238E27FC236}">
                    <a16:creationId xmlns:a16="http://schemas.microsoft.com/office/drawing/2014/main" id="{B8B5547E-0963-F6F9-6E03-38F40B6E3FF0}"/>
                  </a:ext>
                </a:extLst>
              </p:cNvPr>
              <p:cNvSpPr>
                <a:spLocks noChangeArrowheads="1"/>
              </p:cNvSpPr>
              <p:nvPr/>
            </p:nvSpPr>
            <p:spPr bwMode="auto">
              <a:xfrm>
                <a:off x="3710" y="2409"/>
                <a:ext cx="153"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10K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6" name="Rectangle 46">
                <a:extLst>
                  <a:ext uri="{FF2B5EF4-FFF2-40B4-BE49-F238E27FC236}">
                    <a16:creationId xmlns:a16="http://schemas.microsoft.com/office/drawing/2014/main" id="{806AF0B9-4F1C-AD94-7179-6DA76DA1A9A2}"/>
                  </a:ext>
                </a:extLst>
              </p:cNvPr>
              <p:cNvSpPr>
                <a:spLocks noChangeArrowheads="1"/>
              </p:cNvSpPr>
              <p:nvPr/>
            </p:nvSpPr>
            <p:spPr bwMode="auto">
              <a:xfrm>
                <a:off x="3787" y="2332"/>
                <a:ext cx="6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7" name="Freeform 47">
                <a:extLst>
                  <a:ext uri="{FF2B5EF4-FFF2-40B4-BE49-F238E27FC236}">
                    <a16:creationId xmlns:a16="http://schemas.microsoft.com/office/drawing/2014/main" id="{2CD040FE-D5B1-44AD-594A-44DFF2C68E91}"/>
                  </a:ext>
                </a:extLst>
              </p:cNvPr>
              <p:cNvSpPr>
                <a:spLocks/>
              </p:cNvSpPr>
              <p:nvPr/>
            </p:nvSpPr>
            <p:spPr bwMode="auto">
              <a:xfrm>
                <a:off x="3710" y="2409"/>
                <a:ext cx="0" cy="76"/>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8" name="Freeform 48">
                <a:extLst>
                  <a:ext uri="{FF2B5EF4-FFF2-40B4-BE49-F238E27FC236}">
                    <a16:creationId xmlns:a16="http://schemas.microsoft.com/office/drawing/2014/main" id="{7ED46641-E837-7DD8-C2CE-B75D342C6877}"/>
                  </a:ext>
                </a:extLst>
              </p:cNvPr>
              <p:cNvSpPr>
                <a:spLocks/>
              </p:cNvSpPr>
              <p:nvPr/>
            </p:nvSpPr>
            <p:spPr bwMode="auto">
              <a:xfrm>
                <a:off x="3710" y="2179"/>
                <a:ext cx="0" cy="77"/>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9" name="Freeform 49">
                <a:extLst>
                  <a:ext uri="{FF2B5EF4-FFF2-40B4-BE49-F238E27FC236}">
                    <a16:creationId xmlns:a16="http://schemas.microsoft.com/office/drawing/2014/main" id="{C370A69F-7138-0A4B-EC22-0283B97DE17E}"/>
                  </a:ext>
                </a:extLst>
              </p:cNvPr>
              <p:cNvSpPr>
                <a:spLocks/>
              </p:cNvSpPr>
              <p:nvPr/>
            </p:nvSpPr>
            <p:spPr bwMode="auto">
              <a:xfrm>
                <a:off x="4245" y="2485"/>
                <a:ext cx="0" cy="77"/>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0" name="Freeform 50">
                <a:extLst>
                  <a:ext uri="{FF2B5EF4-FFF2-40B4-BE49-F238E27FC236}">
                    <a16:creationId xmlns:a16="http://schemas.microsoft.com/office/drawing/2014/main" id="{F2C43FFE-3BC1-F2DA-F64C-F9D118763D5C}"/>
                  </a:ext>
                </a:extLst>
              </p:cNvPr>
              <p:cNvSpPr>
                <a:spLocks/>
              </p:cNvSpPr>
              <p:nvPr/>
            </p:nvSpPr>
            <p:spPr bwMode="auto">
              <a:xfrm>
                <a:off x="2183" y="1950"/>
                <a:ext cx="229"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1" name="Oval 51">
                <a:extLst>
                  <a:ext uri="{FF2B5EF4-FFF2-40B4-BE49-F238E27FC236}">
                    <a16:creationId xmlns:a16="http://schemas.microsoft.com/office/drawing/2014/main" id="{BAF8F12D-40E1-D9B5-F883-CC5156B3F9DC}"/>
                  </a:ext>
                </a:extLst>
              </p:cNvPr>
              <p:cNvSpPr>
                <a:spLocks noChangeArrowheads="1"/>
              </p:cNvSpPr>
              <p:nvPr/>
            </p:nvSpPr>
            <p:spPr bwMode="auto">
              <a:xfrm>
                <a:off x="2167" y="1934"/>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2" name="Freeform 52">
                <a:extLst>
                  <a:ext uri="{FF2B5EF4-FFF2-40B4-BE49-F238E27FC236}">
                    <a16:creationId xmlns:a16="http://schemas.microsoft.com/office/drawing/2014/main" id="{114F9F29-7BE7-0638-E78A-B8C7705121AB}"/>
                  </a:ext>
                </a:extLst>
              </p:cNvPr>
              <p:cNvSpPr>
                <a:spLocks/>
              </p:cNvSpPr>
              <p:nvPr/>
            </p:nvSpPr>
            <p:spPr bwMode="auto">
              <a:xfrm>
                <a:off x="1877" y="2715"/>
                <a:ext cx="0" cy="306"/>
              </a:xfrm>
              <a:custGeom>
                <a:avLst/>
                <a:gdLst>
                  <a:gd name="T0" fmla="*/ 40 h 40"/>
                  <a:gd name="T1" fmla="*/ 0 h 40"/>
                  <a:gd name="T2" fmla="*/ 0 h 40"/>
                </a:gdLst>
                <a:ahLst/>
                <a:cxnLst>
                  <a:cxn ang="0">
                    <a:pos x="0" y="T0"/>
                  </a:cxn>
                  <a:cxn ang="0">
                    <a:pos x="0" y="T1"/>
                  </a:cxn>
                  <a:cxn ang="0">
                    <a:pos x="0" y="T2"/>
                  </a:cxn>
                </a:cxnLst>
                <a:rect l="0" t="0" r="r" b="b"/>
                <a:pathLst>
                  <a:path h="40">
                    <a:moveTo>
                      <a:pt x="0" y="4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3" name="Freeform 53">
                <a:extLst>
                  <a:ext uri="{FF2B5EF4-FFF2-40B4-BE49-F238E27FC236}">
                    <a16:creationId xmlns:a16="http://schemas.microsoft.com/office/drawing/2014/main" id="{C7683D3E-048F-20D4-1298-C7606F7090AC}"/>
                  </a:ext>
                </a:extLst>
              </p:cNvPr>
              <p:cNvSpPr>
                <a:spLocks/>
              </p:cNvSpPr>
              <p:nvPr/>
            </p:nvSpPr>
            <p:spPr bwMode="auto">
              <a:xfrm>
                <a:off x="3909" y="3228"/>
                <a:ext cx="31" cy="15"/>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4" name="Freeform 54">
                <a:extLst>
                  <a:ext uri="{FF2B5EF4-FFF2-40B4-BE49-F238E27FC236}">
                    <a16:creationId xmlns:a16="http://schemas.microsoft.com/office/drawing/2014/main" id="{57953721-4265-7543-CAF8-7745AF62AB17}"/>
                  </a:ext>
                </a:extLst>
              </p:cNvPr>
              <p:cNvSpPr>
                <a:spLocks/>
              </p:cNvSpPr>
              <p:nvPr/>
            </p:nvSpPr>
            <p:spPr bwMode="auto">
              <a:xfrm>
                <a:off x="3909" y="3205"/>
                <a:ext cx="61" cy="23"/>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5" name="Freeform 55">
                <a:extLst>
                  <a:ext uri="{FF2B5EF4-FFF2-40B4-BE49-F238E27FC236}">
                    <a16:creationId xmlns:a16="http://schemas.microsoft.com/office/drawing/2014/main" id="{9036E0FE-1E11-304D-8D66-D5C5E50CFD81}"/>
                  </a:ext>
                </a:extLst>
              </p:cNvPr>
              <p:cNvSpPr>
                <a:spLocks/>
              </p:cNvSpPr>
              <p:nvPr/>
            </p:nvSpPr>
            <p:spPr bwMode="auto">
              <a:xfrm>
                <a:off x="3909" y="3182"/>
                <a:ext cx="61" cy="23"/>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6" name="Freeform 56">
                <a:extLst>
                  <a:ext uri="{FF2B5EF4-FFF2-40B4-BE49-F238E27FC236}">
                    <a16:creationId xmlns:a16="http://schemas.microsoft.com/office/drawing/2014/main" id="{83017FBC-EA45-5F5C-C3A9-BE7E67085A4A}"/>
                  </a:ext>
                </a:extLst>
              </p:cNvPr>
              <p:cNvSpPr>
                <a:spLocks/>
              </p:cNvSpPr>
              <p:nvPr/>
            </p:nvSpPr>
            <p:spPr bwMode="auto">
              <a:xfrm>
                <a:off x="3909" y="3159"/>
                <a:ext cx="61" cy="23"/>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7" name="Freeform 57">
                <a:extLst>
                  <a:ext uri="{FF2B5EF4-FFF2-40B4-BE49-F238E27FC236}">
                    <a16:creationId xmlns:a16="http://schemas.microsoft.com/office/drawing/2014/main" id="{33EFDFE2-B187-B5EC-13D5-58E70D8B45F8}"/>
                  </a:ext>
                </a:extLst>
              </p:cNvPr>
              <p:cNvSpPr>
                <a:spLocks/>
              </p:cNvSpPr>
              <p:nvPr/>
            </p:nvSpPr>
            <p:spPr bwMode="auto">
              <a:xfrm>
                <a:off x="3909" y="3136"/>
                <a:ext cx="61" cy="23"/>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8" name="Freeform 58">
                <a:extLst>
                  <a:ext uri="{FF2B5EF4-FFF2-40B4-BE49-F238E27FC236}">
                    <a16:creationId xmlns:a16="http://schemas.microsoft.com/office/drawing/2014/main" id="{51CA5619-7762-9AC4-1E18-F0FDBC667FEE}"/>
                  </a:ext>
                </a:extLst>
              </p:cNvPr>
              <p:cNvSpPr>
                <a:spLocks/>
              </p:cNvSpPr>
              <p:nvPr/>
            </p:nvSpPr>
            <p:spPr bwMode="auto">
              <a:xfrm>
                <a:off x="3909" y="3113"/>
                <a:ext cx="61" cy="23"/>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9" name="Freeform 59">
                <a:extLst>
                  <a:ext uri="{FF2B5EF4-FFF2-40B4-BE49-F238E27FC236}">
                    <a16:creationId xmlns:a16="http://schemas.microsoft.com/office/drawing/2014/main" id="{9815B889-F237-6A35-A631-A8D778025169}"/>
                  </a:ext>
                </a:extLst>
              </p:cNvPr>
              <p:cNvSpPr>
                <a:spLocks/>
              </p:cNvSpPr>
              <p:nvPr/>
            </p:nvSpPr>
            <p:spPr bwMode="auto">
              <a:xfrm>
                <a:off x="3940" y="3098"/>
                <a:ext cx="30" cy="15"/>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0" name="Freeform 60">
                <a:extLst>
                  <a:ext uri="{FF2B5EF4-FFF2-40B4-BE49-F238E27FC236}">
                    <a16:creationId xmlns:a16="http://schemas.microsoft.com/office/drawing/2014/main" id="{81620021-BC7B-7BDF-9793-8FFA6A8B4A17}"/>
                  </a:ext>
                </a:extLst>
              </p:cNvPr>
              <p:cNvSpPr>
                <a:spLocks/>
              </p:cNvSpPr>
              <p:nvPr/>
            </p:nvSpPr>
            <p:spPr bwMode="auto">
              <a:xfrm>
                <a:off x="3940" y="3243"/>
                <a:ext cx="0" cy="8"/>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1" name="Rectangle 61">
                <a:extLst>
                  <a:ext uri="{FF2B5EF4-FFF2-40B4-BE49-F238E27FC236}">
                    <a16:creationId xmlns:a16="http://schemas.microsoft.com/office/drawing/2014/main" id="{6F2EA914-D130-28CA-594D-3660F8B00146}"/>
                  </a:ext>
                </a:extLst>
              </p:cNvPr>
              <p:cNvSpPr>
                <a:spLocks noChangeArrowheads="1"/>
              </p:cNvSpPr>
              <p:nvPr/>
            </p:nvSpPr>
            <p:spPr bwMode="auto">
              <a:xfrm>
                <a:off x="4016" y="3021"/>
                <a:ext cx="19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R443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2" name="Rectangle 62">
                <a:extLst>
                  <a:ext uri="{FF2B5EF4-FFF2-40B4-BE49-F238E27FC236}">
                    <a16:creationId xmlns:a16="http://schemas.microsoft.com/office/drawing/2014/main" id="{1EE06C99-5DA1-38B5-2A0C-6731767A851F}"/>
                  </a:ext>
                </a:extLst>
              </p:cNvPr>
              <p:cNvSpPr>
                <a:spLocks noChangeArrowheads="1"/>
              </p:cNvSpPr>
              <p:nvPr/>
            </p:nvSpPr>
            <p:spPr bwMode="auto">
              <a:xfrm>
                <a:off x="4016" y="3174"/>
                <a:ext cx="11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3K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3" name="Freeform 63">
                <a:extLst>
                  <a:ext uri="{FF2B5EF4-FFF2-40B4-BE49-F238E27FC236}">
                    <a16:creationId xmlns:a16="http://schemas.microsoft.com/office/drawing/2014/main" id="{66DE72DA-5AD3-3482-EA97-D96B14353651}"/>
                  </a:ext>
                </a:extLst>
              </p:cNvPr>
              <p:cNvSpPr>
                <a:spLocks/>
              </p:cNvSpPr>
              <p:nvPr/>
            </p:nvSpPr>
            <p:spPr bwMode="auto">
              <a:xfrm>
                <a:off x="3940" y="3021"/>
                <a:ext cx="0" cy="77"/>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4" name="Freeform 64">
                <a:extLst>
                  <a:ext uri="{FF2B5EF4-FFF2-40B4-BE49-F238E27FC236}">
                    <a16:creationId xmlns:a16="http://schemas.microsoft.com/office/drawing/2014/main" id="{FDC7C9AC-CD4D-74CC-E132-3AE1D38E86D9}"/>
                  </a:ext>
                </a:extLst>
              </p:cNvPr>
              <p:cNvSpPr>
                <a:spLocks/>
              </p:cNvSpPr>
              <p:nvPr/>
            </p:nvSpPr>
            <p:spPr bwMode="auto">
              <a:xfrm>
                <a:off x="3940" y="3251"/>
                <a:ext cx="0" cy="76"/>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5" name="Freeform 65">
                <a:extLst>
                  <a:ext uri="{FF2B5EF4-FFF2-40B4-BE49-F238E27FC236}">
                    <a16:creationId xmlns:a16="http://schemas.microsoft.com/office/drawing/2014/main" id="{08F9F252-129A-0FB5-EEA3-D23822198C85}"/>
                  </a:ext>
                </a:extLst>
              </p:cNvPr>
              <p:cNvSpPr>
                <a:spLocks/>
              </p:cNvSpPr>
              <p:nvPr/>
            </p:nvSpPr>
            <p:spPr bwMode="auto">
              <a:xfrm>
                <a:off x="2106" y="2141"/>
                <a:ext cx="153" cy="77"/>
              </a:xfrm>
              <a:custGeom>
                <a:avLst/>
                <a:gdLst>
                  <a:gd name="T0" fmla="*/ 77 w 153"/>
                  <a:gd name="T1" fmla="*/ 77 h 77"/>
                  <a:gd name="T2" fmla="*/ 153 w 153"/>
                  <a:gd name="T3" fmla="*/ 0 h 77"/>
                  <a:gd name="T4" fmla="*/ 0 w 153"/>
                  <a:gd name="T5" fmla="*/ 0 h 77"/>
                  <a:gd name="T6" fmla="*/ 77 w 153"/>
                  <a:gd name="T7" fmla="*/ 77 h 77"/>
                </a:gdLst>
                <a:ahLst/>
                <a:cxnLst>
                  <a:cxn ang="0">
                    <a:pos x="T0" y="T1"/>
                  </a:cxn>
                  <a:cxn ang="0">
                    <a:pos x="T2" y="T3"/>
                  </a:cxn>
                  <a:cxn ang="0">
                    <a:pos x="T4" y="T5"/>
                  </a:cxn>
                  <a:cxn ang="0">
                    <a:pos x="T6" y="T7"/>
                  </a:cxn>
                </a:cxnLst>
                <a:rect l="0" t="0" r="r" b="b"/>
                <a:pathLst>
                  <a:path w="153" h="77">
                    <a:moveTo>
                      <a:pt x="77" y="77"/>
                    </a:moveTo>
                    <a:lnTo>
                      <a:pt x="153" y="0"/>
                    </a:lnTo>
                    <a:lnTo>
                      <a:pt x="0" y="0"/>
                    </a:lnTo>
                    <a:lnTo>
                      <a:pt x="77" y="77"/>
                    </a:lnTo>
                    <a:close/>
                  </a:path>
                </a:pathLst>
              </a:custGeom>
              <a:solidFill>
                <a:srgbClr val="CC8006"/>
              </a:solidFill>
              <a:ln w="12700">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6" name="Freeform 66">
                <a:extLst>
                  <a:ext uri="{FF2B5EF4-FFF2-40B4-BE49-F238E27FC236}">
                    <a16:creationId xmlns:a16="http://schemas.microsoft.com/office/drawing/2014/main" id="{03B0997B-E5F8-C887-705D-491C6D344DF6}"/>
                  </a:ext>
                </a:extLst>
              </p:cNvPr>
              <p:cNvSpPr>
                <a:spLocks/>
              </p:cNvSpPr>
              <p:nvPr/>
            </p:nvSpPr>
            <p:spPr bwMode="auto">
              <a:xfrm>
                <a:off x="1953" y="2103"/>
                <a:ext cx="0" cy="153"/>
              </a:xfrm>
              <a:custGeom>
                <a:avLst/>
                <a:gdLst>
                  <a:gd name="T0" fmla="*/ 0 h 20"/>
                  <a:gd name="T1" fmla="*/ 20 h 20"/>
                  <a:gd name="T2" fmla="*/ 20 h 20"/>
                </a:gdLst>
                <a:ahLst/>
                <a:cxnLst>
                  <a:cxn ang="0">
                    <a:pos x="0" y="T0"/>
                  </a:cxn>
                  <a:cxn ang="0">
                    <a:pos x="0" y="T1"/>
                  </a:cxn>
                  <a:cxn ang="0">
                    <a:pos x="0" y="T2"/>
                  </a:cxn>
                </a:cxnLst>
                <a:rect l="0" t="0" r="r" b="b"/>
                <a:pathLst>
                  <a:path h="20">
                    <a:moveTo>
                      <a:pt x="0" y="0"/>
                    </a:moveTo>
                    <a:lnTo>
                      <a:pt x="0" y="20"/>
                    </a:lnTo>
                    <a:lnTo>
                      <a:pt x="0" y="2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7" name="Freeform 67">
                <a:extLst>
                  <a:ext uri="{FF2B5EF4-FFF2-40B4-BE49-F238E27FC236}">
                    <a16:creationId xmlns:a16="http://schemas.microsoft.com/office/drawing/2014/main" id="{FABD5396-6B64-857B-9DB6-7354D9AAA1D8}"/>
                  </a:ext>
                </a:extLst>
              </p:cNvPr>
              <p:cNvSpPr>
                <a:spLocks/>
              </p:cNvSpPr>
              <p:nvPr/>
            </p:nvSpPr>
            <p:spPr bwMode="auto">
              <a:xfrm>
                <a:off x="1877" y="2202"/>
                <a:ext cx="76" cy="54"/>
              </a:xfrm>
              <a:custGeom>
                <a:avLst/>
                <a:gdLst>
                  <a:gd name="T0" fmla="*/ 0 w 10"/>
                  <a:gd name="T1" fmla="*/ 7 h 7"/>
                  <a:gd name="T2" fmla="*/ 10 w 10"/>
                  <a:gd name="T3" fmla="*/ 0 h 7"/>
                  <a:gd name="T4" fmla="*/ 10 w 10"/>
                  <a:gd name="T5" fmla="*/ 0 h 7"/>
                </a:gdLst>
                <a:ahLst/>
                <a:cxnLst>
                  <a:cxn ang="0">
                    <a:pos x="T0" y="T1"/>
                  </a:cxn>
                  <a:cxn ang="0">
                    <a:pos x="T2" y="T3"/>
                  </a:cxn>
                  <a:cxn ang="0">
                    <a:pos x="T4" y="T5"/>
                  </a:cxn>
                </a:cxnLst>
                <a:rect l="0" t="0" r="r" b="b"/>
                <a:pathLst>
                  <a:path w="10" h="7">
                    <a:moveTo>
                      <a:pt x="0" y="7"/>
                    </a:moveTo>
                    <a:lnTo>
                      <a:pt x="10" y="0"/>
                    </a:lnTo>
                    <a:lnTo>
                      <a:pt x="1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8" name="Freeform 68">
                <a:extLst>
                  <a:ext uri="{FF2B5EF4-FFF2-40B4-BE49-F238E27FC236}">
                    <a16:creationId xmlns:a16="http://schemas.microsoft.com/office/drawing/2014/main" id="{C26680F4-D771-F7C1-E7DA-9B0F337B4A4B}"/>
                  </a:ext>
                </a:extLst>
              </p:cNvPr>
              <p:cNvSpPr>
                <a:spLocks/>
              </p:cNvSpPr>
              <p:nvPr/>
            </p:nvSpPr>
            <p:spPr bwMode="auto">
              <a:xfrm>
                <a:off x="1877" y="2103"/>
                <a:ext cx="76" cy="53"/>
              </a:xfrm>
              <a:custGeom>
                <a:avLst/>
                <a:gdLst>
                  <a:gd name="T0" fmla="*/ 10 w 10"/>
                  <a:gd name="T1" fmla="*/ 7 h 7"/>
                  <a:gd name="T2" fmla="*/ 0 w 10"/>
                  <a:gd name="T3" fmla="*/ 0 h 7"/>
                  <a:gd name="T4" fmla="*/ 0 w 10"/>
                  <a:gd name="T5" fmla="*/ 0 h 7"/>
                </a:gdLst>
                <a:ahLst/>
                <a:cxnLst>
                  <a:cxn ang="0">
                    <a:pos x="T0" y="T1"/>
                  </a:cxn>
                  <a:cxn ang="0">
                    <a:pos x="T2" y="T3"/>
                  </a:cxn>
                  <a:cxn ang="0">
                    <a:pos x="T4" y="T5"/>
                  </a:cxn>
                </a:cxnLst>
                <a:rect l="0" t="0" r="r" b="b"/>
                <a:pathLst>
                  <a:path w="10" h="7">
                    <a:moveTo>
                      <a:pt x="10" y="7"/>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9" name="Freeform 69">
                <a:extLst>
                  <a:ext uri="{FF2B5EF4-FFF2-40B4-BE49-F238E27FC236}">
                    <a16:creationId xmlns:a16="http://schemas.microsoft.com/office/drawing/2014/main" id="{B5B2B2D0-89A8-3469-C246-F9ED96431E22}"/>
                  </a:ext>
                </a:extLst>
              </p:cNvPr>
              <p:cNvSpPr>
                <a:spLocks/>
              </p:cNvSpPr>
              <p:nvPr/>
            </p:nvSpPr>
            <p:spPr bwMode="auto">
              <a:xfrm>
                <a:off x="2183" y="2218"/>
                <a:ext cx="0" cy="38"/>
              </a:xfrm>
              <a:custGeom>
                <a:avLst/>
                <a:gdLst>
                  <a:gd name="T0" fmla="*/ 5 h 5"/>
                  <a:gd name="T1" fmla="*/ 0 h 5"/>
                  <a:gd name="T2" fmla="*/ 0 h 5"/>
                </a:gdLst>
                <a:ahLst/>
                <a:cxnLst>
                  <a:cxn ang="0">
                    <a:pos x="0" y="T0"/>
                  </a:cxn>
                  <a:cxn ang="0">
                    <a:pos x="0" y="T1"/>
                  </a:cxn>
                  <a:cxn ang="0">
                    <a:pos x="0" y="T2"/>
                  </a:cxn>
                </a:cxnLst>
                <a:rect l="0" t="0" r="r" b="b"/>
                <a:pathLst>
                  <a:path h="5">
                    <a:moveTo>
                      <a:pt x="0" y="5"/>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0" name="Freeform 70">
                <a:extLst>
                  <a:ext uri="{FF2B5EF4-FFF2-40B4-BE49-F238E27FC236}">
                    <a16:creationId xmlns:a16="http://schemas.microsoft.com/office/drawing/2014/main" id="{484E5BBD-1E9D-001F-EE9D-18446352DE4A}"/>
                  </a:ext>
                </a:extLst>
              </p:cNvPr>
              <p:cNvSpPr>
                <a:spLocks/>
              </p:cNvSpPr>
              <p:nvPr/>
            </p:nvSpPr>
            <p:spPr bwMode="auto">
              <a:xfrm>
                <a:off x="2106" y="2218"/>
                <a:ext cx="153" cy="0"/>
              </a:xfrm>
              <a:custGeom>
                <a:avLst/>
                <a:gdLst>
                  <a:gd name="T0" fmla="*/ 0 w 20"/>
                  <a:gd name="T1" fmla="*/ 20 w 20"/>
                  <a:gd name="T2" fmla="*/ 20 w 20"/>
                </a:gdLst>
                <a:ahLst/>
                <a:cxnLst>
                  <a:cxn ang="0">
                    <a:pos x="T0" y="0"/>
                  </a:cxn>
                  <a:cxn ang="0">
                    <a:pos x="T1" y="0"/>
                  </a:cxn>
                  <a:cxn ang="0">
                    <a:pos x="T2" y="0"/>
                  </a:cxn>
                </a:cxnLst>
                <a:rect l="0" t="0" r="r" b="b"/>
                <a:pathLst>
                  <a:path w="20">
                    <a:moveTo>
                      <a:pt x="0" y="0"/>
                    </a:moveTo>
                    <a:lnTo>
                      <a:pt x="20" y="0"/>
                    </a:lnTo>
                    <a:lnTo>
                      <a:pt x="2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1" name="Freeform 71">
                <a:extLst>
                  <a:ext uri="{FF2B5EF4-FFF2-40B4-BE49-F238E27FC236}">
                    <a16:creationId xmlns:a16="http://schemas.microsoft.com/office/drawing/2014/main" id="{3A77D74C-A9B5-50CF-4F29-972093F04A9A}"/>
                  </a:ext>
                </a:extLst>
              </p:cNvPr>
              <p:cNvSpPr>
                <a:spLocks/>
              </p:cNvSpPr>
              <p:nvPr/>
            </p:nvSpPr>
            <p:spPr bwMode="auto">
              <a:xfrm>
                <a:off x="2183" y="2103"/>
                <a:ext cx="0" cy="38"/>
              </a:xfrm>
              <a:custGeom>
                <a:avLst/>
                <a:gdLst>
                  <a:gd name="T0" fmla="*/ 0 h 5"/>
                  <a:gd name="T1" fmla="*/ 5 h 5"/>
                  <a:gd name="T2" fmla="*/ 5 h 5"/>
                </a:gdLst>
                <a:ahLst/>
                <a:cxnLst>
                  <a:cxn ang="0">
                    <a:pos x="0" y="T0"/>
                  </a:cxn>
                  <a:cxn ang="0">
                    <a:pos x="0" y="T1"/>
                  </a:cxn>
                  <a:cxn ang="0">
                    <a:pos x="0" y="T2"/>
                  </a:cxn>
                </a:cxnLst>
                <a:rect l="0" t="0" r="r" b="b"/>
                <a:pathLst>
                  <a:path h="5">
                    <a:moveTo>
                      <a:pt x="0" y="0"/>
                    </a:moveTo>
                    <a:lnTo>
                      <a:pt x="0" y="5"/>
                    </a:lnTo>
                    <a:lnTo>
                      <a:pt x="0" y="5"/>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2" name="Freeform 72">
                <a:extLst>
                  <a:ext uri="{FF2B5EF4-FFF2-40B4-BE49-F238E27FC236}">
                    <a16:creationId xmlns:a16="http://schemas.microsoft.com/office/drawing/2014/main" id="{EFCE31D5-1B77-36F1-43ED-F1A4B08EB54B}"/>
                  </a:ext>
                </a:extLst>
              </p:cNvPr>
              <p:cNvSpPr>
                <a:spLocks/>
              </p:cNvSpPr>
              <p:nvPr/>
            </p:nvSpPr>
            <p:spPr bwMode="auto">
              <a:xfrm>
                <a:off x="1877" y="2218"/>
                <a:ext cx="46" cy="38"/>
              </a:xfrm>
              <a:custGeom>
                <a:avLst/>
                <a:gdLst>
                  <a:gd name="T0" fmla="*/ 0 w 46"/>
                  <a:gd name="T1" fmla="*/ 38 h 38"/>
                  <a:gd name="T2" fmla="*/ 31 w 46"/>
                  <a:gd name="T3" fmla="*/ 0 h 38"/>
                  <a:gd name="T4" fmla="*/ 46 w 46"/>
                  <a:gd name="T5" fmla="*/ 23 h 38"/>
                  <a:gd name="T6" fmla="*/ 0 w 46"/>
                  <a:gd name="T7" fmla="*/ 38 h 38"/>
                </a:gdLst>
                <a:ahLst/>
                <a:cxnLst>
                  <a:cxn ang="0">
                    <a:pos x="T0" y="T1"/>
                  </a:cxn>
                  <a:cxn ang="0">
                    <a:pos x="T2" y="T3"/>
                  </a:cxn>
                  <a:cxn ang="0">
                    <a:pos x="T4" y="T5"/>
                  </a:cxn>
                  <a:cxn ang="0">
                    <a:pos x="T6" y="T7"/>
                  </a:cxn>
                </a:cxnLst>
                <a:rect l="0" t="0" r="r" b="b"/>
                <a:pathLst>
                  <a:path w="46" h="38">
                    <a:moveTo>
                      <a:pt x="0" y="38"/>
                    </a:moveTo>
                    <a:lnTo>
                      <a:pt x="31" y="0"/>
                    </a:lnTo>
                    <a:lnTo>
                      <a:pt x="46" y="23"/>
                    </a:lnTo>
                    <a:lnTo>
                      <a:pt x="0" y="38"/>
                    </a:lnTo>
                    <a:close/>
                  </a:path>
                </a:pathLst>
              </a:custGeom>
              <a:solidFill>
                <a:srgbClr val="CC8006"/>
              </a:solidFill>
              <a:ln w="12700">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3" name="Freeform 73">
                <a:extLst>
                  <a:ext uri="{FF2B5EF4-FFF2-40B4-BE49-F238E27FC236}">
                    <a16:creationId xmlns:a16="http://schemas.microsoft.com/office/drawing/2014/main" id="{842B0972-D1CB-166A-3A33-C1A6A1C9FC83}"/>
                  </a:ext>
                </a:extLst>
              </p:cNvPr>
              <p:cNvSpPr>
                <a:spLocks/>
              </p:cNvSpPr>
              <p:nvPr/>
            </p:nvSpPr>
            <p:spPr bwMode="auto">
              <a:xfrm>
                <a:off x="2030" y="2187"/>
                <a:ext cx="30" cy="31"/>
              </a:xfrm>
              <a:custGeom>
                <a:avLst/>
                <a:gdLst>
                  <a:gd name="T0" fmla="*/ 0 w 4"/>
                  <a:gd name="T1" fmla="*/ 4 h 4"/>
                  <a:gd name="T2" fmla="*/ 4 w 4"/>
                  <a:gd name="T3" fmla="*/ 0 h 4"/>
                  <a:gd name="T4" fmla="*/ 4 w 4"/>
                  <a:gd name="T5" fmla="*/ 0 h 4"/>
                </a:gdLst>
                <a:ahLst/>
                <a:cxnLst>
                  <a:cxn ang="0">
                    <a:pos x="T0" y="T1"/>
                  </a:cxn>
                  <a:cxn ang="0">
                    <a:pos x="T2" y="T3"/>
                  </a:cxn>
                  <a:cxn ang="0">
                    <a:pos x="T4" y="T5"/>
                  </a:cxn>
                </a:cxnLst>
                <a:rect l="0" t="0" r="r" b="b"/>
                <a:pathLst>
                  <a:path w="4" h="4">
                    <a:moveTo>
                      <a:pt x="0" y="4"/>
                    </a:moveTo>
                    <a:lnTo>
                      <a:pt x="4" y="0"/>
                    </a:lnTo>
                    <a:lnTo>
                      <a:pt x="4"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4" name="Freeform 74">
                <a:extLst>
                  <a:ext uri="{FF2B5EF4-FFF2-40B4-BE49-F238E27FC236}">
                    <a16:creationId xmlns:a16="http://schemas.microsoft.com/office/drawing/2014/main" id="{B18DB8EB-3220-E4CA-69D4-580DBA1796F4}"/>
                  </a:ext>
                </a:extLst>
              </p:cNvPr>
              <p:cNvSpPr>
                <a:spLocks/>
              </p:cNvSpPr>
              <p:nvPr/>
            </p:nvSpPr>
            <p:spPr bwMode="auto">
              <a:xfrm>
                <a:off x="2030" y="2195"/>
                <a:ext cx="0" cy="23"/>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5" name="Freeform 75">
                <a:extLst>
                  <a:ext uri="{FF2B5EF4-FFF2-40B4-BE49-F238E27FC236}">
                    <a16:creationId xmlns:a16="http://schemas.microsoft.com/office/drawing/2014/main" id="{C1F30668-C8D6-ECEF-0907-5176C7100DAC}"/>
                  </a:ext>
                </a:extLst>
              </p:cNvPr>
              <p:cNvSpPr>
                <a:spLocks/>
              </p:cNvSpPr>
              <p:nvPr/>
            </p:nvSpPr>
            <p:spPr bwMode="auto">
              <a:xfrm>
                <a:off x="1999" y="2195"/>
                <a:ext cx="31" cy="30"/>
              </a:xfrm>
              <a:custGeom>
                <a:avLst/>
                <a:gdLst>
                  <a:gd name="T0" fmla="*/ 0 w 4"/>
                  <a:gd name="T1" fmla="*/ 4 h 4"/>
                  <a:gd name="T2" fmla="*/ 4 w 4"/>
                  <a:gd name="T3" fmla="*/ 0 h 4"/>
                  <a:gd name="T4" fmla="*/ 4 w 4"/>
                  <a:gd name="T5" fmla="*/ 0 h 4"/>
                </a:gdLst>
                <a:ahLst/>
                <a:cxnLst>
                  <a:cxn ang="0">
                    <a:pos x="T0" y="T1"/>
                  </a:cxn>
                  <a:cxn ang="0">
                    <a:pos x="T2" y="T3"/>
                  </a:cxn>
                  <a:cxn ang="0">
                    <a:pos x="T4" y="T5"/>
                  </a:cxn>
                </a:cxnLst>
                <a:rect l="0" t="0" r="r" b="b"/>
                <a:pathLst>
                  <a:path w="4" h="4">
                    <a:moveTo>
                      <a:pt x="0" y="4"/>
                    </a:moveTo>
                    <a:lnTo>
                      <a:pt x="4" y="0"/>
                    </a:lnTo>
                    <a:lnTo>
                      <a:pt x="4"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6" name="Freeform 76">
                <a:extLst>
                  <a:ext uri="{FF2B5EF4-FFF2-40B4-BE49-F238E27FC236}">
                    <a16:creationId xmlns:a16="http://schemas.microsoft.com/office/drawing/2014/main" id="{6DFE2055-0723-37EE-E9CE-99479622B314}"/>
                  </a:ext>
                </a:extLst>
              </p:cNvPr>
              <p:cNvSpPr>
                <a:spLocks/>
              </p:cNvSpPr>
              <p:nvPr/>
            </p:nvSpPr>
            <p:spPr bwMode="auto">
              <a:xfrm>
                <a:off x="2030" y="2133"/>
                <a:ext cx="30" cy="31"/>
              </a:xfrm>
              <a:custGeom>
                <a:avLst/>
                <a:gdLst>
                  <a:gd name="T0" fmla="*/ 0 w 4"/>
                  <a:gd name="T1" fmla="*/ 4 h 4"/>
                  <a:gd name="T2" fmla="*/ 4 w 4"/>
                  <a:gd name="T3" fmla="*/ 0 h 4"/>
                  <a:gd name="T4" fmla="*/ 4 w 4"/>
                  <a:gd name="T5" fmla="*/ 0 h 4"/>
                </a:gdLst>
                <a:ahLst/>
                <a:cxnLst>
                  <a:cxn ang="0">
                    <a:pos x="T0" y="T1"/>
                  </a:cxn>
                  <a:cxn ang="0">
                    <a:pos x="T2" y="T3"/>
                  </a:cxn>
                  <a:cxn ang="0">
                    <a:pos x="T4" y="T5"/>
                  </a:cxn>
                </a:cxnLst>
                <a:rect l="0" t="0" r="r" b="b"/>
                <a:pathLst>
                  <a:path w="4" h="4">
                    <a:moveTo>
                      <a:pt x="0" y="4"/>
                    </a:moveTo>
                    <a:lnTo>
                      <a:pt x="4" y="0"/>
                    </a:lnTo>
                    <a:lnTo>
                      <a:pt x="4"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7" name="Freeform 77">
                <a:extLst>
                  <a:ext uri="{FF2B5EF4-FFF2-40B4-BE49-F238E27FC236}">
                    <a16:creationId xmlns:a16="http://schemas.microsoft.com/office/drawing/2014/main" id="{97BC9A83-8676-F7E7-9C0F-EF818DB36DD8}"/>
                  </a:ext>
                </a:extLst>
              </p:cNvPr>
              <p:cNvSpPr>
                <a:spLocks/>
              </p:cNvSpPr>
              <p:nvPr/>
            </p:nvSpPr>
            <p:spPr bwMode="auto">
              <a:xfrm>
                <a:off x="2030" y="2141"/>
                <a:ext cx="0" cy="23"/>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8" name="Freeform 78">
                <a:extLst>
                  <a:ext uri="{FF2B5EF4-FFF2-40B4-BE49-F238E27FC236}">
                    <a16:creationId xmlns:a16="http://schemas.microsoft.com/office/drawing/2014/main" id="{96A3CB6C-52D3-A7C8-7EE6-7995C8DC30C6}"/>
                  </a:ext>
                </a:extLst>
              </p:cNvPr>
              <p:cNvSpPr>
                <a:spLocks/>
              </p:cNvSpPr>
              <p:nvPr/>
            </p:nvSpPr>
            <p:spPr bwMode="auto">
              <a:xfrm>
                <a:off x="1999" y="2141"/>
                <a:ext cx="31" cy="31"/>
              </a:xfrm>
              <a:custGeom>
                <a:avLst/>
                <a:gdLst>
                  <a:gd name="T0" fmla="*/ 0 w 4"/>
                  <a:gd name="T1" fmla="*/ 4 h 4"/>
                  <a:gd name="T2" fmla="*/ 4 w 4"/>
                  <a:gd name="T3" fmla="*/ 0 h 4"/>
                  <a:gd name="T4" fmla="*/ 4 w 4"/>
                  <a:gd name="T5" fmla="*/ 0 h 4"/>
                </a:gdLst>
                <a:ahLst/>
                <a:cxnLst>
                  <a:cxn ang="0">
                    <a:pos x="T0" y="T1"/>
                  </a:cxn>
                  <a:cxn ang="0">
                    <a:pos x="T2" y="T3"/>
                  </a:cxn>
                  <a:cxn ang="0">
                    <a:pos x="T4" y="T5"/>
                  </a:cxn>
                </a:cxnLst>
                <a:rect l="0" t="0" r="r" b="b"/>
                <a:pathLst>
                  <a:path w="4" h="4">
                    <a:moveTo>
                      <a:pt x="0" y="4"/>
                    </a:moveTo>
                    <a:lnTo>
                      <a:pt x="4" y="0"/>
                    </a:lnTo>
                    <a:lnTo>
                      <a:pt x="4"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9" name="Freeform 79">
                <a:extLst>
                  <a:ext uri="{FF2B5EF4-FFF2-40B4-BE49-F238E27FC236}">
                    <a16:creationId xmlns:a16="http://schemas.microsoft.com/office/drawing/2014/main" id="{D4BC0ACA-D79E-C77F-6BA1-DF5A75649D78}"/>
                  </a:ext>
                </a:extLst>
              </p:cNvPr>
              <p:cNvSpPr>
                <a:spLocks/>
              </p:cNvSpPr>
              <p:nvPr/>
            </p:nvSpPr>
            <p:spPr bwMode="auto">
              <a:xfrm>
                <a:off x="1984" y="2202"/>
                <a:ext cx="38" cy="39"/>
              </a:xfrm>
              <a:custGeom>
                <a:avLst/>
                <a:gdLst>
                  <a:gd name="T0" fmla="*/ 0 w 38"/>
                  <a:gd name="T1" fmla="*/ 39 h 39"/>
                  <a:gd name="T2" fmla="*/ 23 w 38"/>
                  <a:gd name="T3" fmla="*/ 0 h 39"/>
                  <a:gd name="T4" fmla="*/ 38 w 38"/>
                  <a:gd name="T5" fmla="*/ 16 h 39"/>
                  <a:gd name="T6" fmla="*/ 0 w 38"/>
                  <a:gd name="T7" fmla="*/ 39 h 39"/>
                </a:gdLst>
                <a:ahLst/>
                <a:cxnLst>
                  <a:cxn ang="0">
                    <a:pos x="T0" y="T1"/>
                  </a:cxn>
                  <a:cxn ang="0">
                    <a:pos x="T2" y="T3"/>
                  </a:cxn>
                  <a:cxn ang="0">
                    <a:pos x="T4" y="T5"/>
                  </a:cxn>
                  <a:cxn ang="0">
                    <a:pos x="T6" y="T7"/>
                  </a:cxn>
                </a:cxnLst>
                <a:rect l="0" t="0" r="r" b="b"/>
                <a:pathLst>
                  <a:path w="38" h="39">
                    <a:moveTo>
                      <a:pt x="0" y="39"/>
                    </a:moveTo>
                    <a:lnTo>
                      <a:pt x="23" y="0"/>
                    </a:lnTo>
                    <a:lnTo>
                      <a:pt x="38" y="16"/>
                    </a:lnTo>
                    <a:lnTo>
                      <a:pt x="0" y="39"/>
                    </a:lnTo>
                    <a:close/>
                  </a:path>
                </a:pathLst>
              </a:custGeom>
              <a:solidFill>
                <a:srgbClr val="CC8006"/>
              </a:solidFill>
              <a:ln w="12700">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0" name="Freeform 80">
                <a:extLst>
                  <a:ext uri="{FF2B5EF4-FFF2-40B4-BE49-F238E27FC236}">
                    <a16:creationId xmlns:a16="http://schemas.microsoft.com/office/drawing/2014/main" id="{0D886926-0BE4-4BCA-87C1-02AA182E099C}"/>
                  </a:ext>
                </a:extLst>
              </p:cNvPr>
              <p:cNvSpPr>
                <a:spLocks/>
              </p:cNvSpPr>
              <p:nvPr/>
            </p:nvSpPr>
            <p:spPr bwMode="auto">
              <a:xfrm>
                <a:off x="1984" y="2149"/>
                <a:ext cx="38" cy="38"/>
              </a:xfrm>
              <a:custGeom>
                <a:avLst/>
                <a:gdLst>
                  <a:gd name="T0" fmla="*/ 0 w 38"/>
                  <a:gd name="T1" fmla="*/ 38 h 38"/>
                  <a:gd name="T2" fmla="*/ 23 w 38"/>
                  <a:gd name="T3" fmla="*/ 0 h 38"/>
                  <a:gd name="T4" fmla="*/ 38 w 38"/>
                  <a:gd name="T5" fmla="*/ 15 h 38"/>
                  <a:gd name="T6" fmla="*/ 0 w 38"/>
                  <a:gd name="T7" fmla="*/ 38 h 38"/>
                </a:gdLst>
                <a:ahLst/>
                <a:cxnLst>
                  <a:cxn ang="0">
                    <a:pos x="T0" y="T1"/>
                  </a:cxn>
                  <a:cxn ang="0">
                    <a:pos x="T2" y="T3"/>
                  </a:cxn>
                  <a:cxn ang="0">
                    <a:pos x="T4" y="T5"/>
                  </a:cxn>
                  <a:cxn ang="0">
                    <a:pos x="T6" y="T7"/>
                  </a:cxn>
                </a:cxnLst>
                <a:rect l="0" t="0" r="r" b="b"/>
                <a:pathLst>
                  <a:path w="38" h="38">
                    <a:moveTo>
                      <a:pt x="0" y="38"/>
                    </a:moveTo>
                    <a:lnTo>
                      <a:pt x="23" y="0"/>
                    </a:lnTo>
                    <a:lnTo>
                      <a:pt x="38" y="15"/>
                    </a:lnTo>
                    <a:lnTo>
                      <a:pt x="0" y="38"/>
                    </a:lnTo>
                    <a:close/>
                  </a:path>
                </a:pathLst>
              </a:custGeom>
              <a:solidFill>
                <a:srgbClr val="CC8006"/>
              </a:solidFill>
              <a:ln w="12700">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1" name="Rectangle 81">
                <a:extLst>
                  <a:ext uri="{FF2B5EF4-FFF2-40B4-BE49-F238E27FC236}">
                    <a16:creationId xmlns:a16="http://schemas.microsoft.com/office/drawing/2014/main" id="{44DD7049-1552-D4B9-15EE-D1954386178E}"/>
                  </a:ext>
                </a:extLst>
              </p:cNvPr>
              <p:cNvSpPr>
                <a:spLocks noChangeArrowheads="1"/>
              </p:cNvSpPr>
              <p:nvPr/>
            </p:nvSpPr>
            <p:spPr bwMode="auto">
              <a:xfrm>
                <a:off x="1953" y="1950"/>
                <a:ext cx="19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U402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2" name="Rectangle 82">
                <a:extLst>
                  <a:ext uri="{FF2B5EF4-FFF2-40B4-BE49-F238E27FC236}">
                    <a16:creationId xmlns:a16="http://schemas.microsoft.com/office/drawing/2014/main" id="{8707DF2E-DE69-7CAF-BB93-C024F75F8B9D}"/>
                  </a:ext>
                </a:extLst>
              </p:cNvPr>
              <p:cNvSpPr>
                <a:spLocks noChangeArrowheads="1"/>
              </p:cNvSpPr>
              <p:nvPr/>
            </p:nvSpPr>
            <p:spPr bwMode="auto">
              <a:xfrm>
                <a:off x="1419" y="2179"/>
                <a:ext cx="474"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FOD817A3SD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3" name="Freeform 83">
                <a:extLst>
                  <a:ext uri="{FF2B5EF4-FFF2-40B4-BE49-F238E27FC236}">
                    <a16:creationId xmlns:a16="http://schemas.microsoft.com/office/drawing/2014/main" id="{63B41703-4C60-86AB-C261-E34FE2341081}"/>
                  </a:ext>
                </a:extLst>
              </p:cNvPr>
              <p:cNvSpPr>
                <a:spLocks/>
              </p:cNvSpPr>
              <p:nvPr/>
            </p:nvSpPr>
            <p:spPr bwMode="auto">
              <a:xfrm>
                <a:off x="2183" y="2026"/>
                <a:ext cx="0" cy="77"/>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4" name="Rectangle 84">
                <a:extLst>
                  <a:ext uri="{FF2B5EF4-FFF2-40B4-BE49-F238E27FC236}">
                    <a16:creationId xmlns:a16="http://schemas.microsoft.com/office/drawing/2014/main" id="{AA8EF312-2419-1F41-DBF2-57294CB413DC}"/>
                  </a:ext>
                </a:extLst>
              </p:cNvPr>
              <p:cNvSpPr>
                <a:spLocks noChangeArrowheads="1"/>
              </p:cNvSpPr>
              <p:nvPr/>
            </p:nvSpPr>
            <p:spPr bwMode="auto">
              <a:xfrm rot="16200000">
                <a:off x="2102" y="1967"/>
                <a:ext cx="69"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5" name="Freeform 85">
                <a:extLst>
                  <a:ext uri="{FF2B5EF4-FFF2-40B4-BE49-F238E27FC236}">
                    <a16:creationId xmlns:a16="http://schemas.microsoft.com/office/drawing/2014/main" id="{59C8F3EB-9C88-FB99-7833-D1D888CB55B7}"/>
                  </a:ext>
                </a:extLst>
              </p:cNvPr>
              <p:cNvSpPr>
                <a:spLocks/>
              </p:cNvSpPr>
              <p:nvPr/>
            </p:nvSpPr>
            <p:spPr bwMode="auto">
              <a:xfrm>
                <a:off x="2183" y="2256"/>
                <a:ext cx="0" cy="76"/>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6" name="Rectangle 86">
                <a:extLst>
                  <a:ext uri="{FF2B5EF4-FFF2-40B4-BE49-F238E27FC236}">
                    <a16:creationId xmlns:a16="http://schemas.microsoft.com/office/drawing/2014/main" id="{451609EF-6B7B-C881-1FC8-0F3897DC00F8}"/>
                  </a:ext>
                </a:extLst>
              </p:cNvPr>
              <p:cNvSpPr>
                <a:spLocks noChangeArrowheads="1"/>
              </p:cNvSpPr>
              <p:nvPr/>
            </p:nvSpPr>
            <p:spPr bwMode="auto">
              <a:xfrm rot="16200000">
                <a:off x="2102" y="2266"/>
                <a:ext cx="69"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7" name="Freeform 87">
                <a:extLst>
                  <a:ext uri="{FF2B5EF4-FFF2-40B4-BE49-F238E27FC236}">
                    <a16:creationId xmlns:a16="http://schemas.microsoft.com/office/drawing/2014/main" id="{21C379CB-4FAB-1978-D908-DD58BB1DB7AF}"/>
                  </a:ext>
                </a:extLst>
              </p:cNvPr>
              <p:cNvSpPr>
                <a:spLocks/>
              </p:cNvSpPr>
              <p:nvPr/>
            </p:nvSpPr>
            <p:spPr bwMode="auto">
              <a:xfrm>
                <a:off x="1877" y="2026"/>
                <a:ext cx="0" cy="77"/>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8" name="Rectangle 88">
                <a:extLst>
                  <a:ext uri="{FF2B5EF4-FFF2-40B4-BE49-F238E27FC236}">
                    <a16:creationId xmlns:a16="http://schemas.microsoft.com/office/drawing/2014/main" id="{42FCC781-E565-0304-A642-0D34BB86246D}"/>
                  </a:ext>
                </a:extLst>
              </p:cNvPr>
              <p:cNvSpPr>
                <a:spLocks noChangeArrowheads="1"/>
              </p:cNvSpPr>
              <p:nvPr/>
            </p:nvSpPr>
            <p:spPr bwMode="auto">
              <a:xfrm rot="16200000">
                <a:off x="1796" y="1968"/>
                <a:ext cx="69"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9" name="Freeform 89">
                <a:extLst>
                  <a:ext uri="{FF2B5EF4-FFF2-40B4-BE49-F238E27FC236}">
                    <a16:creationId xmlns:a16="http://schemas.microsoft.com/office/drawing/2014/main" id="{D69A8D89-33C7-9394-2123-5FFD9DC931F0}"/>
                  </a:ext>
                </a:extLst>
              </p:cNvPr>
              <p:cNvSpPr>
                <a:spLocks/>
              </p:cNvSpPr>
              <p:nvPr/>
            </p:nvSpPr>
            <p:spPr bwMode="auto">
              <a:xfrm>
                <a:off x="1877" y="2256"/>
                <a:ext cx="0" cy="76"/>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0" name="Rectangle 90">
                <a:extLst>
                  <a:ext uri="{FF2B5EF4-FFF2-40B4-BE49-F238E27FC236}">
                    <a16:creationId xmlns:a16="http://schemas.microsoft.com/office/drawing/2014/main" id="{0798A984-DB0A-0F12-D372-840D8918E2E1}"/>
                  </a:ext>
                </a:extLst>
              </p:cNvPr>
              <p:cNvSpPr>
                <a:spLocks noChangeArrowheads="1"/>
              </p:cNvSpPr>
              <p:nvPr/>
            </p:nvSpPr>
            <p:spPr bwMode="auto">
              <a:xfrm rot="16200000">
                <a:off x="1796" y="2266"/>
                <a:ext cx="69"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1" name="Freeform 91">
                <a:extLst>
                  <a:ext uri="{FF2B5EF4-FFF2-40B4-BE49-F238E27FC236}">
                    <a16:creationId xmlns:a16="http://schemas.microsoft.com/office/drawing/2014/main" id="{C0833F92-5C28-5846-C256-32D94461C4DB}"/>
                  </a:ext>
                </a:extLst>
              </p:cNvPr>
              <p:cNvSpPr>
                <a:spLocks/>
              </p:cNvSpPr>
              <p:nvPr/>
            </p:nvSpPr>
            <p:spPr bwMode="auto">
              <a:xfrm>
                <a:off x="3710" y="1873"/>
                <a:ext cx="0" cy="306"/>
              </a:xfrm>
              <a:custGeom>
                <a:avLst/>
                <a:gdLst>
                  <a:gd name="T0" fmla="*/ 40 h 40"/>
                  <a:gd name="T1" fmla="*/ 0 h 40"/>
                  <a:gd name="T2" fmla="*/ 0 h 40"/>
                </a:gdLst>
                <a:ahLst/>
                <a:cxnLst>
                  <a:cxn ang="0">
                    <a:pos x="0" y="T0"/>
                  </a:cxn>
                  <a:cxn ang="0">
                    <a:pos x="0" y="T1"/>
                  </a:cxn>
                  <a:cxn ang="0">
                    <a:pos x="0" y="T2"/>
                  </a:cxn>
                </a:cxnLst>
                <a:rect l="0" t="0" r="r" b="b"/>
                <a:pathLst>
                  <a:path h="40">
                    <a:moveTo>
                      <a:pt x="0" y="4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2" name="Oval 92">
                <a:extLst>
                  <a:ext uri="{FF2B5EF4-FFF2-40B4-BE49-F238E27FC236}">
                    <a16:creationId xmlns:a16="http://schemas.microsoft.com/office/drawing/2014/main" id="{8A9FC609-8775-5A0E-DC6E-F676D5A1BCDE}"/>
                  </a:ext>
                </a:extLst>
              </p:cNvPr>
              <p:cNvSpPr>
                <a:spLocks noChangeArrowheads="1"/>
              </p:cNvSpPr>
              <p:nvPr/>
            </p:nvSpPr>
            <p:spPr bwMode="auto">
              <a:xfrm>
                <a:off x="3695" y="1858"/>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3" name="Freeform 93">
                <a:extLst>
                  <a:ext uri="{FF2B5EF4-FFF2-40B4-BE49-F238E27FC236}">
                    <a16:creationId xmlns:a16="http://schemas.microsoft.com/office/drawing/2014/main" id="{3DB4B55F-BE29-093C-0867-206418F5C955}"/>
                  </a:ext>
                </a:extLst>
              </p:cNvPr>
              <p:cNvSpPr>
                <a:spLocks/>
              </p:cNvSpPr>
              <p:nvPr/>
            </p:nvSpPr>
            <p:spPr bwMode="auto">
              <a:xfrm>
                <a:off x="2947" y="2409"/>
                <a:ext cx="382" cy="0"/>
              </a:xfrm>
              <a:custGeom>
                <a:avLst/>
                <a:gdLst>
                  <a:gd name="T0" fmla="*/ 0 w 50"/>
                  <a:gd name="T1" fmla="*/ 50 w 50"/>
                  <a:gd name="T2" fmla="*/ 50 w 50"/>
                </a:gdLst>
                <a:ahLst/>
                <a:cxnLst>
                  <a:cxn ang="0">
                    <a:pos x="T0" y="0"/>
                  </a:cxn>
                  <a:cxn ang="0">
                    <a:pos x="T1" y="0"/>
                  </a:cxn>
                  <a:cxn ang="0">
                    <a:pos x="T2" y="0"/>
                  </a:cxn>
                </a:cxnLst>
                <a:rect l="0" t="0" r="r" b="b"/>
                <a:pathLst>
                  <a:path w="50">
                    <a:moveTo>
                      <a:pt x="0" y="0"/>
                    </a:moveTo>
                    <a:lnTo>
                      <a:pt x="50" y="0"/>
                    </a:lnTo>
                    <a:lnTo>
                      <a:pt x="5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4" name="Freeform 94">
                <a:extLst>
                  <a:ext uri="{FF2B5EF4-FFF2-40B4-BE49-F238E27FC236}">
                    <a16:creationId xmlns:a16="http://schemas.microsoft.com/office/drawing/2014/main" id="{EF826851-9BBD-80C5-F6E9-C8061DBA2C63}"/>
                  </a:ext>
                </a:extLst>
              </p:cNvPr>
              <p:cNvSpPr>
                <a:spLocks/>
              </p:cNvSpPr>
              <p:nvPr/>
            </p:nvSpPr>
            <p:spPr bwMode="auto">
              <a:xfrm>
                <a:off x="3940" y="2562"/>
                <a:ext cx="0" cy="230"/>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5" name="Oval 95">
                <a:extLst>
                  <a:ext uri="{FF2B5EF4-FFF2-40B4-BE49-F238E27FC236}">
                    <a16:creationId xmlns:a16="http://schemas.microsoft.com/office/drawing/2014/main" id="{FEEDE3EE-7732-6C19-6D75-468320B63858}"/>
                  </a:ext>
                </a:extLst>
              </p:cNvPr>
              <p:cNvSpPr>
                <a:spLocks noChangeArrowheads="1"/>
              </p:cNvSpPr>
              <p:nvPr/>
            </p:nvSpPr>
            <p:spPr bwMode="auto">
              <a:xfrm>
                <a:off x="3924" y="2776"/>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6" name="Oval 96">
                <a:extLst>
                  <a:ext uri="{FF2B5EF4-FFF2-40B4-BE49-F238E27FC236}">
                    <a16:creationId xmlns:a16="http://schemas.microsoft.com/office/drawing/2014/main" id="{BBA09AD3-C563-4900-40F3-247F2144F5F0}"/>
                  </a:ext>
                </a:extLst>
              </p:cNvPr>
              <p:cNvSpPr>
                <a:spLocks noChangeArrowheads="1"/>
              </p:cNvSpPr>
              <p:nvPr/>
            </p:nvSpPr>
            <p:spPr bwMode="auto">
              <a:xfrm>
                <a:off x="3924" y="2547"/>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7" name="Freeform 97">
                <a:extLst>
                  <a:ext uri="{FF2B5EF4-FFF2-40B4-BE49-F238E27FC236}">
                    <a16:creationId xmlns:a16="http://schemas.microsoft.com/office/drawing/2014/main" id="{E87531BC-EC20-95D1-1921-B97C446F2924}"/>
                  </a:ext>
                </a:extLst>
              </p:cNvPr>
              <p:cNvSpPr>
                <a:spLocks/>
              </p:cNvSpPr>
              <p:nvPr/>
            </p:nvSpPr>
            <p:spPr bwMode="auto">
              <a:xfrm>
                <a:off x="1266" y="2715"/>
                <a:ext cx="305"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8" name="Rectangle 98">
                <a:extLst>
                  <a:ext uri="{FF2B5EF4-FFF2-40B4-BE49-F238E27FC236}">
                    <a16:creationId xmlns:a16="http://schemas.microsoft.com/office/drawing/2014/main" id="{B9CA2904-0182-1666-32D9-821B05C03A34}"/>
                  </a:ext>
                </a:extLst>
              </p:cNvPr>
              <p:cNvSpPr>
                <a:spLocks noChangeArrowheads="1"/>
              </p:cNvSpPr>
              <p:nvPr/>
            </p:nvSpPr>
            <p:spPr bwMode="auto">
              <a:xfrm>
                <a:off x="1281" y="2631"/>
                <a:ext cx="25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AC_FB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9" name="Freeform 99">
                <a:extLst>
                  <a:ext uri="{FF2B5EF4-FFF2-40B4-BE49-F238E27FC236}">
                    <a16:creationId xmlns:a16="http://schemas.microsoft.com/office/drawing/2014/main" id="{9A4201B3-EF64-C23C-F10F-F719DACE095D}"/>
                  </a:ext>
                </a:extLst>
              </p:cNvPr>
              <p:cNvSpPr>
                <a:spLocks/>
              </p:cNvSpPr>
              <p:nvPr/>
            </p:nvSpPr>
            <p:spPr bwMode="auto">
              <a:xfrm>
                <a:off x="2183" y="2409"/>
                <a:ext cx="229"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0" name="Freeform 100">
                <a:extLst>
                  <a:ext uri="{FF2B5EF4-FFF2-40B4-BE49-F238E27FC236}">
                    <a16:creationId xmlns:a16="http://schemas.microsoft.com/office/drawing/2014/main" id="{F5A61B25-4B2A-DB2B-CCC9-CC7F81D90DF1}"/>
                  </a:ext>
                </a:extLst>
              </p:cNvPr>
              <p:cNvSpPr>
                <a:spLocks/>
              </p:cNvSpPr>
              <p:nvPr/>
            </p:nvSpPr>
            <p:spPr bwMode="auto">
              <a:xfrm>
                <a:off x="2183" y="3327"/>
                <a:ext cx="0" cy="230"/>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1" name="Freeform 101">
                <a:extLst>
                  <a:ext uri="{FF2B5EF4-FFF2-40B4-BE49-F238E27FC236}">
                    <a16:creationId xmlns:a16="http://schemas.microsoft.com/office/drawing/2014/main" id="{5A3FD21D-F506-4B0E-CEDF-5C4A90E97800}"/>
                  </a:ext>
                </a:extLst>
              </p:cNvPr>
              <p:cNvSpPr>
                <a:spLocks/>
              </p:cNvSpPr>
              <p:nvPr/>
            </p:nvSpPr>
            <p:spPr bwMode="auto">
              <a:xfrm>
                <a:off x="1571" y="3481"/>
                <a:ext cx="0" cy="76"/>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2" name="Freeform 102">
                <a:extLst>
                  <a:ext uri="{FF2B5EF4-FFF2-40B4-BE49-F238E27FC236}">
                    <a16:creationId xmlns:a16="http://schemas.microsoft.com/office/drawing/2014/main" id="{180C38B6-E549-7860-8620-92F9BEFC8AE1}"/>
                  </a:ext>
                </a:extLst>
              </p:cNvPr>
              <p:cNvSpPr>
                <a:spLocks/>
              </p:cNvSpPr>
              <p:nvPr/>
            </p:nvSpPr>
            <p:spPr bwMode="auto">
              <a:xfrm>
                <a:off x="2641" y="2738"/>
                <a:ext cx="0" cy="107"/>
              </a:xfrm>
              <a:custGeom>
                <a:avLst/>
                <a:gdLst>
                  <a:gd name="T0" fmla="*/ 0 h 14"/>
                  <a:gd name="T1" fmla="*/ 14 h 14"/>
                  <a:gd name="T2" fmla="*/ 14 h 14"/>
                </a:gdLst>
                <a:ahLst/>
                <a:cxnLst>
                  <a:cxn ang="0">
                    <a:pos x="0" y="T0"/>
                  </a:cxn>
                  <a:cxn ang="0">
                    <a:pos x="0" y="T1"/>
                  </a:cxn>
                  <a:cxn ang="0">
                    <a:pos x="0" y="T2"/>
                  </a:cxn>
                </a:cxnLst>
                <a:rect l="0" t="0" r="r" b="b"/>
                <a:pathLst>
                  <a:path h="14">
                    <a:moveTo>
                      <a:pt x="0" y="0"/>
                    </a:moveTo>
                    <a:lnTo>
                      <a:pt x="0" y="14"/>
                    </a:lnTo>
                    <a:lnTo>
                      <a:pt x="0" y="14"/>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3" name="Freeform 103">
                <a:extLst>
                  <a:ext uri="{FF2B5EF4-FFF2-40B4-BE49-F238E27FC236}">
                    <a16:creationId xmlns:a16="http://schemas.microsoft.com/office/drawing/2014/main" id="{D454085E-5FD6-D6A6-E07D-ABD1B9532976}"/>
                  </a:ext>
                </a:extLst>
              </p:cNvPr>
              <p:cNvSpPr>
                <a:spLocks/>
              </p:cNvSpPr>
              <p:nvPr/>
            </p:nvSpPr>
            <p:spPr bwMode="auto">
              <a:xfrm>
                <a:off x="2488" y="2792"/>
                <a:ext cx="77"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4" name="Freeform 104">
                <a:extLst>
                  <a:ext uri="{FF2B5EF4-FFF2-40B4-BE49-F238E27FC236}">
                    <a16:creationId xmlns:a16="http://schemas.microsoft.com/office/drawing/2014/main" id="{5D10187C-1059-DDDD-5062-014B1F139061}"/>
                  </a:ext>
                </a:extLst>
              </p:cNvPr>
              <p:cNvSpPr>
                <a:spLocks/>
              </p:cNvSpPr>
              <p:nvPr/>
            </p:nvSpPr>
            <p:spPr bwMode="auto">
              <a:xfrm>
                <a:off x="2641" y="2792"/>
                <a:ext cx="76"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5" name="Freeform 105">
                <a:extLst>
                  <a:ext uri="{FF2B5EF4-FFF2-40B4-BE49-F238E27FC236}">
                    <a16:creationId xmlns:a16="http://schemas.microsoft.com/office/drawing/2014/main" id="{FE034ACD-A56F-F769-2F91-3B7EB8022298}"/>
                  </a:ext>
                </a:extLst>
              </p:cNvPr>
              <p:cNvSpPr>
                <a:spLocks/>
              </p:cNvSpPr>
              <p:nvPr/>
            </p:nvSpPr>
            <p:spPr bwMode="auto">
              <a:xfrm>
                <a:off x="2641" y="2738"/>
                <a:ext cx="38" cy="0"/>
              </a:xfrm>
              <a:custGeom>
                <a:avLst/>
                <a:gdLst>
                  <a:gd name="T0" fmla="*/ 5 w 5"/>
                  <a:gd name="T1" fmla="*/ 0 w 5"/>
                  <a:gd name="T2" fmla="*/ 0 w 5"/>
                </a:gdLst>
                <a:ahLst/>
                <a:cxnLst>
                  <a:cxn ang="0">
                    <a:pos x="T0" y="0"/>
                  </a:cxn>
                  <a:cxn ang="0">
                    <a:pos x="T1" y="0"/>
                  </a:cxn>
                  <a:cxn ang="0">
                    <a:pos x="T2" y="0"/>
                  </a:cxn>
                </a:cxnLst>
                <a:rect l="0" t="0" r="r" b="b"/>
                <a:pathLst>
                  <a:path w="5">
                    <a:moveTo>
                      <a:pt x="5" y="0"/>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6" name="Freeform 106">
                <a:extLst>
                  <a:ext uri="{FF2B5EF4-FFF2-40B4-BE49-F238E27FC236}">
                    <a16:creationId xmlns:a16="http://schemas.microsoft.com/office/drawing/2014/main" id="{4F1B0016-AC61-0310-C842-4A270390787B}"/>
                  </a:ext>
                </a:extLst>
              </p:cNvPr>
              <p:cNvSpPr>
                <a:spLocks/>
              </p:cNvSpPr>
              <p:nvPr/>
            </p:nvSpPr>
            <p:spPr bwMode="auto">
              <a:xfrm>
                <a:off x="2603" y="2845"/>
                <a:ext cx="38" cy="0"/>
              </a:xfrm>
              <a:custGeom>
                <a:avLst/>
                <a:gdLst>
                  <a:gd name="T0" fmla="*/ 0 w 5"/>
                  <a:gd name="T1" fmla="*/ 5 w 5"/>
                  <a:gd name="T2" fmla="*/ 5 w 5"/>
                </a:gdLst>
                <a:ahLst/>
                <a:cxnLst>
                  <a:cxn ang="0">
                    <a:pos x="T0" y="0"/>
                  </a:cxn>
                  <a:cxn ang="0">
                    <a:pos x="T1" y="0"/>
                  </a:cxn>
                  <a:cxn ang="0">
                    <a:pos x="T2" y="0"/>
                  </a:cxn>
                </a:cxnLst>
                <a:rect l="0" t="0" r="r" b="b"/>
                <a:pathLst>
                  <a:path w="5">
                    <a:moveTo>
                      <a:pt x="0" y="0"/>
                    </a:moveTo>
                    <a:lnTo>
                      <a:pt x="5" y="0"/>
                    </a:lnTo>
                    <a:lnTo>
                      <a:pt x="5"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7" name="Freeform 107">
                <a:extLst>
                  <a:ext uri="{FF2B5EF4-FFF2-40B4-BE49-F238E27FC236}">
                    <a16:creationId xmlns:a16="http://schemas.microsoft.com/office/drawing/2014/main" id="{8A33DF62-A4A1-43B8-6311-A7DE35B91444}"/>
                  </a:ext>
                </a:extLst>
              </p:cNvPr>
              <p:cNvSpPr>
                <a:spLocks/>
              </p:cNvSpPr>
              <p:nvPr/>
            </p:nvSpPr>
            <p:spPr bwMode="auto">
              <a:xfrm>
                <a:off x="2565" y="2738"/>
                <a:ext cx="76" cy="107"/>
              </a:xfrm>
              <a:custGeom>
                <a:avLst/>
                <a:gdLst>
                  <a:gd name="T0" fmla="*/ 76 w 76"/>
                  <a:gd name="T1" fmla="*/ 54 h 107"/>
                  <a:gd name="T2" fmla="*/ 76 w 76"/>
                  <a:gd name="T3" fmla="*/ 54 h 107"/>
                  <a:gd name="T4" fmla="*/ 0 w 76"/>
                  <a:gd name="T5" fmla="*/ 107 h 107"/>
                  <a:gd name="T6" fmla="*/ 0 w 76"/>
                  <a:gd name="T7" fmla="*/ 0 h 107"/>
                  <a:gd name="T8" fmla="*/ 76 w 76"/>
                  <a:gd name="T9" fmla="*/ 54 h 107"/>
                </a:gdLst>
                <a:ahLst/>
                <a:cxnLst>
                  <a:cxn ang="0">
                    <a:pos x="T0" y="T1"/>
                  </a:cxn>
                  <a:cxn ang="0">
                    <a:pos x="T2" y="T3"/>
                  </a:cxn>
                  <a:cxn ang="0">
                    <a:pos x="T4" y="T5"/>
                  </a:cxn>
                  <a:cxn ang="0">
                    <a:pos x="T6" y="T7"/>
                  </a:cxn>
                  <a:cxn ang="0">
                    <a:pos x="T8" y="T9"/>
                  </a:cxn>
                </a:cxnLst>
                <a:rect l="0" t="0" r="r" b="b"/>
                <a:pathLst>
                  <a:path w="76" h="107">
                    <a:moveTo>
                      <a:pt x="76" y="54"/>
                    </a:moveTo>
                    <a:lnTo>
                      <a:pt x="76" y="54"/>
                    </a:lnTo>
                    <a:lnTo>
                      <a:pt x="0" y="107"/>
                    </a:lnTo>
                    <a:lnTo>
                      <a:pt x="0" y="0"/>
                    </a:lnTo>
                    <a:lnTo>
                      <a:pt x="76" y="54"/>
                    </a:lnTo>
                    <a:close/>
                  </a:path>
                </a:pathLst>
              </a:custGeom>
              <a:solidFill>
                <a:srgbClr val="CC8006"/>
              </a:solidFill>
              <a:ln w="12700">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8" name="Freeform 108">
                <a:extLst>
                  <a:ext uri="{FF2B5EF4-FFF2-40B4-BE49-F238E27FC236}">
                    <a16:creationId xmlns:a16="http://schemas.microsoft.com/office/drawing/2014/main" id="{F6E323A7-9CE4-E8E5-D3FF-3148505523C5}"/>
                  </a:ext>
                </a:extLst>
              </p:cNvPr>
              <p:cNvSpPr>
                <a:spLocks/>
              </p:cNvSpPr>
              <p:nvPr/>
            </p:nvSpPr>
            <p:spPr bwMode="auto">
              <a:xfrm>
                <a:off x="2603" y="2830"/>
                <a:ext cx="0" cy="15"/>
              </a:xfrm>
              <a:custGeom>
                <a:avLst/>
                <a:gdLst>
                  <a:gd name="T0" fmla="*/ 2 h 2"/>
                  <a:gd name="T1" fmla="*/ 0 h 2"/>
                  <a:gd name="T2" fmla="*/ 0 h 2"/>
                </a:gdLst>
                <a:ahLst/>
                <a:cxnLst>
                  <a:cxn ang="0">
                    <a:pos x="0" y="T0"/>
                  </a:cxn>
                  <a:cxn ang="0">
                    <a:pos x="0" y="T1"/>
                  </a:cxn>
                  <a:cxn ang="0">
                    <a:pos x="0" y="T2"/>
                  </a:cxn>
                </a:cxnLst>
                <a:rect l="0" t="0" r="r" b="b"/>
                <a:pathLst>
                  <a:path h="2">
                    <a:moveTo>
                      <a:pt x="0" y="2"/>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9" name="Freeform 109">
                <a:extLst>
                  <a:ext uri="{FF2B5EF4-FFF2-40B4-BE49-F238E27FC236}">
                    <a16:creationId xmlns:a16="http://schemas.microsoft.com/office/drawing/2014/main" id="{28C6ECD3-BDC8-DCFB-6162-ED4CEE66655C}"/>
                  </a:ext>
                </a:extLst>
              </p:cNvPr>
              <p:cNvSpPr>
                <a:spLocks/>
              </p:cNvSpPr>
              <p:nvPr/>
            </p:nvSpPr>
            <p:spPr bwMode="auto">
              <a:xfrm>
                <a:off x="2679" y="2738"/>
                <a:ext cx="0" cy="15"/>
              </a:xfrm>
              <a:custGeom>
                <a:avLst/>
                <a:gdLst>
                  <a:gd name="T0" fmla="*/ 0 h 2"/>
                  <a:gd name="T1" fmla="*/ 2 h 2"/>
                  <a:gd name="T2" fmla="*/ 2 h 2"/>
                </a:gdLst>
                <a:ahLst/>
                <a:cxnLst>
                  <a:cxn ang="0">
                    <a:pos x="0" y="T0"/>
                  </a:cxn>
                  <a:cxn ang="0">
                    <a:pos x="0" y="T1"/>
                  </a:cxn>
                  <a:cxn ang="0">
                    <a:pos x="0" y="T2"/>
                  </a:cxn>
                </a:cxnLst>
                <a:rect l="0" t="0" r="r" b="b"/>
                <a:pathLst>
                  <a:path h="2">
                    <a:moveTo>
                      <a:pt x="0" y="0"/>
                    </a:moveTo>
                    <a:lnTo>
                      <a:pt x="0" y="2"/>
                    </a:lnTo>
                    <a:lnTo>
                      <a:pt x="0" y="2"/>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0" name="Rectangle 110">
                <a:extLst>
                  <a:ext uri="{FF2B5EF4-FFF2-40B4-BE49-F238E27FC236}">
                    <a16:creationId xmlns:a16="http://schemas.microsoft.com/office/drawing/2014/main" id="{28A0B44E-3BAA-486C-25D6-3B33CF00DD2B}"/>
                  </a:ext>
                </a:extLst>
              </p:cNvPr>
              <p:cNvSpPr>
                <a:spLocks noChangeArrowheads="1"/>
              </p:cNvSpPr>
              <p:nvPr/>
            </p:nvSpPr>
            <p:spPr bwMode="auto">
              <a:xfrm>
                <a:off x="2565" y="2639"/>
                <a:ext cx="19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D410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1" name="Rectangle 111">
                <a:extLst>
                  <a:ext uri="{FF2B5EF4-FFF2-40B4-BE49-F238E27FC236}">
                    <a16:creationId xmlns:a16="http://schemas.microsoft.com/office/drawing/2014/main" id="{404E5F82-4E84-A0F8-38C1-07F7122B1CF2}"/>
                  </a:ext>
                </a:extLst>
              </p:cNvPr>
              <p:cNvSpPr>
                <a:spLocks noChangeArrowheads="1"/>
              </p:cNvSpPr>
              <p:nvPr/>
            </p:nvSpPr>
            <p:spPr bwMode="auto">
              <a:xfrm>
                <a:off x="2488" y="2868"/>
                <a:ext cx="374"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BAT54XV2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2" name="Rectangle 112">
                <a:extLst>
                  <a:ext uri="{FF2B5EF4-FFF2-40B4-BE49-F238E27FC236}">
                    <a16:creationId xmlns:a16="http://schemas.microsoft.com/office/drawing/2014/main" id="{A9992737-CB6F-E015-131F-D09F8516D1DC}"/>
                  </a:ext>
                </a:extLst>
              </p:cNvPr>
              <p:cNvSpPr>
                <a:spLocks noChangeArrowheads="1"/>
              </p:cNvSpPr>
              <p:nvPr/>
            </p:nvSpPr>
            <p:spPr bwMode="auto">
              <a:xfrm>
                <a:off x="2488" y="2715"/>
                <a:ext cx="6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3" name="Freeform 113">
                <a:extLst>
                  <a:ext uri="{FF2B5EF4-FFF2-40B4-BE49-F238E27FC236}">
                    <a16:creationId xmlns:a16="http://schemas.microsoft.com/office/drawing/2014/main" id="{61D1F8A5-3476-4589-C26C-F3A4D0FED29D}"/>
                  </a:ext>
                </a:extLst>
              </p:cNvPr>
              <p:cNvSpPr>
                <a:spLocks/>
              </p:cNvSpPr>
              <p:nvPr/>
            </p:nvSpPr>
            <p:spPr bwMode="auto">
              <a:xfrm>
                <a:off x="2412" y="2792"/>
                <a:ext cx="76"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4" name="Rectangle 114">
                <a:extLst>
                  <a:ext uri="{FF2B5EF4-FFF2-40B4-BE49-F238E27FC236}">
                    <a16:creationId xmlns:a16="http://schemas.microsoft.com/office/drawing/2014/main" id="{A58BF4BE-0D6C-F41F-E9A9-1709C53B56DB}"/>
                  </a:ext>
                </a:extLst>
              </p:cNvPr>
              <p:cNvSpPr>
                <a:spLocks noChangeArrowheads="1"/>
              </p:cNvSpPr>
              <p:nvPr/>
            </p:nvSpPr>
            <p:spPr bwMode="auto">
              <a:xfrm>
                <a:off x="2396" y="2700"/>
                <a:ext cx="69"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5" name="Freeform 115">
                <a:extLst>
                  <a:ext uri="{FF2B5EF4-FFF2-40B4-BE49-F238E27FC236}">
                    <a16:creationId xmlns:a16="http://schemas.microsoft.com/office/drawing/2014/main" id="{4475277D-6188-86BC-D527-845F6604988F}"/>
                  </a:ext>
                </a:extLst>
              </p:cNvPr>
              <p:cNvSpPr>
                <a:spLocks/>
              </p:cNvSpPr>
              <p:nvPr/>
            </p:nvSpPr>
            <p:spPr bwMode="auto">
              <a:xfrm>
                <a:off x="2717" y="2792"/>
                <a:ext cx="77"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6" name="Rectangle 116">
                <a:extLst>
                  <a:ext uri="{FF2B5EF4-FFF2-40B4-BE49-F238E27FC236}">
                    <a16:creationId xmlns:a16="http://schemas.microsoft.com/office/drawing/2014/main" id="{52170F49-E8BE-1DB8-4DDB-BF3E3680BA2A}"/>
                  </a:ext>
                </a:extLst>
              </p:cNvPr>
              <p:cNvSpPr>
                <a:spLocks noChangeArrowheads="1"/>
              </p:cNvSpPr>
              <p:nvPr/>
            </p:nvSpPr>
            <p:spPr bwMode="auto">
              <a:xfrm>
                <a:off x="2771" y="2700"/>
                <a:ext cx="69"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7" name="Freeform 117">
                <a:extLst>
                  <a:ext uri="{FF2B5EF4-FFF2-40B4-BE49-F238E27FC236}">
                    <a16:creationId xmlns:a16="http://schemas.microsoft.com/office/drawing/2014/main" id="{724C7336-AABE-317A-958A-29403B8D115D}"/>
                  </a:ext>
                </a:extLst>
              </p:cNvPr>
              <p:cNvSpPr>
                <a:spLocks/>
              </p:cNvSpPr>
              <p:nvPr/>
            </p:nvSpPr>
            <p:spPr bwMode="auto">
              <a:xfrm>
                <a:off x="2717" y="2562"/>
                <a:ext cx="230"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8" name="Freeform 118">
                <a:extLst>
                  <a:ext uri="{FF2B5EF4-FFF2-40B4-BE49-F238E27FC236}">
                    <a16:creationId xmlns:a16="http://schemas.microsoft.com/office/drawing/2014/main" id="{EF7C97EE-E718-5D20-35F1-D675F78FF51D}"/>
                  </a:ext>
                </a:extLst>
              </p:cNvPr>
              <p:cNvSpPr>
                <a:spLocks/>
              </p:cNvSpPr>
              <p:nvPr/>
            </p:nvSpPr>
            <p:spPr bwMode="auto">
              <a:xfrm>
                <a:off x="1571" y="1873"/>
                <a:ext cx="306"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9" name="Rectangle 119">
                <a:extLst>
                  <a:ext uri="{FF2B5EF4-FFF2-40B4-BE49-F238E27FC236}">
                    <a16:creationId xmlns:a16="http://schemas.microsoft.com/office/drawing/2014/main" id="{45B5EBEF-F8FE-96B3-9232-66DAD14561E5}"/>
                  </a:ext>
                </a:extLst>
              </p:cNvPr>
              <p:cNvSpPr>
                <a:spLocks noChangeArrowheads="1"/>
              </p:cNvSpPr>
              <p:nvPr/>
            </p:nvSpPr>
            <p:spPr bwMode="auto">
              <a:xfrm>
                <a:off x="1587" y="1789"/>
                <a:ext cx="35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AC_VREF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0" name="Freeform 120">
                <a:extLst>
                  <a:ext uri="{FF2B5EF4-FFF2-40B4-BE49-F238E27FC236}">
                    <a16:creationId xmlns:a16="http://schemas.microsoft.com/office/drawing/2014/main" id="{DACE4291-BFB2-CF68-0020-E5529CA3F974}"/>
                  </a:ext>
                </a:extLst>
              </p:cNvPr>
              <p:cNvSpPr>
                <a:spLocks/>
              </p:cNvSpPr>
              <p:nvPr/>
            </p:nvSpPr>
            <p:spPr bwMode="auto">
              <a:xfrm>
                <a:off x="502" y="3557"/>
                <a:ext cx="1069" cy="0"/>
              </a:xfrm>
              <a:custGeom>
                <a:avLst/>
                <a:gdLst>
                  <a:gd name="T0" fmla="*/ 140 w 140"/>
                  <a:gd name="T1" fmla="*/ 0 w 140"/>
                  <a:gd name="T2" fmla="*/ 0 w 140"/>
                </a:gdLst>
                <a:ahLst/>
                <a:cxnLst>
                  <a:cxn ang="0">
                    <a:pos x="T0" y="0"/>
                  </a:cxn>
                  <a:cxn ang="0">
                    <a:pos x="T1" y="0"/>
                  </a:cxn>
                  <a:cxn ang="0">
                    <a:pos x="T2" y="0"/>
                  </a:cxn>
                </a:cxnLst>
                <a:rect l="0" t="0" r="r" b="b"/>
                <a:pathLst>
                  <a:path w="140">
                    <a:moveTo>
                      <a:pt x="14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1" name="Freeform 121">
                <a:extLst>
                  <a:ext uri="{FF2B5EF4-FFF2-40B4-BE49-F238E27FC236}">
                    <a16:creationId xmlns:a16="http://schemas.microsoft.com/office/drawing/2014/main" id="{3803BFA1-EE9A-DE5D-D476-FAD0A272D927}"/>
                  </a:ext>
                </a:extLst>
              </p:cNvPr>
              <p:cNvSpPr>
                <a:spLocks/>
              </p:cNvSpPr>
              <p:nvPr/>
            </p:nvSpPr>
            <p:spPr bwMode="auto">
              <a:xfrm>
                <a:off x="3710" y="3557"/>
                <a:ext cx="230" cy="0"/>
              </a:xfrm>
              <a:custGeom>
                <a:avLst/>
                <a:gdLst>
                  <a:gd name="T0" fmla="*/ 0 w 30"/>
                  <a:gd name="T1" fmla="*/ 30 w 30"/>
                  <a:gd name="T2" fmla="*/ 30 w 30"/>
                </a:gdLst>
                <a:ahLst/>
                <a:cxnLst>
                  <a:cxn ang="0">
                    <a:pos x="T0" y="0"/>
                  </a:cxn>
                  <a:cxn ang="0">
                    <a:pos x="T1" y="0"/>
                  </a:cxn>
                  <a:cxn ang="0">
                    <a:pos x="T2" y="0"/>
                  </a:cxn>
                </a:cxnLst>
                <a:rect l="0" t="0" r="r" b="b"/>
                <a:pathLst>
                  <a:path w="30">
                    <a:moveTo>
                      <a:pt x="0" y="0"/>
                    </a:moveTo>
                    <a:lnTo>
                      <a:pt x="30" y="0"/>
                    </a:lnTo>
                    <a:lnTo>
                      <a:pt x="3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2" name="Freeform 122">
                <a:extLst>
                  <a:ext uri="{FF2B5EF4-FFF2-40B4-BE49-F238E27FC236}">
                    <a16:creationId xmlns:a16="http://schemas.microsoft.com/office/drawing/2014/main" id="{1DB50666-858D-CD87-7AFE-7F65590EDEC2}"/>
                  </a:ext>
                </a:extLst>
              </p:cNvPr>
              <p:cNvSpPr>
                <a:spLocks/>
              </p:cNvSpPr>
              <p:nvPr/>
            </p:nvSpPr>
            <p:spPr bwMode="auto">
              <a:xfrm>
                <a:off x="1571" y="3557"/>
                <a:ext cx="306"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3" name="Oval 123">
                <a:extLst>
                  <a:ext uri="{FF2B5EF4-FFF2-40B4-BE49-F238E27FC236}">
                    <a16:creationId xmlns:a16="http://schemas.microsoft.com/office/drawing/2014/main" id="{37A19309-C753-0DCC-879D-6ECAD7F11868}"/>
                  </a:ext>
                </a:extLst>
              </p:cNvPr>
              <p:cNvSpPr>
                <a:spLocks noChangeArrowheads="1"/>
              </p:cNvSpPr>
              <p:nvPr/>
            </p:nvSpPr>
            <p:spPr bwMode="auto">
              <a:xfrm>
                <a:off x="1556" y="3542"/>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4" name="Freeform 124">
                <a:extLst>
                  <a:ext uri="{FF2B5EF4-FFF2-40B4-BE49-F238E27FC236}">
                    <a16:creationId xmlns:a16="http://schemas.microsoft.com/office/drawing/2014/main" id="{DDB8FD27-30C5-B2FD-B0A2-C35EC13FD69B}"/>
                  </a:ext>
                </a:extLst>
              </p:cNvPr>
              <p:cNvSpPr>
                <a:spLocks/>
              </p:cNvSpPr>
              <p:nvPr/>
            </p:nvSpPr>
            <p:spPr bwMode="auto">
              <a:xfrm>
                <a:off x="2412" y="2409"/>
                <a:ext cx="305"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5" name="Oval 125">
                <a:extLst>
                  <a:ext uri="{FF2B5EF4-FFF2-40B4-BE49-F238E27FC236}">
                    <a16:creationId xmlns:a16="http://schemas.microsoft.com/office/drawing/2014/main" id="{A7586B1B-7EC9-325D-2B92-1A52A9E040F8}"/>
                  </a:ext>
                </a:extLst>
              </p:cNvPr>
              <p:cNvSpPr>
                <a:spLocks noChangeArrowheads="1"/>
              </p:cNvSpPr>
              <p:nvPr/>
            </p:nvSpPr>
            <p:spPr bwMode="auto">
              <a:xfrm>
                <a:off x="2396" y="2394"/>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6" name="Freeform 126">
                <a:extLst>
                  <a:ext uri="{FF2B5EF4-FFF2-40B4-BE49-F238E27FC236}">
                    <a16:creationId xmlns:a16="http://schemas.microsoft.com/office/drawing/2014/main" id="{D68B520A-B96B-2BAD-C7AD-47E33BC8AE92}"/>
                  </a:ext>
                </a:extLst>
              </p:cNvPr>
              <p:cNvSpPr>
                <a:spLocks/>
              </p:cNvSpPr>
              <p:nvPr/>
            </p:nvSpPr>
            <p:spPr bwMode="auto">
              <a:xfrm>
                <a:off x="2335" y="3174"/>
                <a:ext cx="382" cy="0"/>
              </a:xfrm>
              <a:custGeom>
                <a:avLst/>
                <a:gdLst>
                  <a:gd name="T0" fmla="*/ 50 w 50"/>
                  <a:gd name="T1" fmla="*/ 0 w 50"/>
                  <a:gd name="T2" fmla="*/ 0 w 50"/>
                </a:gdLst>
                <a:ahLst/>
                <a:cxnLst>
                  <a:cxn ang="0">
                    <a:pos x="T0" y="0"/>
                  </a:cxn>
                  <a:cxn ang="0">
                    <a:pos x="T1" y="0"/>
                  </a:cxn>
                  <a:cxn ang="0">
                    <a:pos x="T2" y="0"/>
                  </a:cxn>
                </a:cxnLst>
                <a:rect l="0" t="0" r="r" b="b"/>
                <a:pathLst>
                  <a:path w="50">
                    <a:moveTo>
                      <a:pt x="5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7" name="Rectangle 127">
                <a:extLst>
                  <a:ext uri="{FF2B5EF4-FFF2-40B4-BE49-F238E27FC236}">
                    <a16:creationId xmlns:a16="http://schemas.microsoft.com/office/drawing/2014/main" id="{BF0DE435-88D3-4A7F-2FD4-BFBEED10AFE4}"/>
                  </a:ext>
                </a:extLst>
              </p:cNvPr>
              <p:cNvSpPr>
                <a:spLocks noChangeArrowheads="1"/>
              </p:cNvSpPr>
              <p:nvPr/>
            </p:nvSpPr>
            <p:spPr bwMode="auto">
              <a:xfrm>
                <a:off x="2427" y="3090"/>
                <a:ext cx="306"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2.5V_AC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8" name="Freeform 128">
                <a:extLst>
                  <a:ext uri="{FF2B5EF4-FFF2-40B4-BE49-F238E27FC236}">
                    <a16:creationId xmlns:a16="http://schemas.microsoft.com/office/drawing/2014/main" id="{6B15366D-8261-0F20-4BF1-BA58618717DF}"/>
                  </a:ext>
                </a:extLst>
              </p:cNvPr>
              <p:cNvSpPr>
                <a:spLocks/>
              </p:cNvSpPr>
              <p:nvPr/>
            </p:nvSpPr>
            <p:spPr bwMode="auto">
              <a:xfrm>
                <a:off x="3031" y="2531"/>
                <a:ext cx="15" cy="31"/>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9" name="Freeform 129">
                <a:extLst>
                  <a:ext uri="{FF2B5EF4-FFF2-40B4-BE49-F238E27FC236}">
                    <a16:creationId xmlns:a16="http://schemas.microsoft.com/office/drawing/2014/main" id="{E4602DAF-13AD-AFE2-586D-1227E14EDA07}"/>
                  </a:ext>
                </a:extLst>
              </p:cNvPr>
              <p:cNvSpPr>
                <a:spLocks/>
              </p:cNvSpPr>
              <p:nvPr/>
            </p:nvSpPr>
            <p:spPr bwMode="auto">
              <a:xfrm>
                <a:off x="3046" y="2531"/>
                <a:ext cx="23" cy="62"/>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0" name="Freeform 130">
                <a:extLst>
                  <a:ext uri="{FF2B5EF4-FFF2-40B4-BE49-F238E27FC236}">
                    <a16:creationId xmlns:a16="http://schemas.microsoft.com/office/drawing/2014/main" id="{86BA797F-983E-5857-A2CD-F71999F6BDCA}"/>
                  </a:ext>
                </a:extLst>
              </p:cNvPr>
              <p:cNvSpPr>
                <a:spLocks/>
              </p:cNvSpPr>
              <p:nvPr/>
            </p:nvSpPr>
            <p:spPr bwMode="auto">
              <a:xfrm>
                <a:off x="3069" y="2531"/>
                <a:ext cx="23" cy="62"/>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1" name="Freeform 131">
                <a:extLst>
                  <a:ext uri="{FF2B5EF4-FFF2-40B4-BE49-F238E27FC236}">
                    <a16:creationId xmlns:a16="http://schemas.microsoft.com/office/drawing/2014/main" id="{89FC868E-534A-4DF4-CA36-337CAF8BC24E}"/>
                  </a:ext>
                </a:extLst>
              </p:cNvPr>
              <p:cNvSpPr>
                <a:spLocks/>
              </p:cNvSpPr>
              <p:nvPr/>
            </p:nvSpPr>
            <p:spPr bwMode="auto">
              <a:xfrm>
                <a:off x="3092" y="2531"/>
                <a:ext cx="23" cy="62"/>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2" name="Freeform 132">
                <a:extLst>
                  <a:ext uri="{FF2B5EF4-FFF2-40B4-BE49-F238E27FC236}">
                    <a16:creationId xmlns:a16="http://schemas.microsoft.com/office/drawing/2014/main" id="{AD52162F-9F34-BADD-F9B3-FA02553B5779}"/>
                  </a:ext>
                </a:extLst>
              </p:cNvPr>
              <p:cNvSpPr>
                <a:spLocks/>
              </p:cNvSpPr>
              <p:nvPr/>
            </p:nvSpPr>
            <p:spPr bwMode="auto">
              <a:xfrm>
                <a:off x="3115" y="2531"/>
                <a:ext cx="23" cy="62"/>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3" name="Freeform 133">
                <a:extLst>
                  <a:ext uri="{FF2B5EF4-FFF2-40B4-BE49-F238E27FC236}">
                    <a16:creationId xmlns:a16="http://schemas.microsoft.com/office/drawing/2014/main" id="{CBF2B28F-3980-F0CE-715B-9F7A4DD8F4D2}"/>
                  </a:ext>
                </a:extLst>
              </p:cNvPr>
              <p:cNvSpPr>
                <a:spLocks/>
              </p:cNvSpPr>
              <p:nvPr/>
            </p:nvSpPr>
            <p:spPr bwMode="auto">
              <a:xfrm>
                <a:off x="3138" y="2531"/>
                <a:ext cx="22" cy="62"/>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4" name="Freeform 134">
                <a:extLst>
                  <a:ext uri="{FF2B5EF4-FFF2-40B4-BE49-F238E27FC236}">
                    <a16:creationId xmlns:a16="http://schemas.microsoft.com/office/drawing/2014/main" id="{C1C1CE24-E102-16FE-ACD5-AFF600D618AD}"/>
                  </a:ext>
                </a:extLst>
              </p:cNvPr>
              <p:cNvSpPr>
                <a:spLocks/>
              </p:cNvSpPr>
              <p:nvPr/>
            </p:nvSpPr>
            <p:spPr bwMode="auto">
              <a:xfrm>
                <a:off x="3160" y="2562"/>
                <a:ext cx="16" cy="31"/>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5" name="Freeform 135">
                <a:extLst>
                  <a:ext uri="{FF2B5EF4-FFF2-40B4-BE49-F238E27FC236}">
                    <a16:creationId xmlns:a16="http://schemas.microsoft.com/office/drawing/2014/main" id="{FB736B27-BD8E-67E7-29ED-9C94B60DD6A7}"/>
                  </a:ext>
                </a:extLst>
              </p:cNvPr>
              <p:cNvSpPr>
                <a:spLocks/>
              </p:cNvSpPr>
              <p:nvPr/>
            </p:nvSpPr>
            <p:spPr bwMode="auto">
              <a:xfrm>
                <a:off x="3023" y="2562"/>
                <a:ext cx="8" cy="0"/>
              </a:xfrm>
              <a:custGeom>
                <a:avLst/>
                <a:gdLst>
                  <a:gd name="T0" fmla="*/ 0 w 1"/>
                  <a:gd name="T1" fmla="*/ 1 w 1"/>
                  <a:gd name="T2" fmla="*/ 1 w 1"/>
                </a:gdLst>
                <a:ahLst/>
                <a:cxnLst>
                  <a:cxn ang="0">
                    <a:pos x="T0" y="0"/>
                  </a:cxn>
                  <a:cxn ang="0">
                    <a:pos x="T1" y="0"/>
                  </a:cxn>
                  <a:cxn ang="0">
                    <a:pos x="T2" y="0"/>
                  </a:cxn>
                </a:cxnLst>
                <a:rect l="0" t="0" r="r" b="b"/>
                <a:pathLst>
                  <a:path w="1">
                    <a:moveTo>
                      <a:pt x="0" y="0"/>
                    </a:moveTo>
                    <a:lnTo>
                      <a:pt x="1" y="0"/>
                    </a:lnTo>
                    <a:lnTo>
                      <a:pt x="1"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6" name="Rectangle 136">
                <a:extLst>
                  <a:ext uri="{FF2B5EF4-FFF2-40B4-BE49-F238E27FC236}">
                    <a16:creationId xmlns:a16="http://schemas.microsoft.com/office/drawing/2014/main" id="{76B8E5E3-09E6-4D2D-99B2-B29EA13962ED}"/>
                  </a:ext>
                </a:extLst>
              </p:cNvPr>
              <p:cNvSpPr>
                <a:spLocks noChangeArrowheads="1"/>
              </p:cNvSpPr>
              <p:nvPr/>
            </p:nvSpPr>
            <p:spPr bwMode="auto">
              <a:xfrm>
                <a:off x="2870" y="2485"/>
                <a:ext cx="19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R437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7" name="Rectangle 137">
                <a:extLst>
                  <a:ext uri="{FF2B5EF4-FFF2-40B4-BE49-F238E27FC236}">
                    <a16:creationId xmlns:a16="http://schemas.microsoft.com/office/drawing/2014/main" id="{877459BB-CFC5-131D-411A-940E9B79AB4B}"/>
                  </a:ext>
                </a:extLst>
              </p:cNvPr>
              <p:cNvSpPr>
                <a:spLocks noChangeArrowheads="1"/>
              </p:cNvSpPr>
              <p:nvPr/>
            </p:nvSpPr>
            <p:spPr bwMode="auto">
              <a:xfrm>
                <a:off x="3176" y="2485"/>
                <a:ext cx="1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210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8" name="Freeform 138">
                <a:extLst>
                  <a:ext uri="{FF2B5EF4-FFF2-40B4-BE49-F238E27FC236}">
                    <a16:creationId xmlns:a16="http://schemas.microsoft.com/office/drawing/2014/main" id="{B61527E6-79CA-FACF-BFF8-611104C2F962}"/>
                  </a:ext>
                </a:extLst>
              </p:cNvPr>
              <p:cNvSpPr>
                <a:spLocks/>
              </p:cNvSpPr>
              <p:nvPr/>
            </p:nvSpPr>
            <p:spPr bwMode="auto">
              <a:xfrm>
                <a:off x="3176" y="2562"/>
                <a:ext cx="76"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9" name="Freeform 139">
                <a:extLst>
                  <a:ext uri="{FF2B5EF4-FFF2-40B4-BE49-F238E27FC236}">
                    <a16:creationId xmlns:a16="http://schemas.microsoft.com/office/drawing/2014/main" id="{FC56A012-CC85-E04E-D5B5-B1C7EF99F7B1}"/>
                  </a:ext>
                </a:extLst>
              </p:cNvPr>
              <p:cNvSpPr>
                <a:spLocks/>
              </p:cNvSpPr>
              <p:nvPr/>
            </p:nvSpPr>
            <p:spPr bwMode="auto">
              <a:xfrm>
                <a:off x="2947" y="2562"/>
                <a:ext cx="76"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0" name="Freeform 140">
                <a:extLst>
                  <a:ext uri="{FF2B5EF4-FFF2-40B4-BE49-F238E27FC236}">
                    <a16:creationId xmlns:a16="http://schemas.microsoft.com/office/drawing/2014/main" id="{DC2DD102-C459-9A2D-FBF2-30CF1F85EFFF}"/>
                  </a:ext>
                </a:extLst>
              </p:cNvPr>
              <p:cNvSpPr>
                <a:spLocks/>
              </p:cNvSpPr>
              <p:nvPr/>
            </p:nvSpPr>
            <p:spPr bwMode="auto">
              <a:xfrm>
                <a:off x="1541" y="2876"/>
                <a:ext cx="30" cy="15"/>
              </a:xfrm>
              <a:custGeom>
                <a:avLst/>
                <a:gdLst>
                  <a:gd name="T0" fmla="*/ 4 w 4"/>
                  <a:gd name="T1" fmla="*/ 0 h 2"/>
                  <a:gd name="T2" fmla="*/ 0 w 4"/>
                  <a:gd name="T3" fmla="*/ 2 h 2"/>
                  <a:gd name="T4" fmla="*/ 0 w 4"/>
                  <a:gd name="T5" fmla="*/ 2 h 2"/>
                </a:gdLst>
                <a:ahLst/>
                <a:cxnLst>
                  <a:cxn ang="0">
                    <a:pos x="T0" y="T1"/>
                  </a:cxn>
                  <a:cxn ang="0">
                    <a:pos x="T2" y="T3"/>
                  </a:cxn>
                  <a:cxn ang="0">
                    <a:pos x="T4" y="T5"/>
                  </a:cxn>
                </a:cxnLst>
                <a:rect l="0" t="0" r="r" b="b"/>
                <a:pathLst>
                  <a:path w="4" h="2">
                    <a:moveTo>
                      <a:pt x="4" y="0"/>
                    </a:moveTo>
                    <a:lnTo>
                      <a:pt x="0" y="2"/>
                    </a:lnTo>
                    <a:lnTo>
                      <a:pt x="0" y="2"/>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1" name="Freeform 141">
                <a:extLst>
                  <a:ext uri="{FF2B5EF4-FFF2-40B4-BE49-F238E27FC236}">
                    <a16:creationId xmlns:a16="http://schemas.microsoft.com/office/drawing/2014/main" id="{DDB6AFCD-7653-139C-4A99-7B2005FDABEC}"/>
                  </a:ext>
                </a:extLst>
              </p:cNvPr>
              <p:cNvSpPr>
                <a:spLocks/>
              </p:cNvSpPr>
              <p:nvPr/>
            </p:nvSpPr>
            <p:spPr bwMode="auto">
              <a:xfrm>
                <a:off x="1541" y="2891"/>
                <a:ext cx="61" cy="23"/>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2" name="Freeform 142">
                <a:extLst>
                  <a:ext uri="{FF2B5EF4-FFF2-40B4-BE49-F238E27FC236}">
                    <a16:creationId xmlns:a16="http://schemas.microsoft.com/office/drawing/2014/main" id="{05A8015F-F927-0E6C-9E38-14959494864F}"/>
                  </a:ext>
                </a:extLst>
              </p:cNvPr>
              <p:cNvSpPr>
                <a:spLocks/>
              </p:cNvSpPr>
              <p:nvPr/>
            </p:nvSpPr>
            <p:spPr bwMode="auto">
              <a:xfrm>
                <a:off x="1541" y="2914"/>
                <a:ext cx="61" cy="23"/>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3" name="Freeform 143">
                <a:extLst>
                  <a:ext uri="{FF2B5EF4-FFF2-40B4-BE49-F238E27FC236}">
                    <a16:creationId xmlns:a16="http://schemas.microsoft.com/office/drawing/2014/main" id="{E45FE049-67A9-F191-010F-24CE75186230}"/>
                  </a:ext>
                </a:extLst>
              </p:cNvPr>
              <p:cNvSpPr>
                <a:spLocks/>
              </p:cNvSpPr>
              <p:nvPr/>
            </p:nvSpPr>
            <p:spPr bwMode="auto">
              <a:xfrm>
                <a:off x="1541" y="2937"/>
                <a:ext cx="61" cy="23"/>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4" name="Freeform 144">
                <a:extLst>
                  <a:ext uri="{FF2B5EF4-FFF2-40B4-BE49-F238E27FC236}">
                    <a16:creationId xmlns:a16="http://schemas.microsoft.com/office/drawing/2014/main" id="{CEBC64F4-4248-CF27-2406-E300CAABF49B}"/>
                  </a:ext>
                </a:extLst>
              </p:cNvPr>
              <p:cNvSpPr>
                <a:spLocks/>
              </p:cNvSpPr>
              <p:nvPr/>
            </p:nvSpPr>
            <p:spPr bwMode="auto">
              <a:xfrm>
                <a:off x="1541" y="2960"/>
                <a:ext cx="61" cy="23"/>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5" name="Freeform 145">
                <a:extLst>
                  <a:ext uri="{FF2B5EF4-FFF2-40B4-BE49-F238E27FC236}">
                    <a16:creationId xmlns:a16="http://schemas.microsoft.com/office/drawing/2014/main" id="{51D373E1-DFF5-0AD9-E858-4F9C0651CE8B}"/>
                  </a:ext>
                </a:extLst>
              </p:cNvPr>
              <p:cNvSpPr>
                <a:spLocks/>
              </p:cNvSpPr>
              <p:nvPr/>
            </p:nvSpPr>
            <p:spPr bwMode="auto">
              <a:xfrm>
                <a:off x="1541" y="2983"/>
                <a:ext cx="61" cy="23"/>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6" name="Freeform 146">
                <a:extLst>
                  <a:ext uri="{FF2B5EF4-FFF2-40B4-BE49-F238E27FC236}">
                    <a16:creationId xmlns:a16="http://schemas.microsoft.com/office/drawing/2014/main" id="{063D0DDA-8535-199A-71CE-59E2FAD8D196}"/>
                  </a:ext>
                </a:extLst>
              </p:cNvPr>
              <p:cNvSpPr>
                <a:spLocks/>
              </p:cNvSpPr>
              <p:nvPr/>
            </p:nvSpPr>
            <p:spPr bwMode="auto">
              <a:xfrm>
                <a:off x="1571" y="3006"/>
                <a:ext cx="31" cy="15"/>
              </a:xfrm>
              <a:custGeom>
                <a:avLst/>
                <a:gdLst>
                  <a:gd name="T0" fmla="*/ 4 w 4"/>
                  <a:gd name="T1" fmla="*/ 0 h 2"/>
                  <a:gd name="T2" fmla="*/ 0 w 4"/>
                  <a:gd name="T3" fmla="*/ 2 h 2"/>
                  <a:gd name="T4" fmla="*/ 0 w 4"/>
                  <a:gd name="T5" fmla="*/ 2 h 2"/>
                </a:gdLst>
                <a:ahLst/>
                <a:cxnLst>
                  <a:cxn ang="0">
                    <a:pos x="T0" y="T1"/>
                  </a:cxn>
                  <a:cxn ang="0">
                    <a:pos x="T2" y="T3"/>
                  </a:cxn>
                  <a:cxn ang="0">
                    <a:pos x="T4" y="T5"/>
                  </a:cxn>
                </a:cxnLst>
                <a:rect l="0" t="0" r="r" b="b"/>
                <a:pathLst>
                  <a:path w="4" h="2">
                    <a:moveTo>
                      <a:pt x="4" y="0"/>
                    </a:moveTo>
                    <a:lnTo>
                      <a:pt x="0" y="2"/>
                    </a:lnTo>
                    <a:lnTo>
                      <a:pt x="0" y="2"/>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7" name="Freeform 147">
                <a:extLst>
                  <a:ext uri="{FF2B5EF4-FFF2-40B4-BE49-F238E27FC236}">
                    <a16:creationId xmlns:a16="http://schemas.microsoft.com/office/drawing/2014/main" id="{C4A5DD9B-4A8B-EBBF-A7CE-F6A647CDC091}"/>
                  </a:ext>
                </a:extLst>
              </p:cNvPr>
              <p:cNvSpPr>
                <a:spLocks/>
              </p:cNvSpPr>
              <p:nvPr/>
            </p:nvSpPr>
            <p:spPr bwMode="auto">
              <a:xfrm>
                <a:off x="1571" y="2868"/>
                <a:ext cx="0" cy="8"/>
              </a:xfrm>
              <a:custGeom>
                <a:avLst/>
                <a:gdLst>
                  <a:gd name="T0" fmla="*/ 0 h 1"/>
                  <a:gd name="T1" fmla="*/ 1 h 1"/>
                  <a:gd name="T2" fmla="*/ 1 h 1"/>
                </a:gdLst>
                <a:ahLst/>
                <a:cxnLst>
                  <a:cxn ang="0">
                    <a:pos x="0" y="T0"/>
                  </a:cxn>
                  <a:cxn ang="0">
                    <a:pos x="0" y="T1"/>
                  </a:cxn>
                  <a:cxn ang="0">
                    <a:pos x="0" y="T2"/>
                  </a:cxn>
                </a:cxnLst>
                <a:rect l="0" t="0" r="r" b="b"/>
                <a:pathLst>
                  <a:path h="1">
                    <a:moveTo>
                      <a:pt x="0" y="0"/>
                    </a:moveTo>
                    <a:lnTo>
                      <a:pt x="0" y="1"/>
                    </a:lnTo>
                    <a:lnTo>
                      <a:pt x="0" y="1"/>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8" name="Rectangle 148">
                <a:extLst>
                  <a:ext uri="{FF2B5EF4-FFF2-40B4-BE49-F238E27FC236}">
                    <a16:creationId xmlns:a16="http://schemas.microsoft.com/office/drawing/2014/main" id="{807FEA98-4944-9307-84D2-05AB278FF37A}"/>
                  </a:ext>
                </a:extLst>
              </p:cNvPr>
              <p:cNvSpPr>
                <a:spLocks noChangeArrowheads="1"/>
              </p:cNvSpPr>
              <p:nvPr/>
            </p:nvSpPr>
            <p:spPr bwMode="auto">
              <a:xfrm>
                <a:off x="1571" y="2792"/>
                <a:ext cx="19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R440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9" name="Rectangle 149">
                <a:extLst>
                  <a:ext uri="{FF2B5EF4-FFF2-40B4-BE49-F238E27FC236}">
                    <a16:creationId xmlns:a16="http://schemas.microsoft.com/office/drawing/2014/main" id="{9E925925-59CE-2B04-A66F-F0BF3EFAF84A}"/>
                  </a:ext>
                </a:extLst>
              </p:cNvPr>
              <p:cNvSpPr>
                <a:spLocks noChangeArrowheads="1"/>
              </p:cNvSpPr>
              <p:nvPr/>
            </p:nvSpPr>
            <p:spPr bwMode="auto">
              <a:xfrm>
                <a:off x="1571" y="3021"/>
                <a:ext cx="183"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1000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0" name="Freeform 150">
                <a:extLst>
                  <a:ext uri="{FF2B5EF4-FFF2-40B4-BE49-F238E27FC236}">
                    <a16:creationId xmlns:a16="http://schemas.microsoft.com/office/drawing/2014/main" id="{1355E48A-B744-0301-7930-5F434105EDF2}"/>
                  </a:ext>
                </a:extLst>
              </p:cNvPr>
              <p:cNvSpPr>
                <a:spLocks/>
              </p:cNvSpPr>
              <p:nvPr/>
            </p:nvSpPr>
            <p:spPr bwMode="auto">
              <a:xfrm>
                <a:off x="1571" y="3021"/>
                <a:ext cx="0" cy="77"/>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1" name="Freeform 151">
                <a:extLst>
                  <a:ext uri="{FF2B5EF4-FFF2-40B4-BE49-F238E27FC236}">
                    <a16:creationId xmlns:a16="http://schemas.microsoft.com/office/drawing/2014/main" id="{F80F618C-A6E9-BCB7-277E-D19AC5418ADC}"/>
                  </a:ext>
                </a:extLst>
              </p:cNvPr>
              <p:cNvSpPr>
                <a:spLocks/>
              </p:cNvSpPr>
              <p:nvPr/>
            </p:nvSpPr>
            <p:spPr bwMode="auto">
              <a:xfrm>
                <a:off x="1571" y="2792"/>
                <a:ext cx="0" cy="76"/>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2" name="Freeform 152">
                <a:extLst>
                  <a:ext uri="{FF2B5EF4-FFF2-40B4-BE49-F238E27FC236}">
                    <a16:creationId xmlns:a16="http://schemas.microsoft.com/office/drawing/2014/main" id="{93F2DF09-09F4-8994-C6FB-B92519F22E21}"/>
                  </a:ext>
                </a:extLst>
              </p:cNvPr>
              <p:cNvSpPr>
                <a:spLocks/>
              </p:cNvSpPr>
              <p:nvPr/>
            </p:nvSpPr>
            <p:spPr bwMode="auto">
              <a:xfrm>
                <a:off x="2870" y="3557"/>
                <a:ext cx="840" cy="0"/>
              </a:xfrm>
              <a:custGeom>
                <a:avLst/>
                <a:gdLst>
                  <a:gd name="T0" fmla="*/ 110 w 110"/>
                  <a:gd name="T1" fmla="*/ 0 w 110"/>
                  <a:gd name="T2" fmla="*/ 0 w 110"/>
                </a:gdLst>
                <a:ahLst/>
                <a:cxnLst>
                  <a:cxn ang="0">
                    <a:pos x="T0" y="0"/>
                  </a:cxn>
                  <a:cxn ang="0">
                    <a:pos x="T1" y="0"/>
                  </a:cxn>
                  <a:cxn ang="0">
                    <a:pos x="T2" y="0"/>
                  </a:cxn>
                </a:cxnLst>
                <a:rect l="0" t="0" r="r" b="b"/>
                <a:pathLst>
                  <a:path w="110">
                    <a:moveTo>
                      <a:pt x="11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3" name="Oval 153">
                <a:extLst>
                  <a:ext uri="{FF2B5EF4-FFF2-40B4-BE49-F238E27FC236}">
                    <a16:creationId xmlns:a16="http://schemas.microsoft.com/office/drawing/2014/main" id="{0DE28E77-B1C8-CAE5-2167-E0EED5463665}"/>
                  </a:ext>
                </a:extLst>
              </p:cNvPr>
              <p:cNvSpPr>
                <a:spLocks noChangeArrowheads="1"/>
              </p:cNvSpPr>
              <p:nvPr/>
            </p:nvSpPr>
            <p:spPr bwMode="auto">
              <a:xfrm>
                <a:off x="3695" y="3542"/>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4" name="Oval 154">
                <a:extLst>
                  <a:ext uri="{FF2B5EF4-FFF2-40B4-BE49-F238E27FC236}">
                    <a16:creationId xmlns:a16="http://schemas.microsoft.com/office/drawing/2014/main" id="{90A5E240-051D-7CF3-993E-A3EDB7AB0988}"/>
                  </a:ext>
                </a:extLst>
              </p:cNvPr>
              <p:cNvSpPr>
                <a:spLocks noChangeArrowheads="1"/>
              </p:cNvSpPr>
              <p:nvPr/>
            </p:nvSpPr>
            <p:spPr bwMode="auto">
              <a:xfrm>
                <a:off x="2855" y="3542"/>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155">
                <a:extLst>
                  <a:ext uri="{FF2B5EF4-FFF2-40B4-BE49-F238E27FC236}">
                    <a16:creationId xmlns:a16="http://schemas.microsoft.com/office/drawing/2014/main" id="{5DE379FD-089E-47CE-B15F-D7F2D0DFD48D}"/>
                  </a:ext>
                </a:extLst>
              </p:cNvPr>
              <p:cNvSpPr>
                <a:spLocks/>
              </p:cNvSpPr>
              <p:nvPr/>
            </p:nvSpPr>
            <p:spPr bwMode="auto">
              <a:xfrm>
                <a:off x="3940" y="2485"/>
                <a:ext cx="0" cy="77"/>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6" name="Freeform 156">
                <a:extLst>
                  <a:ext uri="{FF2B5EF4-FFF2-40B4-BE49-F238E27FC236}">
                    <a16:creationId xmlns:a16="http://schemas.microsoft.com/office/drawing/2014/main" id="{5A2F3CA8-A415-11D1-F79E-A2FEEA527264}"/>
                  </a:ext>
                </a:extLst>
              </p:cNvPr>
              <p:cNvSpPr>
                <a:spLocks/>
              </p:cNvSpPr>
              <p:nvPr/>
            </p:nvSpPr>
            <p:spPr bwMode="auto">
              <a:xfrm>
                <a:off x="4245" y="2103"/>
                <a:ext cx="0" cy="76"/>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7" name="Freeform 157">
                <a:extLst>
                  <a:ext uri="{FF2B5EF4-FFF2-40B4-BE49-F238E27FC236}">
                    <a16:creationId xmlns:a16="http://schemas.microsoft.com/office/drawing/2014/main" id="{A05781FC-4123-AE43-84D4-5D91AAF928E5}"/>
                  </a:ext>
                </a:extLst>
              </p:cNvPr>
              <p:cNvSpPr>
                <a:spLocks/>
              </p:cNvSpPr>
              <p:nvPr/>
            </p:nvSpPr>
            <p:spPr bwMode="auto">
              <a:xfrm>
                <a:off x="3672" y="3197"/>
                <a:ext cx="77"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8" name="Freeform 158">
                <a:extLst>
                  <a:ext uri="{FF2B5EF4-FFF2-40B4-BE49-F238E27FC236}">
                    <a16:creationId xmlns:a16="http://schemas.microsoft.com/office/drawing/2014/main" id="{D3724021-7379-64E3-4589-8A8CEB465827}"/>
                  </a:ext>
                </a:extLst>
              </p:cNvPr>
              <p:cNvSpPr>
                <a:spLocks/>
              </p:cNvSpPr>
              <p:nvPr/>
            </p:nvSpPr>
            <p:spPr bwMode="auto">
              <a:xfrm>
                <a:off x="3672" y="3228"/>
                <a:ext cx="77"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9" name="Freeform 159">
                <a:extLst>
                  <a:ext uri="{FF2B5EF4-FFF2-40B4-BE49-F238E27FC236}">
                    <a16:creationId xmlns:a16="http://schemas.microsoft.com/office/drawing/2014/main" id="{A647FB9B-891B-DFE1-3FA9-67E65A58698D}"/>
                  </a:ext>
                </a:extLst>
              </p:cNvPr>
              <p:cNvSpPr>
                <a:spLocks/>
              </p:cNvSpPr>
              <p:nvPr/>
            </p:nvSpPr>
            <p:spPr bwMode="auto">
              <a:xfrm>
                <a:off x="3710" y="3228"/>
                <a:ext cx="0" cy="23"/>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0" name="Freeform 160">
                <a:extLst>
                  <a:ext uri="{FF2B5EF4-FFF2-40B4-BE49-F238E27FC236}">
                    <a16:creationId xmlns:a16="http://schemas.microsoft.com/office/drawing/2014/main" id="{B74A73DF-D9D0-775B-9884-A98702474259}"/>
                  </a:ext>
                </a:extLst>
              </p:cNvPr>
              <p:cNvSpPr>
                <a:spLocks/>
              </p:cNvSpPr>
              <p:nvPr/>
            </p:nvSpPr>
            <p:spPr bwMode="auto">
              <a:xfrm>
                <a:off x="3710" y="3174"/>
                <a:ext cx="0" cy="23"/>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1" name="Rectangle 161">
                <a:extLst>
                  <a:ext uri="{FF2B5EF4-FFF2-40B4-BE49-F238E27FC236}">
                    <a16:creationId xmlns:a16="http://schemas.microsoft.com/office/drawing/2014/main" id="{DE98E08C-889B-D752-4CA5-4C3174645A21}"/>
                  </a:ext>
                </a:extLst>
              </p:cNvPr>
              <p:cNvSpPr>
                <a:spLocks noChangeArrowheads="1"/>
              </p:cNvSpPr>
              <p:nvPr/>
            </p:nvSpPr>
            <p:spPr bwMode="auto">
              <a:xfrm>
                <a:off x="3710" y="3098"/>
                <a:ext cx="19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C436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2" name="Rectangle 162">
                <a:extLst>
                  <a:ext uri="{FF2B5EF4-FFF2-40B4-BE49-F238E27FC236}">
                    <a16:creationId xmlns:a16="http://schemas.microsoft.com/office/drawing/2014/main" id="{BE56B1C7-F0A6-90C5-BE6D-9BBB53A73BAB}"/>
                  </a:ext>
                </a:extLst>
              </p:cNvPr>
              <p:cNvSpPr>
                <a:spLocks noChangeArrowheads="1"/>
              </p:cNvSpPr>
              <p:nvPr/>
            </p:nvSpPr>
            <p:spPr bwMode="auto">
              <a:xfrm>
                <a:off x="3710" y="3251"/>
                <a:ext cx="22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1000n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3" name="Rectangle 163">
                <a:extLst>
                  <a:ext uri="{FF2B5EF4-FFF2-40B4-BE49-F238E27FC236}">
                    <a16:creationId xmlns:a16="http://schemas.microsoft.com/office/drawing/2014/main" id="{9A39840A-403C-97E7-AC8E-DFED67E583DA}"/>
                  </a:ext>
                </a:extLst>
              </p:cNvPr>
              <p:cNvSpPr>
                <a:spLocks noChangeArrowheads="1"/>
              </p:cNvSpPr>
              <p:nvPr/>
            </p:nvSpPr>
            <p:spPr bwMode="auto">
              <a:xfrm>
                <a:off x="3787" y="3174"/>
                <a:ext cx="6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4" name="Freeform 164">
                <a:extLst>
                  <a:ext uri="{FF2B5EF4-FFF2-40B4-BE49-F238E27FC236}">
                    <a16:creationId xmlns:a16="http://schemas.microsoft.com/office/drawing/2014/main" id="{46DC1529-5F84-0D05-B334-2F0986480E5C}"/>
                  </a:ext>
                </a:extLst>
              </p:cNvPr>
              <p:cNvSpPr>
                <a:spLocks/>
              </p:cNvSpPr>
              <p:nvPr/>
            </p:nvSpPr>
            <p:spPr bwMode="auto">
              <a:xfrm>
                <a:off x="3710" y="3098"/>
                <a:ext cx="0" cy="76"/>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5" name="Freeform 165">
                <a:extLst>
                  <a:ext uri="{FF2B5EF4-FFF2-40B4-BE49-F238E27FC236}">
                    <a16:creationId xmlns:a16="http://schemas.microsoft.com/office/drawing/2014/main" id="{6BDEF493-882E-DFB8-B735-9E918447C71C}"/>
                  </a:ext>
                </a:extLst>
              </p:cNvPr>
              <p:cNvSpPr>
                <a:spLocks/>
              </p:cNvSpPr>
              <p:nvPr/>
            </p:nvSpPr>
            <p:spPr bwMode="auto">
              <a:xfrm>
                <a:off x="3710" y="3251"/>
                <a:ext cx="0" cy="76"/>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6" name="Freeform 166">
                <a:extLst>
                  <a:ext uri="{FF2B5EF4-FFF2-40B4-BE49-F238E27FC236}">
                    <a16:creationId xmlns:a16="http://schemas.microsoft.com/office/drawing/2014/main" id="{8833762E-E01B-EA55-70F6-A5357BB53AD8}"/>
                  </a:ext>
                </a:extLst>
              </p:cNvPr>
              <p:cNvSpPr>
                <a:spLocks/>
              </p:cNvSpPr>
              <p:nvPr/>
            </p:nvSpPr>
            <p:spPr bwMode="auto">
              <a:xfrm>
                <a:off x="2587" y="2524"/>
                <a:ext cx="0" cy="76"/>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7" name="Freeform 167">
                <a:extLst>
                  <a:ext uri="{FF2B5EF4-FFF2-40B4-BE49-F238E27FC236}">
                    <a16:creationId xmlns:a16="http://schemas.microsoft.com/office/drawing/2014/main" id="{FFF9E2CE-766C-75BF-BFA6-722AAAFBF170}"/>
                  </a:ext>
                </a:extLst>
              </p:cNvPr>
              <p:cNvSpPr>
                <a:spLocks/>
              </p:cNvSpPr>
              <p:nvPr/>
            </p:nvSpPr>
            <p:spPr bwMode="auto">
              <a:xfrm>
                <a:off x="2618" y="2524"/>
                <a:ext cx="0" cy="76"/>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8" name="Freeform 168">
                <a:extLst>
                  <a:ext uri="{FF2B5EF4-FFF2-40B4-BE49-F238E27FC236}">
                    <a16:creationId xmlns:a16="http://schemas.microsoft.com/office/drawing/2014/main" id="{46E10513-CE26-858A-FDBA-BDF12D637CB0}"/>
                  </a:ext>
                </a:extLst>
              </p:cNvPr>
              <p:cNvSpPr>
                <a:spLocks/>
              </p:cNvSpPr>
              <p:nvPr/>
            </p:nvSpPr>
            <p:spPr bwMode="auto">
              <a:xfrm>
                <a:off x="2618" y="2562"/>
                <a:ext cx="23" cy="0"/>
              </a:xfrm>
              <a:custGeom>
                <a:avLst/>
                <a:gdLst>
                  <a:gd name="T0" fmla="*/ 0 w 3"/>
                  <a:gd name="T1" fmla="*/ 3 w 3"/>
                  <a:gd name="T2" fmla="*/ 3 w 3"/>
                </a:gdLst>
                <a:ahLst/>
                <a:cxnLst>
                  <a:cxn ang="0">
                    <a:pos x="T0" y="0"/>
                  </a:cxn>
                  <a:cxn ang="0">
                    <a:pos x="T1" y="0"/>
                  </a:cxn>
                  <a:cxn ang="0">
                    <a:pos x="T2" y="0"/>
                  </a:cxn>
                </a:cxnLst>
                <a:rect l="0" t="0" r="r" b="b"/>
                <a:pathLst>
                  <a:path w="3">
                    <a:moveTo>
                      <a:pt x="0" y="0"/>
                    </a:moveTo>
                    <a:lnTo>
                      <a:pt x="3" y="0"/>
                    </a:lnTo>
                    <a:lnTo>
                      <a:pt x="3"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9" name="Freeform 169">
                <a:extLst>
                  <a:ext uri="{FF2B5EF4-FFF2-40B4-BE49-F238E27FC236}">
                    <a16:creationId xmlns:a16="http://schemas.microsoft.com/office/drawing/2014/main" id="{7D99137A-961D-5D2E-CBEB-3960CD91B3B4}"/>
                  </a:ext>
                </a:extLst>
              </p:cNvPr>
              <p:cNvSpPr>
                <a:spLocks/>
              </p:cNvSpPr>
              <p:nvPr/>
            </p:nvSpPr>
            <p:spPr bwMode="auto">
              <a:xfrm>
                <a:off x="2565" y="2562"/>
                <a:ext cx="22" cy="0"/>
              </a:xfrm>
              <a:custGeom>
                <a:avLst/>
                <a:gdLst>
                  <a:gd name="T0" fmla="*/ 0 w 3"/>
                  <a:gd name="T1" fmla="*/ 3 w 3"/>
                  <a:gd name="T2" fmla="*/ 3 w 3"/>
                </a:gdLst>
                <a:ahLst/>
                <a:cxnLst>
                  <a:cxn ang="0">
                    <a:pos x="T0" y="0"/>
                  </a:cxn>
                  <a:cxn ang="0">
                    <a:pos x="T1" y="0"/>
                  </a:cxn>
                  <a:cxn ang="0">
                    <a:pos x="T2" y="0"/>
                  </a:cxn>
                </a:cxnLst>
                <a:rect l="0" t="0" r="r" b="b"/>
                <a:pathLst>
                  <a:path w="3">
                    <a:moveTo>
                      <a:pt x="0" y="0"/>
                    </a:moveTo>
                    <a:lnTo>
                      <a:pt x="3" y="0"/>
                    </a:lnTo>
                    <a:lnTo>
                      <a:pt x="3"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0" name="Rectangle 170">
                <a:extLst>
                  <a:ext uri="{FF2B5EF4-FFF2-40B4-BE49-F238E27FC236}">
                    <a16:creationId xmlns:a16="http://schemas.microsoft.com/office/drawing/2014/main" id="{D2921F56-9CE9-D413-C19D-ED63C9F07208}"/>
                  </a:ext>
                </a:extLst>
              </p:cNvPr>
              <p:cNvSpPr>
                <a:spLocks noChangeArrowheads="1"/>
              </p:cNvSpPr>
              <p:nvPr/>
            </p:nvSpPr>
            <p:spPr bwMode="auto">
              <a:xfrm>
                <a:off x="2412" y="2485"/>
                <a:ext cx="19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C428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1" name="Rectangle 171">
                <a:extLst>
                  <a:ext uri="{FF2B5EF4-FFF2-40B4-BE49-F238E27FC236}">
                    <a16:creationId xmlns:a16="http://schemas.microsoft.com/office/drawing/2014/main" id="{F9B7A258-BD0E-E68B-5BBC-ACDCE4227898}"/>
                  </a:ext>
                </a:extLst>
              </p:cNvPr>
              <p:cNvSpPr>
                <a:spLocks noChangeArrowheads="1"/>
              </p:cNvSpPr>
              <p:nvPr/>
            </p:nvSpPr>
            <p:spPr bwMode="auto">
              <a:xfrm>
                <a:off x="2717" y="2485"/>
                <a:ext cx="107"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2" name="Freeform 172">
                <a:extLst>
                  <a:ext uri="{FF2B5EF4-FFF2-40B4-BE49-F238E27FC236}">
                    <a16:creationId xmlns:a16="http://schemas.microsoft.com/office/drawing/2014/main" id="{2E9DBED0-2D98-B27D-7079-E10873678E40}"/>
                  </a:ext>
                </a:extLst>
              </p:cNvPr>
              <p:cNvSpPr>
                <a:spLocks/>
              </p:cNvSpPr>
              <p:nvPr/>
            </p:nvSpPr>
            <p:spPr bwMode="auto">
              <a:xfrm>
                <a:off x="2488" y="2562"/>
                <a:ext cx="77"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3" name="Freeform 173">
                <a:extLst>
                  <a:ext uri="{FF2B5EF4-FFF2-40B4-BE49-F238E27FC236}">
                    <a16:creationId xmlns:a16="http://schemas.microsoft.com/office/drawing/2014/main" id="{4E976CC6-3B7A-4CFB-6A2F-547B7F1A114D}"/>
                  </a:ext>
                </a:extLst>
              </p:cNvPr>
              <p:cNvSpPr>
                <a:spLocks/>
              </p:cNvSpPr>
              <p:nvPr/>
            </p:nvSpPr>
            <p:spPr bwMode="auto">
              <a:xfrm>
                <a:off x="2641" y="2562"/>
                <a:ext cx="76"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4" name="Freeform 174">
                <a:extLst>
                  <a:ext uri="{FF2B5EF4-FFF2-40B4-BE49-F238E27FC236}">
                    <a16:creationId xmlns:a16="http://schemas.microsoft.com/office/drawing/2014/main" id="{E8DD9FAC-0E8A-FE7D-21A4-A4E934AB08BC}"/>
                  </a:ext>
                </a:extLst>
              </p:cNvPr>
              <p:cNvSpPr>
                <a:spLocks/>
              </p:cNvSpPr>
              <p:nvPr/>
            </p:nvSpPr>
            <p:spPr bwMode="auto">
              <a:xfrm>
                <a:off x="2183" y="1873"/>
                <a:ext cx="0" cy="77"/>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5" name="Freeform 175">
                <a:extLst>
                  <a:ext uri="{FF2B5EF4-FFF2-40B4-BE49-F238E27FC236}">
                    <a16:creationId xmlns:a16="http://schemas.microsoft.com/office/drawing/2014/main" id="{247ABD07-6694-B579-BD1F-3E4392D3D8B8}"/>
                  </a:ext>
                </a:extLst>
              </p:cNvPr>
              <p:cNvSpPr>
                <a:spLocks/>
              </p:cNvSpPr>
              <p:nvPr/>
            </p:nvSpPr>
            <p:spPr bwMode="auto">
              <a:xfrm>
                <a:off x="3710" y="1873"/>
                <a:ext cx="230" cy="0"/>
              </a:xfrm>
              <a:custGeom>
                <a:avLst/>
                <a:gdLst>
                  <a:gd name="T0" fmla="*/ 0 w 30"/>
                  <a:gd name="T1" fmla="*/ 30 w 30"/>
                  <a:gd name="T2" fmla="*/ 30 w 30"/>
                </a:gdLst>
                <a:ahLst/>
                <a:cxnLst>
                  <a:cxn ang="0">
                    <a:pos x="T0" y="0"/>
                  </a:cxn>
                  <a:cxn ang="0">
                    <a:pos x="T1" y="0"/>
                  </a:cxn>
                  <a:cxn ang="0">
                    <a:pos x="T2" y="0"/>
                  </a:cxn>
                </a:cxnLst>
                <a:rect l="0" t="0" r="r" b="b"/>
                <a:pathLst>
                  <a:path w="30">
                    <a:moveTo>
                      <a:pt x="0" y="0"/>
                    </a:moveTo>
                    <a:lnTo>
                      <a:pt x="30" y="0"/>
                    </a:lnTo>
                    <a:lnTo>
                      <a:pt x="3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6" name="Oval 176">
                <a:extLst>
                  <a:ext uri="{FF2B5EF4-FFF2-40B4-BE49-F238E27FC236}">
                    <a16:creationId xmlns:a16="http://schemas.microsoft.com/office/drawing/2014/main" id="{F60307E2-CC7C-3AEB-3795-622FF6B503A3}"/>
                  </a:ext>
                </a:extLst>
              </p:cNvPr>
              <p:cNvSpPr>
                <a:spLocks noChangeArrowheads="1"/>
              </p:cNvSpPr>
              <p:nvPr/>
            </p:nvSpPr>
            <p:spPr bwMode="auto">
              <a:xfrm>
                <a:off x="3924" y="1858"/>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177">
                <a:extLst>
                  <a:ext uri="{FF2B5EF4-FFF2-40B4-BE49-F238E27FC236}">
                    <a16:creationId xmlns:a16="http://schemas.microsoft.com/office/drawing/2014/main" id="{167C70AF-0EFE-5B04-711E-9C26C8F45217}"/>
                  </a:ext>
                </a:extLst>
              </p:cNvPr>
              <p:cNvSpPr>
                <a:spLocks/>
              </p:cNvSpPr>
              <p:nvPr/>
            </p:nvSpPr>
            <p:spPr bwMode="auto">
              <a:xfrm>
                <a:off x="4474" y="1873"/>
                <a:ext cx="382" cy="0"/>
              </a:xfrm>
              <a:custGeom>
                <a:avLst/>
                <a:gdLst>
                  <a:gd name="T0" fmla="*/ 50 w 50"/>
                  <a:gd name="T1" fmla="*/ 0 w 50"/>
                  <a:gd name="T2" fmla="*/ 0 w 50"/>
                </a:gdLst>
                <a:ahLst/>
                <a:cxnLst>
                  <a:cxn ang="0">
                    <a:pos x="T0" y="0"/>
                  </a:cxn>
                  <a:cxn ang="0">
                    <a:pos x="T1" y="0"/>
                  </a:cxn>
                  <a:cxn ang="0">
                    <a:pos x="T2" y="0"/>
                  </a:cxn>
                </a:cxnLst>
                <a:rect l="0" t="0" r="r" b="b"/>
                <a:pathLst>
                  <a:path w="50">
                    <a:moveTo>
                      <a:pt x="5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8" name="Rectangle 178">
                <a:extLst>
                  <a:ext uri="{FF2B5EF4-FFF2-40B4-BE49-F238E27FC236}">
                    <a16:creationId xmlns:a16="http://schemas.microsoft.com/office/drawing/2014/main" id="{C58AB00E-52F2-2261-7342-4BE7511A08A0}"/>
                  </a:ext>
                </a:extLst>
              </p:cNvPr>
              <p:cNvSpPr>
                <a:spLocks noChangeArrowheads="1"/>
              </p:cNvSpPr>
              <p:nvPr/>
            </p:nvSpPr>
            <p:spPr bwMode="auto">
              <a:xfrm>
                <a:off x="4566" y="1789"/>
                <a:ext cx="413"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12V_AC_FB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9" name="Freeform 179">
                <a:extLst>
                  <a:ext uri="{FF2B5EF4-FFF2-40B4-BE49-F238E27FC236}">
                    <a16:creationId xmlns:a16="http://schemas.microsoft.com/office/drawing/2014/main" id="{BCB02277-C8F0-BCC0-8E54-5416ABA1945D}"/>
                  </a:ext>
                </a:extLst>
              </p:cNvPr>
              <p:cNvSpPr>
                <a:spLocks/>
              </p:cNvSpPr>
              <p:nvPr/>
            </p:nvSpPr>
            <p:spPr bwMode="auto">
              <a:xfrm>
                <a:off x="3329" y="2409"/>
                <a:ext cx="0" cy="153"/>
              </a:xfrm>
              <a:custGeom>
                <a:avLst/>
                <a:gdLst>
                  <a:gd name="T0" fmla="*/ 0 h 20"/>
                  <a:gd name="T1" fmla="*/ 20 h 20"/>
                  <a:gd name="T2" fmla="*/ 20 h 20"/>
                </a:gdLst>
                <a:ahLst/>
                <a:cxnLst>
                  <a:cxn ang="0">
                    <a:pos x="0" y="T0"/>
                  </a:cxn>
                  <a:cxn ang="0">
                    <a:pos x="0" y="T1"/>
                  </a:cxn>
                  <a:cxn ang="0">
                    <a:pos x="0" y="T2"/>
                  </a:cxn>
                </a:cxnLst>
                <a:rect l="0" t="0" r="r" b="b"/>
                <a:pathLst>
                  <a:path h="20">
                    <a:moveTo>
                      <a:pt x="0" y="0"/>
                    </a:moveTo>
                    <a:lnTo>
                      <a:pt x="0" y="20"/>
                    </a:lnTo>
                    <a:lnTo>
                      <a:pt x="0" y="2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0" name="Freeform 180">
                <a:extLst>
                  <a:ext uri="{FF2B5EF4-FFF2-40B4-BE49-F238E27FC236}">
                    <a16:creationId xmlns:a16="http://schemas.microsoft.com/office/drawing/2014/main" id="{9E93954D-973E-20BF-1637-8CA890D2F566}"/>
                  </a:ext>
                </a:extLst>
              </p:cNvPr>
              <p:cNvSpPr>
                <a:spLocks/>
              </p:cNvSpPr>
              <p:nvPr/>
            </p:nvSpPr>
            <p:spPr bwMode="auto">
              <a:xfrm>
                <a:off x="2183" y="2562"/>
                <a:ext cx="0" cy="230"/>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1" name="Oval 181">
                <a:extLst>
                  <a:ext uri="{FF2B5EF4-FFF2-40B4-BE49-F238E27FC236}">
                    <a16:creationId xmlns:a16="http://schemas.microsoft.com/office/drawing/2014/main" id="{092B248D-449D-E5DF-6785-E52A4FD23B95}"/>
                  </a:ext>
                </a:extLst>
              </p:cNvPr>
              <p:cNvSpPr>
                <a:spLocks noChangeArrowheads="1"/>
              </p:cNvSpPr>
              <p:nvPr/>
            </p:nvSpPr>
            <p:spPr bwMode="auto">
              <a:xfrm>
                <a:off x="2167" y="2776"/>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2" name="Oval 182">
                <a:extLst>
                  <a:ext uri="{FF2B5EF4-FFF2-40B4-BE49-F238E27FC236}">
                    <a16:creationId xmlns:a16="http://schemas.microsoft.com/office/drawing/2014/main" id="{ADC8102F-8C62-3A7A-73B1-E37061E32D8A}"/>
                  </a:ext>
                </a:extLst>
              </p:cNvPr>
              <p:cNvSpPr>
                <a:spLocks noChangeArrowheads="1"/>
              </p:cNvSpPr>
              <p:nvPr/>
            </p:nvSpPr>
            <p:spPr bwMode="auto">
              <a:xfrm>
                <a:off x="2167" y="2547"/>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183">
                <a:extLst>
                  <a:ext uri="{FF2B5EF4-FFF2-40B4-BE49-F238E27FC236}">
                    <a16:creationId xmlns:a16="http://schemas.microsoft.com/office/drawing/2014/main" id="{BD22AAAF-779E-15E2-82C0-D472323D6A48}"/>
                  </a:ext>
                </a:extLst>
              </p:cNvPr>
              <p:cNvSpPr>
                <a:spLocks/>
              </p:cNvSpPr>
              <p:nvPr/>
            </p:nvSpPr>
            <p:spPr bwMode="auto">
              <a:xfrm>
                <a:off x="2183" y="3557"/>
                <a:ext cx="687" cy="0"/>
              </a:xfrm>
              <a:custGeom>
                <a:avLst/>
                <a:gdLst>
                  <a:gd name="T0" fmla="*/ 90 w 90"/>
                  <a:gd name="T1" fmla="*/ 0 w 90"/>
                  <a:gd name="T2" fmla="*/ 0 w 90"/>
                </a:gdLst>
                <a:ahLst/>
                <a:cxnLst>
                  <a:cxn ang="0">
                    <a:pos x="T0" y="0"/>
                  </a:cxn>
                  <a:cxn ang="0">
                    <a:pos x="T1" y="0"/>
                  </a:cxn>
                  <a:cxn ang="0">
                    <a:pos x="T2" y="0"/>
                  </a:cxn>
                </a:cxnLst>
                <a:rect l="0" t="0" r="r" b="b"/>
                <a:pathLst>
                  <a:path w="90">
                    <a:moveTo>
                      <a:pt x="9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4" name="Freeform 184">
                <a:extLst>
                  <a:ext uri="{FF2B5EF4-FFF2-40B4-BE49-F238E27FC236}">
                    <a16:creationId xmlns:a16="http://schemas.microsoft.com/office/drawing/2014/main" id="{1D45196B-AE64-3225-C7D8-C1C579B0D631}"/>
                  </a:ext>
                </a:extLst>
              </p:cNvPr>
              <p:cNvSpPr>
                <a:spLocks/>
              </p:cNvSpPr>
              <p:nvPr/>
            </p:nvSpPr>
            <p:spPr bwMode="auto">
              <a:xfrm>
                <a:off x="4253" y="1843"/>
                <a:ext cx="15" cy="30"/>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5" name="Freeform 185">
                <a:extLst>
                  <a:ext uri="{FF2B5EF4-FFF2-40B4-BE49-F238E27FC236}">
                    <a16:creationId xmlns:a16="http://schemas.microsoft.com/office/drawing/2014/main" id="{EA6FF23F-F7D3-8B5D-CB3D-AB03ECCC87AE}"/>
                  </a:ext>
                </a:extLst>
              </p:cNvPr>
              <p:cNvSpPr>
                <a:spLocks/>
              </p:cNvSpPr>
              <p:nvPr/>
            </p:nvSpPr>
            <p:spPr bwMode="auto">
              <a:xfrm>
                <a:off x="4268" y="1843"/>
                <a:ext cx="23" cy="61"/>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6" name="Freeform 186">
                <a:extLst>
                  <a:ext uri="{FF2B5EF4-FFF2-40B4-BE49-F238E27FC236}">
                    <a16:creationId xmlns:a16="http://schemas.microsoft.com/office/drawing/2014/main" id="{479DDD5E-42DE-3F5C-C383-DB7785DF2196}"/>
                  </a:ext>
                </a:extLst>
              </p:cNvPr>
              <p:cNvSpPr>
                <a:spLocks/>
              </p:cNvSpPr>
              <p:nvPr/>
            </p:nvSpPr>
            <p:spPr bwMode="auto">
              <a:xfrm>
                <a:off x="4291" y="1843"/>
                <a:ext cx="23" cy="61"/>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7" name="Freeform 187">
                <a:extLst>
                  <a:ext uri="{FF2B5EF4-FFF2-40B4-BE49-F238E27FC236}">
                    <a16:creationId xmlns:a16="http://schemas.microsoft.com/office/drawing/2014/main" id="{71AD0B39-D4EA-C177-8E76-DE00B350670E}"/>
                  </a:ext>
                </a:extLst>
              </p:cNvPr>
              <p:cNvSpPr>
                <a:spLocks/>
              </p:cNvSpPr>
              <p:nvPr/>
            </p:nvSpPr>
            <p:spPr bwMode="auto">
              <a:xfrm>
                <a:off x="4314" y="1843"/>
                <a:ext cx="23" cy="61"/>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8" name="Freeform 188">
                <a:extLst>
                  <a:ext uri="{FF2B5EF4-FFF2-40B4-BE49-F238E27FC236}">
                    <a16:creationId xmlns:a16="http://schemas.microsoft.com/office/drawing/2014/main" id="{140FBF8B-935F-6883-54B3-C16E6DFDAB42}"/>
                  </a:ext>
                </a:extLst>
              </p:cNvPr>
              <p:cNvSpPr>
                <a:spLocks/>
              </p:cNvSpPr>
              <p:nvPr/>
            </p:nvSpPr>
            <p:spPr bwMode="auto">
              <a:xfrm>
                <a:off x="4337" y="1843"/>
                <a:ext cx="23" cy="61"/>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9" name="Freeform 189">
                <a:extLst>
                  <a:ext uri="{FF2B5EF4-FFF2-40B4-BE49-F238E27FC236}">
                    <a16:creationId xmlns:a16="http://schemas.microsoft.com/office/drawing/2014/main" id="{9CB8E8A9-54CB-F7AF-2CE5-C277F08C00F5}"/>
                  </a:ext>
                </a:extLst>
              </p:cNvPr>
              <p:cNvSpPr>
                <a:spLocks/>
              </p:cNvSpPr>
              <p:nvPr/>
            </p:nvSpPr>
            <p:spPr bwMode="auto">
              <a:xfrm>
                <a:off x="4360" y="1843"/>
                <a:ext cx="23" cy="61"/>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0" name="Freeform 190">
                <a:extLst>
                  <a:ext uri="{FF2B5EF4-FFF2-40B4-BE49-F238E27FC236}">
                    <a16:creationId xmlns:a16="http://schemas.microsoft.com/office/drawing/2014/main" id="{BD3465F6-AE5A-2967-A3B8-E96296526394}"/>
                  </a:ext>
                </a:extLst>
              </p:cNvPr>
              <p:cNvSpPr>
                <a:spLocks/>
              </p:cNvSpPr>
              <p:nvPr/>
            </p:nvSpPr>
            <p:spPr bwMode="auto">
              <a:xfrm>
                <a:off x="4383" y="1873"/>
                <a:ext cx="15" cy="31"/>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1" name="Freeform 191">
                <a:extLst>
                  <a:ext uri="{FF2B5EF4-FFF2-40B4-BE49-F238E27FC236}">
                    <a16:creationId xmlns:a16="http://schemas.microsoft.com/office/drawing/2014/main" id="{62A13DAF-B293-0A6E-063A-905C854ADA63}"/>
                  </a:ext>
                </a:extLst>
              </p:cNvPr>
              <p:cNvSpPr>
                <a:spLocks/>
              </p:cNvSpPr>
              <p:nvPr/>
            </p:nvSpPr>
            <p:spPr bwMode="auto">
              <a:xfrm>
                <a:off x="4245" y="1873"/>
                <a:ext cx="8" cy="0"/>
              </a:xfrm>
              <a:custGeom>
                <a:avLst/>
                <a:gdLst>
                  <a:gd name="T0" fmla="*/ 0 w 1"/>
                  <a:gd name="T1" fmla="*/ 1 w 1"/>
                  <a:gd name="T2" fmla="*/ 1 w 1"/>
                </a:gdLst>
                <a:ahLst/>
                <a:cxnLst>
                  <a:cxn ang="0">
                    <a:pos x="T0" y="0"/>
                  </a:cxn>
                  <a:cxn ang="0">
                    <a:pos x="T1" y="0"/>
                  </a:cxn>
                  <a:cxn ang="0">
                    <a:pos x="T2" y="0"/>
                  </a:cxn>
                </a:cxnLst>
                <a:rect l="0" t="0" r="r" b="b"/>
                <a:pathLst>
                  <a:path w="1">
                    <a:moveTo>
                      <a:pt x="0" y="0"/>
                    </a:moveTo>
                    <a:lnTo>
                      <a:pt x="1" y="0"/>
                    </a:lnTo>
                    <a:lnTo>
                      <a:pt x="1"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2" name="Rectangle 192">
                <a:extLst>
                  <a:ext uri="{FF2B5EF4-FFF2-40B4-BE49-F238E27FC236}">
                    <a16:creationId xmlns:a16="http://schemas.microsoft.com/office/drawing/2014/main" id="{EF140B1D-B75C-2056-6B3A-B8655A83A168}"/>
                  </a:ext>
                </a:extLst>
              </p:cNvPr>
              <p:cNvSpPr>
                <a:spLocks noChangeArrowheads="1"/>
              </p:cNvSpPr>
              <p:nvPr/>
            </p:nvSpPr>
            <p:spPr bwMode="auto">
              <a:xfrm>
                <a:off x="4092" y="1797"/>
                <a:ext cx="19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R428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3" name="Rectangle 193">
                <a:extLst>
                  <a:ext uri="{FF2B5EF4-FFF2-40B4-BE49-F238E27FC236}">
                    <a16:creationId xmlns:a16="http://schemas.microsoft.com/office/drawing/2014/main" id="{837A976B-EDF8-998D-FC11-7E38E29E688B}"/>
                  </a:ext>
                </a:extLst>
              </p:cNvPr>
              <p:cNvSpPr>
                <a:spLocks noChangeArrowheads="1"/>
              </p:cNvSpPr>
              <p:nvPr/>
            </p:nvSpPr>
            <p:spPr bwMode="auto">
              <a:xfrm>
                <a:off x="4398" y="1797"/>
                <a:ext cx="107"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4" name="Freeform 194">
                <a:extLst>
                  <a:ext uri="{FF2B5EF4-FFF2-40B4-BE49-F238E27FC236}">
                    <a16:creationId xmlns:a16="http://schemas.microsoft.com/office/drawing/2014/main" id="{7E9E331A-D741-51FA-34E0-DA9D745D6EC2}"/>
                  </a:ext>
                </a:extLst>
              </p:cNvPr>
              <p:cNvSpPr>
                <a:spLocks/>
              </p:cNvSpPr>
              <p:nvPr/>
            </p:nvSpPr>
            <p:spPr bwMode="auto">
              <a:xfrm>
                <a:off x="4398" y="1873"/>
                <a:ext cx="76"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5" name="Freeform 195">
                <a:extLst>
                  <a:ext uri="{FF2B5EF4-FFF2-40B4-BE49-F238E27FC236}">
                    <a16:creationId xmlns:a16="http://schemas.microsoft.com/office/drawing/2014/main" id="{A2FB42BC-2DF6-2BC5-B1D2-FE87518C9174}"/>
                  </a:ext>
                </a:extLst>
              </p:cNvPr>
              <p:cNvSpPr>
                <a:spLocks/>
              </p:cNvSpPr>
              <p:nvPr/>
            </p:nvSpPr>
            <p:spPr bwMode="auto">
              <a:xfrm>
                <a:off x="4169" y="1873"/>
                <a:ext cx="76"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6" name="Freeform 196">
                <a:extLst>
                  <a:ext uri="{FF2B5EF4-FFF2-40B4-BE49-F238E27FC236}">
                    <a16:creationId xmlns:a16="http://schemas.microsoft.com/office/drawing/2014/main" id="{8BC89B1B-673D-B8FC-5046-DE7F86547016}"/>
                  </a:ext>
                </a:extLst>
              </p:cNvPr>
              <p:cNvSpPr>
                <a:spLocks/>
              </p:cNvSpPr>
              <p:nvPr/>
            </p:nvSpPr>
            <p:spPr bwMode="auto">
              <a:xfrm>
                <a:off x="3940" y="2103"/>
                <a:ext cx="0" cy="76"/>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7" name="Oval 197">
                <a:extLst>
                  <a:ext uri="{FF2B5EF4-FFF2-40B4-BE49-F238E27FC236}">
                    <a16:creationId xmlns:a16="http://schemas.microsoft.com/office/drawing/2014/main" id="{8E977943-F9DE-3AC3-7E15-40A709AC6661}"/>
                  </a:ext>
                </a:extLst>
              </p:cNvPr>
              <p:cNvSpPr>
                <a:spLocks noChangeArrowheads="1"/>
              </p:cNvSpPr>
              <p:nvPr/>
            </p:nvSpPr>
            <p:spPr bwMode="auto">
              <a:xfrm>
                <a:off x="3924" y="2087"/>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198">
                <a:extLst>
                  <a:ext uri="{FF2B5EF4-FFF2-40B4-BE49-F238E27FC236}">
                    <a16:creationId xmlns:a16="http://schemas.microsoft.com/office/drawing/2014/main" id="{B1543EEE-C5BA-0B44-BB2B-D9D435A6AD5C}"/>
                  </a:ext>
                </a:extLst>
              </p:cNvPr>
              <p:cNvSpPr>
                <a:spLocks/>
              </p:cNvSpPr>
              <p:nvPr/>
            </p:nvSpPr>
            <p:spPr bwMode="auto">
              <a:xfrm>
                <a:off x="2381" y="2110"/>
                <a:ext cx="31" cy="16"/>
              </a:xfrm>
              <a:custGeom>
                <a:avLst/>
                <a:gdLst>
                  <a:gd name="T0" fmla="*/ 4 w 4"/>
                  <a:gd name="T1" fmla="*/ 0 h 2"/>
                  <a:gd name="T2" fmla="*/ 0 w 4"/>
                  <a:gd name="T3" fmla="*/ 2 h 2"/>
                  <a:gd name="T4" fmla="*/ 0 w 4"/>
                  <a:gd name="T5" fmla="*/ 2 h 2"/>
                </a:gdLst>
                <a:ahLst/>
                <a:cxnLst>
                  <a:cxn ang="0">
                    <a:pos x="T0" y="T1"/>
                  </a:cxn>
                  <a:cxn ang="0">
                    <a:pos x="T2" y="T3"/>
                  </a:cxn>
                  <a:cxn ang="0">
                    <a:pos x="T4" y="T5"/>
                  </a:cxn>
                </a:cxnLst>
                <a:rect l="0" t="0" r="r" b="b"/>
                <a:pathLst>
                  <a:path w="4" h="2">
                    <a:moveTo>
                      <a:pt x="4" y="0"/>
                    </a:moveTo>
                    <a:lnTo>
                      <a:pt x="0" y="2"/>
                    </a:lnTo>
                    <a:lnTo>
                      <a:pt x="0" y="2"/>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9" name="Freeform 199">
                <a:extLst>
                  <a:ext uri="{FF2B5EF4-FFF2-40B4-BE49-F238E27FC236}">
                    <a16:creationId xmlns:a16="http://schemas.microsoft.com/office/drawing/2014/main" id="{C6511BA3-E30E-EF04-8339-7F799B7BF9C2}"/>
                  </a:ext>
                </a:extLst>
              </p:cNvPr>
              <p:cNvSpPr>
                <a:spLocks/>
              </p:cNvSpPr>
              <p:nvPr/>
            </p:nvSpPr>
            <p:spPr bwMode="auto">
              <a:xfrm>
                <a:off x="2381" y="2126"/>
                <a:ext cx="61" cy="23"/>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0" name="Freeform 200">
                <a:extLst>
                  <a:ext uri="{FF2B5EF4-FFF2-40B4-BE49-F238E27FC236}">
                    <a16:creationId xmlns:a16="http://schemas.microsoft.com/office/drawing/2014/main" id="{1246E315-3751-058D-D1B4-77EACCA326BA}"/>
                  </a:ext>
                </a:extLst>
              </p:cNvPr>
              <p:cNvSpPr>
                <a:spLocks/>
              </p:cNvSpPr>
              <p:nvPr/>
            </p:nvSpPr>
            <p:spPr bwMode="auto">
              <a:xfrm>
                <a:off x="2381" y="2149"/>
                <a:ext cx="61" cy="23"/>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1" name="Freeform 201">
                <a:extLst>
                  <a:ext uri="{FF2B5EF4-FFF2-40B4-BE49-F238E27FC236}">
                    <a16:creationId xmlns:a16="http://schemas.microsoft.com/office/drawing/2014/main" id="{A44889EB-9FF3-2A20-A938-B651FBEF7C4D}"/>
                  </a:ext>
                </a:extLst>
              </p:cNvPr>
              <p:cNvSpPr>
                <a:spLocks/>
              </p:cNvSpPr>
              <p:nvPr/>
            </p:nvSpPr>
            <p:spPr bwMode="auto">
              <a:xfrm>
                <a:off x="2381" y="2172"/>
                <a:ext cx="61" cy="23"/>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2" name="Freeform 202">
                <a:extLst>
                  <a:ext uri="{FF2B5EF4-FFF2-40B4-BE49-F238E27FC236}">
                    <a16:creationId xmlns:a16="http://schemas.microsoft.com/office/drawing/2014/main" id="{82209F7C-2B36-042A-A86C-EF271F21F449}"/>
                  </a:ext>
                </a:extLst>
              </p:cNvPr>
              <p:cNvSpPr>
                <a:spLocks/>
              </p:cNvSpPr>
              <p:nvPr/>
            </p:nvSpPr>
            <p:spPr bwMode="auto">
              <a:xfrm>
                <a:off x="2381" y="2195"/>
                <a:ext cx="61" cy="23"/>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3" name="Freeform 203">
                <a:extLst>
                  <a:ext uri="{FF2B5EF4-FFF2-40B4-BE49-F238E27FC236}">
                    <a16:creationId xmlns:a16="http://schemas.microsoft.com/office/drawing/2014/main" id="{266D5DBB-F0C1-F3DD-5CE5-43FBA8EBBBFB}"/>
                  </a:ext>
                </a:extLst>
              </p:cNvPr>
              <p:cNvSpPr>
                <a:spLocks/>
              </p:cNvSpPr>
              <p:nvPr/>
            </p:nvSpPr>
            <p:spPr bwMode="auto">
              <a:xfrm>
                <a:off x="2381" y="2218"/>
                <a:ext cx="61" cy="23"/>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4" name="Freeform 204">
                <a:extLst>
                  <a:ext uri="{FF2B5EF4-FFF2-40B4-BE49-F238E27FC236}">
                    <a16:creationId xmlns:a16="http://schemas.microsoft.com/office/drawing/2014/main" id="{82592968-1DC0-485D-9480-4546A54FC7EB}"/>
                  </a:ext>
                </a:extLst>
              </p:cNvPr>
              <p:cNvSpPr>
                <a:spLocks/>
              </p:cNvSpPr>
              <p:nvPr/>
            </p:nvSpPr>
            <p:spPr bwMode="auto">
              <a:xfrm>
                <a:off x="2412" y="2241"/>
                <a:ext cx="30" cy="15"/>
              </a:xfrm>
              <a:custGeom>
                <a:avLst/>
                <a:gdLst>
                  <a:gd name="T0" fmla="*/ 4 w 4"/>
                  <a:gd name="T1" fmla="*/ 0 h 2"/>
                  <a:gd name="T2" fmla="*/ 0 w 4"/>
                  <a:gd name="T3" fmla="*/ 2 h 2"/>
                  <a:gd name="T4" fmla="*/ 0 w 4"/>
                  <a:gd name="T5" fmla="*/ 2 h 2"/>
                </a:gdLst>
                <a:ahLst/>
                <a:cxnLst>
                  <a:cxn ang="0">
                    <a:pos x="T0" y="T1"/>
                  </a:cxn>
                  <a:cxn ang="0">
                    <a:pos x="T2" y="T3"/>
                  </a:cxn>
                  <a:cxn ang="0">
                    <a:pos x="T4" y="T5"/>
                  </a:cxn>
                </a:cxnLst>
                <a:rect l="0" t="0" r="r" b="b"/>
                <a:pathLst>
                  <a:path w="4" h="2">
                    <a:moveTo>
                      <a:pt x="4" y="0"/>
                    </a:moveTo>
                    <a:lnTo>
                      <a:pt x="0" y="2"/>
                    </a:lnTo>
                    <a:lnTo>
                      <a:pt x="0" y="2"/>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0" name="Freeform 206">
              <a:extLst>
                <a:ext uri="{FF2B5EF4-FFF2-40B4-BE49-F238E27FC236}">
                  <a16:creationId xmlns:a16="http://schemas.microsoft.com/office/drawing/2014/main" id="{E2A1BBF1-771B-BD67-11F5-74E5F19BC546}"/>
                </a:ext>
              </a:extLst>
            </p:cNvPr>
            <p:cNvSpPr>
              <a:spLocks/>
            </p:cNvSpPr>
            <p:nvPr/>
          </p:nvSpPr>
          <p:spPr bwMode="auto">
            <a:xfrm>
              <a:off x="3829050" y="3338513"/>
              <a:ext cx="0" cy="11113"/>
            </a:xfrm>
            <a:custGeom>
              <a:avLst/>
              <a:gdLst>
                <a:gd name="T0" fmla="*/ 0 h 1"/>
                <a:gd name="T1" fmla="*/ 1 h 1"/>
                <a:gd name="T2" fmla="*/ 1 h 1"/>
              </a:gdLst>
              <a:ahLst/>
              <a:cxnLst>
                <a:cxn ang="0">
                  <a:pos x="0" y="T0"/>
                </a:cxn>
                <a:cxn ang="0">
                  <a:pos x="0" y="T1"/>
                </a:cxn>
                <a:cxn ang="0">
                  <a:pos x="0" y="T2"/>
                </a:cxn>
              </a:cxnLst>
              <a:rect l="0" t="0" r="r" b="b"/>
              <a:pathLst>
                <a:path h="1">
                  <a:moveTo>
                    <a:pt x="0" y="0"/>
                  </a:moveTo>
                  <a:lnTo>
                    <a:pt x="0" y="1"/>
                  </a:lnTo>
                  <a:lnTo>
                    <a:pt x="0" y="1"/>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Rectangle 207">
              <a:extLst>
                <a:ext uri="{FF2B5EF4-FFF2-40B4-BE49-F238E27FC236}">
                  <a16:creationId xmlns:a16="http://schemas.microsoft.com/office/drawing/2014/main" id="{F611AB76-B5AD-D70C-80AD-DDFD561AFAC8}"/>
                </a:ext>
              </a:extLst>
            </p:cNvPr>
            <p:cNvSpPr>
              <a:spLocks noChangeArrowheads="1"/>
            </p:cNvSpPr>
            <p:nvPr/>
          </p:nvSpPr>
          <p:spPr bwMode="auto">
            <a:xfrm>
              <a:off x="3829050" y="3216275"/>
              <a:ext cx="303212"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R431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 name="Rectangle 208">
              <a:extLst>
                <a:ext uri="{FF2B5EF4-FFF2-40B4-BE49-F238E27FC236}">
                  <a16:creationId xmlns:a16="http://schemas.microsoft.com/office/drawing/2014/main" id="{F0FCB1EA-C634-3707-5949-C883A375BA1B}"/>
                </a:ext>
              </a:extLst>
            </p:cNvPr>
            <p:cNvSpPr>
              <a:spLocks noChangeArrowheads="1"/>
            </p:cNvSpPr>
            <p:nvPr/>
          </p:nvSpPr>
          <p:spPr bwMode="auto">
            <a:xfrm>
              <a:off x="3829050" y="3581400"/>
              <a:ext cx="182562"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 name="Freeform 209">
              <a:extLst>
                <a:ext uri="{FF2B5EF4-FFF2-40B4-BE49-F238E27FC236}">
                  <a16:creationId xmlns:a16="http://schemas.microsoft.com/office/drawing/2014/main" id="{0CC5D067-CE5A-E9DB-F095-E19350A86030}"/>
                </a:ext>
              </a:extLst>
            </p:cNvPr>
            <p:cNvSpPr>
              <a:spLocks/>
            </p:cNvSpPr>
            <p:nvPr/>
          </p:nvSpPr>
          <p:spPr bwMode="auto">
            <a:xfrm>
              <a:off x="3829050" y="3581400"/>
              <a:ext cx="0" cy="1206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Freeform 210">
              <a:extLst>
                <a:ext uri="{FF2B5EF4-FFF2-40B4-BE49-F238E27FC236}">
                  <a16:creationId xmlns:a16="http://schemas.microsoft.com/office/drawing/2014/main" id="{1673B1DB-9206-46A1-4B1F-E8C4AE68471D}"/>
                </a:ext>
              </a:extLst>
            </p:cNvPr>
            <p:cNvSpPr>
              <a:spLocks/>
            </p:cNvSpPr>
            <p:nvPr/>
          </p:nvSpPr>
          <p:spPr bwMode="auto">
            <a:xfrm>
              <a:off x="3829050" y="3216275"/>
              <a:ext cx="0" cy="122238"/>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Freeform 211">
              <a:extLst>
                <a:ext uri="{FF2B5EF4-FFF2-40B4-BE49-F238E27FC236}">
                  <a16:creationId xmlns:a16="http://schemas.microsoft.com/office/drawing/2014/main" id="{52100FD1-9D89-09B2-94FC-0C37A9B17778}"/>
                </a:ext>
              </a:extLst>
            </p:cNvPr>
            <p:cNvSpPr>
              <a:spLocks/>
            </p:cNvSpPr>
            <p:nvPr/>
          </p:nvSpPr>
          <p:spPr bwMode="auto">
            <a:xfrm>
              <a:off x="3829050" y="3095625"/>
              <a:ext cx="0" cy="1206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Freeform 212">
              <a:extLst>
                <a:ext uri="{FF2B5EF4-FFF2-40B4-BE49-F238E27FC236}">
                  <a16:creationId xmlns:a16="http://schemas.microsoft.com/office/drawing/2014/main" id="{A83ECA4E-3944-BE22-D65C-CA3BE7407C5B}"/>
                </a:ext>
              </a:extLst>
            </p:cNvPr>
            <p:cNvSpPr>
              <a:spLocks/>
            </p:cNvSpPr>
            <p:nvPr/>
          </p:nvSpPr>
          <p:spPr bwMode="auto">
            <a:xfrm>
              <a:off x="5889625" y="3944938"/>
              <a:ext cx="0" cy="487363"/>
            </a:xfrm>
            <a:custGeom>
              <a:avLst/>
              <a:gdLst>
                <a:gd name="T0" fmla="*/ 40 h 40"/>
                <a:gd name="T1" fmla="*/ 0 h 40"/>
                <a:gd name="T2" fmla="*/ 0 h 40"/>
              </a:gdLst>
              <a:ahLst/>
              <a:cxnLst>
                <a:cxn ang="0">
                  <a:pos x="0" y="T0"/>
                </a:cxn>
                <a:cxn ang="0">
                  <a:pos x="0" y="T1"/>
                </a:cxn>
                <a:cxn ang="0">
                  <a:pos x="0" y="T2"/>
                </a:cxn>
              </a:cxnLst>
              <a:rect l="0" t="0" r="r" b="b"/>
              <a:pathLst>
                <a:path h="40">
                  <a:moveTo>
                    <a:pt x="0" y="4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213">
              <a:extLst>
                <a:ext uri="{FF2B5EF4-FFF2-40B4-BE49-F238E27FC236}">
                  <a16:creationId xmlns:a16="http://schemas.microsoft.com/office/drawing/2014/main" id="{99560EF9-AF9C-9765-7D19-0BAC5CB1C227}"/>
                </a:ext>
              </a:extLst>
            </p:cNvPr>
            <p:cNvSpPr>
              <a:spLocks/>
            </p:cNvSpPr>
            <p:nvPr/>
          </p:nvSpPr>
          <p:spPr bwMode="auto">
            <a:xfrm>
              <a:off x="3465513" y="3824288"/>
              <a:ext cx="0" cy="242888"/>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Oval 214">
              <a:extLst>
                <a:ext uri="{FF2B5EF4-FFF2-40B4-BE49-F238E27FC236}">
                  <a16:creationId xmlns:a16="http://schemas.microsoft.com/office/drawing/2014/main" id="{FE4311AE-9BDA-9954-8C4E-74CC26D59326}"/>
                </a:ext>
              </a:extLst>
            </p:cNvPr>
            <p:cNvSpPr>
              <a:spLocks noChangeArrowheads="1"/>
            </p:cNvSpPr>
            <p:nvPr/>
          </p:nvSpPr>
          <p:spPr bwMode="auto">
            <a:xfrm>
              <a:off x="3440113" y="3800475"/>
              <a:ext cx="36512" cy="3651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15">
              <a:extLst>
                <a:ext uri="{FF2B5EF4-FFF2-40B4-BE49-F238E27FC236}">
                  <a16:creationId xmlns:a16="http://schemas.microsoft.com/office/drawing/2014/main" id="{80BCD261-B642-6427-C771-E3EBC982D0FA}"/>
                </a:ext>
              </a:extLst>
            </p:cNvPr>
            <p:cNvSpPr>
              <a:spLocks/>
            </p:cNvSpPr>
            <p:nvPr/>
          </p:nvSpPr>
          <p:spPr bwMode="auto">
            <a:xfrm>
              <a:off x="6254750" y="4432300"/>
              <a:ext cx="727075" cy="0"/>
            </a:xfrm>
            <a:custGeom>
              <a:avLst/>
              <a:gdLst>
                <a:gd name="T0" fmla="*/ 60 w 60"/>
                <a:gd name="T1" fmla="*/ 0 w 60"/>
                <a:gd name="T2" fmla="*/ 0 w 60"/>
              </a:gdLst>
              <a:ahLst/>
              <a:cxnLst>
                <a:cxn ang="0">
                  <a:pos x="T0" y="0"/>
                </a:cxn>
                <a:cxn ang="0">
                  <a:pos x="T1" y="0"/>
                </a:cxn>
                <a:cxn ang="0">
                  <a:pos x="T2" y="0"/>
                </a:cxn>
              </a:cxnLst>
              <a:rect l="0" t="0" r="r" b="b"/>
              <a:pathLst>
                <a:path w="60">
                  <a:moveTo>
                    <a:pt x="6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ectangle 216">
              <a:extLst>
                <a:ext uri="{FF2B5EF4-FFF2-40B4-BE49-F238E27FC236}">
                  <a16:creationId xmlns:a16="http://schemas.microsoft.com/office/drawing/2014/main" id="{E2F03E4B-FD2B-177A-C475-2677BB75CF68}"/>
                </a:ext>
              </a:extLst>
            </p:cNvPr>
            <p:cNvSpPr>
              <a:spLocks noChangeArrowheads="1"/>
            </p:cNvSpPr>
            <p:nvPr/>
          </p:nvSpPr>
          <p:spPr bwMode="auto">
            <a:xfrm>
              <a:off x="6521450" y="4297363"/>
              <a:ext cx="485775"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2.5V_AC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 name="Freeform 217">
              <a:extLst>
                <a:ext uri="{FF2B5EF4-FFF2-40B4-BE49-F238E27FC236}">
                  <a16:creationId xmlns:a16="http://schemas.microsoft.com/office/drawing/2014/main" id="{60333BC9-08D5-356C-5D6C-9E74C6094AC7}"/>
                </a:ext>
              </a:extLst>
            </p:cNvPr>
            <p:cNvSpPr>
              <a:spLocks/>
            </p:cNvSpPr>
            <p:nvPr/>
          </p:nvSpPr>
          <p:spPr bwMode="auto">
            <a:xfrm>
              <a:off x="2979738" y="3702050"/>
              <a:ext cx="0" cy="608013"/>
            </a:xfrm>
            <a:custGeom>
              <a:avLst/>
              <a:gdLst>
                <a:gd name="T0" fmla="*/ 50 h 50"/>
                <a:gd name="T1" fmla="*/ 0 h 50"/>
                <a:gd name="T2" fmla="*/ 0 h 50"/>
              </a:gdLst>
              <a:ahLst/>
              <a:cxnLst>
                <a:cxn ang="0">
                  <a:pos x="0" y="T0"/>
                </a:cxn>
                <a:cxn ang="0">
                  <a:pos x="0" y="T1"/>
                </a:cxn>
                <a:cxn ang="0">
                  <a:pos x="0" y="T2"/>
                </a:cxn>
              </a:cxnLst>
              <a:rect l="0" t="0" r="r" b="b"/>
              <a:pathLst>
                <a:path h="50">
                  <a:moveTo>
                    <a:pt x="0" y="5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218">
              <a:extLst>
                <a:ext uri="{FF2B5EF4-FFF2-40B4-BE49-F238E27FC236}">
                  <a16:creationId xmlns:a16="http://schemas.microsoft.com/office/drawing/2014/main" id="{DEC1355D-D6E4-EEAD-8785-AA9C0F072760}"/>
                </a:ext>
              </a:extLst>
            </p:cNvPr>
            <p:cNvSpPr>
              <a:spLocks/>
            </p:cNvSpPr>
            <p:nvPr/>
          </p:nvSpPr>
          <p:spPr bwMode="auto">
            <a:xfrm>
              <a:off x="6254750" y="4067175"/>
              <a:ext cx="484187"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219">
              <a:extLst>
                <a:ext uri="{FF2B5EF4-FFF2-40B4-BE49-F238E27FC236}">
                  <a16:creationId xmlns:a16="http://schemas.microsoft.com/office/drawing/2014/main" id="{EB7D048B-909A-BF7C-54A3-9C1651E12206}"/>
                </a:ext>
              </a:extLst>
            </p:cNvPr>
            <p:cNvSpPr>
              <a:spLocks/>
            </p:cNvSpPr>
            <p:nvPr/>
          </p:nvSpPr>
          <p:spPr bwMode="auto">
            <a:xfrm>
              <a:off x="3465513" y="3095625"/>
              <a:ext cx="0" cy="1206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220">
              <a:extLst>
                <a:ext uri="{FF2B5EF4-FFF2-40B4-BE49-F238E27FC236}">
                  <a16:creationId xmlns:a16="http://schemas.microsoft.com/office/drawing/2014/main" id="{ED831627-D4F2-D330-42AE-725A042A11E0}"/>
                </a:ext>
              </a:extLst>
            </p:cNvPr>
            <p:cNvSpPr>
              <a:spLocks/>
            </p:cNvSpPr>
            <p:nvPr/>
          </p:nvSpPr>
          <p:spPr bwMode="auto">
            <a:xfrm>
              <a:off x="5889625" y="4432300"/>
              <a:ext cx="0" cy="485775"/>
            </a:xfrm>
            <a:custGeom>
              <a:avLst/>
              <a:gdLst>
                <a:gd name="T0" fmla="*/ 40 h 40"/>
                <a:gd name="T1" fmla="*/ 0 h 40"/>
                <a:gd name="T2" fmla="*/ 0 h 40"/>
              </a:gdLst>
              <a:ahLst/>
              <a:cxnLst>
                <a:cxn ang="0">
                  <a:pos x="0" y="T0"/>
                </a:cxn>
                <a:cxn ang="0">
                  <a:pos x="0" y="T1"/>
                </a:cxn>
                <a:cxn ang="0">
                  <a:pos x="0" y="T2"/>
                </a:cxn>
              </a:cxnLst>
              <a:rect l="0" t="0" r="r" b="b"/>
              <a:pathLst>
                <a:path h="40">
                  <a:moveTo>
                    <a:pt x="0" y="4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221">
              <a:extLst>
                <a:ext uri="{FF2B5EF4-FFF2-40B4-BE49-F238E27FC236}">
                  <a16:creationId xmlns:a16="http://schemas.microsoft.com/office/drawing/2014/main" id="{791F8287-BB52-9A3C-FA48-A4102E49D789}"/>
                </a:ext>
              </a:extLst>
            </p:cNvPr>
            <p:cNvSpPr>
              <a:spLocks/>
            </p:cNvSpPr>
            <p:nvPr/>
          </p:nvSpPr>
          <p:spPr bwMode="auto">
            <a:xfrm>
              <a:off x="2979738" y="5281613"/>
              <a:ext cx="0" cy="365125"/>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222">
              <a:extLst>
                <a:ext uri="{FF2B5EF4-FFF2-40B4-BE49-F238E27FC236}">
                  <a16:creationId xmlns:a16="http://schemas.microsoft.com/office/drawing/2014/main" id="{FC34E894-17A7-91F5-39ED-A6EE72D8EC86}"/>
                </a:ext>
              </a:extLst>
            </p:cNvPr>
            <p:cNvSpPr>
              <a:spLocks/>
            </p:cNvSpPr>
            <p:nvPr/>
          </p:nvSpPr>
          <p:spPr bwMode="auto">
            <a:xfrm>
              <a:off x="5162550" y="4067175"/>
              <a:ext cx="122237"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Rectangle 223">
              <a:extLst>
                <a:ext uri="{FF2B5EF4-FFF2-40B4-BE49-F238E27FC236}">
                  <a16:creationId xmlns:a16="http://schemas.microsoft.com/office/drawing/2014/main" id="{DF47C89E-F8D9-4841-9889-3513DDBBCFEE}"/>
                </a:ext>
              </a:extLst>
            </p:cNvPr>
            <p:cNvSpPr>
              <a:spLocks noChangeArrowheads="1"/>
            </p:cNvSpPr>
            <p:nvPr/>
          </p:nvSpPr>
          <p:spPr bwMode="auto">
            <a:xfrm>
              <a:off x="5308600" y="3933825"/>
              <a:ext cx="485775"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2.5V_AC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 name="Freeform 224">
              <a:extLst>
                <a:ext uri="{FF2B5EF4-FFF2-40B4-BE49-F238E27FC236}">
                  <a16:creationId xmlns:a16="http://schemas.microsoft.com/office/drawing/2014/main" id="{D702A38B-1D76-5C8A-EE5D-C992DEFFF366}"/>
                </a:ext>
              </a:extLst>
            </p:cNvPr>
            <p:cNvSpPr>
              <a:spLocks/>
            </p:cNvSpPr>
            <p:nvPr/>
          </p:nvSpPr>
          <p:spPr bwMode="auto">
            <a:xfrm>
              <a:off x="6254750" y="2973388"/>
              <a:ext cx="0" cy="365125"/>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225">
              <a:extLst>
                <a:ext uri="{FF2B5EF4-FFF2-40B4-BE49-F238E27FC236}">
                  <a16:creationId xmlns:a16="http://schemas.microsoft.com/office/drawing/2014/main" id="{301CFC33-533B-85E9-0F51-CC262452E7FD}"/>
                </a:ext>
              </a:extLst>
            </p:cNvPr>
            <p:cNvSpPr>
              <a:spLocks/>
            </p:cNvSpPr>
            <p:nvPr/>
          </p:nvSpPr>
          <p:spPr bwMode="auto">
            <a:xfrm>
              <a:off x="2979738" y="2973388"/>
              <a:ext cx="0" cy="242888"/>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226">
              <a:extLst>
                <a:ext uri="{FF2B5EF4-FFF2-40B4-BE49-F238E27FC236}">
                  <a16:creationId xmlns:a16="http://schemas.microsoft.com/office/drawing/2014/main" id="{6C6FC61A-A564-8A9B-C20B-CB134E7D8818}"/>
                </a:ext>
              </a:extLst>
            </p:cNvPr>
            <p:cNvSpPr>
              <a:spLocks/>
            </p:cNvSpPr>
            <p:nvPr/>
          </p:nvSpPr>
          <p:spPr bwMode="auto">
            <a:xfrm>
              <a:off x="2930525" y="5124450"/>
              <a:ext cx="49212" cy="23813"/>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27">
              <a:extLst>
                <a:ext uri="{FF2B5EF4-FFF2-40B4-BE49-F238E27FC236}">
                  <a16:creationId xmlns:a16="http://schemas.microsoft.com/office/drawing/2014/main" id="{634D1A86-1395-70C6-24B3-0C6E720BB037}"/>
                </a:ext>
              </a:extLst>
            </p:cNvPr>
            <p:cNvSpPr>
              <a:spLocks/>
            </p:cNvSpPr>
            <p:nvPr/>
          </p:nvSpPr>
          <p:spPr bwMode="auto">
            <a:xfrm>
              <a:off x="2930525" y="5087938"/>
              <a:ext cx="98425" cy="36513"/>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28">
              <a:extLst>
                <a:ext uri="{FF2B5EF4-FFF2-40B4-BE49-F238E27FC236}">
                  <a16:creationId xmlns:a16="http://schemas.microsoft.com/office/drawing/2014/main" id="{72B87943-F144-75E3-48A4-86093A706A8F}"/>
                </a:ext>
              </a:extLst>
            </p:cNvPr>
            <p:cNvSpPr>
              <a:spLocks/>
            </p:cNvSpPr>
            <p:nvPr/>
          </p:nvSpPr>
          <p:spPr bwMode="auto">
            <a:xfrm>
              <a:off x="2930525" y="5051425"/>
              <a:ext cx="98425" cy="36513"/>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229">
              <a:extLst>
                <a:ext uri="{FF2B5EF4-FFF2-40B4-BE49-F238E27FC236}">
                  <a16:creationId xmlns:a16="http://schemas.microsoft.com/office/drawing/2014/main" id="{206E0FC5-2BEB-F68B-AEAE-0207EAB97BE5}"/>
                </a:ext>
              </a:extLst>
            </p:cNvPr>
            <p:cNvSpPr>
              <a:spLocks/>
            </p:cNvSpPr>
            <p:nvPr/>
          </p:nvSpPr>
          <p:spPr bwMode="auto">
            <a:xfrm>
              <a:off x="2930525" y="5014913"/>
              <a:ext cx="98425" cy="36513"/>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Freeform 230">
              <a:extLst>
                <a:ext uri="{FF2B5EF4-FFF2-40B4-BE49-F238E27FC236}">
                  <a16:creationId xmlns:a16="http://schemas.microsoft.com/office/drawing/2014/main" id="{AD5AA6C3-EE73-A650-930A-C73A2FC0B074}"/>
                </a:ext>
              </a:extLst>
            </p:cNvPr>
            <p:cNvSpPr>
              <a:spLocks/>
            </p:cNvSpPr>
            <p:nvPr/>
          </p:nvSpPr>
          <p:spPr bwMode="auto">
            <a:xfrm>
              <a:off x="2930525" y="4978400"/>
              <a:ext cx="98425" cy="36513"/>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Freeform 231">
              <a:extLst>
                <a:ext uri="{FF2B5EF4-FFF2-40B4-BE49-F238E27FC236}">
                  <a16:creationId xmlns:a16="http://schemas.microsoft.com/office/drawing/2014/main" id="{6E5D24B4-7C8E-52BC-2B70-92DB791F5345}"/>
                </a:ext>
              </a:extLst>
            </p:cNvPr>
            <p:cNvSpPr>
              <a:spLocks/>
            </p:cNvSpPr>
            <p:nvPr/>
          </p:nvSpPr>
          <p:spPr bwMode="auto">
            <a:xfrm>
              <a:off x="2930525" y="4941888"/>
              <a:ext cx="98425" cy="36513"/>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Freeform 232">
              <a:extLst>
                <a:ext uri="{FF2B5EF4-FFF2-40B4-BE49-F238E27FC236}">
                  <a16:creationId xmlns:a16="http://schemas.microsoft.com/office/drawing/2014/main" id="{7087D356-0B58-6B66-0D87-B17421AF6BFC}"/>
                </a:ext>
              </a:extLst>
            </p:cNvPr>
            <p:cNvSpPr>
              <a:spLocks/>
            </p:cNvSpPr>
            <p:nvPr/>
          </p:nvSpPr>
          <p:spPr bwMode="auto">
            <a:xfrm>
              <a:off x="2979738" y="4918075"/>
              <a:ext cx="49212" cy="23813"/>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 name="Freeform 233">
              <a:extLst>
                <a:ext uri="{FF2B5EF4-FFF2-40B4-BE49-F238E27FC236}">
                  <a16:creationId xmlns:a16="http://schemas.microsoft.com/office/drawing/2014/main" id="{780A9841-2C62-5936-6EFD-AA4F63FB3CC9}"/>
                </a:ext>
              </a:extLst>
            </p:cNvPr>
            <p:cNvSpPr>
              <a:spLocks/>
            </p:cNvSpPr>
            <p:nvPr/>
          </p:nvSpPr>
          <p:spPr bwMode="auto">
            <a:xfrm>
              <a:off x="2979738" y="5148263"/>
              <a:ext cx="0" cy="12700"/>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 name="Rectangle 234">
              <a:extLst>
                <a:ext uri="{FF2B5EF4-FFF2-40B4-BE49-F238E27FC236}">
                  <a16:creationId xmlns:a16="http://schemas.microsoft.com/office/drawing/2014/main" id="{0C5FC01B-AA3E-0277-32E1-01EFAC9FEC29}"/>
                </a:ext>
              </a:extLst>
            </p:cNvPr>
            <p:cNvSpPr>
              <a:spLocks noChangeArrowheads="1"/>
            </p:cNvSpPr>
            <p:nvPr/>
          </p:nvSpPr>
          <p:spPr bwMode="auto">
            <a:xfrm>
              <a:off x="2979738" y="4795838"/>
              <a:ext cx="303212"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R442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 name="Rectangle 235">
              <a:extLst>
                <a:ext uri="{FF2B5EF4-FFF2-40B4-BE49-F238E27FC236}">
                  <a16:creationId xmlns:a16="http://schemas.microsoft.com/office/drawing/2014/main" id="{C50B3B5A-9F61-0D65-D37B-9DF288DC415B}"/>
                </a:ext>
              </a:extLst>
            </p:cNvPr>
            <p:cNvSpPr>
              <a:spLocks noChangeArrowheads="1"/>
            </p:cNvSpPr>
            <p:nvPr/>
          </p:nvSpPr>
          <p:spPr bwMode="auto">
            <a:xfrm>
              <a:off x="2979738" y="5160963"/>
              <a:ext cx="327025"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4.99K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 name="Freeform 236">
              <a:extLst>
                <a:ext uri="{FF2B5EF4-FFF2-40B4-BE49-F238E27FC236}">
                  <a16:creationId xmlns:a16="http://schemas.microsoft.com/office/drawing/2014/main" id="{12A0EAEC-ADDF-B8FB-BB7B-4CD0C3D07861}"/>
                </a:ext>
              </a:extLst>
            </p:cNvPr>
            <p:cNvSpPr>
              <a:spLocks/>
            </p:cNvSpPr>
            <p:nvPr/>
          </p:nvSpPr>
          <p:spPr bwMode="auto">
            <a:xfrm>
              <a:off x="2979738" y="4795838"/>
              <a:ext cx="0" cy="122238"/>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Freeform 237">
              <a:extLst>
                <a:ext uri="{FF2B5EF4-FFF2-40B4-BE49-F238E27FC236}">
                  <a16:creationId xmlns:a16="http://schemas.microsoft.com/office/drawing/2014/main" id="{B9BB1255-A068-E04E-4E03-BAF7739CA6FB}"/>
                </a:ext>
              </a:extLst>
            </p:cNvPr>
            <p:cNvSpPr>
              <a:spLocks/>
            </p:cNvSpPr>
            <p:nvPr/>
          </p:nvSpPr>
          <p:spPr bwMode="auto">
            <a:xfrm>
              <a:off x="2979738" y="5160963"/>
              <a:ext cx="0" cy="1206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 name="Freeform 238">
              <a:extLst>
                <a:ext uri="{FF2B5EF4-FFF2-40B4-BE49-F238E27FC236}">
                  <a16:creationId xmlns:a16="http://schemas.microsoft.com/office/drawing/2014/main" id="{6F933394-34B2-B215-7DF3-69E6AC16020B}"/>
                </a:ext>
              </a:extLst>
            </p:cNvPr>
            <p:cNvSpPr>
              <a:spLocks/>
            </p:cNvSpPr>
            <p:nvPr/>
          </p:nvSpPr>
          <p:spPr bwMode="auto">
            <a:xfrm>
              <a:off x="5889625" y="5281613"/>
              <a:ext cx="0" cy="365125"/>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Freeform 239">
              <a:extLst>
                <a:ext uri="{FF2B5EF4-FFF2-40B4-BE49-F238E27FC236}">
                  <a16:creationId xmlns:a16="http://schemas.microsoft.com/office/drawing/2014/main" id="{B3E79003-D7FD-A441-4278-74344BCBE2FB}"/>
                </a:ext>
              </a:extLst>
            </p:cNvPr>
            <p:cNvSpPr>
              <a:spLocks/>
            </p:cNvSpPr>
            <p:nvPr/>
          </p:nvSpPr>
          <p:spPr bwMode="auto">
            <a:xfrm>
              <a:off x="2493963" y="4310063"/>
              <a:ext cx="485775"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Oval 240">
              <a:extLst>
                <a:ext uri="{FF2B5EF4-FFF2-40B4-BE49-F238E27FC236}">
                  <a16:creationId xmlns:a16="http://schemas.microsoft.com/office/drawing/2014/main" id="{9940E9EF-20F4-5BF7-1B54-8480D84AA06B}"/>
                </a:ext>
              </a:extLst>
            </p:cNvPr>
            <p:cNvSpPr>
              <a:spLocks noChangeArrowheads="1"/>
            </p:cNvSpPr>
            <p:nvPr/>
          </p:nvSpPr>
          <p:spPr bwMode="auto">
            <a:xfrm>
              <a:off x="2955925" y="4286250"/>
              <a:ext cx="36512" cy="3651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5" name="Oval 241">
              <a:extLst>
                <a:ext uri="{FF2B5EF4-FFF2-40B4-BE49-F238E27FC236}">
                  <a16:creationId xmlns:a16="http://schemas.microsoft.com/office/drawing/2014/main" id="{BF57457A-DEF3-2716-2B49-E0D3B0CF7E64}"/>
                </a:ext>
              </a:extLst>
            </p:cNvPr>
            <p:cNvSpPr>
              <a:spLocks noChangeArrowheads="1"/>
            </p:cNvSpPr>
            <p:nvPr/>
          </p:nvSpPr>
          <p:spPr bwMode="auto">
            <a:xfrm>
              <a:off x="2470150" y="4286250"/>
              <a:ext cx="36512" cy="3651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6" name="Freeform 242">
              <a:extLst>
                <a:ext uri="{FF2B5EF4-FFF2-40B4-BE49-F238E27FC236}">
                  <a16:creationId xmlns:a16="http://schemas.microsoft.com/office/drawing/2014/main" id="{A1B644EC-7CFD-A69C-A9B9-41E4D095639D}"/>
                </a:ext>
              </a:extLst>
            </p:cNvPr>
            <p:cNvSpPr>
              <a:spLocks/>
            </p:cNvSpPr>
            <p:nvPr/>
          </p:nvSpPr>
          <p:spPr bwMode="auto">
            <a:xfrm>
              <a:off x="3465513" y="5038725"/>
              <a:ext cx="0" cy="122238"/>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Freeform 243">
              <a:extLst>
                <a:ext uri="{FF2B5EF4-FFF2-40B4-BE49-F238E27FC236}">
                  <a16:creationId xmlns:a16="http://schemas.microsoft.com/office/drawing/2014/main" id="{A51E8016-FE54-A799-BEE1-3BDCDA3B5830}"/>
                </a:ext>
              </a:extLst>
            </p:cNvPr>
            <p:cNvSpPr>
              <a:spLocks/>
            </p:cNvSpPr>
            <p:nvPr/>
          </p:nvSpPr>
          <p:spPr bwMode="auto">
            <a:xfrm>
              <a:off x="3465513" y="4918075"/>
              <a:ext cx="0" cy="182563"/>
            </a:xfrm>
            <a:custGeom>
              <a:avLst/>
              <a:gdLst>
                <a:gd name="T0" fmla="*/ 15 h 15"/>
                <a:gd name="T1" fmla="*/ 0 h 15"/>
                <a:gd name="T2" fmla="*/ 0 h 15"/>
              </a:gdLst>
              <a:ahLst/>
              <a:cxnLst>
                <a:cxn ang="0">
                  <a:pos x="0" y="T0"/>
                </a:cxn>
                <a:cxn ang="0">
                  <a:pos x="0" y="T1"/>
                </a:cxn>
                <a:cxn ang="0">
                  <a:pos x="0" y="T2"/>
                </a:cxn>
              </a:cxnLst>
              <a:rect l="0" t="0" r="r" b="b"/>
              <a:pathLst>
                <a:path h="15">
                  <a:moveTo>
                    <a:pt x="0" y="15"/>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Freeform 244">
              <a:extLst>
                <a:ext uri="{FF2B5EF4-FFF2-40B4-BE49-F238E27FC236}">
                  <a16:creationId xmlns:a16="http://schemas.microsoft.com/office/drawing/2014/main" id="{2B3928E0-D82C-DA98-51CB-146BFDB63DB8}"/>
                </a:ext>
              </a:extLst>
            </p:cNvPr>
            <p:cNvSpPr>
              <a:spLocks/>
            </p:cNvSpPr>
            <p:nvPr/>
          </p:nvSpPr>
          <p:spPr bwMode="auto">
            <a:xfrm>
              <a:off x="3465513" y="5038725"/>
              <a:ext cx="1206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Freeform 245">
              <a:extLst>
                <a:ext uri="{FF2B5EF4-FFF2-40B4-BE49-F238E27FC236}">
                  <a16:creationId xmlns:a16="http://schemas.microsoft.com/office/drawing/2014/main" id="{3391EE62-8628-D5D9-546D-B3AD38F6794C}"/>
                </a:ext>
              </a:extLst>
            </p:cNvPr>
            <p:cNvSpPr>
              <a:spLocks/>
            </p:cNvSpPr>
            <p:nvPr/>
          </p:nvSpPr>
          <p:spPr bwMode="auto">
            <a:xfrm>
              <a:off x="3379788" y="4978400"/>
              <a:ext cx="23812" cy="36513"/>
            </a:xfrm>
            <a:custGeom>
              <a:avLst/>
              <a:gdLst>
                <a:gd name="T0" fmla="*/ 0 w 2"/>
                <a:gd name="T1" fmla="*/ 3 h 3"/>
                <a:gd name="T2" fmla="*/ 2 w 2"/>
                <a:gd name="T3" fmla="*/ 0 h 3"/>
                <a:gd name="T4" fmla="*/ 2 w 2"/>
                <a:gd name="T5" fmla="*/ 0 h 3"/>
              </a:gdLst>
              <a:ahLst/>
              <a:cxnLst>
                <a:cxn ang="0">
                  <a:pos x="T0" y="T1"/>
                </a:cxn>
                <a:cxn ang="0">
                  <a:pos x="T2" y="T3"/>
                </a:cxn>
                <a:cxn ang="0">
                  <a:pos x="T4" y="T5"/>
                </a:cxn>
              </a:cxnLst>
              <a:rect l="0" t="0" r="r" b="b"/>
              <a:pathLst>
                <a:path w="2" h="3">
                  <a:moveTo>
                    <a:pt x="0" y="3"/>
                  </a:moveTo>
                  <a:lnTo>
                    <a:pt x="2" y="0"/>
                  </a:lnTo>
                  <a:lnTo>
                    <a:pt x="2"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Freeform 246">
              <a:extLst>
                <a:ext uri="{FF2B5EF4-FFF2-40B4-BE49-F238E27FC236}">
                  <a16:creationId xmlns:a16="http://schemas.microsoft.com/office/drawing/2014/main" id="{CEE61DE5-BC90-E5E3-DFD6-82C14ACCA1CB}"/>
                </a:ext>
              </a:extLst>
            </p:cNvPr>
            <p:cNvSpPr>
              <a:spLocks/>
            </p:cNvSpPr>
            <p:nvPr/>
          </p:nvSpPr>
          <p:spPr bwMode="auto">
            <a:xfrm>
              <a:off x="3525838" y="4941888"/>
              <a:ext cx="23812" cy="36513"/>
            </a:xfrm>
            <a:custGeom>
              <a:avLst/>
              <a:gdLst>
                <a:gd name="T0" fmla="*/ 0 w 2"/>
                <a:gd name="T1" fmla="*/ 3 h 3"/>
                <a:gd name="T2" fmla="*/ 2 w 2"/>
                <a:gd name="T3" fmla="*/ 0 h 3"/>
                <a:gd name="T4" fmla="*/ 2 w 2"/>
                <a:gd name="T5" fmla="*/ 0 h 3"/>
              </a:gdLst>
              <a:ahLst/>
              <a:cxnLst>
                <a:cxn ang="0">
                  <a:pos x="T0" y="T1"/>
                </a:cxn>
                <a:cxn ang="0">
                  <a:pos x="T2" y="T3"/>
                </a:cxn>
                <a:cxn ang="0">
                  <a:pos x="T4" y="T5"/>
                </a:cxn>
              </a:cxnLst>
              <a:rect l="0" t="0" r="r" b="b"/>
              <a:pathLst>
                <a:path w="2" h="3">
                  <a:moveTo>
                    <a:pt x="0" y="3"/>
                  </a:moveTo>
                  <a:lnTo>
                    <a:pt x="2" y="0"/>
                  </a:lnTo>
                  <a:lnTo>
                    <a:pt x="2"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Freeform 247">
              <a:extLst>
                <a:ext uri="{FF2B5EF4-FFF2-40B4-BE49-F238E27FC236}">
                  <a16:creationId xmlns:a16="http://schemas.microsoft.com/office/drawing/2014/main" id="{1A5A5994-4A13-BD26-1980-9BDC9093CE26}"/>
                </a:ext>
              </a:extLst>
            </p:cNvPr>
            <p:cNvSpPr>
              <a:spLocks/>
            </p:cNvSpPr>
            <p:nvPr/>
          </p:nvSpPr>
          <p:spPr bwMode="auto">
            <a:xfrm>
              <a:off x="3403600" y="4978400"/>
              <a:ext cx="122237"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Freeform 248">
              <a:extLst>
                <a:ext uri="{FF2B5EF4-FFF2-40B4-BE49-F238E27FC236}">
                  <a16:creationId xmlns:a16="http://schemas.microsoft.com/office/drawing/2014/main" id="{8FC1661A-1FA5-EDC8-203F-CD3E56B4951D}"/>
                </a:ext>
              </a:extLst>
            </p:cNvPr>
            <p:cNvSpPr>
              <a:spLocks/>
            </p:cNvSpPr>
            <p:nvPr/>
          </p:nvSpPr>
          <p:spPr bwMode="auto">
            <a:xfrm>
              <a:off x="3379788" y="4978400"/>
              <a:ext cx="169862" cy="122238"/>
            </a:xfrm>
            <a:custGeom>
              <a:avLst/>
              <a:gdLst>
                <a:gd name="T0" fmla="*/ 54 w 107"/>
                <a:gd name="T1" fmla="*/ 0 h 77"/>
                <a:gd name="T2" fmla="*/ 54 w 107"/>
                <a:gd name="T3" fmla="*/ 0 h 77"/>
                <a:gd name="T4" fmla="*/ 107 w 107"/>
                <a:gd name="T5" fmla="*/ 77 h 77"/>
                <a:gd name="T6" fmla="*/ 0 w 107"/>
                <a:gd name="T7" fmla="*/ 77 h 77"/>
                <a:gd name="T8" fmla="*/ 54 w 107"/>
                <a:gd name="T9" fmla="*/ 0 h 77"/>
              </a:gdLst>
              <a:ahLst/>
              <a:cxnLst>
                <a:cxn ang="0">
                  <a:pos x="T0" y="T1"/>
                </a:cxn>
                <a:cxn ang="0">
                  <a:pos x="T2" y="T3"/>
                </a:cxn>
                <a:cxn ang="0">
                  <a:pos x="T4" y="T5"/>
                </a:cxn>
                <a:cxn ang="0">
                  <a:pos x="T6" y="T7"/>
                </a:cxn>
                <a:cxn ang="0">
                  <a:pos x="T8" y="T9"/>
                </a:cxn>
              </a:cxnLst>
              <a:rect l="0" t="0" r="r" b="b"/>
              <a:pathLst>
                <a:path w="107" h="77">
                  <a:moveTo>
                    <a:pt x="54" y="0"/>
                  </a:moveTo>
                  <a:lnTo>
                    <a:pt x="54" y="0"/>
                  </a:lnTo>
                  <a:lnTo>
                    <a:pt x="107" y="77"/>
                  </a:lnTo>
                  <a:lnTo>
                    <a:pt x="0" y="77"/>
                  </a:lnTo>
                  <a:lnTo>
                    <a:pt x="54" y="0"/>
                  </a:lnTo>
                  <a:close/>
                </a:path>
              </a:pathLst>
            </a:custGeom>
            <a:solidFill>
              <a:srgbClr val="CC8006"/>
            </a:solidFill>
            <a:ln w="12700">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 name="Rectangle 249">
              <a:extLst>
                <a:ext uri="{FF2B5EF4-FFF2-40B4-BE49-F238E27FC236}">
                  <a16:creationId xmlns:a16="http://schemas.microsoft.com/office/drawing/2014/main" id="{BE5A2868-0AE8-122F-BCD0-8319B4E0E6BE}"/>
                </a:ext>
              </a:extLst>
            </p:cNvPr>
            <p:cNvSpPr>
              <a:spLocks noChangeArrowheads="1"/>
            </p:cNvSpPr>
            <p:nvPr/>
          </p:nvSpPr>
          <p:spPr bwMode="auto">
            <a:xfrm>
              <a:off x="3465513" y="4675188"/>
              <a:ext cx="376237"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ZD400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4" name="Rectangle 250">
              <a:extLst>
                <a:ext uri="{FF2B5EF4-FFF2-40B4-BE49-F238E27FC236}">
                  <a16:creationId xmlns:a16="http://schemas.microsoft.com/office/drawing/2014/main" id="{C82FB41A-06B1-0DF4-9DA4-23E7A38769E8}"/>
                </a:ext>
              </a:extLst>
            </p:cNvPr>
            <p:cNvSpPr>
              <a:spLocks noChangeArrowheads="1"/>
            </p:cNvSpPr>
            <p:nvPr/>
          </p:nvSpPr>
          <p:spPr bwMode="auto">
            <a:xfrm>
              <a:off x="3465513" y="5160963"/>
              <a:ext cx="569912"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LM431BIM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 name="Freeform 251">
              <a:extLst>
                <a:ext uri="{FF2B5EF4-FFF2-40B4-BE49-F238E27FC236}">
                  <a16:creationId xmlns:a16="http://schemas.microsoft.com/office/drawing/2014/main" id="{C973AD16-B7AF-E652-B420-FC387128B994}"/>
                </a:ext>
              </a:extLst>
            </p:cNvPr>
            <p:cNvSpPr>
              <a:spLocks/>
            </p:cNvSpPr>
            <p:nvPr/>
          </p:nvSpPr>
          <p:spPr bwMode="auto">
            <a:xfrm>
              <a:off x="3465513" y="5160963"/>
              <a:ext cx="0" cy="1206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6" name="Rectangle 252">
              <a:extLst>
                <a:ext uri="{FF2B5EF4-FFF2-40B4-BE49-F238E27FC236}">
                  <a16:creationId xmlns:a16="http://schemas.microsoft.com/office/drawing/2014/main" id="{0A0E22ED-EED0-F666-B1EE-28209A352541}"/>
                </a:ext>
              </a:extLst>
            </p:cNvPr>
            <p:cNvSpPr>
              <a:spLocks noChangeArrowheads="1"/>
            </p:cNvSpPr>
            <p:nvPr/>
          </p:nvSpPr>
          <p:spPr bwMode="auto">
            <a:xfrm rot="16200000">
              <a:off x="3336925" y="5176838"/>
              <a:ext cx="109538"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7" name="Freeform 253">
              <a:extLst>
                <a:ext uri="{FF2B5EF4-FFF2-40B4-BE49-F238E27FC236}">
                  <a16:creationId xmlns:a16="http://schemas.microsoft.com/office/drawing/2014/main" id="{02B2B383-371B-C6F0-8B32-817EB613EDB5}"/>
                </a:ext>
              </a:extLst>
            </p:cNvPr>
            <p:cNvSpPr>
              <a:spLocks/>
            </p:cNvSpPr>
            <p:nvPr/>
          </p:nvSpPr>
          <p:spPr bwMode="auto">
            <a:xfrm>
              <a:off x="3465513" y="4795838"/>
              <a:ext cx="0" cy="122238"/>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 name="Rectangle 254">
              <a:extLst>
                <a:ext uri="{FF2B5EF4-FFF2-40B4-BE49-F238E27FC236}">
                  <a16:creationId xmlns:a16="http://schemas.microsoft.com/office/drawing/2014/main" id="{DA0D208D-166A-52B3-6C23-745B1270AB55}"/>
                </a:ext>
              </a:extLst>
            </p:cNvPr>
            <p:cNvSpPr>
              <a:spLocks noChangeArrowheads="1"/>
            </p:cNvSpPr>
            <p:nvPr/>
          </p:nvSpPr>
          <p:spPr bwMode="auto">
            <a:xfrm rot="16200000">
              <a:off x="3336925" y="4702175"/>
              <a:ext cx="109538"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9" name="Freeform 255">
              <a:extLst>
                <a:ext uri="{FF2B5EF4-FFF2-40B4-BE49-F238E27FC236}">
                  <a16:creationId xmlns:a16="http://schemas.microsoft.com/office/drawing/2014/main" id="{F9E25FF4-D0DF-FDDF-65A2-58625F78D8C1}"/>
                </a:ext>
              </a:extLst>
            </p:cNvPr>
            <p:cNvSpPr>
              <a:spLocks/>
            </p:cNvSpPr>
            <p:nvPr/>
          </p:nvSpPr>
          <p:spPr bwMode="auto">
            <a:xfrm>
              <a:off x="3586163" y="5038725"/>
              <a:ext cx="1206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Rectangle 256">
              <a:extLst>
                <a:ext uri="{FF2B5EF4-FFF2-40B4-BE49-F238E27FC236}">
                  <a16:creationId xmlns:a16="http://schemas.microsoft.com/office/drawing/2014/main" id="{7A0BCD28-6CC0-74BC-9C47-508478C48655}"/>
                </a:ext>
              </a:extLst>
            </p:cNvPr>
            <p:cNvSpPr>
              <a:spLocks noChangeArrowheads="1"/>
            </p:cNvSpPr>
            <p:nvPr/>
          </p:nvSpPr>
          <p:spPr bwMode="auto">
            <a:xfrm>
              <a:off x="3670300" y="4894263"/>
              <a:ext cx="109537"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1" name="Freeform 257">
              <a:extLst>
                <a:ext uri="{FF2B5EF4-FFF2-40B4-BE49-F238E27FC236}">
                  <a16:creationId xmlns:a16="http://schemas.microsoft.com/office/drawing/2014/main" id="{37B12DBD-7156-E1D6-09CF-9964DCF02426}"/>
                </a:ext>
              </a:extLst>
            </p:cNvPr>
            <p:cNvSpPr>
              <a:spLocks/>
            </p:cNvSpPr>
            <p:nvPr/>
          </p:nvSpPr>
          <p:spPr bwMode="auto">
            <a:xfrm>
              <a:off x="3465513" y="4432300"/>
              <a:ext cx="0" cy="363538"/>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 name="Freeform 258">
              <a:extLst>
                <a:ext uri="{FF2B5EF4-FFF2-40B4-BE49-F238E27FC236}">
                  <a16:creationId xmlns:a16="http://schemas.microsoft.com/office/drawing/2014/main" id="{8A12568B-8464-02A7-F3DA-571EA3582812}"/>
                </a:ext>
              </a:extLst>
            </p:cNvPr>
            <p:cNvSpPr>
              <a:spLocks/>
            </p:cNvSpPr>
            <p:nvPr/>
          </p:nvSpPr>
          <p:spPr bwMode="auto">
            <a:xfrm>
              <a:off x="2433638" y="5367338"/>
              <a:ext cx="122237"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Freeform 259">
              <a:extLst>
                <a:ext uri="{FF2B5EF4-FFF2-40B4-BE49-F238E27FC236}">
                  <a16:creationId xmlns:a16="http://schemas.microsoft.com/office/drawing/2014/main" id="{FE61675F-1FB8-D404-63E7-1C47ED449988}"/>
                </a:ext>
              </a:extLst>
            </p:cNvPr>
            <p:cNvSpPr>
              <a:spLocks/>
            </p:cNvSpPr>
            <p:nvPr/>
          </p:nvSpPr>
          <p:spPr bwMode="auto">
            <a:xfrm>
              <a:off x="2433638" y="5318125"/>
              <a:ext cx="122237"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4" name="Freeform 260">
              <a:extLst>
                <a:ext uri="{FF2B5EF4-FFF2-40B4-BE49-F238E27FC236}">
                  <a16:creationId xmlns:a16="http://schemas.microsoft.com/office/drawing/2014/main" id="{67B0CA22-0AAA-37C1-2100-430B692F5F40}"/>
                </a:ext>
              </a:extLst>
            </p:cNvPr>
            <p:cNvSpPr>
              <a:spLocks/>
            </p:cNvSpPr>
            <p:nvPr/>
          </p:nvSpPr>
          <p:spPr bwMode="auto">
            <a:xfrm>
              <a:off x="2493963" y="5281613"/>
              <a:ext cx="0" cy="36513"/>
            </a:xfrm>
            <a:custGeom>
              <a:avLst/>
              <a:gdLst>
                <a:gd name="T0" fmla="*/ 3 h 3"/>
                <a:gd name="T1" fmla="*/ 0 h 3"/>
                <a:gd name="T2" fmla="*/ 0 h 3"/>
              </a:gdLst>
              <a:ahLst/>
              <a:cxnLst>
                <a:cxn ang="0">
                  <a:pos x="0" y="T0"/>
                </a:cxn>
                <a:cxn ang="0">
                  <a:pos x="0" y="T1"/>
                </a:cxn>
                <a:cxn ang="0">
                  <a:pos x="0" y="T2"/>
                </a:cxn>
              </a:cxnLst>
              <a:rect l="0" t="0" r="r" b="b"/>
              <a:pathLst>
                <a:path h="3">
                  <a:moveTo>
                    <a:pt x="0" y="3"/>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5" name="Freeform 261">
              <a:extLst>
                <a:ext uri="{FF2B5EF4-FFF2-40B4-BE49-F238E27FC236}">
                  <a16:creationId xmlns:a16="http://schemas.microsoft.com/office/drawing/2014/main" id="{D7FA59D4-AB05-60B5-8E01-503E1B22E51C}"/>
                </a:ext>
              </a:extLst>
            </p:cNvPr>
            <p:cNvSpPr>
              <a:spLocks/>
            </p:cNvSpPr>
            <p:nvPr/>
          </p:nvSpPr>
          <p:spPr bwMode="auto">
            <a:xfrm>
              <a:off x="2493963" y="5367338"/>
              <a:ext cx="0" cy="36513"/>
            </a:xfrm>
            <a:custGeom>
              <a:avLst/>
              <a:gdLst>
                <a:gd name="T0" fmla="*/ 3 h 3"/>
                <a:gd name="T1" fmla="*/ 0 h 3"/>
                <a:gd name="T2" fmla="*/ 0 h 3"/>
              </a:gdLst>
              <a:ahLst/>
              <a:cxnLst>
                <a:cxn ang="0">
                  <a:pos x="0" y="T0"/>
                </a:cxn>
                <a:cxn ang="0">
                  <a:pos x="0" y="T1"/>
                </a:cxn>
                <a:cxn ang="0">
                  <a:pos x="0" y="T2"/>
                </a:cxn>
              </a:cxnLst>
              <a:rect l="0" t="0" r="r" b="b"/>
              <a:pathLst>
                <a:path h="3">
                  <a:moveTo>
                    <a:pt x="0" y="3"/>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Rectangle 262">
              <a:extLst>
                <a:ext uri="{FF2B5EF4-FFF2-40B4-BE49-F238E27FC236}">
                  <a16:creationId xmlns:a16="http://schemas.microsoft.com/office/drawing/2014/main" id="{EA083A70-BE0A-CABA-91E1-C77FCE811339}"/>
                </a:ext>
              </a:extLst>
            </p:cNvPr>
            <p:cNvSpPr>
              <a:spLocks noChangeArrowheads="1"/>
            </p:cNvSpPr>
            <p:nvPr/>
          </p:nvSpPr>
          <p:spPr bwMode="auto">
            <a:xfrm>
              <a:off x="2493963" y="5160963"/>
              <a:ext cx="303212"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C438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7" name="Rectangle 263">
              <a:extLst>
                <a:ext uri="{FF2B5EF4-FFF2-40B4-BE49-F238E27FC236}">
                  <a16:creationId xmlns:a16="http://schemas.microsoft.com/office/drawing/2014/main" id="{4498A1A6-8610-E97A-FE1E-064A2CF8240C}"/>
                </a:ext>
              </a:extLst>
            </p:cNvPr>
            <p:cNvSpPr>
              <a:spLocks noChangeArrowheads="1"/>
            </p:cNvSpPr>
            <p:nvPr/>
          </p:nvSpPr>
          <p:spPr bwMode="auto">
            <a:xfrm>
              <a:off x="2493963" y="5403850"/>
              <a:ext cx="230187"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47n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8" name="Freeform 264">
              <a:extLst>
                <a:ext uri="{FF2B5EF4-FFF2-40B4-BE49-F238E27FC236}">
                  <a16:creationId xmlns:a16="http://schemas.microsoft.com/office/drawing/2014/main" id="{E0F6C6E3-352B-BD8F-0805-0278DB94B650}"/>
                </a:ext>
              </a:extLst>
            </p:cNvPr>
            <p:cNvSpPr>
              <a:spLocks/>
            </p:cNvSpPr>
            <p:nvPr/>
          </p:nvSpPr>
          <p:spPr bwMode="auto">
            <a:xfrm>
              <a:off x="2493963" y="5403850"/>
              <a:ext cx="0" cy="122238"/>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9" name="Freeform 265">
              <a:extLst>
                <a:ext uri="{FF2B5EF4-FFF2-40B4-BE49-F238E27FC236}">
                  <a16:creationId xmlns:a16="http://schemas.microsoft.com/office/drawing/2014/main" id="{C5DD0184-A4A3-FFD8-2906-B44F4944D929}"/>
                </a:ext>
              </a:extLst>
            </p:cNvPr>
            <p:cNvSpPr>
              <a:spLocks/>
            </p:cNvSpPr>
            <p:nvPr/>
          </p:nvSpPr>
          <p:spPr bwMode="auto">
            <a:xfrm>
              <a:off x="2493963" y="5160963"/>
              <a:ext cx="0" cy="1206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0" name="Freeform 266">
              <a:extLst>
                <a:ext uri="{FF2B5EF4-FFF2-40B4-BE49-F238E27FC236}">
                  <a16:creationId xmlns:a16="http://schemas.microsoft.com/office/drawing/2014/main" id="{90E8B39A-E100-803E-AAB3-FF89AA424B64}"/>
                </a:ext>
              </a:extLst>
            </p:cNvPr>
            <p:cNvSpPr>
              <a:spLocks/>
            </p:cNvSpPr>
            <p:nvPr/>
          </p:nvSpPr>
          <p:spPr bwMode="auto">
            <a:xfrm>
              <a:off x="4556125" y="5646738"/>
              <a:ext cx="0" cy="122238"/>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1" name="Freeform 267">
              <a:extLst>
                <a:ext uri="{FF2B5EF4-FFF2-40B4-BE49-F238E27FC236}">
                  <a16:creationId xmlns:a16="http://schemas.microsoft.com/office/drawing/2014/main" id="{C389475F-B0F5-4BC0-7FF5-C3D74E5703A7}"/>
                </a:ext>
              </a:extLst>
            </p:cNvPr>
            <p:cNvSpPr>
              <a:spLocks/>
            </p:cNvSpPr>
            <p:nvPr/>
          </p:nvSpPr>
          <p:spPr bwMode="auto">
            <a:xfrm>
              <a:off x="6254750" y="5281613"/>
              <a:ext cx="0" cy="365125"/>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2" name="Freeform 268">
              <a:extLst>
                <a:ext uri="{FF2B5EF4-FFF2-40B4-BE49-F238E27FC236}">
                  <a16:creationId xmlns:a16="http://schemas.microsoft.com/office/drawing/2014/main" id="{B735D121-D40C-C4BE-25F0-BA9D9D999E54}"/>
                </a:ext>
              </a:extLst>
            </p:cNvPr>
            <p:cNvSpPr>
              <a:spLocks/>
            </p:cNvSpPr>
            <p:nvPr/>
          </p:nvSpPr>
          <p:spPr bwMode="auto">
            <a:xfrm>
              <a:off x="6691313" y="3787775"/>
              <a:ext cx="47625" cy="23813"/>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3" name="Freeform 269">
              <a:extLst>
                <a:ext uri="{FF2B5EF4-FFF2-40B4-BE49-F238E27FC236}">
                  <a16:creationId xmlns:a16="http://schemas.microsoft.com/office/drawing/2014/main" id="{A71AA21B-BB18-C60B-5618-FFAF0E3F5BF2}"/>
                </a:ext>
              </a:extLst>
            </p:cNvPr>
            <p:cNvSpPr>
              <a:spLocks/>
            </p:cNvSpPr>
            <p:nvPr/>
          </p:nvSpPr>
          <p:spPr bwMode="auto">
            <a:xfrm>
              <a:off x="6691313" y="3751263"/>
              <a:ext cx="96837" cy="36513"/>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4" name="Freeform 270">
              <a:extLst>
                <a:ext uri="{FF2B5EF4-FFF2-40B4-BE49-F238E27FC236}">
                  <a16:creationId xmlns:a16="http://schemas.microsoft.com/office/drawing/2014/main" id="{79D9FEE2-4E2B-43F2-87A9-34801147FABC}"/>
                </a:ext>
              </a:extLst>
            </p:cNvPr>
            <p:cNvSpPr>
              <a:spLocks/>
            </p:cNvSpPr>
            <p:nvPr/>
          </p:nvSpPr>
          <p:spPr bwMode="auto">
            <a:xfrm>
              <a:off x="6691313" y="3714750"/>
              <a:ext cx="96837" cy="36513"/>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Freeform 271">
              <a:extLst>
                <a:ext uri="{FF2B5EF4-FFF2-40B4-BE49-F238E27FC236}">
                  <a16:creationId xmlns:a16="http://schemas.microsoft.com/office/drawing/2014/main" id="{281CA183-37CA-6E33-86EF-601075A98C66}"/>
                </a:ext>
              </a:extLst>
            </p:cNvPr>
            <p:cNvSpPr>
              <a:spLocks/>
            </p:cNvSpPr>
            <p:nvPr/>
          </p:nvSpPr>
          <p:spPr bwMode="auto">
            <a:xfrm>
              <a:off x="6691313" y="3678238"/>
              <a:ext cx="96837" cy="36513"/>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6" name="Freeform 272">
              <a:extLst>
                <a:ext uri="{FF2B5EF4-FFF2-40B4-BE49-F238E27FC236}">
                  <a16:creationId xmlns:a16="http://schemas.microsoft.com/office/drawing/2014/main" id="{B178B848-852C-242C-E90C-E20027338643}"/>
                </a:ext>
              </a:extLst>
            </p:cNvPr>
            <p:cNvSpPr>
              <a:spLocks/>
            </p:cNvSpPr>
            <p:nvPr/>
          </p:nvSpPr>
          <p:spPr bwMode="auto">
            <a:xfrm>
              <a:off x="6691313" y="3641725"/>
              <a:ext cx="96837" cy="36513"/>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Freeform 273">
              <a:extLst>
                <a:ext uri="{FF2B5EF4-FFF2-40B4-BE49-F238E27FC236}">
                  <a16:creationId xmlns:a16="http://schemas.microsoft.com/office/drawing/2014/main" id="{9737A67C-9AFE-BA25-52B5-796402BD4BED}"/>
                </a:ext>
              </a:extLst>
            </p:cNvPr>
            <p:cNvSpPr>
              <a:spLocks/>
            </p:cNvSpPr>
            <p:nvPr/>
          </p:nvSpPr>
          <p:spPr bwMode="auto">
            <a:xfrm>
              <a:off x="6691313" y="3605213"/>
              <a:ext cx="96837" cy="36513"/>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Freeform 274">
              <a:extLst>
                <a:ext uri="{FF2B5EF4-FFF2-40B4-BE49-F238E27FC236}">
                  <a16:creationId xmlns:a16="http://schemas.microsoft.com/office/drawing/2014/main" id="{37454289-A796-A8E5-AC14-3D27338D8ACC}"/>
                </a:ext>
              </a:extLst>
            </p:cNvPr>
            <p:cNvSpPr>
              <a:spLocks/>
            </p:cNvSpPr>
            <p:nvPr/>
          </p:nvSpPr>
          <p:spPr bwMode="auto">
            <a:xfrm>
              <a:off x="6738938" y="3581400"/>
              <a:ext cx="49212" cy="23813"/>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275">
              <a:extLst>
                <a:ext uri="{FF2B5EF4-FFF2-40B4-BE49-F238E27FC236}">
                  <a16:creationId xmlns:a16="http://schemas.microsoft.com/office/drawing/2014/main" id="{A3B47EF7-A9F2-33D2-D905-CE175457BFB5}"/>
                </a:ext>
              </a:extLst>
            </p:cNvPr>
            <p:cNvSpPr>
              <a:spLocks/>
            </p:cNvSpPr>
            <p:nvPr/>
          </p:nvSpPr>
          <p:spPr bwMode="auto">
            <a:xfrm>
              <a:off x="6738938" y="3811588"/>
              <a:ext cx="0" cy="12700"/>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Rectangle 276">
              <a:extLst>
                <a:ext uri="{FF2B5EF4-FFF2-40B4-BE49-F238E27FC236}">
                  <a16:creationId xmlns:a16="http://schemas.microsoft.com/office/drawing/2014/main" id="{F0094CE6-5395-52CA-FAF5-662720375B4F}"/>
                </a:ext>
              </a:extLst>
            </p:cNvPr>
            <p:cNvSpPr>
              <a:spLocks noChangeArrowheads="1"/>
            </p:cNvSpPr>
            <p:nvPr/>
          </p:nvSpPr>
          <p:spPr bwMode="auto">
            <a:xfrm>
              <a:off x="6738938" y="3459163"/>
              <a:ext cx="303212"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R434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1" name="Rectangle 277">
              <a:extLst>
                <a:ext uri="{FF2B5EF4-FFF2-40B4-BE49-F238E27FC236}">
                  <a16:creationId xmlns:a16="http://schemas.microsoft.com/office/drawing/2014/main" id="{25BD61C4-E6ED-8122-59AF-5C76DCD1F749}"/>
                </a:ext>
              </a:extLst>
            </p:cNvPr>
            <p:cNvSpPr>
              <a:spLocks noChangeArrowheads="1"/>
            </p:cNvSpPr>
            <p:nvPr/>
          </p:nvSpPr>
          <p:spPr bwMode="auto">
            <a:xfrm>
              <a:off x="6738938" y="3824288"/>
              <a:ext cx="327025"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49.9K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 name="Freeform 278">
              <a:extLst>
                <a:ext uri="{FF2B5EF4-FFF2-40B4-BE49-F238E27FC236}">
                  <a16:creationId xmlns:a16="http://schemas.microsoft.com/office/drawing/2014/main" id="{2EF5CA9E-3942-F630-CB9F-87C3B558C649}"/>
                </a:ext>
              </a:extLst>
            </p:cNvPr>
            <p:cNvSpPr>
              <a:spLocks/>
            </p:cNvSpPr>
            <p:nvPr/>
          </p:nvSpPr>
          <p:spPr bwMode="auto">
            <a:xfrm>
              <a:off x="6738938" y="3459163"/>
              <a:ext cx="0" cy="122238"/>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Freeform 279">
              <a:extLst>
                <a:ext uri="{FF2B5EF4-FFF2-40B4-BE49-F238E27FC236}">
                  <a16:creationId xmlns:a16="http://schemas.microsoft.com/office/drawing/2014/main" id="{202B5F3D-657D-4217-1FFD-316DCDF255CF}"/>
                </a:ext>
              </a:extLst>
            </p:cNvPr>
            <p:cNvSpPr>
              <a:spLocks/>
            </p:cNvSpPr>
            <p:nvPr/>
          </p:nvSpPr>
          <p:spPr bwMode="auto">
            <a:xfrm>
              <a:off x="6738938" y="3824288"/>
              <a:ext cx="0" cy="1206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Freeform 280">
              <a:extLst>
                <a:ext uri="{FF2B5EF4-FFF2-40B4-BE49-F238E27FC236}">
                  <a16:creationId xmlns:a16="http://schemas.microsoft.com/office/drawing/2014/main" id="{1F9F4EE2-5913-6E0F-066F-B8A9C9CA96F3}"/>
                </a:ext>
              </a:extLst>
            </p:cNvPr>
            <p:cNvSpPr>
              <a:spLocks/>
            </p:cNvSpPr>
            <p:nvPr/>
          </p:nvSpPr>
          <p:spPr bwMode="auto">
            <a:xfrm>
              <a:off x="2493963" y="4310063"/>
              <a:ext cx="0" cy="122238"/>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Freeform 281">
              <a:extLst>
                <a:ext uri="{FF2B5EF4-FFF2-40B4-BE49-F238E27FC236}">
                  <a16:creationId xmlns:a16="http://schemas.microsoft.com/office/drawing/2014/main" id="{8EC68E34-D2C8-0B0B-6719-3D83E27F8C0C}"/>
                </a:ext>
              </a:extLst>
            </p:cNvPr>
            <p:cNvSpPr>
              <a:spLocks/>
            </p:cNvSpPr>
            <p:nvPr/>
          </p:nvSpPr>
          <p:spPr bwMode="auto">
            <a:xfrm>
              <a:off x="3829050" y="3702050"/>
              <a:ext cx="0" cy="122238"/>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Freeform 282">
              <a:extLst>
                <a:ext uri="{FF2B5EF4-FFF2-40B4-BE49-F238E27FC236}">
                  <a16:creationId xmlns:a16="http://schemas.microsoft.com/office/drawing/2014/main" id="{82B5CF49-B5EE-0778-F70D-5305F4F9017B}"/>
                </a:ext>
              </a:extLst>
            </p:cNvPr>
            <p:cNvSpPr>
              <a:spLocks/>
            </p:cNvSpPr>
            <p:nvPr/>
          </p:nvSpPr>
          <p:spPr bwMode="auto">
            <a:xfrm>
              <a:off x="4325938" y="2925763"/>
              <a:ext cx="23812" cy="47625"/>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Freeform 283">
              <a:extLst>
                <a:ext uri="{FF2B5EF4-FFF2-40B4-BE49-F238E27FC236}">
                  <a16:creationId xmlns:a16="http://schemas.microsoft.com/office/drawing/2014/main" id="{22F1EDE2-3E32-2E68-98F2-5ACF4853C17A}"/>
                </a:ext>
              </a:extLst>
            </p:cNvPr>
            <p:cNvSpPr>
              <a:spLocks/>
            </p:cNvSpPr>
            <p:nvPr/>
          </p:nvSpPr>
          <p:spPr bwMode="auto">
            <a:xfrm>
              <a:off x="4349750" y="2925763"/>
              <a:ext cx="36512" cy="96838"/>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Freeform 284">
              <a:extLst>
                <a:ext uri="{FF2B5EF4-FFF2-40B4-BE49-F238E27FC236}">
                  <a16:creationId xmlns:a16="http://schemas.microsoft.com/office/drawing/2014/main" id="{158B33DB-36D9-B9C5-D70F-DBE0D50F7247}"/>
                </a:ext>
              </a:extLst>
            </p:cNvPr>
            <p:cNvSpPr>
              <a:spLocks/>
            </p:cNvSpPr>
            <p:nvPr/>
          </p:nvSpPr>
          <p:spPr bwMode="auto">
            <a:xfrm>
              <a:off x="4386263" y="2925763"/>
              <a:ext cx="36512" cy="96838"/>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Freeform 285">
              <a:extLst>
                <a:ext uri="{FF2B5EF4-FFF2-40B4-BE49-F238E27FC236}">
                  <a16:creationId xmlns:a16="http://schemas.microsoft.com/office/drawing/2014/main" id="{7BF14B27-87F1-1CAE-3FF8-7EC75E740F59}"/>
                </a:ext>
              </a:extLst>
            </p:cNvPr>
            <p:cNvSpPr>
              <a:spLocks/>
            </p:cNvSpPr>
            <p:nvPr/>
          </p:nvSpPr>
          <p:spPr bwMode="auto">
            <a:xfrm>
              <a:off x="4422775" y="2925763"/>
              <a:ext cx="36512" cy="96838"/>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0" name="Freeform 286">
              <a:extLst>
                <a:ext uri="{FF2B5EF4-FFF2-40B4-BE49-F238E27FC236}">
                  <a16:creationId xmlns:a16="http://schemas.microsoft.com/office/drawing/2014/main" id="{AD7C8F29-AB37-1E77-C984-AA82A0E54199}"/>
                </a:ext>
              </a:extLst>
            </p:cNvPr>
            <p:cNvSpPr>
              <a:spLocks/>
            </p:cNvSpPr>
            <p:nvPr/>
          </p:nvSpPr>
          <p:spPr bwMode="auto">
            <a:xfrm>
              <a:off x="4459288" y="2925763"/>
              <a:ext cx="36512" cy="96838"/>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1" name="Freeform 287">
              <a:extLst>
                <a:ext uri="{FF2B5EF4-FFF2-40B4-BE49-F238E27FC236}">
                  <a16:creationId xmlns:a16="http://schemas.microsoft.com/office/drawing/2014/main" id="{0957BAFC-AD0C-C26E-76BF-3F86A78108C7}"/>
                </a:ext>
              </a:extLst>
            </p:cNvPr>
            <p:cNvSpPr>
              <a:spLocks/>
            </p:cNvSpPr>
            <p:nvPr/>
          </p:nvSpPr>
          <p:spPr bwMode="auto">
            <a:xfrm>
              <a:off x="4495800" y="2925763"/>
              <a:ext cx="36512" cy="96838"/>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2" name="Freeform 288">
              <a:extLst>
                <a:ext uri="{FF2B5EF4-FFF2-40B4-BE49-F238E27FC236}">
                  <a16:creationId xmlns:a16="http://schemas.microsoft.com/office/drawing/2014/main" id="{696FF8B0-3B42-AC2A-64F0-84BCC4A67CDF}"/>
                </a:ext>
              </a:extLst>
            </p:cNvPr>
            <p:cNvSpPr>
              <a:spLocks/>
            </p:cNvSpPr>
            <p:nvPr/>
          </p:nvSpPr>
          <p:spPr bwMode="auto">
            <a:xfrm>
              <a:off x="4532313" y="2973388"/>
              <a:ext cx="23812" cy="49213"/>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3" name="Freeform 289">
              <a:extLst>
                <a:ext uri="{FF2B5EF4-FFF2-40B4-BE49-F238E27FC236}">
                  <a16:creationId xmlns:a16="http://schemas.microsoft.com/office/drawing/2014/main" id="{B0C942F1-F2F2-69D3-32C2-F56A782D294B}"/>
                </a:ext>
              </a:extLst>
            </p:cNvPr>
            <p:cNvSpPr>
              <a:spLocks/>
            </p:cNvSpPr>
            <p:nvPr/>
          </p:nvSpPr>
          <p:spPr bwMode="auto">
            <a:xfrm>
              <a:off x="4313238" y="2973388"/>
              <a:ext cx="12700" cy="0"/>
            </a:xfrm>
            <a:custGeom>
              <a:avLst/>
              <a:gdLst>
                <a:gd name="T0" fmla="*/ 0 w 1"/>
                <a:gd name="T1" fmla="*/ 1 w 1"/>
                <a:gd name="T2" fmla="*/ 1 w 1"/>
              </a:gdLst>
              <a:ahLst/>
              <a:cxnLst>
                <a:cxn ang="0">
                  <a:pos x="T0" y="0"/>
                </a:cxn>
                <a:cxn ang="0">
                  <a:pos x="T1" y="0"/>
                </a:cxn>
                <a:cxn ang="0">
                  <a:pos x="T2" y="0"/>
                </a:cxn>
              </a:cxnLst>
              <a:rect l="0" t="0" r="r" b="b"/>
              <a:pathLst>
                <a:path w="1">
                  <a:moveTo>
                    <a:pt x="0" y="0"/>
                  </a:moveTo>
                  <a:lnTo>
                    <a:pt x="1" y="0"/>
                  </a:lnTo>
                  <a:lnTo>
                    <a:pt x="1"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4" name="Rectangle 290">
              <a:extLst>
                <a:ext uri="{FF2B5EF4-FFF2-40B4-BE49-F238E27FC236}">
                  <a16:creationId xmlns:a16="http://schemas.microsoft.com/office/drawing/2014/main" id="{ADC6FB86-BA9F-3F58-9408-94FB474B6B3A}"/>
                </a:ext>
              </a:extLst>
            </p:cNvPr>
            <p:cNvSpPr>
              <a:spLocks noChangeArrowheads="1"/>
            </p:cNvSpPr>
            <p:nvPr/>
          </p:nvSpPr>
          <p:spPr bwMode="auto">
            <a:xfrm>
              <a:off x="3949700" y="2852738"/>
              <a:ext cx="303212"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R427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5" name="Rectangle 291">
              <a:extLst>
                <a:ext uri="{FF2B5EF4-FFF2-40B4-BE49-F238E27FC236}">
                  <a16:creationId xmlns:a16="http://schemas.microsoft.com/office/drawing/2014/main" id="{4843ADEB-F527-3D7C-B538-9BE5D6D2B671}"/>
                </a:ext>
              </a:extLst>
            </p:cNvPr>
            <p:cNvSpPr>
              <a:spLocks noChangeArrowheads="1"/>
            </p:cNvSpPr>
            <p:nvPr/>
          </p:nvSpPr>
          <p:spPr bwMode="auto">
            <a:xfrm>
              <a:off x="4556125" y="2852738"/>
              <a:ext cx="230187"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470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6" name="Freeform 292">
              <a:extLst>
                <a:ext uri="{FF2B5EF4-FFF2-40B4-BE49-F238E27FC236}">
                  <a16:creationId xmlns:a16="http://schemas.microsoft.com/office/drawing/2014/main" id="{F17955E4-9247-0C4E-D8FB-0C7B618B9BC2}"/>
                </a:ext>
              </a:extLst>
            </p:cNvPr>
            <p:cNvSpPr>
              <a:spLocks/>
            </p:cNvSpPr>
            <p:nvPr/>
          </p:nvSpPr>
          <p:spPr bwMode="auto">
            <a:xfrm>
              <a:off x="4556125" y="2973388"/>
              <a:ext cx="122237"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7" name="Freeform 293">
              <a:extLst>
                <a:ext uri="{FF2B5EF4-FFF2-40B4-BE49-F238E27FC236}">
                  <a16:creationId xmlns:a16="http://schemas.microsoft.com/office/drawing/2014/main" id="{BEB80C91-EEA4-7195-6149-C2417159A00D}"/>
                </a:ext>
              </a:extLst>
            </p:cNvPr>
            <p:cNvSpPr>
              <a:spLocks/>
            </p:cNvSpPr>
            <p:nvPr/>
          </p:nvSpPr>
          <p:spPr bwMode="auto">
            <a:xfrm>
              <a:off x="4192588" y="2973388"/>
              <a:ext cx="1206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8" name="Freeform 294">
              <a:extLst>
                <a:ext uri="{FF2B5EF4-FFF2-40B4-BE49-F238E27FC236}">
                  <a16:creationId xmlns:a16="http://schemas.microsoft.com/office/drawing/2014/main" id="{07BDAD4F-D60A-43D1-B443-DBCEE2306B14}"/>
                </a:ext>
              </a:extLst>
            </p:cNvPr>
            <p:cNvSpPr>
              <a:spLocks/>
            </p:cNvSpPr>
            <p:nvPr/>
          </p:nvSpPr>
          <p:spPr bwMode="auto">
            <a:xfrm>
              <a:off x="6254750" y="4432300"/>
              <a:ext cx="0" cy="363538"/>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9" name="Freeform 295">
              <a:extLst>
                <a:ext uri="{FF2B5EF4-FFF2-40B4-BE49-F238E27FC236}">
                  <a16:creationId xmlns:a16="http://schemas.microsoft.com/office/drawing/2014/main" id="{134357C8-D8A5-1C35-5C8B-970A4D76977A}"/>
                </a:ext>
              </a:extLst>
            </p:cNvPr>
            <p:cNvSpPr>
              <a:spLocks/>
            </p:cNvSpPr>
            <p:nvPr/>
          </p:nvSpPr>
          <p:spPr bwMode="auto">
            <a:xfrm>
              <a:off x="3465513" y="4067175"/>
              <a:ext cx="484187"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0" name="Freeform 296">
              <a:extLst>
                <a:ext uri="{FF2B5EF4-FFF2-40B4-BE49-F238E27FC236}">
                  <a16:creationId xmlns:a16="http://schemas.microsoft.com/office/drawing/2014/main" id="{582E3ECC-CB78-247A-3326-660335DA9AA4}"/>
                </a:ext>
              </a:extLst>
            </p:cNvPr>
            <p:cNvSpPr>
              <a:spLocks/>
            </p:cNvSpPr>
            <p:nvPr/>
          </p:nvSpPr>
          <p:spPr bwMode="auto">
            <a:xfrm>
              <a:off x="6254750" y="2973388"/>
              <a:ext cx="363537" cy="0"/>
            </a:xfrm>
            <a:custGeom>
              <a:avLst/>
              <a:gdLst>
                <a:gd name="T0" fmla="*/ 0 w 30"/>
                <a:gd name="T1" fmla="*/ 30 w 30"/>
                <a:gd name="T2" fmla="*/ 30 w 30"/>
              </a:gdLst>
              <a:ahLst/>
              <a:cxnLst>
                <a:cxn ang="0">
                  <a:pos x="T0" y="0"/>
                </a:cxn>
                <a:cxn ang="0">
                  <a:pos x="T1" y="0"/>
                </a:cxn>
                <a:cxn ang="0">
                  <a:pos x="T2" y="0"/>
                </a:cxn>
              </a:cxnLst>
              <a:rect l="0" t="0" r="r" b="b"/>
              <a:pathLst>
                <a:path w="30">
                  <a:moveTo>
                    <a:pt x="0" y="0"/>
                  </a:moveTo>
                  <a:lnTo>
                    <a:pt x="30" y="0"/>
                  </a:lnTo>
                  <a:lnTo>
                    <a:pt x="3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1" name="Freeform 297">
              <a:extLst>
                <a:ext uri="{FF2B5EF4-FFF2-40B4-BE49-F238E27FC236}">
                  <a16:creationId xmlns:a16="http://schemas.microsoft.com/office/drawing/2014/main" id="{A010A68A-3655-21D4-97E8-6B0BC27A0E4D}"/>
                </a:ext>
              </a:extLst>
            </p:cNvPr>
            <p:cNvSpPr>
              <a:spLocks/>
            </p:cNvSpPr>
            <p:nvPr/>
          </p:nvSpPr>
          <p:spPr bwMode="auto">
            <a:xfrm>
              <a:off x="4435475" y="5768975"/>
              <a:ext cx="242887" cy="0"/>
            </a:xfrm>
            <a:custGeom>
              <a:avLst/>
              <a:gdLst>
                <a:gd name="T0" fmla="*/ 0 w 20"/>
                <a:gd name="T1" fmla="*/ 20 w 20"/>
                <a:gd name="T2" fmla="*/ 20 w 20"/>
              </a:gdLst>
              <a:ahLst/>
              <a:cxnLst>
                <a:cxn ang="0">
                  <a:pos x="T0" y="0"/>
                </a:cxn>
                <a:cxn ang="0">
                  <a:pos x="T1" y="0"/>
                </a:cxn>
                <a:cxn ang="0">
                  <a:pos x="T2" y="0"/>
                </a:cxn>
              </a:cxnLst>
              <a:rect l="0" t="0" r="r" b="b"/>
              <a:pathLst>
                <a:path w="20">
                  <a:moveTo>
                    <a:pt x="0" y="0"/>
                  </a:moveTo>
                  <a:lnTo>
                    <a:pt x="20" y="0"/>
                  </a:lnTo>
                  <a:lnTo>
                    <a:pt x="20"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2" name="Freeform 298">
              <a:extLst>
                <a:ext uri="{FF2B5EF4-FFF2-40B4-BE49-F238E27FC236}">
                  <a16:creationId xmlns:a16="http://schemas.microsoft.com/office/drawing/2014/main" id="{DC4CF73F-D25B-C47F-3D4F-521F42F3D074}"/>
                </a:ext>
              </a:extLst>
            </p:cNvPr>
            <p:cNvSpPr>
              <a:spLocks/>
            </p:cNvSpPr>
            <p:nvPr/>
          </p:nvSpPr>
          <p:spPr bwMode="auto">
            <a:xfrm>
              <a:off x="4556125" y="5768975"/>
              <a:ext cx="122237" cy="120650"/>
            </a:xfrm>
            <a:custGeom>
              <a:avLst/>
              <a:gdLst>
                <a:gd name="T0" fmla="*/ 10 w 10"/>
                <a:gd name="T1" fmla="*/ 0 h 10"/>
                <a:gd name="T2" fmla="*/ 0 w 10"/>
                <a:gd name="T3" fmla="*/ 10 h 10"/>
                <a:gd name="T4" fmla="*/ 0 w 10"/>
                <a:gd name="T5" fmla="*/ 10 h 10"/>
              </a:gdLst>
              <a:ahLst/>
              <a:cxnLst>
                <a:cxn ang="0">
                  <a:pos x="T0" y="T1"/>
                </a:cxn>
                <a:cxn ang="0">
                  <a:pos x="T2" y="T3"/>
                </a:cxn>
                <a:cxn ang="0">
                  <a:pos x="T4" y="T5"/>
                </a:cxn>
              </a:cxnLst>
              <a:rect l="0" t="0" r="r" b="b"/>
              <a:pathLst>
                <a:path w="10" h="10">
                  <a:moveTo>
                    <a:pt x="10" y="0"/>
                  </a:moveTo>
                  <a:lnTo>
                    <a:pt x="0" y="10"/>
                  </a:lnTo>
                  <a:lnTo>
                    <a:pt x="0" y="1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 name="Freeform 299">
              <a:extLst>
                <a:ext uri="{FF2B5EF4-FFF2-40B4-BE49-F238E27FC236}">
                  <a16:creationId xmlns:a16="http://schemas.microsoft.com/office/drawing/2014/main" id="{AA4E4365-1D88-D981-8633-AA35221EE66B}"/>
                </a:ext>
              </a:extLst>
            </p:cNvPr>
            <p:cNvSpPr>
              <a:spLocks/>
            </p:cNvSpPr>
            <p:nvPr/>
          </p:nvSpPr>
          <p:spPr bwMode="auto">
            <a:xfrm>
              <a:off x="4435475" y="5768975"/>
              <a:ext cx="120650" cy="120650"/>
            </a:xfrm>
            <a:custGeom>
              <a:avLst/>
              <a:gdLst>
                <a:gd name="T0" fmla="*/ 10 w 10"/>
                <a:gd name="T1" fmla="*/ 10 h 10"/>
                <a:gd name="T2" fmla="*/ 0 w 10"/>
                <a:gd name="T3" fmla="*/ 0 h 10"/>
                <a:gd name="T4" fmla="*/ 0 w 10"/>
                <a:gd name="T5" fmla="*/ 0 h 10"/>
              </a:gdLst>
              <a:ahLst/>
              <a:cxnLst>
                <a:cxn ang="0">
                  <a:pos x="T0" y="T1"/>
                </a:cxn>
                <a:cxn ang="0">
                  <a:pos x="T2" y="T3"/>
                </a:cxn>
                <a:cxn ang="0">
                  <a:pos x="T4" y="T5"/>
                </a:cxn>
              </a:cxnLst>
              <a:rect l="0" t="0" r="r" b="b"/>
              <a:pathLst>
                <a:path w="10" h="10">
                  <a:moveTo>
                    <a:pt x="10" y="10"/>
                  </a:moveTo>
                  <a:lnTo>
                    <a:pt x="0" y="0"/>
                  </a:lnTo>
                  <a:lnTo>
                    <a:pt x="0"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 name="Rectangle 300">
              <a:extLst>
                <a:ext uri="{FF2B5EF4-FFF2-40B4-BE49-F238E27FC236}">
                  <a16:creationId xmlns:a16="http://schemas.microsoft.com/office/drawing/2014/main" id="{54F799DE-4248-C027-D1A3-51AAF34C69B6}"/>
                </a:ext>
              </a:extLst>
            </p:cNvPr>
            <p:cNvSpPr>
              <a:spLocks noChangeArrowheads="1"/>
            </p:cNvSpPr>
            <p:nvPr/>
          </p:nvSpPr>
          <p:spPr bwMode="auto">
            <a:xfrm>
              <a:off x="4386263" y="5889625"/>
              <a:ext cx="376237"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DGND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1349599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11C0A-E993-F22E-1FE5-F8F06459E847}"/>
              </a:ext>
            </a:extLst>
          </p:cNvPr>
          <p:cNvSpPr>
            <a:spLocks noGrp="1"/>
          </p:cNvSpPr>
          <p:nvPr>
            <p:ph type="title"/>
          </p:nvPr>
        </p:nvSpPr>
        <p:spPr/>
        <p:txBody>
          <a:bodyPr/>
          <a:lstStyle/>
          <a:p>
            <a:r>
              <a:rPr lang="en-US" dirty="0"/>
              <a:t>Bode 100</a:t>
            </a:r>
          </a:p>
        </p:txBody>
      </p:sp>
      <p:sp>
        <p:nvSpPr>
          <p:cNvPr id="3" name="Content Placeholder 2">
            <a:extLst>
              <a:ext uri="{FF2B5EF4-FFF2-40B4-BE49-F238E27FC236}">
                <a16:creationId xmlns:a16="http://schemas.microsoft.com/office/drawing/2014/main" id="{0104C165-91AB-46F3-3FCE-F1E0DCA3D874}"/>
              </a:ext>
            </a:extLst>
          </p:cNvPr>
          <p:cNvSpPr>
            <a:spLocks noGrp="1"/>
          </p:cNvSpPr>
          <p:nvPr>
            <p:ph idx="1"/>
          </p:nvPr>
        </p:nvSpPr>
        <p:spPr/>
        <p:txBody>
          <a:bodyPr/>
          <a:lstStyle/>
          <a:p>
            <a:pPr marL="0" indent="0">
              <a:buNone/>
            </a:pPr>
            <a:r>
              <a:rPr lang="en-US" sz="1800" b="0" i="0" u="none" strike="noStrike" baseline="0" dirty="0">
                <a:solidFill>
                  <a:srgbClr val="000000"/>
                </a:solidFill>
                <a:latin typeface="Arial" panose="020B0604020202020204" pitchFamily="34" charset="0"/>
              </a:rPr>
              <a:t>The following figure shows the feedback loop of the circuit and indicates the suitable injection point. The impedance looking backwards equals the output impedance of the converter which is very low (in the range of several </a:t>
            </a:r>
            <a:r>
              <a:rPr lang="en-US" sz="1800" b="0" i="0" u="none" strike="noStrike" baseline="0" dirty="0" err="1">
                <a:solidFill>
                  <a:srgbClr val="000000"/>
                </a:solidFill>
                <a:latin typeface="Cambria Math" panose="02040503050406030204" pitchFamily="18" charset="0"/>
              </a:rPr>
              <a:t>mΩ</a:t>
            </a:r>
            <a:r>
              <a:rPr lang="en-US" sz="1800" b="0" i="0" u="none" strike="noStrike" baseline="0" dirty="0">
                <a:solidFill>
                  <a:srgbClr val="000000"/>
                </a:solidFill>
                <a:latin typeface="Arial" panose="020B0604020202020204" pitchFamily="34" charset="0"/>
              </a:rPr>
              <a:t>). The impedance looking in direction of the loop is formed by the compensator and the voltage divider and is in the range of several </a:t>
            </a:r>
            <a:r>
              <a:rPr lang="en-US" sz="1800" b="0" i="0" u="none" strike="noStrike" baseline="0" dirty="0" err="1">
                <a:solidFill>
                  <a:srgbClr val="000000"/>
                </a:solidFill>
                <a:latin typeface="Cambria Math" panose="02040503050406030204" pitchFamily="18" charset="0"/>
              </a:rPr>
              <a:t>kΩ</a:t>
            </a:r>
            <a:r>
              <a:rPr lang="en-US" sz="1800" b="0" i="0" u="none" strike="noStrike" baseline="0" dirty="0">
                <a:solidFill>
                  <a:srgbClr val="000000"/>
                </a:solidFill>
                <a:latin typeface="Arial" panose="020B0604020202020204" pitchFamily="34" charset="0"/>
              </a:rPr>
              <a:t>.</a:t>
            </a:r>
          </a:p>
          <a:p>
            <a:pPr marL="0" indent="0">
              <a:buNone/>
            </a:pPr>
            <a:endParaRPr lang="en-US" sz="1800" dirty="0">
              <a:solidFill>
                <a:srgbClr val="000000"/>
              </a:solidFill>
              <a:latin typeface="Arial" panose="020B0604020202020204" pitchFamily="34" charset="0"/>
            </a:endParaRPr>
          </a:p>
          <a:p>
            <a:pPr marL="0" indent="0">
              <a:buNone/>
            </a:pPr>
            <a:r>
              <a:rPr lang="en-US" sz="1800" b="0" i="0" u="none" strike="noStrike" baseline="0" dirty="0">
                <a:solidFill>
                  <a:srgbClr val="000000"/>
                </a:solidFill>
                <a:latin typeface="Arial" panose="020B0604020202020204" pitchFamily="34" charset="0"/>
              </a:rPr>
              <a:t> </a:t>
            </a:r>
            <a:endParaRPr lang="en-US" dirty="0"/>
          </a:p>
        </p:txBody>
      </p:sp>
      <p:sp>
        <p:nvSpPr>
          <p:cNvPr id="4" name="Slide Number Placeholder 3">
            <a:extLst>
              <a:ext uri="{FF2B5EF4-FFF2-40B4-BE49-F238E27FC236}">
                <a16:creationId xmlns:a16="http://schemas.microsoft.com/office/drawing/2014/main" id="{3F10931E-4ABD-00B4-0AAC-675CD2387AA5}"/>
              </a:ext>
            </a:extLst>
          </p:cNvPr>
          <p:cNvSpPr>
            <a:spLocks noGrp="1"/>
          </p:cNvSpPr>
          <p:nvPr>
            <p:ph type="sldNum" sz="quarter" idx="12"/>
          </p:nvPr>
        </p:nvSpPr>
        <p:spPr/>
        <p:txBody>
          <a:bodyPr/>
          <a:lstStyle/>
          <a:p>
            <a:fld id="{4055E60B-063F-7341-AAD1-65F55D97E323}" type="slidenum">
              <a:rPr lang="en-IL" smtClean="0"/>
              <a:t>12</a:t>
            </a:fld>
            <a:endParaRPr lang="en-IL"/>
          </a:p>
        </p:txBody>
      </p:sp>
      <p:pic>
        <p:nvPicPr>
          <p:cNvPr id="6" name="Picture 5">
            <a:extLst>
              <a:ext uri="{FF2B5EF4-FFF2-40B4-BE49-F238E27FC236}">
                <a16:creationId xmlns:a16="http://schemas.microsoft.com/office/drawing/2014/main" id="{1F263020-C0B5-957F-16C5-BBEF92D3F4C1}"/>
              </a:ext>
            </a:extLst>
          </p:cNvPr>
          <p:cNvPicPr>
            <a:picLocks noChangeAspect="1"/>
          </p:cNvPicPr>
          <p:nvPr/>
        </p:nvPicPr>
        <p:blipFill>
          <a:blip r:embed="rId2"/>
          <a:stretch>
            <a:fillRect/>
          </a:stretch>
        </p:blipFill>
        <p:spPr>
          <a:xfrm>
            <a:off x="2160607" y="2755974"/>
            <a:ext cx="5002193" cy="3155795"/>
          </a:xfrm>
          <a:prstGeom prst="rect">
            <a:avLst/>
          </a:prstGeom>
        </p:spPr>
      </p:pic>
    </p:spTree>
    <p:extLst>
      <p:ext uri="{BB962C8B-B14F-4D97-AF65-F5344CB8AC3E}">
        <p14:creationId xmlns:p14="http://schemas.microsoft.com/office/powerpoint/2010/main" val="382814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09A7A-8FD0-57DD-B992-E569027E83A8}"/>
              </a:ext>
            </a:extLst>
          </p:cNvPr>
          <p:cNvSpPr>
            <a:spLocks noGrp="1"/>
          </p:cNvSpPr>
          <p:nvPr>
            <p:ph type="title"/>
          </p:nvPr>
        </p:nvSpPr>
        <p:spPr/>
        <p:txBody>
          <a:bodyPr/>
          <a:lstStyle/>
          <a:p>
            <a:r>
              <a:rPr lang="en-US" dirty="0"/>
              <a:t>Auxiliary Current FB</a:t>
            </a:r>
          </a:p>
        </p:txBody>
      </p:sp>
      <p:sp>
        <p:nvSpPr>
          <p:cNvPr id="3" name="Content Placeholder 2">
            <a:extLst>
              <a:ext uri="{FF2B5EF4-FFF2-40B4-BE49-F238E27FC236}">
                <a16:creationId xmlns:a16="http://schemas.microsoft.com/office/drawing/2014/main" id="{7BBEA100-F10E-E7E2-D328-42412D200E20}"/>
              </a:ext>
            </a:extLst>
          </p:cNvPr>
          <p:cNvSpPr>
            <a:spLocks noGrp="1"/>
          </p:cNvSpPr>
          <p:nvPr>
            <p:ph idx="1"/>
          </p:nvPr>
        </p:nvSpPr>
        <p:spPr>
          <a:xfrm>
            <a:off x="516000" y="1474149"/>
            <a:ext cx="11160000" cy="1243651"/>
          </a:xfrm>
        </p:spPr>
        <p:txBody>
          <a:bodyPr/>
          <a:lstStyle/>
          <a:p>
            <a:r>
              <a:rPr lang="en-US" dirty="0"/>
              <a:t>Do not add test points to CS.</a:t>
            </a:r>
          </a:p>
          <a:p>
            <a:pPr lvl="1"/>
            <a:r>
              <a:rPr lang="en-US" dirty="0"/>
              <a:t>Current sense is very sensitive to noises. Avoid having stubs/antennas on that line. </a:t>
            </a:r>
          </a:p>
        </p:txBody>
      </p:sp>
      <p:sp>
        <p:nvSpPr>
          <p:cNvPr id="4" name="Slide Number Placeholder 3">
            <a:extLst>
              <a:ext uri="{FF2B5EF4-FFF2-40B4-BE49-F238E27FC236}">
                <a16:creationId xmlns:a16="http://schemas.microsoft.com/office/drawing/2014/main" id="{C73BD592-4E0D-FD97-01FB-3D818B1F09B3}"/>
              </a:ext>
            </a:extLst>
          </p:cNvPr>
          <p:cNvSpPr>
            <a:spLocks noGrp="1"/>
          </p:cNvSpPr>
          <p:nvPr>
            <p:ph type="sldNum" sz="quarter" idx="12"/>
          </p:nvPr>
        </p:nvSpPr>
        <p:spPr/>
        <p:txBody>
          <a:bodyPr/>
          <a:lstStyle/>
          <a:p>
            <a:fld id="{4055E60B-063F-7341-AAD1-65F55D97E323}" type="slidenum">
              <a:rPr lang="en-IL" smtClean="0"/>
              <a:t>13</a:t>
            </a:fld>
            <a:endParaRPr lang="en-IL"/>
          </a:p>
        </p:txBody>
      </p:sp>
      <p:sp>
        <p:nvSpPr>
          <p:cNvPr id="6" name="AutoShape 3">
            <a:extLst>
              <a:ext uri="{FF2B5EF4-FFF2-40B4-BE49-F238E27FC236}">
                <a16:creationId xmlns:a16="http://schemas.microsoft.com/office/drawing/2014/main" id="{3D053CE5-29B1-B5CF-0CE7-51209DE2887F}"/>
              </a:ext>
            </a:extLst>
          </p:cNvPr>
          <p:cNvSpPr>
            <a:spLocks noChangeAspect="1" noChangeArrowheads="1" noTextEdit="1"/>
          </p:cNvSpPr>
          <p:nvPr/>
        </p:nvSpPr>
        <p:spPr bwMode="auto">
          <a:xfrm>
            <a:off x="-242994" y="2211388"/>
            <a:ext cx="5095875" cy="422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500" name="Group 499">
            <a:extLst>
              <a:ext uri="{FF2B5EF4-FFF2-40B4-BE49-F238E27FC236}">
                <a16:creationId xmlns:a16="http://schemas.microsoft.com/office/drawing/2014/main" id="{F1D3EF3F-D011-DE19-52F6-423978F3A3E5}"/>
              </a:ext>
            </a:extLst>
          </p:cNvPr>
          <p:cNvGrpSpPr/>
          <p:nvPr/>
        </p:nvGrpSpPr>
        <p:grpSpPr>
          <a:xfrm>
            <a:off x="5584826" y="2505076"/>
            <a:ext cx="5016500" cy="4090987"/>
            <a:chOff x="5584826" y="2505076"/>
            <a:chExt cx="5016500" cy="4090987"/>
          </a:xfrm>
        </p:grpSpPr>
        <p:sp>
          <p:nvSpPr>
            <p:cNvPr id="9" name="Oval 8">
              <a:extLst>
                <a:ext uri="{FF2B5EF4-FFF2-40B4-BE49-F238E27FC236}">
                  <a16:creationId xmlns:a16="http://schemas.microsoft.com/office/drawing/2014/main" id="{8C369B76-910F-29C9-B73C-0FCB32E363B4}"/>
                </a:ext>
              </a:extLst>
            </p:cNvPr>
            <p:cNvSpPr/>
            <p:nvPr/>
          </p:nvSpPr>
          <p:spPr>
            <a:xfrm>
              <a:off x="8545808" y="4863076"/>
              <a:ext cx="304800" cy="23706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40C995C-C0B3-7C86-BCED-D6216D5CE595}"/>
                </a:ext>
              </a:extLst>
            </p:cNvPr>
            <p:cNvSpPr/>
            <p:nvPr/>
          </p:nvSpPr>
          <p:spPr>
            <a:xfrm>
              <a:off x="10109729" y="3572448"/>
              <a:ext cx="331259" cy="28423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205">
              <a:extLst>
                <a:ext uri="{FF2B5EF4-FFF2-40B4-BE49-F238E27FC236}">
                  <a16:creationId xmlns:a16="http://schemas.microsoft.com/office/drawing/2014/main" id="{2BF754A7-6086-242D-B19D-8BFD9010B53E}"/>
                </a:ext>
              </a:extLst>
            </p:cNvPr>
            <p:cNvGrpSpPr>
              <a:grpSpLocks/>
            </p:cNvGrpSpPr>
            <p:nvPr/>
          </p:nvGrpSpPr>
          <p:grpSpPr bwMode="auto">
            <a:xfrm>
              <a:off x="5761038" y="2649538"/>
              <a:ext cx="4840288" cy="3938588"/>
              <a:chOff x="3629" y="1669"/>
              <a:chExt cx="3049" cy="2481"/>
            </a:xfrm>
          </p:grpSpPr>
          <p:sp>
            <p:nvSpPr>
              <p:cNvPr id="300" name="Rectangle 5">
                <a:extLst>
                  <a:ext uri="{FF2B5EF4-FFF2-40B4-BE49-F238E27FC236}">
                    <a16:creationId xmlns:a16="http://schemas.microsoft.com/office/drawing/2014/main" id="{7DB8BFF1-4FED-7416-8115-00A55F8BE683}"/>
                  </a:ext>
                </a:extLst>
              </p:cNvPr>
              <p:cNvSpPr>
                <a:spLocks noChangeArrowheads="1"/>
              </p:cNvSpPr>
              <p:nvPr/>
            </p:nvSpPr>
            <p:spPr bwMode="auto">
              <a:xfrm>
                <a:off x="3629" y="3696"/>
                <a:ext cx="333"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u="none" strike="noStrike" cap="none" normalizeH="0" baseline="0">
                    <a:ln>
                      <a:noFill/>
                    </a:ln>
                    <a:solidFill>
                      <a:srgbClr val="000000"/>
                    </a:solidFill>
                    <a:effectLst/>
                    <a:latin typeface="Courier New" panose="02070309020205020404" pitchFamily="49" charset="0"/>
                  </a:rPr>
                  <a:t>Fsw=100kHz</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1" name="Freeform 6">
                <a:extLst>
                  <a:ext uri="{FF2B5EF4-FFF2-40B4-BE49-F238E27FC236}">
                    <a16:creationId xmlns:a16="http://schemas.microsoft.com/office/drawing/2014/main" id="{CBE01210-DC33-0C68-DDB4-42E3E5D36C36}"/>
                  </a:ext>
                </a:extLst>
              </p:cNvPr>
              <p:cNvSpPr>
                <a:spLocks/>
              </p:cNvSpPr>
              <p:nvPr/>
            </p:nvSpPr>
            <p:spPr bwMode="auto">
              <a:xfrm>
                <a:off x="5998" y="2435"/>
                <a:ext cx="0" cy="253"/>
              </a:xfrm>
              <a:custGeom>
                <a:avLst/>
                <a:gdLst>
                  <a:gd name="T0" fmla="*/ 50 h 50"/>
                  <a:gd name="T1" fmla="*/ 0 h 50"/>
                  <a:gd name="T2" fmla="*/ 0 h 50"/>
                </a:gdLst>
                <a:ahLst/>
                <a:cxnLst>
                  <a:cxn ang="0">
                    <a:pos x="0" y="T0"/>
                  </a:cxn>
                  <a:cxn ang="0">
                    <a:pos x="0" y="T1"/>
                  </a:cxn>
                  <a:cxn ang="0">
                    <a:pos x="0" y="T2"/>
                  </a:cxn>
                </a:cxnLst>
                <a:rect l="0" t="0" r="r" b="b"/>
                <a:pathLst>
                  <a:path h="50">
                    <a:moveTo>
                      <a:pt x="0" y="5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2" name="Oval 7">
                <a:extLst>
                  <a:ext uri="{FF2B5EF4-FFF2-40B4-BE49-F238E27FC236}">
                    <a16:creationId xmlns:a16="http://schemas.microsoft.com/office/drawing/2014/main" id="{BF2F7412-034F-6A21-87E0-2C9491476B31}"/>
                  </a:ext>
                </a:extLst>
              </p:cNvPr>
              <p:cNvSpPr>
                <a:spLocks noChangeArrowheads="1"/>
              </p:cNvSpPr>
              <p:nvPr/>
            </p:nvSpPr>
            <p:spPr bwMode="auto">
              <a:xfrm>
                <a:off x="5987" y="2677"/>
                <a:ext cx="16" cy="16"/>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8">
                <a:extLst>
                  <a:ext uri="{FF2B5EF4-FFF2-40B4-BE49-F238E27FC236}">
                    <a16:creationId xmlns:a16="http://schemas.microsoft.com/office/drawing/2014/main" id="{61594906-9337-7775-BF92-46C105B0910D}"/>
                  </a:ext>
                </a:extLst>
              </p:cNvPr>
              <p:cNvSpPr>
                <a:spLocks/>
              </p:cNvSpPr>
              <p:nvPr/>
            </p:nvSpPr>
            <p:spPr bwMode="auto">
              <a:xfrm>
                <a:off x="4083" y="1931"/>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4" name="Freeform 9">
                <a:extLst>
                  <a:ext uri="{FF2B5EF4-FFF2-40B4-BE49-F238E27FC236}">
                    <a16:creationId xmlns:a16="http://schemas.microsoft.com/office/drawing/2014/main" id="{3D59FF5B-3BB6-3B34-E8A0-A58970D21179}"/>
                  </a:ext>
                </a:extLst>
              </p:cNvPr>
              <p:cNvSpPr>
                <a:spLocks/>
              </p:cNvSpPr>
              <p:nvPr/>
            </p:nvSpPr>
            <p:spPr bwMode="auto">
              <a:xfrm>
                <a:off x="4924" y="3040"/>
                <a:ext cx="10" cy="21"/>
              </a:xfrm>
              <a:custGeom>
                <a:avLst/>
                <a:gdLst>
                  <a:gd name="T0" fmla="*/ 2 w 2"/>
                  <a:gd name="T1" fmla="*/ 0 h 4"/>
                  <a:gd name="T2" fmla="*/ 0 w 2"/>
                  <a:gd name="T3" fmla="*/ 4 h 4"/>
                  <a:gd name="T4" fmla="*/ 0 w 2"/>
                  <a:gd name="T5" fmla="*/ 4 h 4"/>
                </a:gdLst>
                <a:ahLst/>
                <a:cxnLst>
                  <a:cxn ang="0">
                    <a:pos x="T0" y="T1"/>
                  </a:cxn>
                  <a:cxn ang="0">
                    <a:pos x="T2" y="T3"/>
                  </a:cxn>
                  <a:cxn ang="0">
                    <a:pos x="T4" y="T5"/>
                  </a:cxn>
                </a:cxnLst>
                <a:rect l="0" t="0" r="r" b="b"/>
                <a:pathLst>
                  <a:path w="2" h="4">
                    <a:moveTo>
                      <a:pt x="2" y="0"/>
                    </a:moveTo>
                    <a:lnTo>
                      <a:pt x="0" y="4"/>
                    </a:lnTo>
                    <a:lnTo>
                      <a:pt x="0" y="4"/>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5" name="Freeform 10">
                <a:extLst>
                  <a:ext uri="{FF2B5EF4-FFF2-40B4-BE49-F238E27FC236}">
                    <a16:creationId xmlns:a16="http://schemas.microsoft.com/office/drawing/2014/main" id="{6927C952-131D-0DF2-4FE1-829435765984}"/>
                  </a:ext>
                </a:extLst>
              </p:cNvPr>
              <p:cNvSpPr>
                <a:spLocks/>
              </p:cNvSpPr>
              <p:nvPr/>
            </p:nvSpPr>
            <p:spPr bwMode="auto">
              <a:xfrm>
                <a:off x="4909" y="3020"/>
                <a:ext cx="15" cy="41"/>
              </a:xfrm>
              <a:custGeom>
                <a:avLst/>
                <a:gdLst>
                  <a:gd name="T0" fmla="*/ 3 w 3"/>
                  <a:gd name="T1" fmla="*/ 8 h 8"/>
                  <a:gd name="T2" fmla="*/ 0 w 3"/>
                  <a:gd name="T3" fmla="*/ 0 h 8"/>
                  <a:gd name="T4" fmla="*/ 0 w 3"/>
                  <a:gd name="T5" fmla="*/ 0 h 8"/>
                </a:gdLst>
                <a:ahLst/>
                <a:cxnLst>
                  <a:cxn ang="0">
                    <a:pos x="T0" y="T1"/>
                  </a:cxn>
                  <a:cxn ang="0">
                    <a:pos x="T2" y="T3"/>
                  </a:cxn>
                  <a:cxn ang="0">
                    <a:pos x="T4" y="T5"/>
                  </a:cxn>
                </a:cxnLst>
                <a:rect l="0" t="0" r="r" b="b"/>
                <a:pathLst>
                  <a:path w="3" h="8">
                    <a:moveTo>
                      <a:pt x="3" y="8"/>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6" name="Freeform 11">
                <a:extLst>
                  <a:ext uri="{FF2B5EF4-FFF2-40B4-BE49-F238E27FC236}">
                    <a16:creationId xmlns:a16="http://schemas.microsoft.com/office/drawing/2014/main" id="{BAC7057E-CCB4-243C-7578-A8536001CB04}"/>
                  </a:ext>
                </a:extLst>
              </p:cNvPr>
              <p:cNvSpPr>
                <a:spLocks/>
              </p:cNvSpPr>
              <p:nvPr/>
            </p:nvSpPr>
            <p:spPr bwMode="auto">
              <a:xfrm>
                <a:off x="4894" y="3020"/>
                <a:ext cx="15" cy="41"/>
              </a:xfrm>
              <a:custGeom>
                <a:avLst/>
                <a:gdLst>
                  <a:gd name="T0" fmla="*/ 3 w 3"/>
                  <a:gd name="T1" fmla="*/ 0 h 8"/>
                  <a:gd name="T2" fmla="*/ 0 w 3"/>
                  <a:gd name="T3" fmla="*/ 8 h 8"/>
                  <a:gd name="T4" fmla="*/ 0 w 3"/>
                  <a:gd name="T5" fmla="*/ 8 h 8"/>
                </a:gdLst>
                <a:ahLst/>
                <a:cxnLst>
                  <a:cxn ang="0">
                    <a:pos x="T0" y="T1"/>
                  </a:cxn>
                  <a:cxn ang="0">
                    <a:pos x="T2" y="T3"/>
                  </a:cxn>
                  <a:cxn ang="0">
                    <a:pos x="T4" y="T5"/>
                  </a:cxn>
                </a:cxnLst>
                <a:rect l="0" t="0" r="r" b="b"/>
                <a:pathLst>
                  <a:path w="3" h="8">
                    <a:moveTo>
                      <a:pt x="3" y="0"/>
                    </a:moveTo>
                    <a:lnTo>
                      <a:pt x="0" y="8"/>
                    </a:lnTo>
                    <a:lnTo>
                      <a:pt x="0"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7" name="Freeform 12">
                <a:extLst>
                  <a:ext uri="{FF2B5EF4-FFF2-40B4-BE49-F238E27FC236}">
                    <a16:creationId xmlns:a16="http://schemas.microsoft.com/office/drawing/2014/main" id="{6986DFAF-375C-E71A-A6AD-525FC8DB0983}"/>
                  </a:ext>
                </a:extLst>
              </p:cNvPr>
              <p:cNvSpPr>
                <a:spLocks/>
              </p:cNvSpPr>
              <p:nvPr/>
            </p:nvSpPr>
            <p:spPr bwMode="auto">
              <a:xfrm>
                <a:off x="4879" y="3020"/>
                <a:ext cx="15" cy="41"/>
              </a:xfrm>
              <a:custGeom>
                <a:avLst/>
                <a:gdLst>
                  <a:gd name="T0" fmla="*/ 3 w 3"/>
                  <a:gd name="T1" fmla="*/ 8 h 8"/>
                  <a:gd name="T2" fmla="*/ 0 w 3"/>
                  <a:gd name="T3" fmla="*/ 0 h 8"/>
                  <a:gd name="T4" fmla="*/ 0 w 3"/>
                  <a:gd name="T5" fmla="*/ 0 h 8"/>
                </a:gdLst>
                <a:ahLst/>
                <a:cxnLst>
                  <a:cxn ang="0">
                    <a:pos x="T0" y="T1"/>
                  </a:cxn>
                  <a:cxn ang="0">
                    <a:pos x="T2" y="T3"/>
                  </a:cxn>
                  <a:cxn ang="0">
                    <a:pos x="T4" y="T5"/>
                  </a:cxn>
                </a:cxnLst>
                <a:rect l="0" t="0" r="r" b="b"/>
                <a:pathLst>
                  <a:path w="3" h="8">
                    <a:moveTo>
                      <a:pt x="3" y="8"/>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8" name="Freeform 13">
                <a:extLst>
                  <a:ext uri="{FF2B5EF4-FFF2-40B4-BE49-F238E27FC236}">
                    <a16:creationId xmlns:a16="http://schemas.microsoft.com/office/drawing/2014/main" id="{28B29F39-15EF-5FD7-326D-9F9AC7B07F16}"/>
                  </a:ext>
                </a:extLst>
              </p:cNvPr>
              <p:cNvSpPr>
                <a:spLocks/>
              </p:cNvSpPr>
              <p:nvPr/>
            </p:nvSpPr>
            <p:spPr bwMode="auto">
              <a:xfrm>
                <a:off x="4864" y="3020"/>
                <a:ext cx="15" cy="41"/>
              </a:xfrm>
              <a:custGeom>
                <a:avLst/>
                <a:gdLst>
                  <a:gd name="T0" fmla="*/ 3 w 3"/>
                  <a:gd name="T1" fmla="*/ 0 h 8"/>
                  <a:gd name="T2" fmla="*/ 0 w 3"/>
                  <a:gd name="T3" fmla="*/ 8 h 8"/>
                  <a:gd name="T4" fmla="*/ 0 w 3"/>
                  <a:gd name="T5" fmla="*/ 8 h 8"/>
                </a:gdLst>
                <a:ahLst/>
                <a:cxnLst>
                  <a:cxn ang="0">
                    <a:pos x="T0" y="T1"/>
                  </a:cxn>
                  <a:cxn ang="0">
                    <a:pos x="T2" y="T3"/>
                  </a:cxn>
                  <a:cxn ang="0">
                    <a:pos x="T4" y="T5"/>
                  </a:cxn>
                </a:cxnLst>
                <a:rect l="0" t="0" r="r" b="b"/>
                <a:pathLst>
                  <a:path w="3" h="8">
                    <a:moveTo>
                      <a:pt x="3" y="0"/>
                    </a:moveTo>
                    <a:lnTo>
                      <a:pt x="0" y="8"/>
                    </a:lnTo>
                    <a:lnTo>
                      <a:pt x="0"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9" name="Freeform 14">
                <a:extLst>
                  <a:ext uri="{FF2B5EF4-FFF2-40B4-BE49-F238E27FC236}">
                    <a16:creationId xmlns:a16="http://schemas.microsoft.com/office/drawing/2014/main" id="{39E68093-9399-7504-AC1D-84CA56CB37C0}"/>
                  </a:ext>
                </a:extLst>
              </p:cNvPr>
              <p:cNvSpPr>
                <a:spLocks/>
              </p:cNvSpPr>
              <p:nvPr/>
            </p:nvSpPr>
            <p:spPr bwMode="auto">
              <a:xfrm>
                <a:off x="4849" y="3020"/>
                <a:ext cx="15" cy="41"/>
              </a:xfrm>
              <a:custGeom>
                <a:avLst/>
                <a:gdLst>
                  <a:gd name="T0" fmla="*/ 3 w 3"/>
                  <a:gd name="T1" fmla="*/ 8 h 8"/>
                  <a:gd name="T2" fmla="*/ 0 w 3"/>
                  <a:gd name="T3" fmla="*/ 0 h 8"/>
                  <a:gd name="T4" fmla="*/ 0 w 3"/>
                  <a:gd name="T5" fmla="*/ 0 h 8"/>
                </a:gdLst>
                <a:ahLst/>
                <a:cxnLst>
                  <a:cxn ang="0">
                    <a:pos x="T0" y="T1"/>
                  </a:cxn>
                  <a:cxn ang="0">
                    <a:pos x="T2" y="T3"/>
                  </a:cxn>
                  <a:cxn ang="0">
                    <a:pos x="T4" y="T5"/>
                  </a:cxn>
                </a:cxnLst>
                <a:rect l="0" t="0" r="r" b="b"/>
                <a:pathLst>
                  <a:path w="3" h="8">
                    <a:moveTo>
                      <a:pt x="3" y="8"/>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0" name="Freeform 15">
                <a:extLst>
                  <a:ext uri="{FF2B5EF4-FFF2-40B4-BE49-F238E27FC236}">
                    <a16:creationId xmlns:a16="http://schemas.microsoft.com/office/drawing/2014/main" id="{8D894266-FB3F-E1A9-6440-6C1AFDA2FD61}"/>
                  </a:ext>
                </a:extLst>
              </p:cNvPr>
              <p:cNvSpPr>
                <a:spLocks/>
              </p:cNvSpPr>
              <p:nvPr/>
            </p:nvSpPr>
            <p:spPr bwMode="auto">
              <a:xfrm>
                <a:off x="4839" y="3020"/>
                <a:ext cx="10" cy="20"/>
              </a:xfrm>
              <a:custGeom>
                <a:avLst/>
                <a:gdLst>
                  <a:gd name="T0" fmla="*/ 2 w 2"/>
                  <a:gd name="T1" fmla="*/ 0 h 4"/>
                  <a:gd name="T2" fmla="*/ 0 w 2"/>
                  <a:gd name="T3" fmla="*/ 4 h 4"/>
                  <a:gd name="T4" fmla="*/ 0 w 2"/>
                  <a:gd name="T5" fmla="*/ 4 h 4"/>
                </a:gdLst>
                <a:ahLst/>
                <a:cxnLst>
                  <a:cxn ang="0">
                    <a:pos x="T0" y="T1"/>
                  </a:cxn>
                  <a:cxn ang="0">
                    <a:pos x="T2" y="T3"/>
                  </a:cxn>
                  <a:cxn ang="0">
                    <a:pos x="T4" y="T5"/>
                  </a:cxn>
                </a:cxnLst>
                <a:rect l="0" t="0" r="r" b="b"/>
                <a:pathLst>
                  <a:path w="2" h="4">
                    <a:moveTo>
                      <a:pt x="2" y="0"/>
                    </a:moveTo>
                    <a:lnTo>
                      <a:pt x="0" y="4"/>
                    </a:lnTo>
                    <a:lnTo>
                      <a:pt x="0" y="4"/>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1" name="Freeform 16">
                <a:extLst>
                  <a:ext uri="{FF2B5EF4-FFF2-40B4-BE49-F238E27FC236}">
                    <a16:creationId xmlns:a16="http://schemas.microsoft.com/office/drawing/2014/main" id="{CE31B550-950F-58DD-5A72-D758F44C8011}"/>
                  </a:ext>
                </a:extLst>
              </p:cNvPr>
              <p:cNvSpPr>
                <a:spLocks/>
              </p:cNvSpPr>
              <p:nvPr/>
            </p:nvSpPr>
            <p:spPr bwMode="auto">
              <a:xfrm>
                <a:off x="4934" y="3040"/>
                <a:ext cx="5" cy="0"/>
              </a:xfrm>
              <a:custGeom>
                <a:avLst/>
                <a:gdLst>
                  <a:gd name="T0" fmla="*/ 1 w 1"/>
                  <a:gd name="T1" fmla="*/ 0 w 1"/>
                  <a:gd name="T2" fmla="*/ 0 w 1"/>
                </a:gdLst>
                <a:ahLst/>
                <a:cxnLst>
                  <a:cxn ang="0">
                    <a:pos x="T0" y="0"/>
                  </a:cxn>
                  <a:cxn ang="0">
                    <a:pos x="T1" y="0"/>
                  </a:cxn>
                  <a:cxn ang="0">
                    <a:pos x="T2" y="0"/>
                  </a:cxn>
                </a:cxnLst>
                <a:rect l="0" t="0" r="r" b="b"/>
                <a:pathLst>
                  <a:path w="1">
                    <a:moveTo>
                      <a:pt x="1"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2" name="Rectangle 17">
                <a:extLst>
                  <a:ext uri="{FF2B5EF4-FFF2-40B4-BE49-F238E27FC236}">
                    <a16:creationId xmlns:a16="http://schemas.microsoft.com/office/drawing/2014/main" id="{79B513B0-6B4E-2ABF-178D-D1273A912AEE}"/>
                  </a:ext>
                </a:extLst>
              </p:cNvPr>
              <p:cNvSpPr>
                <a:spLocks noChangeArrowheads="1"/>
              </p:cNvSpPr>
              <p:nvPr/>
            </p:nvSpPr>
            <p:spPr bwMode="auto">
              <a:xfrm>
                <a:off x="4738" y="2990"/>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R426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3" name="Rectangle 18">
                <a:extLst>
                  <a:ext uri="{FF2B5EF4-FFF2-40B4-BE49-F238E27FC236}">
                    <a16:creationId xmlns:a16="http://schemas.microsoft.com/office/drawing/2014/main" id="{B0A4D191-1CB7-2F00-AEEA-8C68A6724099}"/>
                  </a:ext>
                </a:extLst>
              </p:cNvPr>
              <p:cNvSpPr>
                <a:spLocks noChangeArrowheads="1"/>
              </p:cNvSpPr>
              <p:nvPr/>
            </p:nvSpPr>
            <p:spPr bwMode="auto">
              <a:xfrm>
                <a:off x="4939" y="2990"/>
                <a:ext cx="10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20K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4" name="Freeform 19">
                <a:extLst>
                  <a:ext uri="{FF2B5EF4-FFF2-40B4-BE49-F238E27FC236}">
                    <a16:creationId xmlns:a16="http://schemas.microsoft.com/office/drawing/2014/main" id="{B84AB7FB-B67E-9442-0CE9-C337803FE4D8}"/>
                  </a:ext>
                </a:extLst>
              </p:cNvPr>
              <p:cNvSpPr>
                <a:spLocks/>
              </p:cNvSpPr>
              <p:nvPr/>
            </p:nvSpPr>
            <p:spPr bwMode="auto">
              <a:xfrm>
                <a:off x="4788" y="3040"/>
                <a:ext cx="51"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5" name="Freeform 20">
                <a:extLst>
                  <a:ext uri="{FF2B5EF4-FFF2-40B4-BE49-F238E27FC236}">
                    <a16:creationId xmlns:a16="http://schemas.microsoft.com/office/drawing/2014/main" id="{81799DD5-6EEB-1276-2AFB-A8A7D9D88764}"/>
                  </a:ext>
                </a:extLst>
              </p:cNvPr>
              <p:cNvSpPr>
                <a:spLocks/>
              </p:cNvSpPr>
              <p:nvPr/>
            </p:nvSpPr>
            <p:spPr bwMode="auto">
              <a:xfrm>
                <a:off x="4939" y="3040"/>
                <a:ext cx="51"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6" name="Freeform 21">
                <a:extLst>
                  <a:ext uri="{FF2B5EF4-FFF2-40B4-BE49-F238E27FC236}">
                    <a16:creationId xmlns:a16="http://schemas.microsoft.com/office/drawing/2014/main" id="{5D18E1E2-6A85-82AB-7AA3-6426309F7197}"/>
                  </a:ext>
                </a:extLst>
              </p:cNvPr>
              <p:cNvSpPr>
                <a:spLocks/>
              </p:cNvSpPr>
              <p:nvPr/>
            </p:nvSpPr>
            <p:spPr bwMode="auto">
              <a:xfrm>
                <a:off x="3881" y="2234"/>
                <a:ext cx="202"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7" name="Freeform 22">
                <a:extLst>
                  <a:ext uri="{FF2B5EF4-FFF2-40B4-BE49-F238E27FC236}">
                    <a16:creationId xmlns:a16="http://schemas.microsoft.com/office/drawing/2014/main" id="{D587E96E-993D-CB89-44DB-93720E2B0DC3}"/>
                  </a:ext>
                </a:extLst>
              </p:cNvPr>
              <p:cNvSpPr>
                <a:spLocks/>
              </p:cNvSpPr>
              <p:nvPr/>
            </p:nvSpPr>
            <p:spPr bwMode="auto">
              <a:xfrm>
                <a:off x="6552" y="3847"/>
                <a:ext cx="0" cy="101"/>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8" name="Freeform 23">
                <a:extLst>
                  <a:ext uri="{FF2B5EF4-FFF2-40B4-BE49-F238E27FC236}">
                    <a16:creationId xmlns:a16="http://schemas.microsoft.com/office/drawing/2014/main" id="{EB064370-7FC0-2AB1-794B-77C29A4769E9}"/>
                  </a:ext>
                </a:extLst>
              </p:cNvPr>
              <p:cNvSpPr>
                <a:spLocks/>
              </p:cNvSpPr>
              <p:nvPr/>
            </p:nvSpPr>
            <p:spPr bwMode="auto">
              <a:xfrm>
                <a:off x="5141" y="1830"/>
                <a:ext cx="0" cy="152"/>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9" name="Freeform 24">
                <a:extLst>
                  <a:ext uri="{FF2B5EF4-FFF2-40B4-BE49-F238E27FC236}">
                    <a16:creationId xmlns:a16="http://schemas.microsoft.com/office/drawing/2014/main" id="{47939385-A140-4F95-B00D-8ADCAB96B4AD}"/>
                  </a:ext>
                </a:extLst>
              </p:cNvPr>
              <p:cNvSpPr>
                <a:spLocks/>
              </p:cNvSpPr>
              <p:nvPr/>
            </p:nvSpPr>
            <p:spPr bwMode="auto">
              <a:xfrm>
                <a:off x="6149" y="2234"/>
                <a:ext cx="252" cy="0"/>
              </a:xfrm>
              <a:custGeom>
                <a:avLst/>
                <a:gdLst>
                  <a:gd name="T0" fmla="*/ 50 w 50"/>
                  <a:gd name="T1" fmla="*/ 0 w 50"/>
                  <a:gd name="T2" fmla="*/ 0 w 50"/>
                </a:gdLst>
                <a:ahLst/>
                <a:cxnLst>
                  <a:cxn ang="0">
                    <a:pos x="T0" y="0"/>
                  </a:cxn>
                  <a:cxn ang="0">
                    <a:pos x="T1" y="0"/>
                  </a:cxn>
                  <a:cxn ang="0">
                    <a:pos x="T2" y="0"/>
                  </a:cxn>
                </a:cxnLst>
                <a:rect l="0" t="0" r="r" b="b"/>
                <a:pathLst>
                  <a:path w="50">
                    <a:moveTo>
                      <a:pt x="5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0" name="Freeform 25">
                <a:extLst>
                  <a:ext uri="{FF2B5EF4-FFF2-40B4-BE49-F238E27FC236}">
                    <a16:creationId xmlns:a16="http://schemas.microsoft.com/office/drawing/2014/main" id="{4DEB66B0-D090-A9F9-213C-C8F446FDBA4A}"/>
                  </a:ext>
                </a:extLst>
              </p:cNvPr>
              <p:cNvSpPr>
                <a:spLocks/>
              </p:cNvSpPr>
              <p:nvPr/>
            </p:nvSpPr>
            <p:spPr bwMode="auto">
              <a:xfrm>
                <a:off x="6149" y="2637"/>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1" name="Freeform 26">
                <a:extLst>
                  <a:ext uri="{FF2B5EF4-FFF2-40B4-BE49-F238E27FC236}">
                    <a16:creationId xmlns:a16="http://schemas.microsoft.com/office/drawing/2014/main" id="{107D6AEB-F195-A237-E9CB-486763936BF0}"/>
                  </a:ext>
                </a:extLst>
              </p:cNvPr>
              <p:cNvSpPr>
                <a:spLocks/>
              </p:cNvSpPr>
              <p:nvPr/>
            </p:nvSpPr>
            <p:spPr bwMode="auto">
              <a:xfrm>
                <a:off x="5292" y="3141"/>
                <a:ext cx="202"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2" name="Rectangle 27">
                <a:extLst>
                  <a:ext uri="{FF2B5EF4-FFF2-40B4-BE49-F238E27FC236}">
                    <a16:creationId xmlns:a16="http://schemas.microsoft.com/office/drawing/2014/main" id="{0AB90E2F-E85D-309D-3555-2C6E92F79589}"/>
                  </a:ext>
                </a:extLst>
              </p:cNvPr>
              <p:cNvSpPr>
                <a:spLocks noChangeArrowheads="1"/>
              </p:cNvSpPr>
              <p:nvPr/>
            </p:nvSpPr>
            <p:spPr bwMode="auto">
              <a:xfrm>
                <a:off x="5353" y="3086"/>
                <a:ext cx="17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CS_AC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3" name="Oval 28">
                <a:extLst>
                  <a:ext uri="{FF2B5EF4-FFF2-40B4-BE49-F238E27FC236}">
                    <a16:creationId xmlns:a16="http://schemas.microsoft.com/office/drawing/2014/main" id="{95292D39-823A-F4B5-025A-4040EC6C0C68}"/>
                  </a:ext>
                </a:extLst>
              </p:cNvPr>
              <p:cNvSpPr>
                <a:spLocks noChangeArrowheads="1"/>
              </p:cNvSpPr>
              <p:nvPr/>
            </p:nvSpPr>
            <p:spPr bwMode="auto">
              <a:xfrm>
                <a:off x="5720" y="3242"/>
                <a:ext cx="46" cy="45"/>
              </a:xfrm>
              <a:prstGeom prst="ellipse">
                <a:avLst/>
              </a:pr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4" name="Rectangle 29">
                <a:extLst>
                  <a:ext uri="{FF2B5EF4-FFF2-40B4-BE49-F238E27FC236}">
                    <a16:creationId xmlns:a16="http://schemas.microsoft.com/office/drawing/2014/main" id="{98D0A7C1-C962-A270-2B4F-B98B2BB7D0B9}"/>
                  </a:ext>
                </a:extLst>
              </p:cNvPr>
              <p:cNvSpPr>
                <a:spLocks noChangeArrowheads="1"/>
              </p:cNvSpPr>
              <p:nvPr/>
            </p:nvSpPr>
            <p:spPr bwMode="auto">
              <a:xfrm>
                <a:off x="5695" y="3182"/>
                <a:ext cx="15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TP407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5" name="Freeform 30">
                <a:extLst>
                  <a:ext uri="{FF2B5EF4-FFF2-40B4-BE49-F238E27FC236}">
                    <a16:creationId xmlns:a16="http://schemas.microsoft.com/office/drawing/2014/main" id="{546D4B20-4B62-6543-2172-4E64ABE2B01C}"/>
                  </a:ext>
                </a:extLst>
              </p:cNvPr>
              <p:cNvSpPr>
                <a:spLocks/>
              </p:cNvSpPr>
              <p:nvPr/>
            </p:nvSpPr>
            <p:spPr bwMode="auto">
              <a:xfrm>
                <a:off x="5746" y="3293"/>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6" name="Freeform 31">
                <a:extLst>
                  <a:ext uri="{FF2B5EF4-FFF2-40B4-BE49-F238E27FC236}">
                    <a16:creationId xmlns:a16="http://schemas.microsoft.com/office/drawing/2014/main" id="{775AD16C-94DC-7B21-6EB7-A82680EE62E0}"/>
                  </a:ext>
                </a:extLst>
              </p:cNvPr>
              <p:cNvSpPr>
                <a:spLocks/>
              </p:cNvSpPr>
              <p:nvPr/>
            </p:nvSpPr>
            <p:spPr bwMode="auto">
              <a:xfrm>
                <a:off x="4864" y="3610"/>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7" name="Freeform 32">
                <a:extLst>
                  <a:ext uri="{FF2B5EF4-FFF2-40B4-BE49-F238E27FC236}">
                    <a16:creationId xmlns:a16="http://schemas.microsoft.com/office/drawing/2014/main" id="{911DEA39-8A11-DF56-E526-A38BA406CC67}"/>
                  </a:ext>
                </a:extLst>
              </p:cNvPr>
              <p:cNvSpPr>
                <a:spLocks/>
              </p:cNvSpPr>
              <p:nvPr/>
            </p:nvSpPr>
            <p:spPr bwMode="auto">
              <a:xfrm>
                <a:off x="4864" y="3630"/>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8" name="Freeform 33">
                <a:extLst>
                  <a:ext uri="{FF2B5EF4-FFF2-40B4-BE49-F238E27FC236}">
                    <a16:creationId xmlns:a16="http://schemas.microsoft.com/office/drawing/2014/main" id="{D82455FF-B0D9-BEE0-0F20-3E1881433EC8}"/>
                  </a:ext>
                </a:extLst>
              </p:cNvPr>
              <p:cNvSpPr>
                <a:spLocks/>
              </p:cNvSpPr>
              <p:nvPr/>
            </p:nvSpPr>
            <p:spPr bwMode="auto">
              <a:xfrm>
                <a:off x="4889" y="3630"/>
                <a:ext cx="0" cy="15"/>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9" name="Freeform 34">
                <a:extLst>
                  <a:ext uri="{FF2B5EF4-FFF2-40B4-BE49-F238E27FC236}">
                    <a16:creationId xmlns:a16="http://schemas.microsoft.com/office/drawing/2014/main" id="{089AF195-3263-DBDE-C055-7FD1156FEFE2}"/>
                  </a:ext>
                </a:extLst>
              </p:cNvPr>
              <p:cNvSpPr>
                <a:spLocks/>
              </p:cNvSpPr>
              <p:nvPr/>
            </p:nvSpPr>
            <p:spPr bwMode="auto">
              <a:xfrm>
                <a:off x="4889" y="3595"/>
                <a:ext cx="0" cy="15"/>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0" name="Rectangle 35">
                <a:extLst>
                  <a:ext uri="{FF2B5EF4-FFF2-40B4-BE49-F238E27FC236}">
                    <a16:creationId xmlns:a16="http://schemas.microsoft.com/office/drawing/2014/main" id="{E05428F9-1314-A7BC-E357-0BB07D97825D}"/>
                  </a:ext>
                </a:extLst>
              </p:cNvPr>
              <p:cNvSpPr>
                <a:spLocks noChangeArrowheads="1"/>
              </p:cNvSpPr>
              <p:nvPr/>
            </p:nvSpPr>
            <p:spPr bwMode="auto">
              <a:xfrm>
                <a:off x="4889" y="3545"/>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C432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1" name="Rectangle 36">
                <a:extLst>
                  <a:ext uri="{FF2B5EF4-FFF2-40B4-BE49-F238E27FC236}">
                    <a16:creationId xmlns:a16="http://schemas.microsoft.com/office/drawing/2014/main" id="{EC670D0E-FF4A-8D16-1323-F5DDCD5490DF}"/>
                  </a:ext>
                </a:extLst>
              </p:cNvPr>
              <p:cNvSpPr>
                <a:spLocks noChangeArrowheads="1"/>
              </p:cNvSpPr>
              <p:nvPr/>
            </p:nvSpPr>
            <p:spPr bwMode="auto">
              <a:xfrm>
                <a:off x="4889" y="3645"/>
                <a:ext cx="12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150p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2" name="Freeform 37">
                <a:extLst>
                  <a:ext uri="{FF2B5EF4-FFF2-40B4-BE49-F238E27FC236}">
                    <a16:creationId xmlns:a16="http://schemas.microsoft.com/office/drawing/2014/main" id="{491894CE-3903-A011-71FA-D4669ABE3250}"/>
                  </a:ext>
                </a:extLst>
              </p:cNvPr>
              <p:cNvSpPr>
                <a:spLocks/>
              </p:cNvSpPr>
              <p:nvPr/>
            </p:nvSpPr>
            <p:spPr bwMode="auto">
              <a:xfrm>
                <a:off x="4889" y="3545"/>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3" name="Freeform 38">
                <a:extLst>
                  <a:ext uri="{FF2B5EF4-FFF2-40B4-BE49-F238E27FC236}">
                    <a16:creationId xmlns:a16="http://schemas.microsoft.com/office/drawing/2014/main" id="{5E072FE7-E3A7-E45F-509B-E586DF4F06D1}"/>
                  </a:ext>
                </a:extLst>
              </p:cNvPr>
              <p:cNvSpPr>
                <a:spLocks/>
              </p:cNvSpPr>
              <p:nvPr/>
            </p:nvSpPr>
            <p:spPr bwMode="auto">
              <a:xfrm>
                <a:off x="4889" y="3645"/>
                <a:ext cx="0" cy="51"/>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4" name="Freeform 39">
                <a:extLst>
                  <a:ext uri="{FF2B5EF4-FFF2-40B4-BE49-F238E27FC236}">
                    <a16:creationId xmlns:a16="http://schemas.microsoft.com/office/drawing/2014/main" id="{78EABE80-D758-AB13-0321-BE9A5F9D43A4}"/>
                  </a:ext>
                </a:extLst>
              </p:cNvPr>
              <p:cNvSpPr>
                <a:spLocks/>
              </p:cNvSpPr>
              <p:nvPr/>
            </p:nvSpPr>
            <p:spPr bwMode="auto">
              <a:xfrm>
                <a:off x="4889" y="3141"/>
                <a:ext cx="0" cy="404"/>
              </a:xfrm>
              <a:custGeom>
                <a:avLst/>
                <a:gdLst>
                  <a:gd name="T0" fmla="*/ 80 h 80"/>
                  <a:gd name="T1" fmla="*/ 0 h 80"/>
                  <a:gd name="T2" fmla="*/ 0 h 80"/>
                </a:gdLst>
                <a:ahLst/>
                <a:cxnLst>
                  <a:cxn ang="0">
                    <a:pos x="0" y="T0"/>
                  </a:cxn>
                  <a:cxn ang="0">
                    <a:pos x="0" y="T1"/>
                  </a:cxn>
                  <a:cxn ang="0">
                    <a:pos x="0" y="T2"/>
                  </a:cxn>
                </a:cxnLst>
                <a:rect l="0" t="0" r="r" b="b"/>
                <a:pathLst>
                  <a:path h="80">
                    <a:moveTo>
                      <a:pt x="0" y="8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5" name="Freeform 40">
                <a:extLst>
                  <a:ext uri="{FF2B5EF4-FFF2-40B4-BE49-F238E27FC236}">
                    <a16:creationId xmlns:a16="http://schemas.microsoft.com/office/drawing/2014/main" id="{E904BE44-0319-7422-B9C4-1D5A7D559953}"/>
                  </a:ext>
                </a:extLst>
              </p:cNvPr>
              <p:cNvSpPr>
                <a:spLocks/>
              </p:cNvSpPr>
              <p:nvPr/>
            </p:nvSpPr>
            <p:spPr bwMode="auto">
              <a:xfrm>
                <a:off x="5998" y="2688"/>
                <a:ext cx="151"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6" name="Oval 41">
                <a:extLst>
                  <a:ext uri="{FF2B5EF4-FFF2-40B4-BE49-F238E27FC236}">
                    <a16:creationId xmlns:a16="http://schemas.microsoft.com/office/drawing/2014/main" id="{8A7AA4A4-5F1C-CA5C-6739-0EEC2772B3D1}"/>
                  </a:ext>
                </a:extLst>
              </p:cNvPr>
              <p:cNvSpPr>
                <a:spLocks noChangeArrowheads="1"/>
              </p:cNvSpPr>
              <p:nvPr/>
            </p:nvSpPr>
            <p:spPr bwMode="auto">
              <a:xfrm>
                <a:off x="6139" y="2677"/>
                <a:ext cx="15" cy="16"/>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42">
                <a:extLst>
                  <a:ext uri="{FF2B5EF4-FFF2-40B4-BE49-F238E27FC236}">
                    <a16:creationId xmlns:a16="http://schemas.microsoft.com/office/drawing/2014/main" id="{3F889D53-A896-5F36-FC71-2B988C7FF955}"/>
                  </a:ext>
                </a:extLst>
              </p:cNvPr>
              <p:cNvSpPr>
                <a:spLocks/>
              </p:cNvSpPr>
              <p:nvPr/>
            </p:nvSpPr>
            <p:spPr bwMode="auto">
              <a:xfrm>
                <a:off x="4032" y="1931"/>
                <a:ext cx="51"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8" name="Oval 43">
                <a:extLst>
                  <a:ext uri="{FF2B5EF4-FFF2-40B4-BE49-F238E27FC236}">
                    <a16:creationId xmlns:a16="http://schemas.microsoft.com/office/drawing/2014/main" id="{CD06F958-02C3-6C0B-7B7A-733D4427837C}"/>
                  </a:ext>
                </a:extLst>
              </p:cNvPr>
              <p:cNvSpPr>
                <a:spLocks noChangeArrowheads="1"/>
              </p:cNvSpPr>
              <p:nvPr/>
            </p:nvSpPr>
            <p:spPr bwMode="auto">
              <a:xfrm>
                <a:off x="4073" y="1921"/>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44">
                <a:extLst>
                  <a:ext uri="{FF2B5EF4-FFF2-40B4-BE49-F238E27FC236}">
                    <a16:creationId xmlns:a16="http://schemas.microsoft.com/office/drawing/2014/main" id="{D2A4B11B-C03F-8851-A51D-21963479529F}"/>
                  </a:ext>
                </a:extLst>
              </p:cNvPr>
              <p:cNvSpPr>
                <a:spLocks/>
              </p:cNvSpPr>
              <p:nvPr/>
            </p:nvSpPr>
            <p:spPr bwMode="auto">
              <a:xfrm>
                <a:off x="4083" y="2133"/>
                <a:ext cx="0" cy="101"/>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0" name="Oval 45">
                <a:extLst>
                  <a:ext uri="{FF2B5EF4-FFF2-40B4-BE49-F238E27FC236}">
                    <a16:creationId xmlns:a16="http://schemas.microsoft.com/office/drawing/2014/main" id="{95502F97-2392-624A-1871-030E07328387}"/>
                  </a:ext>
                </a:extLst>
              </p:cNvPr>
              <p:cNvSpPr>
                <a:spLocks noChangeArrowheads="1"/>
              </p:cNvSpPr>
              <p:nvPr/>
            </p:nvSpPr>
            <p:spPr bwMode="auto">
              <a:xfrm>
                <a:off x="4073" y="2224"/>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46">
                <a:extLst>
                  <a:ext uri="{FF2B5EF4-FFF2-40B4-BE49-F238E27FC236}">
                    <a16:creationId xmlns:a16="http://schemas.microsoft.com/office/drawing/2014/main" id="{EC7D26E4-97F0-7A99-1E37-274E5721623B}"/>
                  </a:ext>
                </a:extLst>
              </p:cNvPr>
              <p:cNvSpPr>
                <a:spLocks/>
              </p:cNvSpPr>
              <p:nvPr/>
            </p:nvSpPr>
            <p:spPr bwMode="auto">
              <a:xfrm>
                <a:off x="5645" y="3746"/>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2" name="Freeform 47">
                <a:extLst>
                  <a:ext uri="{FF2B5EF4-FFF2-40B4-BE49-F238E27FC236}">
                    <a16:creationId xmlns:a16="http://schemas.microsoft.com/office/drawing/2014/main" id="{5ED3A740-7B9B-457B-D21A-7233AAE15D81}"/>
                  </a:ext>
                </a:extLst>
              </p:cNvPr>
              <p:cNvSpPr>
                <a:spLocks/>
              </p:cNvSpPr>
              <p:nvPr/>
            </p:nvSpPr>
            <p:spPr bwMode="auto">
              <a:xfrm>
                <a:off x="5599" y="1810"/>
                <a:ext cx="11" cy="20"/>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3" name="Freeform 48">
                <a:extLst>
                  <a:ext uri="{FF2B5EF4-FFF2-40B4-BE49-F238E27FC236}">
                    <a16:creationId xmlns:a16="http://schemas.microsoft.com/office/drawing/2014/main" id="{2C66C70F-A0F0-54BA-58F1-D5CB93559DC5}"/>
                  </a:ext>
                </a:extLst>
              </p:cNvPr>
              <p:cNvSpPr>
                <a:spLocks/>
              </p:cNvSpPr>
              <p:nvPr/>
            </p:nvSpPr>
            <p:spPr bwMode="auto">
              <a:xfrm>
                <a:off x="5610" y="1810"/>
                <a:ext cx="15" cy="41"/>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4" name="Freeform 49">
                <a:extLst>
                  <a:ext uri="{FF2B5EF4-FFF2-40B4-BE49-F238E27FC236}">
                    <a16:creationId xmlns:a16="http://schemas.microsoft.com/office/drawing/2014/main" id="{3B2B5F79-BECB-25B1-CB61-764FC842F7B2}"/>
                  </a:ext>
                </a:extLst>
              </p:cNvPr>
              <p:cNvSpPr>
                <a:spLocks/>
              </p:cNvSpPr>
              <p:nvPr/>
            </p:nvSpPr>
            <p:spPr bwMode="auto">
              <a:xfrm>
                <a:off x="5625" y="1810"/>
                <a:ext cx="15" cy="41"/>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5" name="Freeform 50">
                <a:extLst>
                  <a:ext uri="{FF2B5EF4-FFF2-40B4-BE49-F238E27FC236}">
                    <a16:creationId xmlns:a16="http://schemas.microsoft.com/office/drawing/2014/main" id="{ED423CF5-1B4E-4309-B64B-90A3FB10771F}"/>
                  </a:ext>
                </a:extLst>
              </p:cNvPr>
              <p:cNvSpPr>
                <a:spLocks/>
              </p:cNvSpPr>
              <p:nvPr/>
            </p:nvSpPr>
            <p:spPr bwMode="auto">
              <a:xfrm>
                <a:off x="5640" y="1810"/>
                <a:ext cx="15" cy="41"/>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6" name="Freeform 51">
                <a:extLst>
                  <a:ext uri="{FF2B5EF4-FFF2-40B4-BE49-F238E27FC236}">
                    <a16:creationId xmlns:a16="http://schemas.microsoft.com/office/drawing/2014/main" id="{7C266B73-E304-C910-B766-75B7AEB9C19E}"/>
                  </a:ext>
                </a:extLst>
              </p:cNvPr>
              <p:cNvSpPr>
                <a:spLocks/>
              </p:cNvSpPr>
              <p:nvPr/>
            </p:nvSpPr>
            <p:spPr bwMode="auto">
              <a:xfrm>
                <a:off x="5655" y="1810"/>
                <a:ext cx="15" cy="41"/>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7" name="Freeform 52">
                <a:extLst>
                  <a:ext uri="{FF2B5EF4-FFF2-40B4-BE49-F238E27FC236}">
                    <a16:creationId xmlns:a16="http://schemas.microsoft.com/office/drawing/2014/main" id="{C265E181-0FDD-5C66-950A-705831154825}"/>
                  </a:ext>
                </a:extLst>
              </p:cNvPr>
              <p:cNvSpPr>
                <a:spLocks/>
              </p:cNvSpPr>
              <p:nvPr/>
            </p:nvSpPr>
            <p:spPr bwMode="auto">
              <a:xfrm>
                <a:off x="5670" y="1810"/>
                <a:ext cx="15" cy="41"/>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8" name="Freeform 53">
                <a:extLst>
                  <a:ext uri="{FF2B5EF4-FFF2-40B4-BE49-F238E27FC236}">
                    <a16:creationId xmlns:a16="http://schemas.microsoft.com/office/drawing/2014/main" id="{F393FFE0-1DA3-2F46-8B4D-EC8C1D222A19}"/>
                  </a:ext>
                </a:extLst>
              </p:cNvPr>
              <p:cNvSpPr>
                <a:spLocks/>
              </p:cNvSpPr>
              <p:nvPr/>
            </p:nvSpPr>
            <p:spPr bwMode="auto">
              <a:xfrm>
                <a:off x="5685" y="1830"/>
                <a:ext cx="10" cy="21"/>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9" name="Freeform 54">
                <a:extLst>
                  <a:ext uri="{FF2B5EF4-FFF2-40B4-BE49-F238E27FC236}">
                    <a16:creationId xmlns:a16="http://schemas.microsoft.com/office/drawing/2014/main" id="{E1ABAEA4-51EE-39A5-10A2-D3B700FB229F}"/>
                  </a:ext>
                </a:extLst>
              </p:cNvPr>
              <p:cNvSpPr>
                <a:spLocks/>
              </p:cNvSpPr>
              <p:nvPr/>
            </p:nvSpPr>
            <p:spPr bwMode="auto">
              <a:xfrm>
                <a:off x="5594" y="1830"/>
                <a:ext cx="5" cy="0"/>
              </a:xfrm>
              <a:custGeom>
                <a:avLst/>
                <a:gdLst>
                  <a:gd name="T0" fmla="*/ 0 w 1"/>
                  <a:gd name="T1" fmla="*/ 1 w 1"/>
                  <a:gd name="T2" fmla="*/ 1 w 1"/>
                </a:gdLst>
                <a:ahLst/>
                <a:cxnLst>
                  <a:cxn ang="0">
                    <a:pos x="T0" y="0"/>
                  </a:cxn>
                  <a:cxn ang="0">
                    <a:pos x="T1" y="0"/>
                  </a:cxn>
                  <a:cxn ang="0">
                    <a:pos x="T2" y="0"/>
                  </a:cxn>
                </a:cxnLst>
                <a:rect l="0" t="0" r="r" b="b"/>
                <a:pathLst>
                  <a:path w="1">
                    <a:moveTo>
                      <a:pt x="0" y="0"/>
                    </a:moveTo>
                    <a:lnTo>
                      <a:pt x="1" y="0"/>
                    </a:lnTo>
                    <a:lnTo>
                      <a:pt x="1"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0" name="Rectangle 55">
                <a:extLst>
                  <a:ext uri="{FF2B5EF4-FFF2-40B4-BE49-F238E27FC236}">
                    <a16:creationId xmlns:a16="http://schemas.microsoft.com/office/drawing/2014/main" id="{CECB2C54-2777-0D83-C036-B2E3F085052A}"/>
                  </a:ext>
                </a:extLst>
              </p:cNvPr>
              <p:cNvSpPr>
                <a:spLocks noChangeArrowheads="1"/>
              </p:cNvSpPr>
              <p:nvPr/>
            </p:nvSpPr>
            <p:spPr bwMode="auto">
              <a:xfrm>
                <a:off x="5494" y="1780"/>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R415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1" name="Rectangle 56">
                <a:extLst>
                  <a:ext uri="{FF2B5EF4-FFF2-40B4-BE49-F238E27FC236}">
                    <a16:creationId xmlns:a16="http://schemas.microsoft.com/office/drawing/2014/main" id="{306E54C1-4632-EA90-9829-C8E0DCA1F5E4}"/>
                  </a:ext>
                </a:extLst>
              </p:cNvPr>
              <p:cNvSpPr>
                <a:spLocks noChangeArrowheads="1"/>
              </p:cNvSpPr>
              <p:nvPr/>
            </p:nvSpPr>
            <p:spPr bwMode="auto">
              <a:xfrm>
                <a:off x="5695" y="1780"/>
                <a:ext cx="7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2" name="Freeform 57">
                <a:extLst>
                  <a:ext uri="{FF2B5EF4-FFF2-40B4-BE49-F238E27FC236}">
                    <a16:creationId xmlns:a16="http://schemas.microsoft.com/office/drawing/2014/main" id="{41BDE75B-42E7-AA4D-6228-4B7D927CF904}"/>
                  </a:ext>
                </a:extLst>
              </p:cNvPr>
              <p:cNvSpPr>
                <a:spLocks/>
              </p:cNvSpPr>
              <p:nvPr/>
            </p:nvSpPr>
            <p:spPr bwMode="auto">
              <a:xfrm>
                <a:off x="5695" y="1830"/>
                <a:ext cx="51"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3" name="Freeform 58">
                <a:extLst>
                  <a:ext uri="{FF2B5EF4-FFF2-40B4-BE49-F238E27FC236}">
                    <a16:creationId xmlns:a16="http://schemas.microsoft.com/office/drawing/2014/main" id="{522E998F-781E-705E-4D09-BE01F0306437}"/>
                  </a:ext>
                </a:extLst>
              </p:cNvPr>
              <p:cNvSpPr>
                <a:spLocks/>
              </p:cNvSpPr>
              <p:nvPr/>
            </p:nvSpPr>
            <p:spPr bwMode="auto">
              <a:xfrm>
                <a:off x="5544" y="1830"/>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4" name="Freeform 59">
                <a:extLst>
                  <a:ext uri="{FF2B5EF4-FFF2-40B4-BE49-F238E27FC236}">
                    <a16:creationId xmlns:a16="http://schemas.microsoft.com/office/drawing/2014/main" id="{2BC667E0-A9EC-E1A7-333F-A0B3CA70CBAC}"/>
                  </a:ext>
                </a:extLst>
              </p:cNvPr>
              <p:cNvSpPr>
                <a:spLocks/>
              </p:cNvSpPr>
              <p:nvPr/>
            </p:nvSpPr>
            <p:spPr bwMode="auto">
              <a:xfrm>
                <a:off x="4990" y="2688"/>
                <a:ext cx="856" cy="0"/>
              </a:xfrm>
              <a:custGeom>
                <a:avLst/>
                <a:gdLst>
                  <a:gd name="T0" fmla="*/ 170 w 170"/>
                  <a:gd name="T1" fmla="*/ 0 w 170"/>
                  <a:gd name="T2" fmla="*/ 0 w 170"/>
                </a:gdLst>
                <a:ahLst/>
                <a:cxnLst>
                  <a:cxn ang="0">
                    <a:pos x="T0" y="0"/>
                  </a:cxn>
                  <a:cxn ang="0">
                    <a:pos x="T1" y="0"/>
                  </a:cxn>
                  <a:cxn ang="0">
                    <a:pos x="T2" y="0"/>
                  </a:cxn>
                </a:cxnLst>
                <a:rect l="0" t="0" r="r" b="b"/>
                <a:pathLst>
                  <a:path w="170">
                    <a:moveTo>
                      <a:pt x="17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5" name="Rectangle 60">
                <a:extLst>
                  <a:ext uri="{FF2B5EF4-FFF2-40B4-BE49-F238E27FC236}">
                    <a16:creationId xmlns:a16="http://schemas.microsoft.com/office/drawing/2014/main" id="{F276E595-7657-9542-98E3-EAE6954FDE03}"/>
                  </a:ext>
                </a:extLst>
              </p:cNvPr>
              <p:cNvSpPr>
                <a:spLocks noChangeArrowheads="1"/>
              </p:cNvSpPr>
              <p:nvPr/>
            </p:nvSpPr>
            <p:spPr bwMode="auto">
              <a:xfrm>
                <a:off x="5000" y="2632"/>
                <a:ext cx="307"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ACDC_CTRL-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6" name="Freeform 61">
                <a:extLst>
                  <a:ext uri="{FF2B5EF4-FFF2-40B4-BE49-F238E27FC236}">
                    <a16:creationId xmlns:a16="http://schemas.microsoft.com/office/drawing/2014/main" id="{E1655C16-5CC4-3D05-6E68-59B26314B8EC}"/>
                  </a:ext>
                </a:extLst>
              </p:cNvPr>
              <p:cNvSpPr>
                <a:spLocks/>
              </p:cNvSpPr>
              <p:nvPr/>
            </p:nvSpPr>
            <p:spPr bwMode="auto">
              <a:xfrm>
                <a:off x="6401" y="2183"/>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7" name="Freeform 62">
                <a:extLst>
                  <a:ext uri="{FF2B5EF4-FFF2-40B4-BE49-F238E27FC236}">
                    <a16:creationId xmlns:a16="http://schemas.microsoft.com/office/drawing/2014/main" id="{F3A97DAC-8C1B-20F3-9952-1B671062743E}"/>
                  </a:ext>
                </a:extLst>
              </p:cNvPr>
              <p:cNvSpPr>
                <a:spLocks/>
              </p:cNvSpPr>
              <p:nvPr/>
            </p:nvSpPr>
            <p:spPr bwMode="auto">
              <a:xfrm>
                <a:off x="6149" y="2083"/>
                <a:ext cx="0" cy="151"/>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8" name="Oval 63">
                <a:extLst>
                  <a:ext uri="{FF2B5EF4-FFF2-40B4-BE49-F238E27FC236}">
                    <a16:creationId xmlns:a16="http://schemas.microsoft.com/office/drawing/2014/main" id="{0C01909C-4BB3-736C-6F0C-07F2DF0C86B7}"/>
                  </a:ext>
                </a:extLst>
              </p:cNvPr>
              <p:cNvSpPr>
                <a:spLocks noChangeArrowheads="1"/>
              </p:cNvSpPr>
              <p:nvPr/>
            </p:nvSpPr>
            <p:spPr bwMode="auto">
              <a:xfrm>
                <a:off x="6139" y="2224"/>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64">
                <a:extLst>
                  <a:ext uri="{FF2B5EF4-FFF2-40B4-BE49-F238E27FC236}">
                    <a16:creationId xmlns:a16="http://schemas.microsoft.com/office/drawing/2014/main" id="{53B67289-B191-0848-7814-439708775F96}"/>
                  </a:ext>
                </a:extLst>
              </p:cNvPr>
              <p:cNvSpPr>
                <a:spLocks/>
              </p:cNvSpPr>
              <p:nvPr/>
            </p:nvSpPr>
            <p:spPr bwMode="auto">
              <a:xfrm>
                <a:off x="6552" y="1931"/>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0" name="Freeform 65">
                <a:extLst>
                  <a:ext uri="{FF2B5EF4-FFF2-40B4-BE49-F238E27FC236}">
                    <a16:creationId xmlns:a16="http://schemas.microsoft.com/office/drawing/2014/main" id="{2AD58A84-E968-D29C-7387-AE475A641E08}"/>
                  </a:ext>
                </a:extLst>
              </p:cNvPr>
              <p:cNvSpPr>
                <a:spLocks/>
              </p:cNvSpPr>
              <p:nvPr/>
            </p:nvSpPr>
            <p:spPr bwMode="auto">
              <a:xfrm>
                <a:off x="4889" y="4150"/>
                <a:ext cx="554" cy="0"/>
              </a:xfrm>
              <a:custGeom>
                <a:avLst/>
                <a:gdLst>
                  <a:gd name="T0" fmla="*/ 110 w 110"/>
                  <a:gd name="T1" fmla="*/ 0 w 110"/>
                  <a:gd name="T2" fmla="*/ 0 w 110"/>
                </a:gdLst>
                <a:ahLst/>
                <a:cxnLst>
                  <a:cxn ang="0">
                    <a:pos x="T0" y="0"/>
                  </a:cxn>
                  <a:cxn ang="0">
                    <a:pos x="T1" y="0"/>
                  </a:cxn>
                  <a:cxn ang="0">
                    <a:pos x="T2" y="0"/>
                  </a:cxn>
                </a:cxnLst>
                <a:rect l="0" t="0" r="r" b="b"/>
                <a:pathLst>
                  <a:path w="110">
                    <a:moveTo>
                      <a:pt x="1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1" name="Freeform 66">
                <a:extLst>
                  <a:ext uri="{FF2B5EF4-FFF2-40B4-BE49-F238E27FC236}">
                    <a16:creationId xmlns:a16="http://schemas.microsoft.com/office/drawing/2014/main" id="{EE858453-51D6-9C46-C7CC-4E30CFCB5945}"/>
                  </a:ext>
                </a:extLst>
              </p:cNvPr>
              <p:cNvSpPr>
                <a:spLocks/>
              </p:cNvSpPr>
              <p:nvPr/>
            </p:nvSpPr>
            <p:spPr bwMode="auto">
              <a:xfrm>
                <a:off x="6350" y="3595"/>
                <a:ext cx="202"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2" name="Rectangle 67">
                <a:extLst>
                  <a:ext uri="{FF2B5EF4-FFF2-40B4-BE49-F238E27FC236}">
                    <a16:creationId xmlns:a16="http://schemas.microsoft.com/office/drawing/2014/main" id="{116026CA-AACA-135C-F815-570ECE30A1F1}"/>
                  </a:ext>
                </a:extLst>
              </p:cNvPr>
              <p:cNvSpPr>
                <a:spLocks noChangeArrowheads="1"/>
              </p:cNvSpPr>
              <p:nvPr/>
            </p:nvSpPr>
            <p:spPr bwMode="auto">
              <a:xfrm>
                <a:off x="6360" y="3540"/>
                <a:ext cx="16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AC_FB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63" name="Freeform 68">
                <a:extLst>
                  <a:ext uri="{FF2B5EF4-FFF2-40B4-BE49-F238E27FC236}">
                    <a16:creationId xmlns:a16="http://schemas.microsoft.com/office/drawing/2014/main" id="{73619E13-D42C-4732-DC47-1201BF548279}"/>
                  </a:ext>
                </a:extLst>
              </p:cNvPr>
              <p:cNvSpPr>
                <a:spLocks/>
              </p:cNvSpPr>
              <p:nvPr/>
            </p:nvSpPr>
            <p:spPr bwMode="auto">
              <a:xfrm>
                <a:off x="6149" y="2335"/>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4" name="Oval 69">
                <a:extLst>
                  <a:ext uri="{FF2B5EF4-FFF2-40B4-BE49-F238E27FC236}">
                    <a16:creationId xmlns:a16="http://schemas.microsoft.com/office/drawing/2014/main" id="{49576555-C523-1317-BAC1-15D77A4601AB}"/>
                  </a:ext>
                </a:extLst>
              </p:cNvPr>
              <p:cNvSpPr>
                <a:spLocks noChangeArrowheads="1"/>
              </p:cNvSpPr>
              <p:nvPr/>
            </p:nvSpPr>
            <p:spPr bwMode="auto">
              <a:xfrm>
                <a:off x="6139" y="2375"/>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5" name="Oval 70">
                <a:extLst>
                  <a:ext uri="{FF2B5EF4-FFF2-40B4-BE49-F238E27FC236}">
                    <a16:creationId xmlns:a16="http://schemas.microsoft.com/office/drawing/2014/main" id="{6C68C13B-BACD-7153-2162-D093B634EE37}"/>
                  </a:ext>
                </a:extLst>
              </p:cNvPr>
              <p:cNvSpPr>
                <a:spLocks noChangeArrowheads="1"/>
              </p:cNvSpPr>
              <p:nvPr/>
            </p:nvSpPr>
            <p:spPr bwMode="auto">
              <a:xfrm>
                <a:off x="6139" y="2325"/>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6" name="Freeform 71">
                <a:extLst>
                  <a:ext uri="{FF2B5EF4-FFF2-40B4-BE49-F238E27FC236}">
                    <a16:creationId xmlns:a16="http://schemas.microsoft.com/office/drawing/2014/main" id="{8D4C47ED-F1BE-73E4-B531-BD4952735D3B}"/>
                  </a:ext>
                </a:extLst>
              </p:cNvPr>
              <p:cNvSpPr>
                <a:spLocks/>
              </p:cNvSpPr>
              <p:nvPr/>
            </p:nvSpPr>
            <p:spPr bwMode="auto">
              <a:xfrm>
                <a:off x="5846" y="2486"/>
                <a:ext cx="0" cy="202"/>
              </a:xfrm>
              <a:custGeom>
                <a:avLst/>
                <a:gdLst>
                  <a:gd name="T0" fmla="*/ 40 h 40"/>
                  <a:gd name="T1" fmla="*/ 0 h 40"/>
                  <a:gd name="T2" fmla="*/ 0 h 40"/>
                </a:gdLst>
                <a:ahLst/>
                <a:cxnLst>
                  <a:cxn ang="0">
                    <a:pos x="0" y="T0"/>
                  </a:cxn>
                  <a:cxn ang="0">
                    <a:pos x="0" y="T1"/>
                  </a:cxn>
                  <a:cxn ang="0">
                    <a:pos x="0" y="T2"/>
                  </a:cxn>
                </a:cxnLst>
                <a:rect l="0" t="0" r="r" b="b"/>
                <a:pathLst>
                  <a:path h="40">
                    <a:moveTo>
                      <a:pt x="0" y="4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7" name="Oval 72">
                <a:extLst>
                  <a:ext uri="{FF2B5EF4-FFF2-40B4-BE49-F238E27FC236}">
                    <a16:creationId xmlns:a16="http://schemas.microsoft.com/office/drawing/2014/main" id="{E97C325F-6CA9-F09D-E1A4-7729799302B6}"/>
                  </a:ext>
                </a:extLst>
              </p:cNvPr>
              <p:cNvSpPr>
                <a:spLocks noChangeArrowheads="1"/>
              </p:cNvSpPr>
              <p:nvPr/>
            </p:nvSpPr>
            <p:spPr bwMode="auto">
              <a:xfrm>
                <a:off x="5836" y="2677"/>
                <a:ext cx="15" cy="16"/>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 name="Freeform 73">
                <a:extLst>
                  <a:ext uri="{FF2B5EF4-FFF2-40B4-BE49-F238E27FC236}">
                    <a16:creationId xmlns:a16="http://schemas.microsoft.com/office/drawing/2014/main" id="{8D5AC0F0-659F-88F7-0706-AA1A322882F9}"/>
                  </a:ext>
                </a:extLst>
              </p:cNvPr>
              <p:cNvSpPr>
                <a:spLocks/>
              </p:cNvSpPr>
              <p:nvPr/>
            </p:nvSpPr>
            <p:spPr bwMode="auto">
              <a:xfrm>
                <a:off x="4083" y="2234"/>
                <a:ext cx="151"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9" name="Freeform 74">
                <a:extLst>
                  <a:ext uri="{FF2B5EF4-FFF2-40B4-BE49-F238E27FC236}">
                    <a16:creationId xmlns:a16="http://schemas.microsoft.com/office/drawing/2014/main" id="{DE3DA716-77D6-1037-22C4-EBF9318C7D3B}"/>
                  </a:ext>
                </a:extLst>
              </p:cNvPr>
              <p:cNvSpPr>
                <a:spLocks/>
              </p:cNvSpPr>
              <p:nvPr/>
            </p:nvSpPr>
            <p:spPr bwMode="auto">
              <a:xfrm>
                <a:off x="6552" y="4099"/>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0" name="Freeform 75">
                <a:extLst>
                  <a:ext uri="{FF2B5EF4-FFF2-40B4-BE49-F238E27FC236}">
                    <a16:creationId xmlns:a16="http://schemas.microsoft.com/office/drawing/2014/main" id="{23B0C441-702C-A326-5A86-28341818B214}"/>
                  </a:ext>
                </a:extLst>
              </p:cNvPr>
              <p:cNvSpPr>
                <a:spLocks/>
              </p:cNvSpPr>
              <p:nvPr/>
            </p:nvSpPr>
            <p:spPr bwMode="auto">
              <a:xfrm>
                <a:off x="5645" y="3797"/>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1" name="Freeform 76">
                <a:extLst>
                  <a:ext uri="{FF2B5EF4-FFF2-40B4-BE49-F238E27FC236}">
                    <a16:creationId xmlns:a16="http://schemas.microsoft.com/office/drawing/2014/main" id="{1728547E-8049-E0F9-5284-EF6416E5B94E}"/>
                  </a:ext>
                </a:extLst>
              </p:cNvPr>
              <p:cNvSpPr>
                <a:spLocks/>
              </p:cNvSpPr>
              <p:nvPr/>
            </p:nvSpPr>
            <p:spPr bwMode="auto">
              <a:xfrm>
                <a:off x="3629" y="3040"/>
                <a:ext cx="353" cy="0"/>
              </a:xfrm>
              <a:custGeom>
                <a:avLst/>
                <a:gdLst>
                  <a:gd name="T0" fmla="*/ 70 w 70"/>
                  <a:gd name="T1" fmla="*/ 0 w 70"/>
                  <a:gd name="T2" fmla="*/ 0 w 70"/>
                </a:gdLst>
                <a:ahLst/>
                <a:cxnLst>
                  <a:cxn ang="0">
                    <a:pos x="T0" y="0"/>
                  </a:cxn>
                  <a:cxn ang="0">
                    <a:pos x="T1" y="0"/>
                  </a:cxn>
                  <a:cxn ang="0">
                    <a:pos x="T2" y="0"/>
                  </a:cxn>
                </a:cxnLst>
                <a:rect l="0" t="0" r="r" b="b"/>
                <a:pathLst>
                  <a:path w="70">
                    <a:moveTo>
                      <a:pt x="7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2" name="Rectangle 77">
                <a:extLst>
                  <a:ext uri="{FF2B5EF4-FFF2-40B4-BE49-F238E27FC236}">
                    <a16:creationId xmlns:a16="http://schemas.microsoft.com/office/drawing/2014/main" id="{B842F430-C17B-06EE-4DD8-86D6ACE236A0}"/>
                  </a:ext>
                </a:extLst>
              </p:cNvPr>
              <p:cNvSpPr>
                <a:spLocks noChangeArrowheads="1"/>
              </p:cNvSpPr>
              <p:nvPr/>
            </p:nvSpPr>
            <p:spPr bwMode="auto">
              <a:xfrm>
                <a:off x="3639" y="2985"/>
                <a:ext cx="212"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AC_Rt/Ct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3" name="Freeform 78">
                <a:extLst>
                  <a:ext uri="{FF2B5EF4-FFF2-40B4-BE49-F238E27FC236}">
                    <a16:creationId xmlns:a16="http://schemas.microsoft.com/office/drawing/2014/main" id="{67AB286E-C10F-44D4-D60D-32292F125F32}"/>
                  </a:ext>
                </a:extLst>
              </p:cNvPr>
              <p:cNvSpPr>
                <a:spLocks/>
              </p:cNvSpPr>
              <p:nvPr/>
            </p:nvSpPr>
            <p:spPr bwMode="auto">
              <a:xfrm>
                <a:off x="6149" y="2234"/>
                <a:ext cx="0" cy="101"/>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4" name="Freeform 79">
                <a:extLst>
                  <a:ext uri="{FF2B5EF4-FFF2-40B4-BE49-F238E27FC236}">
                    <a16:creationId xmlns:a16="http://schemas.microsoft.com/office/drawing/2014/main" id="{D1B0E435-D9E7-5DA9-4C9C-0F6A6A4DA8F3}"/>
                  </a:ext>
                </a:extLst>
              </p:cNvPr>
              <p:cNvSpPr>
                <a:spLocks/>
              </p:cNvSpPr>
              <p:nvPr/>
            </p:nvSpPr>
            <p:spPr bwMode="auto">
              <a:xfrm>
                <a:off x="6149" y="1679"/>
                <a:ext cx="0" cy="202"/>
              </a:xfrm>
              <a:custGeom>
                <a:avLst/>
                <a:gdLst>
                  <a:gd name="T0" fmla="*/ 40 h 40"/>
                  <a:gd name="T1" fmla="*/ 0 h 40"/>
                  <a:gd name="T2" fmla="*/ 0 h 40"/>
                </a:gdLst>
                <a:ahLst/>
                <a:cxnLst>
                  <a:cxn ang="0">
                    <a:pos x="0" y="T0"/>
                  </a:cxn>
                  <a:cxn ang="0">
                    <a:pos x="0" y="T1"/>
                  </a:cxn>
                  <a:cxn ang="0">
                    <a:pos x="0" y="T2"/>
                  </a:cxn>
                </a:cxnLst>
                <a:rect l="0" t="0" r="r" b="b"/>
                <a:pathLst>
                  <a:path h="40">
                    <a:moveTo>
                      <a:pt x="0" y="4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5" name="Oval 80">
                <a:extLst>
                  <a:ext uri="{FF2B5EF4-FFF2-40B4-BE49-F238E27FC236}">
                    <a16:creationId xmlns:a16="http://schemas.microsoft.com/office/drawing/2014/main" id="{2D4CBD5E-5F5D-9C3B-F730-B59D70E2F66E}"/>
                  </a:ext>
                </a:extLst>
              </p:cNvPr>
              <p:cNvSpPr>
                <a:spLocks noChangeArrowheads="1"/>
              </p:cNvSpPr>
              <p:nvPr/>
            </p:nvSpPr>
            <p:spPr bwMode="auto">
              <a:xfrm>
                <a:off x="6139" y="1669"/>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6" name="Line 81">
                <a:extLst>
                  <a:ext uri="{FF2B5EF4-FFF2-40B4-BE49-F238E27FC236}">
                    <a16:creationId xmlns:a16="http://schemas.microsoft.com/office/drawing/2014/main" id="{E9C54F98-C236-A236-A78F-01A5A3CD388E}"/>
                  </a:ext>
                </a:extLst>
              </p:cNvPr>
              <p:cNvSpPr>
                <a:spLocks noChangeShapeType="1"/>
              </p:cNvSpPr>
              <p:nvPr/>
            </p:nvSpPr>
            <p:spPr bwMode="auto">
              <a:xfrm flipH="1">
                <a:off x="6098" y="1946"/>
                <a:ext cx="51" cy="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7" name="Line 82">
                <a:extLst>
                  <a:ext uri="{FF2B5EF4-FFF2-40B4-BE49-F238E27FC236}">
                    <a16:creationId xmlns:a16="http://schemas.microsoft.com/office/drawing/2014/main" id="{1F8BDF62-18C0-D0F7-CB11-B800C0B20E1E}"/>
                  </a:ext>
                </a:extLst>
              </p:cNvPr>
              <p:cNvSpPr>
                <a:spLocks noChangeShapeType="1"/>
              </p:cNvSpPr>
              <p:nvPr/>
            </p:nvSpPr>
            <p:spPr bwMode="auto">
              <a:xfrm flipH="1">
                <a:off x="6098" y="1982"/>
                <a:ext cx="51" cy="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8" name="Line 83">
                <a:extLst>
                  <a:ext uri="{FF2B5EF4-FFF2-40B4-BE49-F238E27FC236}">
                    <a16:creationId xmlns:a16="http://schemas.microsoft.com/office/drawing/2014/main" id="{C2FEE839-CF1D-CE9F-DF0A-114BAE05074E}"/>
                  </a:ext>
                </a:extLst>
              </p:cNvPr>
              <p:cNvSpPr>
                <a:spLocks noChangeShapeType="1"/>
              </p:cNvSpPr>
              <p:nvPr/>
            </p:nvSpPr>
            <p:spPr bwMode="auto">
              <a:xfrm flipH="1">
                <a:off x="6098" y="2017"/>
                <a:ext cx="51" cy="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9" name="Line 84">
                <a:extLst>
                  <a:ext uri="{FF2B5EF4-FFF2-40B4-BE49-F238E27FC236}">
                    <a16:creationId xmlns:a16="http://schemas.microsoft.com/office/drawing/2014/main" id="{D632745A-ED46-5A25-CF31-DF7420600D80}"/>
                  </a:ext>
                </a:extLst>
              </p:cNvPr>
              <p:cNvSpPr>
                <a:spLocks noChangeShapeType="1"/>
              </p:cNvSpPr>
              <p:nvPr/>
            </p:nvSpPr>
            <p:spPr bwMode="auto">
              <a:xfrm>
                <a:off x="6149" y="1982"/>
                <a:ext cx="0" cy="5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0" name="Line 85">
                <a:extLst>
                  <a:ext uri="{FF2B5EF4-FFF2-40B4-BE49-F238E27FC236}">
                    <a16:creationId xmlns:a16="http://schemas.microsoft.com/office/drawing/2014/main" id="{5F3386E2-1214-751F-3F95-A39206AB3B5F}"/>
                  </a:ext>
                </a:extLst>
              </p:cNvPr>
              <p:cNvSpPr>
                <a:spLocks noChangeShapeType="1"/>
              </p:cNvSpPr>
              <p:nvPr/>
            </p:nvSpPr>
            <p:spPr bwMode="auto">
              <a:xfrm>
                <a:off x="6088" y="1936"/>
                <a:ext cx="0" cy="91"/>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1" name="Line 86">
                <a:extLst>
                  <a:ext uri="{FF2B5EF4-FFF2-40B4-BE49-F238E27FC236}">
                    <a16:creationId xmlns:a16="http://schemas.microsoft.com/office/drawing/2014/main" id="{9C16247E-2119-52A5-DC05-A62ECCA97A77}"/>
                  </a:ext>
                </a:extLst>
              </p:cNvPr>
              <p:cNvSpPr>
                <a:spLocks noChangeShapeType="1"/>
              </p:cNvSpPr>
              <p:nvPr/>
            </p:nvSpPr>
            <p:spPr bwMode="auto">
              <a:xfrm>
                <a:off x="6098" y="1936"/>
                <a:ext cx="0" cy="21"/>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2" name="Line 87">
                <a:extLst>
                  <a:ext uri="{FF2B5EF4-FFF2-40B4-BE49-F238E27FC236}">
                    <a16:creationId xmlns:a16="http://schemas.microsoft.com/office/drawing/2014/main" id="{42225646-478A-802B-3A5E-A9BD11CA40E2}"/>
                  </a:ext>
                </a:extLst>
              </p:cNvPr>
              <p:cNvSpPr>
                <a:spLocks noChangeShapeType="1"/>
              </p:cNvSpPr>
              <p:nvPr/>
            </p:nvSpPr>
            <p:spPr bwMode="auto">
              <a:xfrm flipV="1">
                <a:off x="6098" y="1972"/>
                <a:ext cx="0" cy="2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3" name="Line 88">
                <a:extLst>
                  <a:ext uri="{FF2B5EF4-FFF2-40B4-BE49-F238E27FC236}">
                    <a16:creationId xmlns:a16="http://schemas.microsoft.com/office/drawing/2014/main" id="{A5DCC2B5-AF6E-CED0-C702-5EC60346486C}"/>
                  </a:ext>
                </a:extLst>
              </p:cNvPr>
              <p:cNvSpPr>
                <a:spLocks noChangeShapeType="1"/>
              </p:cNvSpPr>
              <p:nvPr/>
            </p:nvSpPr>
            <p:spPr bwMode="auto">
              <a:xfrm flipV="1">
                <a:off x="6098" y="2007"/>
                <a:ext cx="0" cy="2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4" name="Line 89">
                <a:extLst>
                  <a:ext uri="{FF2B5EF4-FFF2-40B4-BE49-F238E27FC236}">
                    <a16:creationId xmlns:a16="http://schemas.microsoft.com/office/drawing/2014/main" id="{03CED336-D8A7-34E7-8B80-4F4359DD47B5}"/>
                  </a:ext>
                </a:extLst>
              </p:cNvPr>
              <p:cNvSpPr>
                <a:spLocks noChangeShapeType="1"/>
              </p:cNvSpPr>
              <p:nvPr/>
            </p:nvSpPr>
            <p:spPr bwMode="auto">
              <a:xfrm>
                <a:off x="6048" y="1982"/>
                <a:ext cx="40" cy="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5" name="Freeform 90">
                <a:extLst>
                  <a:ext uri="{FF2B5EF4-FFF2-40B4-BE49-F238E27FC236}">
                    <a16:creationId xmlns:a16="http://schemas.microsoft.com/office/drawing/2014/main" id="{E4EE2676-3BDE-8438-FBD8-072E1B9C08A4}"/>
                  </a:ext>
                </a:extLst>
              </p:cNvPr>
              <p:cNvSpPr>
                <a:spLocks/>
              </p:cNvSpPr>
              <p:nvPr/>
            </p:nvSpPr>
            <p:spPr bwMode="auto">
              <a:xfrm>
                <a:off x="6098" y="1972"/>
                <a:ext cx="31" cy="20"/>
              </a:xfrm>
              <a:custGeom>
                <a:avLst/>
                <a:gdLst>
                  <a:gd name="T0" fmla="*/ 0 w 31"/>
                  <a:gd name="T1" fmla="*/ 10 h 20"/>
                  <a:gd name="T2" fmla="*/ 31 w 31"/>
                  <a:gd name="T3" fmla="*/ 20 h 20"/>
                  <a:gd name="T4" fmla="*/ 31 w 31"/>
                  <a:gd name="T5" fmla="*/ 0 h 20"/>
                  <a:gd name="T6" fmla="*/ 0 w 31"/>
                  <a:gd name="T7" fmla="*/ 10 h 20"/>
                </a:gdLst>
                <a:ahLst/>
                <a:cxnLst>
                  <a:cxn ang="0">
                    <a:pos x="T0" y="T1"/>
                  </a:cxn>
                  <a:cxn ang="0">
                    <a:pos x="T2" y="T3"/>
                  </a:cxn>
                  <a:cxn ang="0">
                    <a:pos x="T4" y="T5"/>
                  </a:cxn>
                  <a:cxn ang="0">
                    <a:pos x="T6" y="T7"/>
                  </a:cxn>
                </a:cxnLst>
                <a:rect l="0" t="0" r="r" b="b"/>
                <a:pathLst>
                  <a:path w="31" h="20">
                    <a:moveTo>
                      <a:pt x="0" y="10"/>
                    </a:moveTo>
                    <a:lnTo>
                      <a:pt x="31" y="20"/>
                    </a:lnTo>
                    <a:lnTo>
                      <a:pt x="31" y="0"/>
                    </a:lnTo>
                    <a:lnTo>
                      <a:pt x="0" y="10"/>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86" name="Line 91">
                <a:extLst>
                  <a:ext uri="{FF2B5EF4-FFF2-40B4-BE49-F238E27FC236}">
                    <a16:creationId xmlns:a16="http://schemas.microsoft.com/office/drawing/2014/main" id="{6FAF2467-7356-CE79-7D47-B2A29904C822}"/>
                  </a:ext>
                </a:extLst>
              </p:cNvPr>
              <p:cNvSpPr>
                <a:spLocks noChangeShapeType="1"/>
              </p:cNvSpPr>
              <p:nvPr/>
            </p:nvSpPr>
            <p:spPr bwMode="auto">
              <a:xfrm flipV="1">
                <a:off x="6149" y="1931"/>
                <a:ext cx="0" cy="15"/>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7" name="Line 92">
                <a:extLst>
                  <a:ext uri="{FF2B5EF4-FFF2-40B4-BE49-F238E27FC236}">
                    <a16:creationId xmlns:a16="http://schemas.microsoft.com/office/drawing/2014/main" id="{F38A533A-FDDB-6D16-AA4C-5A8F86B74B70}"/>
                  </a:ext>
                </a:extLst>
              </p:cNvPr>
              <p:cNvSpPr>
                <a:spLocks noChangeShapeType="1"/>
              </p:cNvSpPr>
              <p:nvPr/>
            </p:nvSpPr>
            <p:spPr bwMode="auto">
              <a:xfrm>
                <a:off x="6149" y="1931"/>
                <a:ext cx="50" cy="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8" name="Line 93">
                <a:extLst>
                  <a:ext uri="{FF2B5EF4-FFF2-40B4-BE49-F238E27FC236}">
                    <a16:creationId xmlns:a16="http://schemas.microsoft.com/office/drawing/2014/main" id="{96C83452-1E7E-DBFD-FD1A-29E4DC3D6957}"/>
                  </a:ext>
                </a:extLst>
              </p:cNvPr>
              <p:cNvSpPr>
                <a:spLocks noChangeShapeType="1"/>
              </p:cNvSpPr>
              <p:nvPr/>
            </p:nvSpPr>
            <p:spPr bwMode="auto">
              <a:xfrm>
                <a:off x="6149" y="2032"/>
                <a:ext cx="50" cy="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9" name="Line 94">
                <a:extLst>
                  <a:ext uri="{FF2B5EF4-FFF2-40B4-BE49-F238E27FC236}">
                    <a16:creationId xmlns:a16="http://schemas.microsoft.com/office/drawing/2014/main" id="{76302DFE-1922-044F-1193-AA5F728FE286}"/>
                  </a:ext>
                </a:extLst>
              </p:cNvPr>
              <p:cNvSpPr>
                <a:spLocks noChangeShapeType="1"/>
              </p:cNvSpPr>
              <p:nvPr/>
            </p:nvSpPr>
            <p:spPr bwMode="auto">
              <a:xfrm flipV="1">
                <a:off x="6199" y="1997"/>
                <a:ext cx="0" cy="35"/>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0" name="Line 95">
                <a:extLst>
                  <a:ext uri="{FF2B5EF4-FFF2-40B4-BE49-F238E27FC236}">
                    <a16:creationId xmlns:a16="http://schemas.microsoft.com/office/drawing/2014/main" id="{8683DE63-EE3F-8031-F835-CBF5EA2E87EA}"/>
                  </a:ext>
                </a:extLst>
              </p:cNvPr>
              <p:cNvSpPr>
                <a:spLocks noChangeShapeType="1"/>
              </p:cNvSpPr>
              <p:nvPr/>
            </p:nvSpPr>
            <p:spPr bwMode="auto">
              <a:xfrm>
                <a:off x="6199" y="1931"/>
                <a:ext cx="0" cy="41"/>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1" name="Freeform 96">
                <a:extLst>
                  <a:ext uri="{FF2B5EF4-FFF2-40B4-BE49-F238E27FC236}">
                    <a16:creationId xmlns:a16="http://schemas.microsoft.com/office/drawing/2014/main" id="{3C176444-86DD-8485-E0A7-4CC8219F6CC5}"/>
                  </a:ext>
                </a:extLst>
              </p:cNvPr>
              <p:cNvSpPr>
                <a:spLocks/>
              </p:cNvSpPr>
              <p:nvPr/>
            </p:nvSpPr>
            <p:spPr bwMode="auto">
              <a:xfrm>
                <a:off x="6184" y="1972"/>
                <a:ext cx="30" cy="25"/>
              </a:xfrm>
              <a:custGeom>
                <a:avLst/>
                <a:gdLst>
                  <a:gd name="T0" fmla="*/ 15 w 30"/>
                  <a:gd name="T1" fmla="*/ 0 h 25"/>
                  <a:gd name="T2" fmla="*/ 0 w 30"/>
                  <a:gd name="T3" fmla="*/ 25 h 25"/>
                  <a:gd name="T4" fmla="*/ 30 w 30"/>
                  <a:gd name="T5" fmla="*/ 25 h 25"/>
                  <a:gd name="T6" fmla="*/ 15 w 30"/>
                  <a:gd name="T7" fmla="*/ 0 h 25"/>
                </a:gdLst>
                <a:ahLst/>
                <a:cxnLst>
                  <a:cxn ang="0">
                    <a:pos x="T0" y="T1"/>
                  </a:cxn>
                  <a:cxn ang="0">
                    <a:pos x="T2" y="T3"/>
                  </a:cxn>
                  <a:cxn ang="0">
                    <a:pos x="T4" y="T5"/>
                  </a:cxn>
                  <a:cxn ang="0">
                    <a:pos x="T6" y="T7"/>
                  </a:cxn>
                </a:cxnLst>
                <a:rect l="0" t="0" r="r" b="b"/>
                <a:pathLst>
                  <a:path w="30" h="25">
                    <a:moveTo>
                      <a:pt x="15" y="0"/>
                    </a:moveTo>
                    <a:lnTo>
                      <a:pt x="0" y="25"/>
                    </a:lnTo>
                    <a:lnTo>
                      <a:pt x="30" y="25"/>
                    </a:lnTo>
                    <a:lnTo>
                      <a:pt x="15" y="0"/>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92" name="Freeform 97">
                <a:extLst>
                  <a:ext uri="{FF2B5EF4-FFF2-40B4-BE49-F238E27FC236}">
                    <a16:creationId xmlns:a16="http://schemas.microsoft.com/office/drawing/2014/main" id="{1AE6D106-869E-E5D0-96B2-D80401E0A012}"/>
                  </a:ext>
                </a:extLst>
              </p:cNvPr>
              <p:cNvSpPr>
                <a:spLocks/>
              </p:cNvSpPr>
              <p:nvPr/>
            </p:nvSpPr>
            <p:spPr bwMode="auto">
              <a:xfrm>
                <a:off x="6184" y="1967"/>
                <a:ext cx="30" cy="10"/>
              </a:xfrm>
              <a:custGeom>
                <a:avLst/>
                <a:gdLst>
                  <a:gd name="T0" fmla="*/ 30 w 30"/>
                  <a:gd name="T1" fmla="*/ 0 h 10"/>
                  <a:gd name="T2" fmla="*/ 25 w 30"/>
                  <a:gd name="T3" fmla="*/ 5 h 10"/>
                  <a:gd name="T4" fmla="*/ 5 w 30"/>
                  <a:gd name="T5" fmla="*/ 5 h 10"/>
                  <a:gd name="T6" fmla="*/ 0 w 30"/>
                  <a:gd name="T7" fmla="*/ 10 h 10"/>
                </a:gdLst>
                <a:ahLst/>
                <a:cxnLst>
                  <a:cxn ang="0">
                    <a:pos x="T0" y="T1"/>
                  </a:cxn>
                  <a:cxn ang="0">
                    <a:pos x="T2" y="T3"/>
                  </a:cxn>
                  <a:cxn ang="0">
                    <a:pos x="T4" y="T5"/>
                  </a:cxn>
                  <a:cxn ang="0">
                    <a:pos x="T6" y="T7"/>
                  </a:cxn>
                </a:cxnLst>
                <a:rect l="0" t="0" r="r" b="b"/>
                <a:pathLst>
                  <a:path w="30" h="10">
                    <a:moveTo>
                      <a:pt x="30" y="0"/>
                    </a:moveTo>
                    <a:lnTo>
                      <a:pt x="25" y="5"/>
                    </a:lnTo>
                    <a:lnTo>
                      <a:pt x="5" y="5"/>
                    </a:lnTo>
                    <a:lnTo>
                      <a:pt x="0" y="1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3" name="Rectangle 98">
                <a:extLst>
                  <a:ext uri="{FF2B5EF4-FFF2-40B4-BE49-F238E27FC236}">
                    <a16:creationId xmlns:a16="http://schemas.microsoft.com/office/drawing/2014/main" id="{FB609669-60C2-E287-9460-6F4BFB199E65}"/>
                  </a:ext>
                </a:extLst>
              </p:cNvPr>
              <p:cNvSpPr>
                <a:spLocks noChangeArrowheads="1"/>
              </p:cNvSpPr>
              <p:nvPr/>
            </p:nvSpPr>
            <p:spPr bwMode="auto">
              <a:xfrm>
                <a:off x="6149" y="1881"/>
                <a:ext cx="13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Q402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4" name="Rectangle 99">
                <a:extLst>
                  <a:ext uri="{FF2B5EF4-FFF2-40B4-BE49-F238E27FC236}">
                    <a16:creationId xmlns:a16="http://schemas.microsoft.com/office/drawing/2014/main" id="{A9294BD8-8F8A-394E-D986-1F70CC09D476}"/>
                  </a:ext>
                </a:extLst>
              </p:cNvPr>
              <p:cNvSpPr>
                <a:spLocks noChangeArrowheads="1"/>
              </p:cNvSpPr>
              <p:nvPr/>
            </p:nvSpPr>
            <p:spPr bwMode="auto">
              <a:xfrm rot="16200000">
                <a:off x="6129" y="1936"/>
                <a:ext cx="307"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MSJU04N80A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5" name="Freeform 100">
                <a:extLst>
                  <a:ext uri="{FF2B5EF4-FFF2-40B4-BE49-F238E27FC236}">
                    <a16:creationId xmlns:a16="http://schemas.microsoft.com/office/drawing/2014/main" id="{3B42563E-AB50-E894-94A9-710438ADDD22}"/>
                  </a:ext>
                </a:extLst>
              </p:cNvPr>
              <p:cNvSpPr>
                <a:spLocks/>
              </p:cNvSpPr>
              <p:nvPr/>
            </p:nvSpPr>
            <p:spPr bwMode="auto">
              <a:xfrm>
                <a:off x="6149" y="1881"/>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6" name="Rectangle 101">
                <a:extLst>
                  <a:ext uri="{FF2B5EF4-FFF2-40B4-BE49-F238E27FC236}">
                    <a16:creationId xmlns:a16="http://schemas.microsoft.com/office/drawing/2014/main" id="{38C7E4D3-B315-2377-C446-2F565DF2BD7F}"/>
                  </a:ext>
                </a:extLst>
              </p:cNvPr>
              <p:cNvSpPr>
                <a:spLocks noChangeArrowheads="1"/>
              </p:cNvSpPr>
              <p:nvPr/>
            </p:nvSpPr>
            <p:spPr bwMode="auto">
              <a:xfrm rot="16200000">
                <a:off x="6098" y="1840"/>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7" name="Rectangle 102">
                <a:extLst>
                  <a:ext uri="{FF2B5EF4-FFF2-40B4-BE49-F238E27FC236}">
                    <a16:creationId xmlns:a16="http://schemas.microsoft.com/office/drawing/2014/main" id="{0F49EA64-0FD9-09DF-EE13-97F3933EA417}"/>
                  </a:ext>
                </a:extLst>
              </p:cNvPr>
              <p:cNvSpPr>
                <a:spLocks noChangeArrowheads="1"/>
              </p:cNvSpPr>
              <p:nvPr/>
            </p:nvSpPr>
            <p:spPr bwMode="auto">
              <a:xfrm>
                <a:off x="6149" y="1891"/>
                <a:ext cx="1" cy="1"/>
              </a:xfrm>
              <a:prstGeom prst="rect">
                <a:avLst/>
              </a:prstGeom>
              <a:solidFill>
                <a:srgbClr val="0000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8" name="Freeform 103">
                <a:extLst>
                  <a:ext uri="{FF2B5EF4-FFF2-40B4-BE49-F238E27FC236}">
                    <a16:creationId xmlns:a16="http://schemas.microsoft.com/office/drawing/2014/main" id="{D352C6A8-2E1E-9940-091B-2A5604E03183}"/>
                  </a:ext>
                </a:extLst>
              </p:cNvPr>
              <p:cNvSpPr>
                <a:spLocks/>
              </p:cNvSpPr>
              <p:nvPr/>
            </p:nvSpPr>
            <p:spPr bwMode="auto">
              <a:xfrm>
                <a:off x="5998" y="1982"/>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9" name="Rectangle 104">
                <a:extLst>
                  <a:ext uri="{FF2B5EF4-FFF2-40B4-BE49-F238E27FC236}">
                    <a16:creationId xmlns:a16="http://schemas.microsoft.com/office/drawing/2014/main" id="{E3EBEF05-58F6-ED73-5716-F9EA716D3ED6}"/>
                  </a:ext>
                </a:extLst>
              </p:cNvPr>
              <p:cNvSpPr>
                <a:spLocks noChangeArrowheads="1"/>
              </p:cNvSpPr>
              <p:nvPr/>
            </p:nvSpPr>
            <p:spPr bwMode="auto">
              <a:xfrm>
                <a:off x="5987" y="1921"/>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0" name="Rectangle 105">
                <a:extLst>
                  <a:ext uri="{FF2B5EF4-FFF2-40B4-BE49-F238E27FC236}">
                    <a16:creationId xmlns:a16="http://schemas.microsoft.com/office/drawing/2014/main" id="{F063C6F1-3D35-69C2-1198-A432D173D4F6}"/>
                  </a:ext>
                </a:extLst>
              </p:cNvPr>
              <p:cNvSpPr>
                <a:spLocks noChangeArrowheads="1"/>
              </p:cNvSpPr>
              <p:nvPr/>
            </p:nvSpPr>
            <p:spPr bwMode="auto">
              <a:xfrm>
                <a:off x="5993" y="1992"/>
                <a:ext cx="1" cy="1"/>
              </a:xfrm>
              <a:prstGeom prst="rect">
                <a:avLst/>
              </a:prstGeom>
              <a:solidFill>
                <a:srgbClr val="0000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06">
                <a:extLst>
                  <a:ext uri="{FF2B5EF4-FFF2-40B4-BE49-F238E27FC236}">
                    <a16:creationId xmlns:a16="http://schemas.microsoft.com/office/drawing/2014/main" id="{29AC345F-C10E-A130-8664-7F5271FC8405}"/>
                  </a:ext>
                </a:extLst>
              </p:cNvPr>
              <p:cNvSpPr>
                <a:spLocks/>
              </p:cNvSpPr>
              <p:nvPr/>
            </p:nvSpPr>
            <p:spPr bwMode="auto">
              <a:xfrm>
                <a:off x="6149" y="2032"/>
                <a:ext cx="0" cy="51"/>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2" name="Rectangle 107">
                <a:extLst>
                  <a:ext uri="{FF2B5EF4-FFF2-40B4-BE49-F238E27FC236}">
                    <a16:creationId xmlns:a16="http://schemas.microsoft.com/office/drawing/2014/main" id="{BFA6F1DA-9883-B2D5-2CEC-FABC26148110}"/>
                  </a:ext>
                </a:extLst>
              </p:cNvPr>
              <p:cNvSpPr>
                <a:spLocks noChangeArrowheads="1"/>
              </p:cNvSpPr>
              <p:nvPr/>
            </p:nvSpPr>
            <p:spPr bwMode="auto">
              <a:xfrm rot="16200000">
                <a:off x="6098" y="2037"/>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3" name="Rectangle 108">
                <a:extLst>
                  <a:ext uri="{FF2B5EF4-FFF2-40B4-BE49-F238E27FC236}">
                    <a16:creationId xmlns:a16="http://schemas.microsoft.com/office/drawing/2014/main" id="{2646A195-D2A9-4499-4104-3DAFCAC587C8}"/>
                  </a:ext>
                </a:extLst>
              </p:cNvPr>
              <p:cNvSpPr>
                <a:spLocks noChangeArrowheads="1"/>
              </p:cNvSpPr>
              <p:nvPr/>
            </p:nvSpPr>
            <p:spPr bwMode="auto">
              <a:xfrm>
                <a:off x="6154" y="2042"/>
                <a:ext cx="1" cy="1"/>
              </a:xfrm>
              <a:prstGeom prst="rect">
                <a:avLst/>
              </a:prstGeom>
              <a:solidFill>
                <a:srgbClr val="0000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109">
                <a:extLst>
                  <a:ext uri="{FF2B5EF4-FFF2-40B4-BE49-F238E27FC236}">
                    <a16:creationId xmlns:a16="http://schemas.microsoft.com/office/drawing/2014/main" id="{B3FA5E44-2883-60BD-E201-798741746E87}"/>
                  </a:ext>
                </a:extLst>
              </p:cNvPr>
              <p:cNvSpPr>
                <a:spLocks/>
              </p:cNvSpPr>
              <p:nvPr/>
            </p:nvSpPr>
            <p:spPr bwMode="auto">
              <a:xfrm>
                <a:off x="5846" y="4150"/>
                <a:ext cx="706" cy="0"/>
              </a:xfrm>
              <a:custGeom>
                <a:avLst/>
                <a:gdLst>
                  <a:gd name="T0" fmla="*/ 140 w 140"/>
                  <a:gd name="T1" fmla="*/ 0 w 140"/>
                  <a:gd name="T2" fmla="*/ 0 w 140"/>
                </a:gdLst>
                <a:ahLst/>
                <a:cxnLst>
                  <a:cxn ang="0">
                    <a:pos x="T0" y="0"/>
                  </a:cxn>
                  <a:cxn ang="0">
                    <a:pos x="T1" y="0"/>
                  </a:cxn>
                  <a:cxn ang="0">
                    <a:pos x="T2" y="0"/>
                  </a:cxn>
                </a:cxnLst>
                <a:rect l="0" t="0" r="r" b="b"/>
                <a:pathLst>
                  <a:path w="140">
                    <a:moveTo>
                      <a:pt x="1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5" name="Freeform 110">
                <a:extLst>
                  <a:ext uri="{FF2B5EF4-FFF2-40B4-BE49-F238E27FC236}">
                    <a16:creationId xmlns:a16="http://schemas.microsoft.com/office/drawing/2014/main" id="{946D4B1A-CF4D-0049-209B-573D69B14F19}"/>
                  </a:ext>
                </a:extLst>
              </p:cNvPr>
              <p:cNvSpPr>
                <a:spLocks/>
              </p:cNvSpPr>
              <p:nvPr/>
            </p:nvSpPr>
            <p:spPr bwMode="auto">
              <a:xfrm>
                <a:off x="3881" y="2083"/>
                <a:ext cx="0" cy="151"/>
              </a:xfrm>
              <a:custGeom>
                <a:avLst/>
                <a:gdLst>
                  <a:gd name="T0" fmla="*/ 0 h 30"/>
                  <a:gd name="T1" fmla="*/ 30 h 30"/>
                  <a:gd name="T2" fmla="*/ 30 h 30"/>
                </a:gdLst>
                <a:ahLst/>
                <a:cxnLst>
                  <a:cxn ang="0">
                    <a:pos x="0" y="T0"/>
                  </a:cxn>
                  <a:cxn ang="0">
                    <a:pos x="0" y="T1"/>
                  </a:cxn>
                  <a:cxn ang="0">
                    <a:pos x="0" y="T2"/>
                  </a:cxn>
                </a:cxnLst>
                <a:rect l="0" t="0" r="r" b="b"/>
                <a:pathLst>
                  <a:path h="30">
                    <a:moveTo>
                      <a:pt x="0" y="0"/>
                    </a:moveTo>
                    <a:lnTo>
                      <a:pt x="0" y="30"/>
                    </a:lnTo>
                    <a:lnTo>
                      <a:pt x="0" y="3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6" name="Freeform 111">
                <a:extLst>
                  <a:ext uri="{FF2B5EF4-FFF2-40B4-BE49-F238E27FC236}">
                    <a16:creationId xmlns:a16="http://schemas.microsoft.com/office/drawing/2014/main" id="{D84E808E-AE80-C479-1DE4-EAB34570E29A}"/>
                  </a:ext>
                </a:extLst>
              </p:cNvPr>
              <p:cNvSpPr>
                <a:spLocks/>
              </p:cNvSpPr>
              <p:nvPr/>
            </p:nvSpPr>
            <p:spPr bwMode="auto">
              <a:xfrm>
                <a:off x="4032" y="2788"/>
                <a:ext cx="353" cy="0"/>
              </a:xfrm>
              <a:custGeom>
                <a:avLst/>
                <a:gdLst>
                  <a:gd name="T0" fmla="*/ 0 w 70"/>
                  <a:gd name="T1" fmla="*/ 70 w 70"/>
                  <a:gd name="T2" fmla="*/ 70 w 70"/>
                </a:gdLst>
                <a:ahLst/>
                <a:cxnLst>
                  <a:cxn ang="0">
                    <a:pos x="T0" y="0"/>
                  </a:cxn>
                  <a:cxn ang="0">
                    <a:pos x="T1" y="0"/>
                  </a:cxn>
                  <a:cxn ang="0">
                    <a:pos x="T2" y="0"/>
                  </a:cxn>
                </a:cxnLst>
                <a:rect l="0" t="0" r="r" b="b"/>
                <a:pathLst>
                  <a:path w="70">
                    <a:moveTo>
                      <a:pt x="0" y="0"/>
                    </a:moveTo>
                    <a:lnTo>
                      <a:pt x="70" y="0"/>
                    </a:lnTo>
                    <a:lnTo>
                      <a:pt x="7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7" name="Freeform 112">
                <a:extLst>
                  <a:ext uri="{FF2B5EF4-FFF2-40B4-BE49-F238E27FC236}">
                    <a16:creationId xmlns:a16="http://schemas.microsoft.com/office/drawing/2014/main" id="{CF47E5D2-2696-7CEB-259C-EE1081B97F4D}"/>
                  </a:ext>
                </a:extLst>
              </p:cNvPr>
              <p:cNvSpPr>
                <a:spLocks/>
              </p:cNvSpPr>
              <p:nvPr/>
            </p:nvSpPr>
            <p:spPr bwMode="auto">
              <a:xfrm>
                <a:off x="4385" y="2788"/>
                <a:ext cx="0" cy="404"/>
              </a:xfrm>
              <a:custGeom>
                <a:avLst/>
                <a:gdLst>
                  <a:gd name="T0" fmla="*/ 0 h 80"/>
                  <a:gd name="T1" fmla="*/ 80 h 80"/>
                  <a:gd name="T2" fmla="*/ 80 h 80"/>
                </a:gdLst>
                <a:ahLst/>
                <a:cxnLst>
                  <a:cxn ang="0">
                    <a:pos x="0" y="T0"/>
                  </a:cxn>
                  <a:cxn ang="0">
                    <a:pos x="0" y="T1"/>
                  </a:cxn>
                  <a:cxn ang="0">
                    <a:pos x="0" y="T2"/>
                  </a:cxn>
                </a:cxnLst>
                <a:rect l="0" t="0" r="r" b="b"/>
                <a:pathLst>
                  <a:path h="80">
                    <a:moveTo>
                      <a:pt x="0" y="0"/>
                    </a:moveTo>
                    <a:lnTo>
                      <a:pt x="0" y="80"/>
                    </a:lnTo>
                    <a:lnTo>
                      <a:pt x="0" y="8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8" name="Freeform 113">
                <a:extLst>
                  <a:ext uri="{FF2B5EF4-FFF2-40B4-BE49-F238E27FC236}">
                    <a16:creationId xmlns:a16="http://schemas.microsoft.com/office/drawing/2014/main" id="{B8FFC2CB-7D9E-13D0-4BB1-287780F2865B}"/>
                  </a:ext>
                </a:extLst>
              </p:cNvPr>
              <p:cNvSpPr>
                <a:spLocks/>
              </p:cNvSpPr>
              <p:nvPr/>
            </p:nvSpPr>
            <p:spPr bwMode="auto">
              <a:xfrm>
                <a:off x="4032" y="3192"/>
                <a:ext cx="353" cy="0"/>
              </a:xfrm>
              <a:custGeom>
                <a:avLst/>
                <a:gdLst>
                  <a:gd name="T0" fmla="*/ 70 w 70"/>
                  <a:gd name="T1" fmla="*/ 0 w 70"/>
                  <a:gd name="T2" fmla="*/ 0 w 70"/>
                </a:gdLst>
                <a:ahLst/>
                <a:cxnLst>
                  <a:cxn ang="0">
                    <a:pos x="T0" y="0"/>
                  </a:cxn>
                  <a:cxn ang="0">
                    <a:pos x="T1" y="0"/>
                  </a:cxn>
                  <a:cxn ang="0">
                    <a:pos x="T2" y="0"/>
                  </a:cxn>
                </a:cxnLst>
                <a:rect l="0" t="0" r="r" b="b"/>
                <a:pathLst>
                  <a:path w="70">
                    <a:moveTo>
                      <a:pt x="7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9" name="Freeform 114">
                <a:extLst>
                  <a:ext uri="{FF2B5EF4-FFF2-40B4-BE49-F238E27FC236}">
                    <a16:creationId xmlns:a16="http://schemas.microsoft.com/office/drawing/2014/main" id="{D8A97A98-1104-94E6-EFDE-6C192E5E06B0}"/>
                  </a:ext>
                </a:extLst>
              </p:cNvPr>
              <p:cNvSpPr>
                <a:spLocks/>
              </p:cNvSpPr>
              <p:nvPr/>
            </p:nvSpPr>
            <p:spPr bwMode="auto">
              <a:xfrm>
                <a:off x="4032" y="2788"/>
                <a:ext cx="0" cy="404"/>
              </a:xfrm>
              <a:custGeom>
                <a:avLst/>
                <a:gdLst>
                  <a:gd name="T0" fmla="*/ 80 h 80"/>
                  <a:gd name="T1" fmla="*/ 0 h 80"/>
                  <a:gd name="T2" fmla="*/ 0 h 80"/>
                </a:gdLst>
                <a:ahLst/>
                <a:cxnLst>
                  <a:cxn ang="0">
                    <a:pos x="0" y="T0"/>
                  </a:cxn>
                  <a:cxn ang="0">
                    <a:pos x="0" y="T1"/>
                  </a:cxn>
                  <a:cxn ang="0">
                    <a:pos x="0" y="T2"/>
                  </a:cxn>
                </a:cxnLst>
                <a:rect l="0" t="0" r="r" b="b"/>
                <a:pathLst>
                  <a:path h="80">
                    <a:moveTo>
                      <a:pt x="0" y="8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0" name="Rectangle 115">
                <a:extLst>
                  <a:ext uri="{FF2B5EF4-FFF2-40B4-BE49-F238E27FC236}">
                    <a16:creationId xmlns:a16="http://schemas.microsoft.com/office/drawing/2014/main" id="{AD9FD614-C8FE-3548-BD37-2E8E409D6E2B}"/>
                  </a:ext>
                </a:extLst>
              </p:cNvPr>
              <p:cNvSpPr>
                <a:spLocks noChangeArrowheads="1"/>
              </p:cNvSpPr>
              <p:nvPr/>
            </p:nvSpPr>
            <p:spPr bwMode="auto">
              <a:xfrm>
                <a:off x="4133" y="2688"/>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U401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1" name="Rectangle 116">
                <a:extLst>
                  <a:ext uri="{FF2B5EF4-FFF2-40B4-BE49-F238E27FC236}">
                    <a16:creationId xmlns:a16="http://schemas.microsoft.com/office/drawing/2014/main" id="{245EDD31-2663-A980-1713-695ED6109A65}"/>
                  </a:ext>
                </a:extLst>
              </p:cNvPr>
              <p:cNvSpPr>
                <a:spLocks noChangeArrowheads="1"/>
              </p:cNvSpPr>
              <p:nvPr/>
            </p:nvSpPr>
            <p:spPr bwMode="auto">
              <a:xfrm>
                <a:off x="4083" y="2738"/>
                <a:ext cx="252"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UCC28C54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2" name="Freeform 117">
                <a:extLst>
                  <a:ext uri="{FF2B5EF4-FFF2-40B4-BE49-F238E27FC236}">
                    <a16:creationId xmlns:a16="http://schemas.microsoft.com/office/drawing/2014/main" id="{809C5736-A8F2-C441-F49F-84CF35E65457}"/>
                  </a:ext>
                </a:extLst>
              </p:cNvPr>
              <p:cNvSpPr>
                <a:spLocks/>
              </p:cNvSpPr>
              <p:nvPr/>
            </p:nvSpPr>
            <p:spPr bwMode="auto">
              <a:xfrm>
                <a:off x="4385" y="3040"/>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3" name="Rectangle 118">
                <a:extLst>
                  <a:ext uri="{FF2B5EF4-FFF2-40B4-BE49-F238E27FC236}">
                    <a16:creationId xmlns:a16="http://schemas.microsoft.com/office/drawing/2014/main" id="{221A6F3F-25C4-4CB1-8F41-AA0E76E61AA0}"/>
                  </a:ext>
                </a:extLst>
              </p:cNvPr>
              <p:cNvSpPr>
                <a:spLocks noChangeArrowheads="1"/>
              </p:cNvSpPr>
              <p:nvPr/>
            </p:nvSpPr>
            <p:spPr bwMode="auto">
              <a:xfrm>
                <a:off x="4420" y="2980"/>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4" name="Rectangle 119">
                <a:extLst>
                  <a:ext uri="{FF2B5EF4-FFF2-40B4-BE49-F238E27FC236}">
                    <a16:creationId xmlns:a16="http://schemas.microsoft.com/office/drawing/2014/main" id="{B2DC8BC9-2155-D757-1474-EDA048668813}"/>
                  </a:ext>
                </a:extLst>
              </p:cNvPr>
              <p:cNvSpPr>
                <a:spLocks noChangeArrowheads="1"/>
              </p:cNvSpPr>
              <p:nvPr/>
            </p:nvSpPr>
            <p:spPr bwMode="auto">
              <a:xfrm>
                <a:off x="4239" y="3020"/>
                <a:ext cx="15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CC"/>
                    </a:solidFill>
                    <a:effectLst/>
                    <a:latin typeface="Arial" panose="020B0604020202020204" pitchFamily="34" charset="0"/>
                  </a:rPr>
                  <a:t>COMP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5" name="Freeform 120">
                <a:extLst>
                  <a:ext uri="{FF2B5EF4-FFF2-40B4-BE49-F238E27FC236}">
                    <a16:creationId xmlns:a16="http://schemas.microsoft.com/office/drawing/2014/main" id="{FBE817AC-EE8F-6605-D24C-E4FA09CAC189}"/>
                  </a:ext>
                </a:extLst>
              </p:cNvPr>
              <p:cNvSpPr>
                <a:spLocks/>
              </p:cNvSpPr>
              <p:nvPr/>
            </p:nvSpPr>
            <p:spPr bwMode="auto">
              <a:xfrm>
                <a:off x="3982" y="3141"/>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6" name="Rectangle 121">
                <a:extLst>
                  <a:ext uri="{FF2B5EF4-FFF2-40B4-BE49-F238E27FC236}">
                    <a16:creationId xmlns:a16="http://schemas.microsoft.com/office/drawing/2014/main" id="{67B2F9EF-FABE-3A19-7388-FC119F2A3D0D}"/>
                  </a:ext>
                </a:extLst>
              </p:cNvPr>
              <p:cNvSpPr>
                <a:spLocks noChangeArrowheads="1"/>
              </p:cNvSpPr>
              <p:nvPr/>
            </p:nvSpPr>
            <p:spPr bwMode="auto">
              <a:xfrm>
                <a:off x="3972" y="3081"/>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7" name="Rectangle 122">
                <a:extLst>
                  <a:ext uri="{FF2B5EF4-FFF2-40B4-BE49-F238E27FC236}">
                    <a16:creationId xmlns:a16="http://schemas.microsoft.com/office/drawing/2014/main" id="{C1172F05-E2FE-3715-8F4C-2340A2E6B7D4}"/>
                  </a:ext>
                </a:extLst>
              </p:cNvPr>
              <p:cNvSpPr>
                <a:spLocks noChangeArrowheads="1"/>
              </p:cNvSpPr>
              <p:nvPr/>
            </p:nvSpPr>
            <p:spPr bwMode="auto">
              <a:xfrm>
                <a:off x="4037" y="3116"/>
                <a:ext cx="12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CC"/>
                    </a:solidFill>
                    <a:effectLst/>
                    <a:latin typeface="Arial" panose="020B0604020202020204" pitchFamily="34" charset="0"/>
                  </a:rPr>
                  <a:t>GND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8" name="Freeform 123">
                <a:extLst>
                  <a:ext uri="{FF2B5EF4-FFF2-40B4-BE49-F238E27FC236}">
                    <a16:creationId xmlns:a16="http://schemas.microsoft.com/office/drawing/2014/main" id="{6A5CED93-13D7-4956-4C64-CC5ED5E8F081}"/>
                  </a:ext>
                </a:extLst>
              </p:cNvPr>
              <p:cNvSpPr>
                <a:spLocks/>
              </p:cNvSpPr>
              <p:nvPr/>
            </p:nvSpPr>
            <p:spPr bwMode="auto">
              <a:xfrm>
                <a:off x="4385" y="3141"/>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9" name="Rectangle 124">
                <a:extLst>
                  <a:ext uri="{FF2B5EF4-FFF2-40B4-BE49-F238E27FC236}">
                    <a16:creationId xmlns:a16="http://schemas.microsoft.com/office/drawing/2014/main" id="{FBE7C09A-074A-980F-F82F-C1A2CED3ACE6}"/>
                  </a:ext>
                </a:extLst>
              </p:cNvPr>
              <p:cNvSpPr>
                <a:spLocks noChangeArrowheads="1"/>
              </p:cNvSpPr>
              <p:nvPr/>
            </p:nvSpPr>
            <p:spPr bwMode="auto">
              <a:xfrm>
                <a:off x="4420" y="3081"/>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0" name="Rectangle 125">
                <a:extLst>
                  <a:ext uri="{FF2B5EF4-FFF2-40B4-BE49-F238E27FC236}">
                    <a16:creationId xmlns:a16="http://schemas.microsoft.com/office/drawing/2014/main" id="{230CC755-B410-7728-CE6A-A526AC1D84EC}"/>
                  </a:ext>
                </a:extLst>
              </p:cNvPr>
              <p:cNvSpPr>
                <a:spLocks noChangeArrowheads="1"/>
              </p:cNvSpPr>
              <p:nvPr/>
            </p:nvSpPr>
            <p:spPr bwMode="auto">
              <a:xfrm>
                <a:off x="4309" y="3121"/>
                <a:ext cx="8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CC"/>
                    </a:solidFill>
                    <a:effectLst/>
                    <a:latin typeface="Arial" panose="020B0604020202020204" pitchFamily="34" charset="0"/>
                  </a:rPr>
                  <a:t>CS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1" name="Freeform 126">
                <a:extLst>
                  <a:ext uri="{FF2B5EF4-FFF2-40B4-BE49-F238E27FC236}">
                    <a16:creationId xmlns:a16="http://schemas.microsoft.com/office/drawing/2014/main" id="{CBB961B2-5110-F56D-8D2D-AAB88FDA771E}"/>
                  </a:ext>
                </a:extLst>
              </p:cNvPr>
              <p:cNvSpPr>
                <a:spLocks/>
              </p:cNvSpPr>
              <p:nvPr/>
            </p:nvSpPr>
            <p:spPr bwMode="auto">
              <a:xfrm>
                <a:off x="3982" y="3040"/>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2" name="Rectangle 127">
                <a:extLst>
                  <a:ext uri="{FF2B5EF4-FFF2-40B4-BE49-F238E27FC236}">
                    <a16:creationId xmlns:a16="http://schemas.microsoft.com/office/drawing/2014/main" id="{FB94F613-647F-8D3A-03F0-78A9B1D0C428}"/>
                  </a:ext>
                </a:extLst>
              </p:cNvPr>
              <p:cNvSpPr>
                <a:spLocks noChangeArrowheads="1"/>
              </p:cNvSpPr>
              <p:nvPr/>
            </p:nvSpPr>
            <p:spPr bwMode="auto">
              <a:xfrm>
                <a:off x="3972" y="2980"/>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3" name="Rectangle 128">
                <a:extLst>
                  <a:ext uri="{FF2B5EF4-FFF2-40B4-BE49-F238E27FC236}">
                    <a16:creationId xmlns:a16="http://schemas.microsoft.com/office/drawing/2014/main" id="{DF1A5B78-D175-0CAD-2C0F-253D131B6C14}"/>
                  </a:ext>
                </a:extLst>
              </p:cNvPr>
              <p:cNvSpPr>
                <a:spLocks noChangeArrowheads="1"/>
              </p:cNvSpPr>
              <p:nvPr/>
            </p:nvSpPr>
            <p:spPr bwMode="auto">
              <a:xfrm>
                <a:off x="4037" y="3020"/>
                <a:ext cx="15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CC"/>
                    </a:solidFill>
                    <a:effectLst/>
                    <a:latin typeface="Arial" panose="020B0604020202020204" pitchFamily="34" charset="0"/>
                  </a:rPr>
                  <a:t>RT/CT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4" name="Freeform 129">
                <a:extLst>
                  <a:ext uri="{FF2B5EF4-FFF2-40B4-BE49-F238E27FC236}">
                    <a16:creationId xmlns:a16="http://schemas.microsoft.com/office/drawing/2014/main" id="{A3EB3C38-400B-91DA-9984-E02341FC64EA}"/>
                  </a:ext>
                </a:extLst>
              </p:cNvPr>
              <p:cNvSpPr>
                <a:spLocks/>
              </p:cNvSpPr>
              <p:nvPr/>
            </p:nvSpPr>
            <p:spPr bwMode="auto">
              <a:xfrm>
                <a:off x="3982" y="2839"/>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5" name="Rectangle 130">
                <a:extLst>
                  <a:ext uri="{FF2B5EF4-FFF2-40B4-BE49-F238E27FC236}">
                    <a16:creationId xmlns:a16="http://schemas.microsoft.com/office/drawing/2014/main" id="{17A69B84-68AF-B10C-95B2-23725CDDB4B9}"/>
                  </a:ext>
                </a:extLst>
              </p:cNvPr>
              <p:cNvSpPr>
                <a:spLocks noChangeArrowheads="1"/>
              </p:cNvSpPr>
              <p:nvPr/>
            </p:nvSpPr>
            <p:spPr bwMode="auto">
              <a:xfrm>
                <a:off x="3972" y="2778"/>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6" name="Rectangle 131">
                <a:extLst>
                  <a:ext uri="{FF2B5EF4-FFF2-40B4-BE49-F238E27FC236}">
                    <a16:creationId xmlns:a16="http://schemas.microsoft.com/office/drawing/2014/main" id="{D02031A2-423B-D276-EEE3-A502A005A362}"/>
                  </a:ext>
                </a:extLst>
              </p:cNvPr>
              <p:cNvSpPr>
                <a:spLocks noChangeArrowheads="1"/>
              </p:cNvSpPr>
              <p:nvPr/>
            </p:nvSpPr>
            <p:spPr bwMode="auto">
              <a:xfrm>
                <a:off x="4037" y="2819"/>
                <a:ext cx="11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CC"/>
                    </a:solidFill>
                    <a:effectLst/>
                    <a:latin typeface="Arial" panose="020B0604020202020204" pitchFamily="34" charset="0"/>
                  </a:rPr>
                  <a:t>VDD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7" name="Freeform 132">
                <a:extLst>
                  <a:ext uri="{FF2B5EF4-FFF2-40B4-BE49-F238E27FC236}">
                    <a16:creationId xmlns:a16="http://schemas.microsoft.com/office/drawing/2014/main" id="{056A1CBA-7F56-DA3C-95FA-7318710CB134}"/>
                  </a:ext>
                </a:extLst>
              </p:cNvPr>
              <p:cNvSpPr>
                <a:spLocks/>
              </p:cNvSpPr>
              <p:nvPr/>
            </p:nvSpPr>
            <p:spPr bwMode="auto">
              <a:xfrm>
                <a:off x="4385" y="2940"/>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8" name="Rectangle 133">
                <a:extLst>
                  <a:ext uri="{FF2B5EF4-FFF2-40B4-BE49-F238E27FC236}">
                    <a16:creationId xmlns:a16="http://schemas.microsoft.com/office/drawing/2014/main" id="{0899FCD4-867A-3A60-391C-57B7D465CA3A}"/>
                  </a:ext>
                </a:extLst>
              </p:cNvPr>
              <p:cNvSpPr>
                <a:spLocks noChangeArrowheads="1"/>
              </p:cNvSpPr>
              <p:nvPr/>
            </p:nvSpPr>
            <p:spPr bwMode="auto">
              <a:xfrm>
                <a:off x="4420" y="2879"/>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9" name="Rectangle 134">
                <a:extLst>
                  <a:ext uri="{FF2B5EF4-FFF2-40B4-BE49-F238E27FC236}">
                    <a16:creationId xmlns:a16="http://schemas.microsoft.com/office/drawing/2014/main" id="{B44BC680-011F-C749-7C4D-B3D6B6DB9148}"/>
                  </a:ext>
                </a:extLst>
              </p:cNvPr>
              <p:cNvSpPr>
                <a:spLocks noChangeArrowheads="1"/>
              </p:cNvSpPr>
              <p:nvPr/>
            </p:nvSpPr>
            <p:spPr bwMode="auto">
              <a:xfrm>
                <a:off x="4320" y="2919"/>
                <a:ext cx="8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CC"/>
                    </a:solidFill>
                    <a:effectLst/>
                    <a:latin typeface="Arial" panose="020B0604020202020204" pitchFamily="34" charset="0"/>
                  </a:rPr>
                  <a:t>FB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0" name="Freeform 135">
                <a:extLst>
                  <a:ext uri="{FF2B5EF4-FFF2-40B4-BE49-F238E27FC236}">
                    <a16:creationId xmlns:a16="http://schemas.microsoft.com/office/drawing/2014/main" id="{7BF5C61A-1049-3B9A-4CCC-D72925343CE6}"/>
                  </a:ext>
                </a:extLst>
              </p:cNvPr>
              <p:cNvSpPr>
                <a:spLocks/>
              </p:cNvSpPr>
              <p:nvPr/>
            </p:nvSpPr>
            <p:spPr bwMode="auto">
              <a:xfrm>
                <a:off x="4385" y="2839"/>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1" name="Rectangle 136">
                <a:extLst>
                  <a:ext uri="{FF2B5EF4-FFF2-40B4-BE49-F238E27FC236}">
                    <a16:creationId xmlns:a16="http://schemas.microsoft.com/office/drawing/2014/main" id="{035C61A9-EAB1-D923-36C3-CD7A4E8A292D}"/>
                  </a:ext>
                </a:extLst>
              </p:cNvPr>
              <p:cNvSpPr>
                <a:spLocks noChangeArrowheads="1"/>
              </p:cNvSpPr>
              <p:nvPr/>
            </p:nvSpPr>
            <p:spPr bwMode="auto">
              <a:xfrm>
                <a:off x="4420" y="2778"/>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2" name="Rectangle 137">
                <a:extLst>
                  <a:ext uri="{FF2B5EF4-FFF2-40B4-BE49-F238E27FC236}">
                    <a16:creationId xmlns:a16="http://schemas.microsoft.com/office/drawing/2014/main" id="{1624B344-C4DA-0169-12C9-A90B504DF5F5}"/>
                  </a:ext>
                </a:extLst>
              </p:cNvPr>
              <p:cNvSpPr>
                <a:spLocks noChangeArrowheads="1"/>
              </p:cNvSpPr>
              <p:nvPr/>
            </p:nvSpPr>
            <p:spPr bwMode="auto">
              <a:xfrm>
                <a:off x="4279" y="2819"/>
                <a:ext cx="11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CC"/>
                    </a:solidFill>
                    <a:effectLst/>
                    <a:latin typeface="Arial" panose="020B0604020202020204" pitchFamily="34" charset="0"/>
                  </a:rPr>
                  <a:t>OUT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3" name="Freeform 138">
                <a:extLst>
                  <a:ext uri="{FF2B5EF4-FFF2-40B4-BE49-F238E27FC236}">
                    <a16:creationId xmlns:a16="http://schemas.microsoft.com/office/drawing/2014/main" id="{52D13C47-77D4-2CA5-0B91-320E9A859A46}"/>
                  </a:ext>
                </a:extLst>
              </p:cNvPr>
              <p:cNvSpPr>
                <a:spLocks/>
              </p:cNvSpPr>
              <p:nvPr/>
            </p:nvSpPr>
            <p:spPr bwMode="auto">
              <a:xfrm>
                <a:off x="3982" y="2940"/>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4" name="Rectangle 139">
                <a:extLst>
                  <a:ext uri="{FF2B5EF4-FFF2-40B4-BE49-F238E27FC236}">
                    <a16:creationId xmlns:a16="http://schemas.microsoft.com/office/drawing/2014/main" id="{7233EC3B-F834-FF59-89A7-0F9AF2B71745}"/>
                  </a:ext>
                </a:extLst>
              </p:cNvPr>
              <p:cNvSpPr>
                <a:spLocks noChangeArrowheads="1"/>
              </p:cNvSpPr>
              <p:nvPr/>
            </p:nvSpPr>
            <p:spPr bwMode="auto">
              <a:xfrm>
                <a:off x="3972" y="2879"/>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5" name="Rectangle 140">
                <a:extLst>
                  <a:ext uri="{FF2B5EF4-FFF2-40B4-BE49-F238E27FC236}">
                    <a16:creationId xmlns:a16="http://schemas.microsoft.com/office/drawing/2014/main" id="{C9DC12EB-012F-82CF-4325-D0F8763B0F82}"/>
                  </a:ext>
                </a:extLst>
              </p:cNvPr>
              <p:cNvSpPr>
                <a:spLocks noChangeArrowheads="1"/>
              </p:cNvSpPr>
              <p:nvPr/>
            </p:nvSpPr>
            <p:spPr bwMode="auto">
              <a:xfrm>
                <a:off x="4037" y="2919"/>
                <a:ext cx="14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CC"/>
                    </a:solidFill>
                    <a:effectLst/>
                    <a:latin typeface="Arial" panose="020B0604020202020204" pitchFamily="34" charset="0"/>
                  </a:rPr>
                  <a:t>VREF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6" name="Freeform 141">
                <a:extLst>
                  <a:ext uri="{FF2B5EF4-FFF2-40B4-BE49-F238E27FC236}">
                    <a16:creationId xmlns:a16="http://schemas.microsoft.com/office/drawing/2014/main" id="{92F1D8D7-703F-86F3-8105-AF7E89AF20D2}"/>
                  </a:ext>
                </a:extLst>
              </p:cNvPr>
              <p:cNvSpPr>
                <a:spLocks/>
              </p:cNvSpPr>
              <p:nvPr/>
            </p:nvSpPr>
            <p:spPr bwMode="auto">
              <a:xfrm>
                <a:off x="5846" y="1982"/>
                <a:ext cx="0" cy="302"/>
              </a:xfrm>
              <a:custGeom>
                <a:avLst/>
                <a:gdLst>
                  <a:gd name="T0" fmla="*/ 60 h 60"/>
                  <a:gd name="T1" fmla="*/ 0 h 60"/>
                  <a:gd name="T2" fmla="*/ 0 h 60"/>
                </a:gdLst>
                <a:ahLst/>
                <a:cxnLst>
                  <a:cxn ang="0">
                    <a:pos x="0" y="T0"/>
                  </a:cxn>
                  <a:cxn ang="0">
                    <a:pos x="0" y="T1"/>
                  </a:cxn>
                  <a:cxn ang="0">
                    <a:pos x="0" y="T2"/>
                  </a:cxn>
                </a:cxnLst>
                <a:rect l="0" t="0" r="r" b="b"/>
                <a:pathLst>
                  <a:path h="60">
                    <a:moveTo>
                      <a:pt x="0" y="6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7" name="Oval 142">
                <a:extLst>
                  <a:ext uri="{FF2B5EF4-FFF2-40B4-BE49-F238E27FC236}">
                    <a16:creationId xmlns:a16="http://schemas.microsoft.com/office/drawing/2014/main" id="{E0D8E4A3-34BD-C78E-4FB5-8BE3CEA9B2D7}"/>
                  </a:ext>
                </a:extLst>
              </p:cNvPr>
              <p:cNvSpPr>
                <a:spLocks noChangeArrowheads="1"/>
              </p:cNvSpPr>
              <p:nvPr/>
            </p:nvSpPr>
            <p:spPr bwMode="auto">
              <a:xfrm>
                <a:off x="5836" y="1972"/>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38" name="Freeform 143">
                <a:extLst>
                  <a:ext uri="{FF2B5EF4-FFF2-40B4-BE49-F238E27FC236}">
                    <a16:creationId xmlns:a16="http://schemas.microsoft.com/office/drawing/2014/main" id="{787CAA96-EB9F-22B7-2173-7602A1656243}"/>
                  </a:ext>
                </a:extLst>
              </p:cNvPr>
              <p:cNvSpPr>
                <a:spLocks/>
              </p:cNvSpPr>
              <p:nvPr/>
            </p:nvSpPr>
            <p:spPr bwMode="auto">
              <a:xfrm>
                <a:off x="4234" y="1931"/>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9" name="Oval 144">
                <a:extLst>
                  <a:ext uri="{FF2B5EF4-FFF2-40B4-BE49-F238E27FC236}">
                    <a16:creationId xmlns:a16="http://schemas.microsoft.com/office/drawing/2014/main" id="{1BA6BD76-95AA-1847-903E-32B9781CC30B}"/>
                  </a:ext>
                </a:extLst>
              </p:cNvPr>
              <p:cNvSpPr>
                <a:spLocks noChangeArrowheads="1"/>
              </p:cNvSpPr>
              <p:nvPr/>
            </p:nvSpPr>
            <p:spPr bwMode="auto">
              <a:xfrm>
                <a:off x="4224" y="1921"/>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40" name="Freeform 145">
                <a:extLst>
                  <a:ext uri="{FF2B5EF4-FFF2-40B4-BE49-F238E27FC236}">
                    <a16:creationId xmlns:a16="http://schemas.microsoft.com/office/drawing/2014/main" id="{27935CB4-FF3D-A783-08E3-876B564AC979}"/>
                  </a:ext>
                </a:extLst>
              </p:cNvPr>
              <p:cNvSpPr>
                <a:spLocks/>
              </p:cNvSpPr>
              <p:nvPr/>
            </p:nvSpPr>
            <p:spPr bwMode="auto">
              <a:xfrm>
                <a:off x="4536" y="1931"/>
                <a:ext cx="252" cy="0"/>
              </a:xfrm>
              <a:custGeom>
                <a:avLst/>
                <a:gdLst>
                  <a:gd name="T0" fmla="*/ 50 w 50"/>
                  <a:gd name="T1" fmla="*/ 0 w 50"/>
                  <a:gd name="T2" fmla="*/ 0 w 50"/>
                </a:gdLst>
                <a:ahLst/>
                <a:cxnLst>
                  <a:cxn ang="0">
                    <a:pos x="T0" y="0"/>
                  </a:cxn>
                  <a:cxn ang="0">
                    <a:pos x="T1" y="0"/>
                  </a:cxn>
                  <a:cxn ang="0">
                    <a:pos x="T2" y="0"/>
                  </a:cxn>
                </a:cxnLst>
                <a:rect l="0" t="0" r="r" b="b"/>
                <a:pathLst>
                  <a:path w="50">
                    <a:moveTo>
                      <a:pt x="5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1" name="Rectangle 146">
                <a:extLst>
                  <a:ext uri="{FF2B5EF4-FFF2-40B4-BE49-F238E27FC236}">
                    <a16:creationId xmlns:a16="http://schemas.microsoft.com/office/drawing/2014/main" id="{A5B8DA2E-FC53-7776-1DB2-26E09C49DBC4}"/>
                  </a:ext>
                </a:extLst>
              </p:cNvPr>
              <p:cNvSpPr>
                <a:spLocks noChangeArrowheads="1"/>
              </p:cNvSpPr>
              <p:nvPr/>
            </p:nvSpPr>
            <p:spPr bwMode="auto">
              <a:xfrm>
                <a:off x="4597" y="1876"/>
                <a:ext cx="227"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AC_VREF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2" name="Freeform 147">
                <a:extLst>
                  <a:ext uri="{FF2B5EF4-FFF2-40B4-BE49-F238E27FC236}">
                    <a16:creationId xmlns:a16="http://schemas.microsoft.com/office/drawing/2014/main" id="{AB2E06CA-2079-0C83-5711-C0C5388228FA}"/>
                  </a:ext>
                </a:extLst>
              </p:cNvPr>
              <p:cNvSpPr>
                <a:spLocks/>
              </p:cNvSpPr>
              <p:nvPr/>
            </p:nvSpPr>
            <p:spPr bwMode="auto">
              <a:xfrm>
                <a:off x="5645" y="3343"/>
                <a:ext cx="0" cy="151"/>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3" name="Freeform 148">
                <a:extLst>
                  <a:ext uri="{FF2B5EF4-FFF2-40B4-BE49-F238E27FC236}">
                    <a16:creationId xmlns:a16="http://schemas.microsoft.com/office/drawing/2014/main" id="{E038529F-53C2-E83A-FAB4-8A48C35F42CD}"/>
                  </a:ext>
                </a:extLst>
              </p:cNvPr>
              <p:cNvSpPr>
                <a:spLocks/>
              </p:cNvSpPr>
              <p:nvPr/>
            </p:nvSpPr>
            <p:spPr bwMode="auto">
              <a:xfrm>
                <a:off x="5443" y="3343"/>
                <a:ext cx="202"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4" name="Oval 149">
                <a:extLst>
                  <a:ext uri="{FF2B5EF4-FFF2-40B4-BE49-F238E27FC236}">
                    <a16:creationId xmlns:a16="http://schemas.microsoft.com/office/drawing/2014/main" id="{9F78DB64-3F26-DD4B-5623-D05E091F0446}"/>
                  </a:ext>
                </a:extLst>
              </p:cNvPr>
              <p:cNvSpPr>
                <a:spLocks noChangeArrowheads="1"/>
              </p:cNvSpPr>
              <p:nvPr/>
            </p:nvSpPr>
            <p:spPr bwMode="auto">
              <a:xfrm>
                <a:off x="5635" y="3333"/>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45" name="Freeform 150">
                <a:extLst>
                  <a:ext uri="{FF2B5EF4-FFF2-40B4-BE49-F238E27FC236}">
                    <a16:creationId xmlns:a16="http://schemas.microsoft.com/office/drawing/2014/main" id="{40C47878-B0D3-C56E-7E0B-8F0B17B57CA2}"/>
                  </a:ext>
                </a:extLst>
              </p:cNvPr>
              <p:cNvSpPr>
                <a:spLocks/>
              </p:cNvSpPr>
              <p:nvPr/>
            </p:nvSpPr>
            <p:spPr bwMode="auto">
              <a:xfrm>
                <a:off x="5443" y="1830"/>
                <a:ext cx="101" cy="0"/>
              </a:xfrm>
              <a:custGeom>
                <a:avLst/>
                <a:gdLst>
                  <a:gd name="T0" fmla="*/ 20 w 20"/>
                  <a:gd name="T1" fmla="*/ 0 w 20"/>
                  <a:gd name="T2" fmla="*/ 0 w 20"/>
                </a:gdLst>
                <a:ahLst/>
                <a:cxnLst>
                  <a:cxn ang="0">
                    <a:pos x="T0" y="0"/>
                  </a:cxn>
                  <a:cxn ang="0">
                    <a:pos x="T1" y="0"/>
                  </a:cxn>
                  <a:cxn ang="0">
                    <a:pos x="T2" y="0"/>
                  </a:cxn>
                </a:cxnLst>
                <a:rect l="0" t="0" r="r" b="b"/>
                <a:pathLst>
                  <a:path w="20">
                    <a:moveTo>
                      <a:pt x="2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6" name="Freeform 151">
                <a:extLst>
                  <a:ext uri="{FF2B5EF4-FFF2-40B4-BE49-F238E27FC236}">
                    <a16:creationId xmlns:a16="http://schemas.microsoft.com/office/drawing/2014/main" id="{FFB01F59-375C-B5AE-2C53-E27B78B1CD57}"/>
                  </a:ext>
                </a:extLst>
              </p:cNvPr>
              <p:cNvSpPr>
                <a:spLocks/>
              </p:cNvSpPr>
              <p:nvPr/>
            </p:nvSpPr>
            <p:spPr bwMode="auto">
              <a:xfrm>
                <a:off x="5826" y="2420"/>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7" name="Freeform 152">
                <a:extLst>
                  <a:ext uri="{FF2B5EF4-FFF2-40B4-BE49-F238E27FC236}">
                    <a16:creationId xmlns:a16="http://schemas.microsoft.com/office/drawing/2014/main" id="{BFE8D990-A6B7-E062-816F-951B226EABB9}"/>
                  </a:ext>
                </a:extLst>
              </p:cNvPr>
              <p:cNvSpPr>
                <a:spLocks/>
              </p:cNvSpPr>
              <p:nvPr/>
            </p:nvSpPr>
            <p:spPr bwMode="auto">
              <a:xfrm>
                <a:off x="5826" y="2405"/>
                <a:ext cx="41"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8" name="Freeform 153">
                <a:extLst>
                  <a:ext uri="{FF2B5EF4-FFF2-40B4-BE49-F238E27FC236}">
                    <a16:creationId xmlns:a16="http://schemas.microsoft.com/office/drawing/2014/main" id="{89442CAF-A0A7-ACD4-BBD4-552060587AB4}"/>
                  </a:ext>
                </a:extLst>
              </p:cNvPr>
              <p:cNvSpPr>
                <a:spLocks/>
              </p:cNvSpPr>
              <p:nvPr/>
            </p:nvSpPr>
            <p:spPr bwMode="auto">
              <a:xfrm>
                <a:off x="5826" y="2390"/>
                <a:ext cx="41"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9" name="Freeform 154">
                <a:extLst>
                  <a:ext uri="{FF2B5EF4-FFF2-40B4-BE49-F238E27FC236}">
                    <a16:creationId xmlns:a16="http://schemas.microsoft.com/office/drawing/2014/main" id="{954E8199-7401-61FB-7F64-780B85694887}"/>
                  </a:ext>
                </a:extLst>
              </p:cNvPr>
              <p:cNvSpPr>
                <a:spLocks/>
              </p:cNvSpPr>
              <p:nvPr/>
            </p:nvSpPr>
            <p:spPr bwMode="auto">
              <a:xfrm>
                <a:off x="5826" y="2375"/>
                <a:ext cx="41"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0" name="Freeform 155">
                <a:extLst>
                  <a:ext uri="{FF2B5EF4-FFF2-40B4-BE49-F238E27FC236}">
                    <a16:creationId xmlns:a16="http://schemas.microsoft.com/office/drawing/2014/main" id="{6311CB20-3733-9E1A-2559-CCFC38A176BB}"/>
                  </a:ext>
                </a:extLst>
              </p:cNvPr>
              <p:cNvSpPr>
                <a:spLocks/>
              </p:cNvSpPr>
              <p:nvPr/>
            </p:nvSpPr>
            <p:spPr bwMode="auto">
              <a:xfrm>
                <a:off x="5826" y="2360"/>
                <a:ext cx="41"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1" name="Freeform 156">
                <a:extLst>
                  <a:ext uri="{FF2B5EF4-FFF2-40B4-BE49-F238E27FC236}">
                    <a16:creationId xmlns:a16="http://schemas.microsoft.com/office/drawing/2014/main" id="{B9008B63-1B83-C642-840D-0726A29B3DDA}"/>
                  </a:ext>
                </a:extLst>
              </p:cNvPr>
              <p:cNvSpPr>
                <a:spLocks/>
              </p:cNvSpPr>
              <p:nvPr/>
            </p:nvSpPr>
            <p:spPr bwMode="auto">
              <a:xfrm>
                <a:off x="5826" y="2345"/>
                <a:ext cx="41"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2" name="Freeform 157">
                <a:extLst>
                  <a:ext uri="{FF2B5EF4-FFF2-40B4-BE49-F238E27FC236}">
                    <a16:creationId xmlns:a16="http://schemas.microsoft.com/office/drawing/2014/main" id="{FA55F15F-0AEA-78FD-071E-02AB488E25DC}"/>
                  </a:ext>
                </a:extLst>
              </p:cNvPr>
              <p:cNvSpPr>
                <a:spLocks/>
              </p:cNvSpPr>
              <p:nvPr/>
            </p:nvSpPr>
            <p:spPr bwMode="auto">
              <a:xfrm>
                <a:off x="5846" y="2335"/>
                <a:ext cx="21"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3" name="Freeform 158">
                <a:extLst>
                  <a:ext uri="{FF2B5EF4-FFF2-40B4-BE49-F238E27FC236}">
                    <a16:creationId xmlns:a16="http://schemas.microsoft.com/office/drawing/2014/main" id="{094AB17B-4A63-468A-0669-458EDD221D40}"/>
                  </a:ext>
                </a:extLst>
              </p:cNvPr>
              <p:cNvSpPr>
                <a:spLocks/>
              </p:cNvSpPr>
              <p:nvPr/>
            </p:nvSpPr>
            <p:spPr bwMode="auto">
              <a:xfrm>
                <a:off x="5846" y="2430"/>
                <a:ext cx="0" cy="5"/>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4" name="Rectangle 159">
                <a:extLst>
                  <a:ext uri="{FF2B5EF4-FFF2-40B4-BE49-F238E27FC236}">
                    <a16:creationId xmlns:a16="http://schemas.microsoft.com/office/drawing/2014/main" id="{6A5CF30E-A524-2191-F75B-50F9036C10EF}"/>
                  </a:ext>
                </a:extLst>
              </p:cNvPr>
              <p:cNvSpPr>
                <a:spLocks noChangeArrowheads="1"/>
              </p:cNvSpPr>
              <p:nvPr/>
            </p:nvSpPr>
            <p:spPr bwMode="auto">
              <a:xfrm>
                <a:off x="5846" y="2284"/>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R421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55" name="Rectangle 160">
                <a:extLst>
                  <a:ext uri="{FF2B5EF4-FFF2-40B4-BE49-F238E27FC236}">
                    <a16:creationId xmlns:a16="http://schemas.microsoft.com/office/drawing/2014/main" id="{1667B0C0-931E-FD43-096C-0AAF0C7689C8}"/>
                  </a:ext>
                </a:extLst>
              </p:cNvPr>
              <p:cNvSpPr>
                <a:spLocks noChangeArrowheads="1"/>
              </p:cNvSpPr>
              <p:nvPr/>
            </p:nvSpPr>
            <p:spPr bwMode="auto">
              <a:xfrm>
                <a:off x="5846" y="2435"/>
                <a:ext cx="13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4.99K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56" name="Freeform 161">
                <a:extLst>
                  <a:ext uri="{FF2B5EF4-FFF2-40B4-BE49-F238E27FC236}">
                    <a16:creationId xmlns:a16="http://schemas.microsoft.com/office/drawing/2014/main" id="{53531350-36B4-839F-E8F2-967A75468EC5}"/>
                  </a:ext>
                </a:extLst>
              </p:cNvPr>
              <p:cNvSpPr>
                <a:spLocks/>
              </p:cNvSpPr>
              <p:nvPr/>
            </p:nvSpPr>
            <p:spPr bwMode="auto">
              <a:xfrm>
                <a:off x="5846" y="2284"/>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7" name="Freeform 162">
                <a:extLst>
                  <a:ext uri="{FF2B5EF4-FFF2-40B4-BE49-F238E27FC236}">
                    <a16:creationId xmlns:a16="http://schemas.microsoft.com/office/drawing/2014/main" id="{473684B5-6896-55F3-23C5-840D41C5A52F}"/>
                  </a:ext>
                </a:extLst>
              </p:cNvPr>
              <p:cNvSpPr>
                <a:spLocks/>
              </p:cNvSpPr>
              <p:nvPr/>
            </p:nvSpPr>
            <p:spPr bwMode="auto">
              <a:xfrm>
                <a:off x="5846" y="2435"/>
                <a:ext cx="0" cy="51"/>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8" name="Freeform 163">
                <a:extLst>
                  <a:ext uri="{FF2B5EF4-FFF2-40B4-BE49-F238E27FC236}">
                    <a16:creationId xmlns:a16="http://schemas.microsoft.com/office/drawing/2014/main" id="{04A73DA1-63A5-4388-E5CB-F7209FD9BC2C}"/>
                  </a:ext>
                </a:extLst>
              </p:cNvPr>
              <p:cNvSpPr>
                <a:spLocks/>
              </p:cNvSpPr>
              <p:nvPr/>
            </p:nvSpPr>
            <p:spPr bwMode="auto">
              <a:xfrm>
                <a:off x="5448" y="1962"/>
                <a:ext cx="10" cy="20"/>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9" name="Freeform 164">
                <a:extLst>
                  <a:ext uri="{FF2B5EF4-FFF2-40B4-BE49-F238E27FC236}">
                    <a16:creationId xmlns:a16="http://schemas.microsoft.com/office/drawing/2014/main" id="{7EB7F561-4B9F-C098-6E9B-BD7E052F1720}"/>
                  </a:ext>
                </a:extLst>
              </p:cNvPr>
              <p:cNvSpPr>
                <a:spLocks/>
              </p:cNvSpPr>
              <p:nvPr/>
            </p:nvSpPr>
            <p:spPr bwMode="auto">
              <a:xfrm>
                <a:off x="5458" y="1962"/>
                <a:ext cx="15" cy="4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0" name="Freeform 165">
                <a:extLst>
                  <a:ext uri="{FF2B5EF4-FFF2-40B4-BE49-F238E27FC236}">
                    <a16:creationId xmlns:a16="http://schemas.microsoft.com/office/drawing/2014/main" id="{1E4AF1A9-E493-3589-0938-B7EF685862FA}"/>
                  </a:ext>
                </a:extLst>
              </p:cNvPr>
              <p:cNvSpPr>
                <a:spLocks/>
              </p:cNvSpPr>
              <p:nvPr/>
            </p:nvSpPr>
            <p:spPr bwMode="auto">
              <a:xfrm>
                <a:off x="5473" y="1962"/>
                <a:ext cx="16" cy="40"/>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1" name="Freeform 166">
                <a:extLst>
                  <a:ext uri="{FF2B5EF4-FFF2-40B4-BE49-F238E27FC236}">
                    <a16:creationId xmlns:a16="http://schemas.microsoft.com/office/drawing/2014/main" id="{5BDCF4A5-B878-C997-EB2C-9403BE056448}"/>
                  </a:ext>
                </a:extLst>
              </p:cNvPr>
              <p:cNvSpPr>
                <a:spLocks/>
              </p:cNvSpPr>
              <p:nvPr/>
            </p:nvSpPr>
            <p:spPr bwMode="auto">
              <a:xfrm>
                <a:off x="5489" y="1962"/>
                <a:ext cx="15" cy="4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2" name="Freeform 167">
                <a:extLst>
                  <a:ext uri="{FF2B5EF4-FFF2-40B4-BE49-F238E27FC236}">
                    <a16:creationId xmlns:a16="http://schemas.microsoft.com/office/drawing/2014/main" id="{33E33500-0CDE-C23B-E526-7A59D8AE44A9}"/>
                  </a:ext>
                </a:extLst>
              </p:cNvPr>
              <p:cNvSpPr>
                <a:spLocks/>
              </p:cNvSpPr>
              <p:nvPr/>
            </p:nvSpPr>
            <p:spPr bwMode="auto">
              <a:xfrm>
                <a:off x="5504" y="1962"/>
                <a:ext cx="15" cy="40"/>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3" name="Freeform 168">
                <a:extLst>
                  <a:ext uri="{FF2B5EF4-FFF2-40B4-BE49-F238E27FC236}">
                    <a16:creationId xmlns:a16="http://schemas.microsoft.com/office/drawing/2014/main" id="{4F1016B5-2263-15FA-A196-A674FAB83D1C}"/>
                  </a:ext>
                </a:extLst>
              </p:cNvPr>
              <p:cNvSpPr>
                <a:spLocks/>
              </p:cNvSpPr>
              <p:nvPr/>
            </p:nvSpPr>
            <p:spPr bwMode="auto">
              <a:xfrm>
                <a:off x="5519" y="1962"/>
                <a:ext cx="15" cy="4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4" name="Freeform 169">
                <a:extLst>
                  <a:ext uri="{FF2B5EF4-FFF2-40B4-BE49-F238E27FC236}">
                    <a16:creationId xmlns:a16="http://schemas.microsoft.com/office/drawing/2014/main" id="{03BFAF57-AC38-05ED-3B6E-B0BCE92BE755}"/>
                  </a:ext>
                </a:extLst>
              </p:cNvPr>
              <p:cNvSpPr>
                <a:spLocks/>
              </p:cNvSpPr>
              <p:nvPr/>
            </p:nvSpPr>
            <p:spPr bwMode="auto">
              <a:xfrm>
                <a:off x="5534" y="1982"/>
                <a:ext cx="10" cy="20"/>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5" name="Freeform 170">
                <a:extLst>
                  <a:ext uri="{FF2B5EF4-FFF2-40B4-BE49-F238E27FC236}">
                    <a16:creationId xmlns:a16="http://schemas.microsoft.com/office/drawing/2014/main" id="{C866267A-724A-E7D6-83AB-67F1377D6A04}"/>
                  </a:ext>
                </a:extLst>
              </p:cNvPr>
              <p:cNvSpPr>
                <a:spLocks/>
              </p:cNvSpPr>
              <p:nvPr/>
            </p:nvSpPr>
            <p:spPr bwMode="auto">
              <a:xfrm>
                <a:off x="5443" y="1982"/>
                <a:ext cx="5" cy="0"/>
              </a:xfrm>
              <a:custGeom>
                <a:avLst/>
                <a:gdLst>
                  <a:gd name="T0" fmla="*/ 0 w 1"/>
                  <a:gd name="T1" fmla="*/ 1 w 1"/>
                  <a:gd name="T2" fmla="*/ 1 w 1"/>
                </a:gdLst>
                <a:ahLst/>
                <a:cxnLst>
                  <a:cxn ang="0">
                    <a:pos x="T0" y="0"/>
                  </a:cxn>
                  <a:cxn ang="0">
                    <a:pos x="T1" y="0"/>
                  </a:cxn>
                  <a:cxn ang="0">
                    <a:pos x="T2" y="0"/>
                  </a:cxn>
                </a:cxnLst>
                <a:rect l="0" t="0" r="r" b="b"/>
                <a:pathLst>
                  <a:path w="1">
                    <a:moveTo>
                      <a:pt x="0" y="0"/>
                    </a:moveTo>
                    <a:lnTo>
                      <a:pt x="1" y="0"/>
                    </a:lnTo>
                    <a:lnTo>
                      <a:pt x="1"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6" name="Rectangle 171">
                <a:extLst>
                  <a:ext uri="{FF2B5EF4-FFF2-40B4-BE49-F238E27FC236}">
                    <a16:creationId xmlns:a16="http://schemas.microsoft.com/office/drawing/2014/main" id="{CB53C195-EC99-9020-C1C2-697DF3A377E0}"/>
                  </a:ext>
                </a:extLst>
              </p:cNvPr>
              <p:cNvSpPr>
                <a:spLocks noChangeArrowheads="1"/>
              </p:cNvSpPr>
              <p:nvPr/>
            </p:nvSpPr>
            <p:spPr bwMode="auto">
              <a:xfrm>
                <a:off x="5342" y="1931"/>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R419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67" name="Rectangle 172">
                <a:extLst>
                  <a:ext uri="{FF2B5EF4-FFF2-40B4-BE49-F238E27FC236}">
                    <a16:creationId xmlns:a16="http://schemas.microsoft.com/office/drawing/2014/main" id="{F540DDF6-1369-AC1A-0228-27436A866746}"/>
                  </a:ext>
                </a:extLst>
              </p:cNvPr>
              <p:cNvSpPr>
                <a:spLocks noChangeArrowheads="1"/>
              </p:cNvSpPr>
              <p:nvPr/>
            </p:nvSpPr>
            <p:spPr bwMode="auto">
              <a:xfrm>
                <a:off x="5544" y="1931"/>
                <a:ext cx="7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30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68" name="Freeform 173">
                <a:extLst>
                  <a:ext uri="{FF2B5EF4-FFF2-40B4-BE49-F238E27FC236}">
                    <a16:creationId xmlns:a16="http://schemas.microsoft.com/office/drawing/2014/main" id="{DAAB1FDF-7DF2-E28E-3184-683AFD8EE519}"/>
                  </a:ext>
                </a:extLst>
              </p:cNvPr>
              <p:cNvSpPr>
                <a:spLocks/>
              </p:cNvSpPr>
              <p:nvPr/>
            </p:nvSpPr>
            <p:spPr bwMode="auto">
              <a:xfrm>
                <a:off x="5544" y="1982"/>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9" name="Freeform 174">
                <a:extLst>
                  <a:ext uri="{FF2B5EF4-FFF2-40B4-BE49-F238E27FC236}">
                    <a16:creationId xmlns:a16="http://schemas.microsoft.com/office/drawing/2014/main" id="{38B6BDF5-BD53-1547-A795-2E544F9667E5}"/>
                  </a:ext>
                </a:extLst>
              </p:cNvPr>
              <p:cNvSpPr>
                <a:spLocks/>
              </p:cNvSpPr>
              <p:nvPr/>
            </p:nvSpPr>
            <p:spPr bwMode="auto">
              <a:xfrm>
                <a:off x="5393" y="1982"/>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0" name="Freeform 175">
                <a:extLst>
                  <a:ext uri="{FF2B5EF4-FFF2-40B4-BE49-F238E27FC236}">
                    <a16:creationId xmlns:a16="http://schemas.microsoft.com/office/drawing/2014/main" id="{42007115-AA0C-408D-2D50-8ED5A2675390}"/>
                  </a:ext>
                </a:extLst>
              </p:cNvPr>
              <p:cNvSpPr>
                <a:spLocks/>
              </p:cNvSpPr>
              <p:nvPr/>
            </p:nvSpPr>
            <p:spPr bwMode="auto">
              <a:xfrm>
                <a:off x="4889" y="3141"/>
                <a:ext cx="202"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1" name="Freeform 176">
                <a:extLst>
                  <a:ext uri="{FF2B5EF4-FFF2-40B4-BE49-F238E27FC236}">
                    <a16:creationId xmlns:a16="http://schemas.microsoft.com/office/drawing/2014/main" id="{B7EAAE37-30F2-157E-8A8B-C9088FEEFBEF}"/>
                  </a:ext>
                </a:extLst>
              </p:cNvPr>
              <p:cNvSpPr>
                <a:spLocks/>
              </p:cNvSpPr>
              <p:nvPr/>
            </p:nvSpPr>
            <p:spPr bwMode="auto">
              <a:xfrm>
                <a:off x="5846" y="3595"/>
                <a:ext cx="202"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2" name="Freeform 177">
                <a:extLst>
                  <a:ext uri="{FF2B5EF4-FFF2-40B4-BE49-F238E27FC236}">
                    <a16:creationId xmlns:a16="http://schemas.microsoft.com/office/drawing/2014/main" id="{23E034B4-7D61-8EB8-0D66-12D663BA7416}"/>
                  </a:ext>
                </a:extLst>
              </p:cNvPr>
              <p:cNvSpPr>
                <a:spLocks/>
              </p:cNvSpPr>
              <p:nvPr/>
            </p:nvSpPr>
            <p:spPr bwMode="auto">
              <a:xfrm>
                <a:off x="5972" y="2370"/>
                <a:ext cx="51"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3" name="Freeform 178">
                <a:extLst>
                  <a:ext uri="{FF2B5EF4-FFF2-40B4-BE49-F238E27FC236}">
                    <a16:creationId xmlns:a16="http://schemas.microsoft.com/office/drawing/2014/main" id="{0733C850-36BC-DAFE-4532-EAB09EBD5182}"/>
                  </a:ext>
                </a:extLst>
              </p:cNvPr>
              <p:cNvSpPr>
                <a:spLocks/>
              </p:cNvSpPr>
              <p:nvPr/>
            </p:nvSpPr>
            <p:spPr bwMode="auto">
              <a:xfrm>
                <a:off x="5972" y="2350"/>
                <a:ext cx="51"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4" name="Freeform 179">
                <a:extLst>
                  <a:ext uri="{FF2B5EF4-FFF2-40B4-BE49-F238E27FC236}">
                    <a16:creationId xmlns:a16="http://schemas.microsoft.com/office/drawing/2014/main" id="{65BABAB6-C671-06DD-A95F-20BEAA896677}"/>
                  </a:ext>
                </a:extLst>
              </p:cNvPr>
              <p:cNvSpPr>
                <a:spLocks/>
              </p:cNvSpPr>
              <p:nvPr/>
            </p:nvSpPr>
            <p:spPr bwMode="auto">
              <a:xfrm>
                <a:off x="5998" y="2335"/>
                <a:ext cx="0" cy="15"/>
              </a:xfrm>
              <a:custGeom>
                <a:avLst/>
                <a:gdLst>
                  <a:gd name="T0" fmla="*/ 3 h 3"/>
                  <a:gd name="T1" fmla="*/ 0 h 3"/>
                  <a:gd name="T2" fmla="*/ 0 h 3"/>
                </a:gdLst>
                <a:ahLst/>
                <a:cxnLst>
                  <a:cxn ang="0">
                    <a:pos x="0" y="T0"/>
                  </a:cxn>
                  <a:cxn ang="0">
                    <a:pos x="0" y="T1"/>
                  </a:cxn>
                  <a:cxn ang="0">
                    <a:pos x="0" y="T2"/>
                  </a:cxn>
                </a:cxnLst>
                <a:rect l="0" t="0" r="r" b="b"/>
                <a:pathLst>
                  <a:path h="3">
                    <a:moveTo>
                      <a:pt x="0"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5" name="Freeform 180">
                <a:extLst>
                  <a:ext uri="{FF2B5EF4-FFF2-40B4-BE49-F238E27FC236}">
                    <a16:creationId xmlns:a16="http://schemas.microsoft.com/office/drawing/2014/main" id="{939649EC-18D5-627B-4BD2-A3344471745A}"/>
                  </a:ext>
                </a:extLst>
              </p:cNvPr>
              <p:cNvSpPr>
                <a:spLocks/>
              </p:cNvSpPr>
              <p:nvPr/>
            </p:nvSpPr>
            <p:spPr bwMode="auto">
              <a:xfrm>
                <a:off x="5998" y="2370"/>
                <a:ext cx="0" cy="15"/>
              </a:xfrm>
              <a:custGeom>
                <a:avLst/>
                <a:gdLst>
                  <a:gd name="T0" fmla="*/ 3 h 3"/>
                  <a:gd name="T1" fmla="*/ 0 h 3"/>
                  <a:gd name="T2" fmla="*/ 0 h 3"/>
                </a:gdLst>
                <a:ahLst/>
                <a:cxnLst>
                  <a:cxn ang="0">
                    <a:pos x="0" y="T0"/>
                  </a:cxn>
                  <a:cxn ang="0">
                    <a:pos x="0" y="T1"/>
                  </a:cxn>
                  <a:cxn ang="0">
                    <a:pos x="0" y="T2"/>
                  </a:cxn>
                </a:cxnLst>
                <a:rect l="0" t="0" r="r" b="b"/>
                <a:pathLst>
                  <a:path h="3">
                    <a:moveTo>
                      <a:pt x="0"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6" name="Rectangle 181">
                <a:extLst>
                  <a:ext uri="{FF2B5EF4-FFF2-40B4-BE49-F238E27FC236}">
                    <a16:creationId xmlns:a16="http://schemas.microsoft.com/office/drawing/2014/main" id="{52069522-0D7D-4339-CF17-A5BCFEF80690}"/>
                  </a:ext>
                </a:extLst>
              </p:cNvPr>
              <p:cNvSpPr>
                <a:spLocks noChangeArrowheads="1"/>
              </p:cNvSpPr>
              <p:nvPr/>
            </p:nvSpPr>
            <p:spPr bwMode="auto">
              <a:xfrm>
                <a:off x="5998" y="2284"/>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C413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7" name="Rectangle 182">
                <a:extLst>
                  <a:ext uri="{FF2B5EF4-FFF2-40B4-BE49-F238E27FC236}">
                    <a16:creationId xmlns:a16="http://schemas.microsoft.com/office/drawing/2014/main" id="{B06327C4-379A-73ED-F57B-641F62F54E7F}"/>
                  </a:ext>
                </a:extLst>
              </p:cNvPr>
              <p:cNvSpPr>
                <a:spLocks noChangeArrowheads="1"/>
              </p:cNvSpPr>
              <p:nvPr/>
            </p:nvSpPr>
            <p:spPr bwMode="auto">
              <a:xfrm>
                <a:off x="5998" y="2385"/>
                <a:ext cx="10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2.2n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8" name="Freeform 183">
                <a:extLst>
                  <a:ext uri="{FF2B5EF4-FFF2-40B4-BE49-F238E27FC236}">
                    <a16:creationId xmlns:a16="http://schemas.microsoft.com/office/drawing/2014/main" id="{0C8DB7D9-8101-1279-A94C-B7F993D82354}"/>
                  </a:ext>
                </a:extLst>
              </p:cNvPr>
              <p:cNvSpPr>
                <a:spLocks/>
              </p:cNvSpPr>
              <p:nvPr/>
            </p:nvSpPr>
            <p:spPr bwMode="auto">
              <a:xfrm>
                <a:off x="5998" y="2385"/>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9" name="Freeform 184">
                <a:extLst>
                  <a:ext uri="{FF2B5EF4-FFF2-40B4-BE49-F238E27FC236}">
                    <a16:creationId xmlns:a16="http://schemas.microsoft.com/office/drawing/2014/main" id="{B6190FC2-F674-FCCC-0045-0ADA4E3F9967}"/>
                  </a:ext>
                </a:extLst>
              </p:cNvPr>
              <p:cNvSpPr>
                <a:spLocks/>
              </p:cNvSpPr>
              <p:nvPr/>
            </p:nvSpPr>
            <p:spPr bwMode="auto">
              <a:xfrm>
                <a:off x="5998" y="2284"/>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0" name="Freeform 185">
                <a:extLst>
                  <a:ext uri="{FF2B5EF4-FFF2-40B4-BE49-F238E27FC236}">
                    <a16:creationId xmlns:a16="http://schemas.microsoft.com/office/drawing/2014/main" id="{CCAD24F2-50EA-E915-7F10-0AAA8D687E8E}"/>
                  </a:ext>
                </a:extLst>
              </p:cNvPr>
              <p:cNvSpPr>
                <a:spLocks/>
              </p:cNvSpPr>
              <p:nvPr/>
            </p:nvSpPr>
            <p:spPr bwMode="auto">
              <a:xfrm>
                <a:off x="6532" y="3701"/>
                <a:ext cx="20" cy="10"/>
              </a:xfrm>
              <a:custGeom>
                <a:avLst/>
                <a:gdLst>
                  <a:gd name="T0" fmla="*/ 4 w 4"/>
                  <a:gd name="T1" fmla="*/ 0 h 2"/>
                  <a:gd name="T2" fmla="*/ 0 w 4"/>
                  <a:gd name="T3" fmla="*/ 2 h 2"/>
                  <a:gd name="T4" fmla="*/ 0 w 4"/>
                  <a:gd name="T5" fmla="*/ 2 h 2"/>
                </a:gdLst>
                <a:ahLst/>
                <a:cxnLst>
                  <a:cxn ang="0">
                    <a:pos x="T0" y="T1"/>
                  </a:cxn>
                  <a:cxn ang="0">
                    <a:pos x="T2" y="T3"/>
                  </a:cxn>
                  <a:cxn ang="0">
                    <a:pos x="T4" y="T5"/>
                  </a:cxn>
                </a:cxnLst>
                <a:rect l="0" t="0" r="r" b="b"/>
                <a:pathLst>
                  <a:path w="4" h="2">
                    <a:moveTo>
                      <a:pt x="4" y="0"/>
                    </a:moveTo>
                    <a:lnTo>
                      <a:pt x="0" y="2"/>
                    </a:lnTo>
                    <a:lnTo>
                      <a:pt x="0" y="2"/>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1" name="Freeform 186">
                <a:extLst>
                  <a:ext uri="{FF2B5EF4-FFF2-40B4-BE49-F238E27FC236}">
                    <a16:creationId xmlns:a16="http://schemas.microsoft.com/office/drawing/2014/main" id="{F390CBE2-5DA2-BC01-28CD-5B99488A51E2}"/>
                  </a:ext>
                </a:extLst>
              </p:cNvPr>
              <p:cNvSpPr>
                <a:spLocks/>
              </p:cNvSpPr>
              <p:nvPr/>
            </p:nvSpPr>
            <p:spPr bwMode="auto">
              <a:xfrm>
                <a:off x="6532" y="3711"/>
                <a:ext cx="40" cy="15"/>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2" name="Freeform 187">
                <a:extLst>
                  <a:ext uri="{FF2B5EF4-FFF2-40B4-BE49-F238E27FC236}">
                    <a16:creationId xmlns:a16="http://schemas.microsoft.com/office/drawing/2014/main" id="{115836A3-57A7-BC9F-26F0-BB799926834B}"/>
                  </a:ext>
                </a:extLst>
              </p:cNvPr>
              <p:cNvSpPr>
                <a:spLocks/>
              </p:cNvSpPr>
              <p:nvPr/>
            </p:nvSpPr>
            <p:spPr bwMode="auto">
              <a:xfrm>
                <a:off x="6532" y="3726"/>
                <a:ext cx="40" cy="15"/>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3" name="Freeform 188">
                <a:extLst>
                  <a:ext uri="{FF2B5EF4-FFF2-40B4-BE49-F238E27FC236}">
                    <a16:creationId xmlns:a16="http://schemas.microsoft.com/office/drawing/2014/main" id="{FAC80A34-F22A-7764-6FCB-358D7693ABC6}"/>
                  </a:ext>
                </a:extLst>
              </p:cNvPr>
              <p:cNvSpPr>
                <a:spLocks/>
              </p:cNvSpPr>
              <p:nvPr/>
            </p:nvSpPr>
            <p:spPr bwMode="auto">
              <a:xfrm>
                <a:off x="6532" y="3741"/>
                <a:ext cx="40" cy="15"/>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4" name="Freeform 189">
                <a:extLst>
                  <a:ext uri="{FF2B5EF4-FFF2-40B4-BE49-F238E27FC236}">
                    <a16:creationId xmlns:a16="http://schemas.microsoft.com/office/drawing/2014/main" id="{CD5C6AF7-1A3B-B696-F238-C2BD27C33679}"/>
                  </a:ext>
                </a:extLst>
              </p:cNvPr>
              <p:cNvSpPr>
                <a:spLocks/>
              </p:cNvSpPr>
              <p:nvPr/>
            </p:nvSpPr>
            <p:spPr bwMode="auto">
              <a:xfrm>
                <a:off x="6532" y="3756"/>
                <a:ext cx="40" cy="15"/>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5" name="Freeform 190">
                <a:extLst>
                  <a:ext uri="{FF2B5EF4-FFF2-40B4-BE49-F238E27FC236}">
                    <a16:creationId xmlns:a16="http://schemas.microsoft.com/office/drawing/2014/main" id="{3B84FF75-68D0-49F4-CE48-4057B60B3643}"/>
                  </a:ext>
                </a:extLst>
              </p:cNvPr>
              <p:cNvSpPr>
                <a:spLocks/>
              </p:cNvSpPr>
              <p:nvPr/>
            </p:nvSpPr>
            <p:spPr bwMode="auto">
              <a:xfrm>
                <a:off x="6532" y="3771"/>
                <a:ext cx="40" cy="16"/>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6" name="Freeform 191">
                <a:extLst>
                  <a:ext uri="{FF2B5EF4-FFF2-40B4-BE49-F238E27FC236}">
                    <a16:creationId xmlns:a16="http://schemas.microsoft.com/office/drawing/2014/main" id="{BABF3FC2-4C7E-E691-FD09-4DC0A7873A14}"/>
                  </a:ext>
                </a:extLst>
              </p:cNvPr>
              <p:cNvSpPr>
                <a:spLocks/>
              </p:cNvSpPr>
              <p:nvPr/>
            </p:nvSpPr>
            <p:spPr bwMode="auto">
              <a:xfrm>
                <a:off x="6552" y="3787"/>
                <a:ext cx="20" cy="10"/>
              </a:xfrm>
              <a:custGeom>
                <a:avLst/>
                <a:gdLst>
                  <a:gd name="T0" fmla="*/ 4 w 4"/>
                  <a:gd name="T1" fmla="*/ 0 h 2"/>
                  <a:gd name="T2" fmla="*/ 0 w 4"/>
                  <a:gd name="T3" fmla="*/ 2 h 2"/>
                  <a:gd name="T4" fmla="*/ 0 w 4"/>
                  <a:gd name="T5" fmla="*/ 2 h 2"/>
                </a:gdLst>
                <a:ahLst/>
                <a:cxnLst>
                  <a:cxn ang="0">
                    <a:pos x="T0" y="T1"/>
                  </a:cxn>
                  <a:cxn ang="0">
                    <a:pos x="T2" y="T3"/>
                  </a:cxn>
                  <a:cxn ang="0">
                    <a:pos x="T4" y="T5"/>
                  </a:cxn>
                </a:cxnLst>
                <a:rect l="0" t="0" r="r" b="b"/>
                <a:pathLst>
                  <a:path w="4" h="2">
                    <a:moveTo>
                      <a:pt x="4" y="0"/>
                    </a:moveTo>
                    <a:lnTo>
                      <a:pt x="0" y="2"/>
                    </a:lnTo>
                    <a:lnTo>
                      <a:pt x="0" y="2"/>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7" name="Freeform 192">
                <a:extLst>
                  <a:ext uri="{FF2B5EF4-FFF2-40B4-BE49-F238E27FC236}">
                    <a16:creationId xmlns:a16="http://schemas.microsoft.com/office/drawing/2014/main" id="{17767246-8CB6-069E-0766-921E852283E6}"/>
                  </a:ext>
                </a:extLst>
              </p:cNvPr>
              <p:cNvSpPr>
                <a:spLocks/>
              </p:cNvSpPr>
              <p:nvPr/>
            </p:nvSpPr>
            <p:spPr bwMode="auto">
              <a:xfrm>
                <a:off x="6552" y="3696"/>
                <a:ext cx="0" cy="5"/>
              </a:xfrm>
              <a:custGeom>
                <a:avLst/>
                <a:gdLst>
                  <a:gd name="T0" fmla="*/ 0 h 1"/>
                  <a:gd name="T1" fmla="*/ 1 h 1"/>
                  <a:gd name="T2" fmla="*/ 1 h 1"/>
                </a:gdLst>
                <a:ahLst/>
                <a:cxnLst>
                  <a:cxn ang="0">
                    <a:pos x="0" y="T0"/>
                  </a:cxn>
                  <a:cxn ang="0">
                    <a:pos x="0" y="T1"/>
                  </a:cxn>
                  <a:cxn ang="0">
                    <a:pos x="0" y="T2"/>
                  </a:cxn>
                </a:cxnLst>
                <a:rect l="0" t="0" r="r" b="b"/>
                <a:pathLst>
                  <a:path h="1">
                    <a:moveTo>
                      <a:pt x="0" y="0"/>
                    </a:moveTo>
                    <a:lnTo>
                      <a:pt x="0" y="1"/>
                    </a:lnTo>
                    <a:lnTo>
                      <a:pt x="0" y="1"/>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8" name="Rectangle 193">
                <a:extLst>
                  <a:ext uri="{FF2B5EF4-FFF2-40B4-BE49-F238E27FC236}">
                    <a16:creationId xmlns:a16="http://schemas.microsoft.com/office/drawing/2014/main" id="{81F889AA-8A28-AF62-4B40-E1141A458EA2}"/>
                  </a:ext>
                </a:extLst>
              </p:cNvPr>
              <p:cNvSpPr>
                <a:spLocks noChangeArrowheads="1"/>
              </p:cNvSpPr>
              <p:nvPr/>
            </p:nvSpPr>
            <p:spPr bwMode="auto">
              <a:xfrm>
                <a:off x="6552" y="3645"/>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R440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89" name="Rectangle 194">
                <a:extLst>
                  <a:ext uri="{FF2B5EF4-FFF2-40B4-BE49-F238E27FC236}">
                    <a16:creationId xmlns:a16="http://schemas.microsoft.com/office/drawing/2014/main" id="{DE49A1BC-CCB9-B62E-2A59-A96656C20C0B}"/>
                  </a:ext>
                </a:extLst>
              </p:cNvPr>
              <p:cNvSpPr>
                <a:spLocks noChangeArrowheads="1"/>
              </p:cNvSpPr>
              <p:nvPr/>
            </p:nvSpPr>
            <p:spPr bwMode="auto">
              <a:xfrm>
                <a:off x="6552" y="3797"/>
                <a:ext cx="12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1000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0" name="Freeform 195">
                <a:extLst>
                  <a:ext uri="{FF2B5EF4-FFF2-40B4-BE49-F238E27FC236}">
                    <a16:creationId xmlns:a16="http://schemas.microsoft.com/office/drawing/2014/main" id="{322B3201-500D-9DE8-BC37-9A0F0464E40A}"/>
                  </a:ext>
                </a:extLst>
              </p:cNvPr>
              <p:cNvSpPr>
                <a:spLocks/>
              </p:cNvSpPr>
              <p:nvPr/>
            </p:nvSpPr>
            <p:spPr bwMode="auto">
              <a:xfrm>
                <a:off x="6552" y="3797"/>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1" name="Freeform 196">
                <a:extLst>
                  <a:ext uri="{FF2B5EF4-FFF2-40B4-BE49-F238E27FC236}">
                    <a16:creationId xmlns:a16="http://schemas.microsoft.com/office/drawing/2014/main" id="{4403EDFA-D411-B49F-BBA0-E3BF4AB7F72C}"/>
                  </a:ext>
                </a:extLst>
              </p:cNvPr>
              <p:cNvSpPr>
                <a:spLocks/>
              </p:cNvSpPr>
              <p:nvPr/>
            </p:nvSpPr>
            <p:spPr bwMode="auto">
              <a:xfrm>
                <a:off x="6552" y="3645"/>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2" name="Freeform 197">
                <a:extLst>
                  <a:ext uri="{FF2B5EF4-FFF2-40B4-BE49-F238E27FC236}">
                    <a16:creationId xmlns:a16="http://schemas.microsoft.com/office/drawing/2014/main" id="{B4D5995A-E282-2328-DF5A-815C4F62D222}"/>
                  </a:ext>
                </a:extLst>
              </p:cNvPr>
              <p:cNvSpPr>
                <a:spLocks/>
              </p:cNvSpPr>
              <p:nvPr/>
            </p:nvSpPr>
            <p:spPr bwMode="auto">
              <a:xfrm>
                <a:off x="5615" y="3595"/>
                <a:ext cx="70" cy="0"/>
              </a:xfrm>
              <a:custGeom>
                <a:avLst/>
                <a:gdLst>
                  <a:gd name="T0" fmla="*/ 0 w 14"/>
                  <a:gd name="T1" fmla="*/ 14 w 14"/>
                  <a:gd name="T2" fmla="*/ 14 w 14"/>
                </a:gdLst>
                <a:ahLst/>
                <a:cxnLst>
                  <a:cxn ang="0">
                    <a:pos x="T0" y="0"/>
                  </a:cxn>
                  <a:cxn ang="0">
                    <a:pos x="T1" y="0"/>
                  </a:cxn>
                  <a:cxn ang="0">
                    <a:pos x="T2" y="0"/>
                  </a:cxn>
                </a:cxnLst>
                <a:rect l="0" t="0" r="r" b="b"/>
                <a:pathLst>
                  <a:path w="14">
                    <a:moveTo>
                      <a:pt x="0" y="0"/>
                    </a:moveTo>
                    <a:lnTo>
                      <a:pt x="14" y="0"/>
                    </a:lnTo>
                    <a:lnTo>
                      <a:pt x="14"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3" name="Freeform 198">
                <a:extLst>
                  <a:ext uri="{FF2B5EF4-FFF2-40B4-BE49-F238E27FC236}">
                    <a16:creationId xmlns:a16="http://schemas.microsoft.com/office/drawing/2014/main" id="{2F0894EA-8A7C-5347-9BC6-B65455332507}"/>
                  </a:ext>
                </a:extLst>
              </p:cNvPr>
              <p:cNvSpPr>
                <a:spLocks/>
              </p:cNvSpPr>
              <p:nvPr/>
            </p:nvSpPr>
            <p:spPr bwMode="auto">
              <a:xfrm>
                <a:off x="5645" y="3645"/>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4" name="Freeform 199">
                <a:extLst>
                  <a:ext uri="{FF2B5EF4-FFF2-40B4-BE49-F238E27FC236}">
                    <a16:creationId xmlns:a16="http://schemas.microsoft.com/office/drawing/2014/main" id="{AFC4AC92-FC97-080E-9DBC-40542C8A116D}"/>
                  </a:ext>
                </a:extLst>
              </p:cNvPr>
              <p:cNvSpPr>
                <a:spLocks/>
              </p:cNvSpPr>
              <p:nvPr/>
            </p:nvSpPr>
            <p:spPr bwMode="auto">
              <a:xfrm>
                <a:off x="5645" y="3545"/>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5" name="Freeform 200">
                <a:extLst>
                  <a:ext uri="{FF2B5EF4-FFF2-40B4-BE49-F238E27FC236}">
                    <a16:creationId xmlns:a16="http://schemas.microsoft.com/office/drawing/2014/main" id="{1499CAA2-B305-D815-959E-F90F00327595}"/>
                  </a:ext>
                </a:extLst>
              </p:cNvPr>
              <p:cNvSpPr>
                <a:spLocks/>
              </p:cNvSpPr>
              <p:nvPr/>
            </p:nvSpPr>
            <p:spPr bwMode="auto">
              <a:xfrm>
                <a:off x="5610" y="3595"/>
                <a:ext cx="70" cy="50"/>
              </a:xfrm>
              <a:custGeom>
                <a:avLst/>
                <a:gdLst>
                  <a:gd name="T0" fmla="*/ 35 w 70"/>
                  <a:gd name="T1" fmla="*/ 0 h 50"/>
                  <a:gd name="T2" fmla="*/ 35 w 70"/>
                  <a:gd name="T3" fmla="*/ 0 h 50"/>
                  <a:gd name="T4" fmla="*/ 70 w 70"/>
                  <a:gd name="T5" fmla="*/ 50 h 50"/>
                  <a:gd name="T6" fmla="*/ 0 w 70"/>
                  <a:gd name="T7" fmla="*/ 50 h 50"/>
                  <a:gd name="T8" fmla="*/ 35 w 70"/>
                  <a:gd name="T9" fmla="*/ 0 h 50"/>
                </a:gdLst>
                <a:ahLst/>
                <a:cxnLst>
                  <a:cxn ang="0">
                    <a:pos x="T0" y="T1"/>
                  </a:cxn>
                  <a:cxn ang="0">
                    <a:pos x="T2" y="T3"/>
                  </a:cxn>
                  <a:cxn ang="0">
                    <a:pos x="T4" y="T5"/>
                  </a:cxn>
                  <a:cxn ang="0">
                    <a:pos x="T6" y="T7"/>
                  </a:cxn>
                  <a:cxn ang="0">
                    <a:pos x="T8" y="T9"/>
                  </a:cxn>
                </a:cxnLst>
                <a:rect l="0" t="0" r="r" b="b"/>
                <a:pathLst>
                  <a:path w="70" h="50">
                    <a:moveTo>
                      <a:pt x="35" y="0"/>
                    </a:moveTo>
                    <a:lnTo>
                      <a:pt x="35" y="0"/>
                    </a:lnTo>
                    <a:lnTo>
                      <a:pt x="70" y="50"/>
                    </a:lnTo>
                    <a:lnTo>
                      <a:pt x="0" y="50"/>
                    </a:lnTo>
                    <a:lnTo>
                      <a:pt x="35" y="0"/>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96" name="Rectangle 201">
                <a:extLst>
                  <a:ext uri="{FF2B5EF4-FFF2-40B4-BE49-F238E27FC236}">
                    <a16:creationId xmlns:a16="http://schemas.microsoft.com/office/drawing/2014/main" id="{DD762DC2-2F12-8962-41A9-B88373521310}"/>
                  </a:ext>
                </a:extLst>
              </p:cNvPr>
              <p:cNvSpPr>
                <a:spLocks noChangeArrowheads="1"/>
              </p:cNvSpPr>
              <p:nvPr/>
            </p:nvSpPr>
            <p:spPr bwMode="auto">
              <a:xfrm>
                <a:off x="5645" y="3494"/>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D409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7" name="Rectangle 202">
                <a:extLst>
                  <a:ext uri="{FF2B5EF4-FFF2-40B4-BE49-F238E27FC236}">
                    <a16:creationId xmlns:a16="http://schemas.microsoft.com/office/drawing/2014/main" id="{6B558843-DDD2-57AD-CE03-7F9665CDFCE0}"/>
                  </a:ext>
                </a:extLst>
              </p:cNvPr>
              <p:cNvSpPr>
                <a:spLocks noChangeArrowheads="1"/>
              </p:cNvSpPr>
              <p:nvPr/>
            </p:nvSpPr>
            <p:spPr bwMode="auto">
              <a:xfrm>
                <a:off x="5645" y="3645"/>
                <a:ext cx="16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BAV21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8" name="Rectangle 203">
                <a:extLst>
                  <a:ext uri="{FF2B5EF4-FFF2-40B4-BE49-F238E27FC236}">
                    <a16:creationId xmlns:a16="http://schemas.microsoft.com/office/drawing/2014/main" id="{80368224-481D-DFEB-5BC9-4B5B1F86DA0F}"/>
                  </a:ext>
                </a:extLst>
              </p:cNvPr>
              <p:cNvSpPr>
                <a:spLocks noChangeArrowheads="1"/>
              </p:cNvSpPr>
              <p:nvPr/>
            </p:nvSpPr>
            <p:spPr bwMode="auto">
              <a:xfrm>
                <a:off x="5695" y="3595"/>
                <a:ext cx="40"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9" name="Freeform 204">
                <a:extLst>
                  <a:ext uri="{FF2B5EF4-FFF2-40B4-BE49-F238E27FC236}">
                    <a16:creationId xmlns:a16="http://schemas.microsoft.com/office/drawing/2014/main" id="{C2856CC9-B31B-96B0-DC7C-CC62253488D2}"/>
                  </a:ext>
                </a:extLst>
              </p:cNvPr>
              <p:cNvSpPr>
                <a:spLocks/>
              </p:cNvSpPr>
              <p:nvPr/>
            </p:nvSpPr>
            <p:spPr bwMode="auto">
              <a:xfrm>
                <a:off x="5645" y="3696"/>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406">
              <a:extLst>
                <a:ext uri="{FF2B5EF4-FFF2-40B4-BE49-F238E27FC236}">
                  <a16:creationId xmlns:a16="http://schemas.microsoft.com/office/drawing/2014/main" id="{1BDB8F0A-54E8-4CBA-D545-43C2806FBA41}"/>
                </a:ext>
              </a:extLst>
            </p:cNvPr>
            <p:cNvGrpSpPr>
              <a:grpSpLocks/>
            </p:cNvGrpSpPr>
            <p:nvPr/>
          </p:nvGrpSpPr>
          <p:grpSpPr bwMode="auto">
            <a:xfrm>
              <a:off x="5584826" y="2665413"/>
              <a:ext cx="5016500" cy="3930650"/>
              <a:chOff x="3518" y="1679"/>
              <a:chExt cx="3160" cy="2476"/>
            </a:xfrm>
          </p:grpSpPr>
          <p:sp>
            <p:nvSpPr>
              <p:cNvPr id="100" name="Rectangle 206">
                <a:extLst>
                  <a:ext uri="{FF2B5EF4-FFF2-40B4-BE49-F238E27FC236}">
                    <a16:creationId xmlns:a16="http://schemas.microsoft.com/office/drawing/2014/main" id="{CB6AD315-E3AE-6E50-B75F-30EC74569965}"/>
                  </a:ext>
                </a:extLst>
              </p:cNvPr>
              <p:cNvSpPr>
                <a:spLocks noChangeArrowheads="1"/>
              </p:cNvSpPr>
              <p:nvPr/>
            </p:nvSpPr>
            <p:spPr bwMode="auto">
              <a:xfrm rot="16200000">
                <a:off x="5594" y="3699"/>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1" name="Freeform 207">
                <a:extLst>
                  <a:ext uri="{FF2B5EF4-FFF2-40B4-BE49-F238E27FC236}">
                    <a16:creationId xmlns:a16="http://schemas.microsoft.com/office/drawing/2014/main" id="{212023CC-4067-7EEC-0F69-ED51D5801757}"/>
                  </a:ext>
                </a:extLst>
              </p:cNvPr>
              <p:cNvSpPr>
                <a:spLocks/>
              </p:cNvSpPr>
              <p:nvPr/>
            </p:nvSpPr>
            <p:spPr bwMode="auto">
              <a:xfrm>
                <a:off x="5645" y="3494"/>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2" name="Rectangle 208">
                <a:extLst>
                  <a:ext uri="{FF2B5EF4-FFF2-40B4-BE49-F238E27FC236}">
                    <a16:creationId xmlns:a16="http://schemas.microsoft.com/office/drawing/2014/main" id="{A572E634-CE0F-FF25-4C1B-B95DD695FD50}"/>
                  </a:ext>
                </a:extLst>
              </p:cNvPr>
              <p:cNvSpPr>
                <a:spLocks noChangeArrowheads="1"/>
              </p:cNvSpPr>
              <p:nvPr/>
            </p:nvSpPr>
            <p:spPr bwMode="auto">
              <a:xfrm rot="16200000">
                <a:off x="5594" y="3452"/>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3" name="Freeform 209">
                <a:extLst>
                  <a:ext uri="{FF2B5EF4-FFF2-40B4-BE49-F238E27FC236}">
                    <a16:creationId xmlns:a16="http://schemas.microsoft.com/office/drawing/2014/main" id="{A97BF5DA-5665-274F-8130-D644127C99B8}"/>
                  </a:ext>
                </a:extLst>
              </p:cNvPr>
              <p:cNvSpPr>
                <a:spLocks/>
              </p:cNvSpPr>
              <p:nvPr/>
            </p:nvSpPr>
            <p:spPr bwMode="auto">
              <a:xfrm>
                <a:off x="5846" y="1982"/>
                <a:ext cx="152"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 name="Freeform 210">
                <a:extLst>
                  <a:ext uri="{FF2B5EF4-FFF2-40B4-BE49-F238E27FC236}">
                    <a16:creationId xmlns:a16="http://schemas.microsoft.com/office/drawing/2014/main" id="{AB2B305B-D34B-D1F7-24D0-5D4983F7767D}"/>
                  </a:ext>
                </a:extLst>
              </p:cNvPr>
              <p:cNvSpPr>
                <a:spLocks/>
              </p:cNvSpPr>
              <p:nvPr/>
            </p:nvSpPr>
            <p:spPr bwMode="auto">
              <a:xfrm>
                <a:off x="4889" y="3696"/>
                <a:ext cx="0" cy="454"/>
              </a:xfrm>
              <a:custGeom>
                <a:avLst/>
                <a:gdLst>
                  <a:gd name="T0" fmla="*/ 90 h 90"/>
                  <a:gd name="T1" fmla="*/ 0 h 90"/>
                  <a:gd name="T2" fmla="*/ 0 h 90"/>
                </a:gdLst>
                <a:ahLst/>
                <a:cxnLst>
                  <a:cxn ang="0">
                    <a:pos x="0" y="T0"/>
                  </a:cxn>
                  <a:cxn ang="0">
                    <a:pos x="0" y="T1"/>
                  </a:cxn>
                  <a:cxn ang="0">
                    <a:pos x="0" y="T2"/>
                  </a:cxn>
                </a:cxnLst>
                <a:rect l="0" t="0" r="r" b="b"/>
                <a:pathLst>
                  <a:path h="90">
                    <a:moveTo>
                      <a:pt x="0" y="9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 name="Freeform 211">
                <a:extLst>
                  <a:ext uri="{FF2B5EF4-FFF2-40B4-BE49-F238E27FC236}">
                    <a16:creationId xmlns:a16="http://schemas.microsoft.com/office/drawing/2014/main" id="{DB6514EC-7E67-D342-BD90-DC1C4B55EC64}"/>
                  </a:ext>
                </a:extLst>
              </p:cNvPr>
              <p:cNvSpPr>
                <a:spLocks/>
              </p:cNvSpPr>
              <p:nvPr/>
            </p:nvSpPr>
            <p:spPr bwMode="auto">
              <a:xfrm>
                <a:off x="5846" y="3897"/>
                <a:ext cx="0" cy="253"/>
              </a:xfrm>
              <a:custGeom>
                <a:avLst/>
                <a:gdLst>
                  <a:gd name="T0" fmla="*/ 50 h 50"/>
                  <a:gd name="T1" fmla="*/ 0 h 50"/>
                  <a:gd name="T2" fmla="*/ 0 h 50"/>
                </a:gdLst>
                <a:ahLst/>
                <a:cxnLst>
                  <a:cxn ang="0">
                    <a:pos x="0" y="T0"/>
                  </a:cxn>
                  <a:cxn ang="0">
                    <a:pos x="0" y="T1"/>
                  </a:cxn>
                  <a:cxn ang="0">
                    <a:pos x="0" y="T2"/>
                  </a:cxn>
                </a:cxnLst>
                <a:rect l="0" t="0" r="r" b="b"/>
                <a:pathLst>
                  <a:path h="50">
                    <a:moveTo>
                      <a:pt x="0" y="5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6" name="Oval 212">
                <a:extLst>
                  <a:ext uri="{FF2B5EF4-FFF2-40B4-BE49-F238E27FC236}">
                    <a16:creationId xmlns:a16="http://schemas.microsoft.com/office/drawing/2014/main" id="{27CFCDCB-4A24-F1ED-3C8D-79A9D3E81DBD}"/>
                  </a:ext>
                </a:extLst>
              </p:cNvPr>
              <p:cNvSpPr>
                <a:spLocks noChangeArrowheads="1"/>
              </p:cNvSpPr>
              <p:nvPr/>
            </p:nvSpPr>
            <p:spPr bwMode="auto">
              <a:xfrm>
                <a:off x="5836" y="4139"/>
                <a:ext cx="15" cy="16"/>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7" name="Freeform 213">
                <a:extLst>
                  <a:ext uri="{FF2B5EF4-FFF2-40B4-BE49-F238E27FC236}">
                    <a16:creationId xmlns:a16="http://schemas.microsoft.com/office/drawing/2014/main" id="{DCECECFA-40E8-C591-DF56-8BA02C8C5E83}"/>
                  </a:ext>
                </a:extLst>
              </p:cNvPr>
              <p:cNvSpPr>
                <a:spLocks/>
              </p:cNvSpPr>
              <p:nvPr/>
            </p:nvSpPr>
            <p:spPr bwMode="auto">
              <a:xfrm>
                <a:off x="5443" y="3343"/>
                <a:ext cx="0" cy="101"/>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8" name="Freeform 214">
                <a:extLst>
                  <a:ext uri="{FF2B5EF4-FFF2-40B4-BE49-F238E27FC236}">
                    <a16:creationId xmlns:a16="http://schemas.microsoft.com/office/drawing/2014/main" id="{7A0DE4BE-1F1F-B02C-3350-5F61F11D17C4}"/>
                  </a:ext>
                </a:extLst>
              </p:cNvPr>
              <p:cNvSpPr>
                <a:spLocks/>
              </p:cNvSpPr>
              <p:nvPr/>
            </p:nvSpPr>
            <p:spPr bwMode="auto">
              <a:xfrm>
                <a:off x="5645" y="3343"/>
                <a:ext cx="101" cy="0"/>
              </a:xfrm>
              <a:custGeom>
                <a:avLst/>
                <a:gdLst>
                  <a:gd name="T0" fmla="*/ 0 w 20"/>
                  <a:gd name="T1" fmla="*/ 20 w 20"/>
                  <a:gd name="T2" fmla="*/ 20 w 20"/>
                </a:gdLst>
                <a:ahLst/>
                <a:cxnLst>
                  <a:cxn ang="0">
                    <a:pos x="T0" y="0"/>
                  </a:cxn>
                  <a:cxn ang="0">
                    <a:pos x="T1" y="0"/>
                  </a:cxn>
                  <a:cxn ang="0">
                    <a:pos x="T2" y="0"/>
                  </a:cxn>
                </a:cxnLst>
                <a:rect l="0" t="0" r="r" b="b"/>
                <a:pathLst>
                  <a:path w="20">
                    <a:moveTo>
                      <a:pt x="0" y="0"/>
                    </a:moveTo>
                    <a:lnTo>
                      <a:pt x="20" y="0"/>
                    </a:lnTo>
                    <a:lnTo>
                      <a:pt x="2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9" name="Freeform 215">
                <a:extLst>
                  <a:ext uri="{FF2B5EF4-FFF2-40B4-BE49-F238E27FC236}">
                    <a16:creationId xmlns:a16="http://schemas.microsoft.com/office/drawing/2014/main" id="{091A6D85-3FB0-18F2-F300-7B210FFE3C2B}"/>
                  </a:ext>
                </a:extLst>
              </p:cNvPr>
              <p:cNvSpPr>
                <a:spLocks/>
              </p:cNvSpPr>
              <p:nvPr/>
            </p:nvSpPr>
            <p:spPr bwMode="auto">
              <a:xfrm>
                <a:off x="5594" y="1982"/>
                <a:ext cx="202"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0" name="Freeform 216">
                <a:extLst>
                  <a:ext uri="{FF2B5EF4-FFF2-40B4-BE49-F238E27FC236}">
                    <a16:creationId xmlns:a16="http://schemas.microsoft.com/office/drawing/2014/main" id="{3DDB8064-840C-1723-E542-1D614308814E}"/>
                  </a:ext>
                </a:extLst>
              </p:cNvPr>
              <p:cNvSpPr>
                <a:spLocks/>
              </p:cNvSpPr>
              <p:nvPr/>
            </p:nvSpPr>
            <p:spPr bwMode="auto">
              <a:xfrm>
                <a:off x="5443" y="3797"/>
                <a:ext cx="202"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1" name="Oval 217">
                <a:extLst>
                  <a:ext uri="{FF2B5EF4-FFF2-40B4-BE49-F238E27FC236}">
                    <a16:creationId xmlns:a16="http://schemas.microsoft.com/office/drawing/2014/main" id="{4C32FD39-540A-AC09-7A60-0C9D85CA3F4B}"/>
                  </a:ext>
                </a:extLst>
              </p:cNvPr>
              <p:cNvSpPr>
                <a:spLocks noChangeArrowheads="1"/>
              </p:cNvSpPr>
              <p:nvPr/>
            </p:nvSpPr>
            <p:spPr bwMode="auto">
              <a:xfrm>
                <a:off x="5635" y="3787"/>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 name="Oval 218">
                <a:extLst>
                  <a:ext uri="{FF2B5EF4-FFF2-40B4-BE49-F238E27FC236}">
                    <a16:creationId xmlns:a16="http://schemas.microsoft.com/office/drawing/2014/main" id="{65E8A088-1960-44D6-9C32-2D4F2414235B}"/>
                  </a:ext>
                </a:extLst>
              </p:cNvPr>
              <p:cNvSpPr>
                <a:spLocks noChangeArrowheads="1"/>
              </p:cNvSpPr>
              <p:nvPr/>
            </p:nvSpPr>
            <p:spPr bwMode="auto">
              <a:xfrm>
                <a:off x="5433" y="3787"/>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3" name="Freeform 219">
                <a:extLst>
                  <a:ext uri="{FF2B5EF4-FFF2-40B4-BE49-F238E27FC236}">
                    <a16:creationId xmlns:a16="http://schemas.microsoft.com/office/drawing/2014/main" id="{64BDAE48-C664-119E-9CA2-3E5422F7EC7C}"/>
                  </a:ext>
                </a:extLst>
              </p:cNvPr>
              <p:cNvSpPr>
                <a:spLocks/>
              </p:cNvSpPr>
              <p:nvPr/>
            </p:nvSpPr>
            <p:spPr bwMode="auto">
              <a:xfrm>
                <a:off x="5846" y="2688"/>
                <a:ext cx="152"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4" name="Freeform 220">
                <a:extLst>
                  <a:ext uri="{FF2B5EF4-FFF2-40B4-BE49-F238E27FC236}">
                    <a16:creationId xmlns:a16="http://schemas.microsoft.com/office/drawing/2014/main" id="{14E7886F-4E76-173F-5FF8-32C6D4816C87}"/>
                  </a:ext>
                </a:extLst>
              </p:cNvPr>
              <p:cNvSpPr>
                <a:spLocks/>
              </p:cNvSpPr>
              <p:nvPr/>
            </p:nvSpPr>
            <p:spPr bwMode="auto">
              <a:xfrm>
                <a:off x="5141" y="1982"/>
                <a:ext cx="252" cy="0"/>
              </a:xfrm>
              <a:custGeom>
                <a:avLst/>
                <a:gdLst>
                  <a:gd name="T0" fmla="*/ 50 w 50"/>
                  <a:gd name="T1" fmla="*/ 0 w 50"/>
                  <a:gd name="T2" fmla="*/ 0 w 50"/>
                </a:gdLst>
                <a:ahLst/>
                <a:cxnLst>
                  <a:cxn ang="0">
                    <a:pos x="T0" y="0"/>
                  </a:cxn>
                  <a:cxn ang="0">
                    <a:pos x="T1" y="0"/>
                  </a:cxn>
                  <a:cxn ang="0">
                    <a:pos x="T2" y="0"/>
                  </a:cxn>
                </a:cxnLst>
                <a:rect l="0" t="0" r="r" b="b"/>
                <a:pathLst>
                  <a:path w="50">
                    <a:moveTo>
                      <a:pt x="5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5" name="Freeform 221">
                <a:extLst>
                  <a:ext uri="{FF2B5EF4-FFF2-40B4-BE49-F238E27FC236}">
                    <a16:creationId xmlns:a16="http://schemas.microsoft.com/office/drawing/2014/main" id="{14CC49D8-9B2F-3FF7-4EB1-21897C96E014}"/>
                  </a:ext>
                </a:extLst>
              </p:cNvPr>
              <p:cNvSpPr>
                <a:spLocks/>
              </p:cNvSpPr>
              <p:nvPr/>
            </p:nvSpPr>
            <p:spPr bwMode="auto">
              <a:xfrm>
                <a:off x="4435" y="2839"/>
                <a:ext cx="353" cy="0"/>
              </a:xfrm>
              <a:custGeom>
                <a:avLst/>
                <a:gdLst>
                  <a:gd name="T0" fmla="*/ 70 w 70"/>
                  <a:gd name="T1" fmla="*/ 0 w 70"/>
                  <a:gd name="T2" fmla="*/ 0 w 70"/>
                </a:gdLst>
                <a:ahLst/>
                <a:cxnLst>
                  <a:cxn ang="0">
                    <a:pos x="T0" y="0"/>
                  </a:cxn>
                  <a:cxn ang="0">
                    <a:pos x="T1" y="0"/>
                  </a:cxn>
                  <a:cxn ang="0">
                    <a:pos x="T2" y="0"/>
                  </a:cxn>
                </a:cxnLst>
                <a:rect l="0" t="0" r="r" b="b"/>
                <a:pathLst>
                  <a:path w="70">
                    <a:moveTo>
                      <a:pt x="7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6" name="Rectangle 222">
                <a:extLst>
                  <a:ext uri="{FF2B5EF4-FFF2-40B4-BE49-F238E27FC236}">
                    <a16:creationId xmlns:a16="http://schemas.microsoft.com/office/drawing/2014/main" id="{90BC6BFA-C635-0F12-028E-66E9E26098F2}"/>
                  </a:ext>
                </a:extLst>
              </p:cNvPr>
              <p:cNvSpPr>
                <a:spLocks noChangeArrowheads="1"/>
              </p:cNvSpPr>
              <p:nvPr/>
            </p:nvSpPr>
            <p:spPr bwMode="auto">
              <a:xfrm>
                <a:off x="4496" y="2783"/>
                <a:ext cx="217"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AC_PWM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7" name="Freeform 223">
                <a:extLst>
                  <a:ext uri="{FF2B5EF4-FFF2-40B4-BE49-F238E27FC236}">
                    <a16:creationId xmlns:a16="http://schemas.microsoft.com/office/drawing/2014/main" id="{D205A369-F3A0-0062-94D5-F0D989BF456A}"/>
                  </a:ext>
                </a:extLst>
              </p:cNvPr>
              <p:cNvSpPr>
                <a:spLocks/>
              </p:cNvSpPr>
              <p:nvPr/>
            </p:nvSpPr>
            <p:spPr bwMode="auto">
              <a:xfrm>
                <a:off x="5227" y="2940"/>
                <a:ext cx="10" cy="20"/>
              </a:xfrm>
              <a:custGeom>
                <a:avLst/>
                <a:gdLst>
                  <a:gd name="T0" fmla="*/ 2 w 2"/>
                  <a:gd name="T1" fmla="*/ 0 h 4"/>
                  <a:gd name="T2" fmla="*/ 0 w 2"/>
                  <a:gd name="T3" fmla="*/ 4 h 4"/>
                  <a:gd name="T4" fmla="*/ 0 w 2"/>
                  <a:gd name="T5" fmla="*/ 4 h 4"/>
                </a:gdLst>
                <a:ahLst/>
                <a:cxnLst>
                  <a:cxn ang="0">
                    <a:pos x="T0" y="T1"/>
                  </a:cxn>
                  <a:cxn ang="0">
                    <a:pos x="T2" y="T3"/>
                  </a:cxn>
                  <a:cxn ang="0">
                    <a:pos x="T4" y="T5"/>
                  </a:cxn>
                </a:cxnLst>
                <a:rect l="0" t="0" r="r" b="b"/>
                <a:pathLst>
                  <a:path w="2" h="4">
                    <a:moveTo>
                      <a:pt x="2" y="0"/>
                    </a:moveTo>
                    <a:lnTo>
                      <a:pt x="0" y="4"/>
                    </a:lnTo>
                    <a:lnTo>
                      <a:pt x="0" y="4"/>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8" name="Freeform 224">
                <a:extLst>
                  <a:ext uri="{FF2B5EF4-FFF2-40B4-BE49-F238E27FC236}">
                    <a16:creationId xmlns:a16="http://schemas.microsoft.com/office/drawing/2014/main" id="{43938E71-0020-0F5D-9B33-0B3FCA4DADF9}"/>
                  </a:ext>
                </a:extLst>
              </p:cNvPr>
              <p:cNvSpPr>
                <a:spLocks/>
              </p:cNvSpPr>
              <p:nvPr/>
            </p:nvSpPr>
            <p:spPr bwMode="auto">
              <a:xfrm>
                <a:off x="5211" y="2919"/>
                <a:ext cx="16" cy="41"/>
              </a:xfrm>
              <a:custGeom>
                <a:avLst/>
                <a:gdLst>
                  <a:gd name="T0" fmla="*/ 3 w 3"/>
                  <a:gd name="T1" fmla="*/ 8 h 8"/>
                  <a:gd name="T2" fmla="*/ 0 w 3"/>
                  <a:gd name="T3" fmla="*/ 0 h 8"/>
                  <a:gd name="T4" fmla="*/ 0 w 3"/>
                  <a:gd name="T5" fmla="*/ 0 h 8"/>
                </a:gdLst>
                <a:ahLst/>
                <a:cxnLst>
                  <a:cxn ang="0">
                    <a:pos x="T0" y="T1"/>
                  </a:cxn>
                  <a:cxn ang="0">
                    <a:pos x="T2" y="T3"/>
                  </a:cxn>
                  <a:cxn ang="0">
                    <a:pos x="T4" y="T5"/>
                  </a:cxn>
                </a:cxnLst>
                <a:rect l="0" t="0" r="r" b="b"/>
                <a:pathLst>
                  <a:path w="3" h="8">
                    <a:moveTo>
                      <a:pt x="3" y="8"/>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9" name="Freeform 225">
                <a:extLst>
                  <a:ext uri="{FF2B5EF4-FFF2-40B4-BE49-F238E27FC236}">
                    <a16:creationId xmlns:a16="http://schemas.microsoft.com/office/drawing/2014/main" id="{029C056D-4DC7-F9E2-B26A-A03E13054766}"/>
                  </a:ext>
                </a:extLst>
              </p:cNvPr>
              <p:cNvSpPr>
                <a:spLocks/>
              </p:cNvSpPr>
              <p:nvPr/>
            </p:nvSpPr>
            <p:spPr bwMode="auto">
              <a:xfrm>
                <a:off x="5196" y="2919"/>
                <a:ext cx="15" cy="41"/>
              </a:xfrm>
              <a:custGeom>
                <a:avLst/>
                <a:gdLst>
                  <a:gd name="T0" fmla="*/ 3 w 3"/>
                  <a:gd name="T1" fmla="*/ 0 h 8"/>
                  <a:gd name="T2" fmla="*/ 0 w 3"/>
                  <a:gd name="T3" fmla="*/ 8 h 8"/>
                  <a:gd name="T4" fmla="*/ 0 w 3"/>
                  <a:gd name="T5" fmla="*/ 8 h 8"/>
                </a:gdLst>
                <a:ahLst/>
                <a:cxnLst>
                  <a:cxn ang="0">
                    <a:pos x="T0" y="T1"/>
                  </a:cxn>
                  <a:cxn ang="0">
                    <a:pos x="T2" y="T3"/>
                  </a:cxn>
                  <a:cxn ang="0">
                    <a:pos x="T4" y="T5"/>
                  </a:cxn>
                </a:cxnLst>
                <a:rect l="0" t="0" r="r" b="b"/>
                <a:pathLst>
                  <a:path w="3" h="8">
                    <a:moveTo>
                      <a:pt x="3" y="0"/>
                    </a:moveTo>
                    <a:lnTo>
                      <a:pt x="0" y="8"/>
                    </a:lnTo>
                    <a:lnTo>
                      <a:pt x="0"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0" name="Freeform 226">
                <a:extLst>
                  <a:ext uri="{FF2B5EF4-FFF2-40B4-BE49-F238E27FC236}">
                    <a16:creationId xmlns:a16="http://schemas.microsoft.com/office/drawing/2014/main" id="{12DB09F6-F34B-7353-E22A-F642371DAF0A}"/>
                  </a:ext>
                </a:extLst>
              </p:cNvPr>
              <p:cNvSpPr>
                <a:spLocks/>
              </p:cNvSpPr>
              <p:nvPr/>
            </p:nvSpPr>
            <p:spPr bwMode="auto">
              <a:xfrm>
                <a:off x="5181" y="2919"/>
                <a:ext cx="15" cy="41"/>
              </a:xfrm>
              <a:custGeom>
                <a:avLst/>
                <a:gdLst>
                  <a:gd name="T0" fmla="*/ 3 w 3"/>
                  <a:gd name="T1" fmla="*/ 8 h 8"/>
                  <a:gd name="T2" fmla="*/ 0 w 3"/>
                  <a:gd name="T3" fmla="*/ 0 h 8"/>
                  <a:gd name="T4" fmla="*/ 0 w 3"/>
                  <a:gd name="T5" fmla="*/ 0 h 8"/>
                </a:gdLst>
                <a:ahLst/>
                <a:cxnLst>
                  <a:cxn ang="0">
                    <a:pos x="T0" y="T1"/>
                  </a:cxn>
                  <a:cxn ang="0">
                    <a:pos x="T2" y="T3"/>
                  </a:cxn>
                  <a:cxn ang="0">
                    <a:pos x="T4" y="T5"/>
                  </a:cxn>
                </a:cxnLst>
                <a:rect l="0" t="0" r="r" b="b"/>
                <a:pathLst>
                  <a:path w="3" h="8">
                    <a:moveTo>
                      <a:pt x="3" y="8"/>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1" name="Freeform 227">
                <a:extLst>
                  <a:ext uri="{FF2B5EF4-FFF2-40B4-BE49-F238E27FC236}">
                    <a16:creationId xmlns:a16="http://schemas.microsoft.com/office/drawing/2014/main" id="{83CDEECF-9886-BECB-D94C-57EF820FDC74}"/>
                  </a:ext>
                </a:extLst>
              </p:cNvPr>
              <p:cNvSpPr>
                <a:spLocks/>
              </p:cNvSpPr>
              <p:nvPr/>
            </p:nvSpPr>
            <p:spPr bwMode="auto">
              <a:xfrm>
                <a:off x="5166" y="2919"/>
                <a:ext cx="15" cy="41"/>
              </a:xfrm>
              <a:custGeom>
                <a:avLst/>
                <a:gdLst>
                  <a:gd name="T0" fmla="*/ 3 w 3"/>
                  <a:gd name="T1" fmla="*/ 0 h 8"/>
                  <a:gd name="T2" fmla="*/ 0 w 3"/>
                  <a:gd name="T3" fmla="*/ 8 h 8"/>
                  <a:gd name="T4" fmla="*/ 0 w 3"/>
                  <a:gd name="T5" fmla="*/ 8 h 8"/>
                </a:gdLst>
                <a:ahLst/>
                <a:cxnLst>
                  <a:cxn ang="0">
                    <a:pos x="T0" y="T1"/>
                  </a:cxn>
                  <a:cxn ang="0">
                    <a:pos x="T2" y="T3"/>
                  </a:cxn>
                  <a:cxn ang="0">
                    <a:pos x="T4" y="T5"/>
                  </a:cxn>
                </a:cxnLst>
                <a:rect l="0" t="0" r="r" b="b"/>
                <a:pathLst>
                  <a:path w="3" h="8">
                    <a:moveTo>
                      <a:pt x="3" y="0"/>
                    </a:moveTo>
                    <a:lnTo>
                      <a:pt x="0" y="8"/>
                    </a:lnTo>
                    <a:lnTo>
                      <a:pt x="0"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2" name="Freeform 228">
                <a:extLst>
                  <a:ext uri="{FF2B5EF4-FFF2-40B4-BE49-F238E27FC236}">
                    <a16:creationId xmlns:a16="http://schemas.microsoft.com/office/drawing/2014/main" id="{3FF0AA1A-A394-5A4E-6985-977068C8699A}"/>
                  </a:ext>
                </a:extLst>
              </p:cNvPr>
              <p:cNvSpPr>
                <a:spLocks/>
              </p:cNvSpPr>
              <p:nvPr/>
            </p:nvSpPr>
            <p:spPr bwMode="auto">
              <a:xfrm>
                <a:off x="5151" y="2919"/>
                <a:ext cx="15" cy="41"/>
              </a:xfrm>
              <a:custGeom>
                <a:avLst/>
                <a:gdLst>
                  <a:gd name="T0" fmla="*/ 3 w 3"/>
                  <a:gd name="T1" fmla="*/ 8 h 8"/>
                  <a:gd name="T2" fmla="*/ 0 w 3"/>
                  <a:gd name="T3" fmla="*/ 0 h 8"/>
                  <a:gd name="T4" fmla="*/ 0 w 3"/>
                  <a:gd name="T5" fmla="*/ 0 h 8"/>
                </a:gdLst>
                <a:ahLst/>
                <a:cxnLst>
                  <a:cxn ang="0">
                    <a:pos x="T0" y="T1"/>
                  </a:cxn>
                  <a:cxn ang="0">
                    <a:pos x="T2" y="T3"/>
                  </a:cxn>
                  <a:cxn ang="0">
                    <a:pos x="T4" y="T5"/>
                  </a:cxn>
                </a:cxnLst>
                <a:rect l="0" t="0" r="r" b="b"/>
                <a:pathLst>
                  <a:path w="3" h="8">
                    <a:moveTo>
                      <a:pt x="3" y="8"/>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3" name="Freeform 229">
                <a:extLst>
                  <a:ext uri="{FF2B5EF4-FFF2-40B4-BE49-F238E27FC236}">
                    <a16:creationId xmlns:a16="http://schemas.microsoft.com/office/drawing/2014/main" id="{02657551-B32F-8BE7-E8EE-D5B3B8113AF6}"/>
                  </a:ext>
                </a:extLst>
              </p:cNvPr>
              <p:cNvSpPr>
                <a:spLocks/>
              </p:cNvSpPr>
              <p:nvPr/>
            </p:nvSpPr>
            <p:spPr bwMode="auto">
              <a:xfrm>
                <a:off x="5141" y="2919"/>
                <a:ext cx="10" cy="21"/>
              </a:xfrm>
              <a:custGeom>
                <a:avLst/>
                <a:gdLst>
                  <a:gd name="T0" fmla="*/ 2 w 2"/>
                  <a:gd name="T1" fmla="*/ 0 h 4"/>
                  <a:gd name="T2" fmla="*/ 0 w 2"/>
                  <a:gd name="T3" fmla="*/ 4 h 4"/>
                  <a:gd name="T4" fmla="*/ 0 w 2"/>
                  <a:gd name="T5" fmla="*/ 4 h 4"/>
                </a:gdLst>
                <a:ahLst/>
                <a:cxnLst>
                  <a:cxn ang="0">
                    <a:pos x="T0" y="T1"/>
                  </a:cxn>
                  <a:cxn ang="0">
                    <a:pos x="T2" y="T3"/>
                  </a:cxn>
                  <a:cxn ang="0">
                    <a:pos x="T4" y="T5"/>
                  </a:cxn>
                </a:cxnLst>
                <a:rect l="0" t="0" r="r" b="b"/>
                <a:pathLst>
                  <a:path w="2" h="4">
                    <a:moveTo>
                      <a:pt x="2" y="0"/>
                    </a:moveTo>
                    <a:lnTo>
                      <a:pt x="0" y="4"/>
                    </a:lnTo>
                    <a:lnTo>
                      <a:pt x="0" y="4"/>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4" name="Freeform 230">
                <a:extLst>
                  <a:ext uri="{FF2B5EF4-FFF2-40B4-BE49-F238E27FC236}">
                    <a16:creationId xmlns:a16="http://schemas.microsoft.com/office/drawing/2014/main" id="{77C620C0-B2B2-DD02-892F-6FFBDC7EF1E2}"/>
                  </a:ext>
                </a:extLst>
              </p:cNvPr>
              <p:cNvSpPr>
                <a:spLocks/>
              </p:cNvSpPr>
              <p:nvPr/>
            </p:nvSpPr>
            <p:spPr bwMode="auto">
              <a:xfrm>
                <a:off x="5237" y="2940"/>
                <a:ext cx="5" cy="0"/>
              </a:xfrm>
              <a:custGeom>
                <a:avLst/>
                <a:gdLst>
                  <a:gd name="T0" fmla="*/ 1 w 1"/>
                  <a:gd name="T1" fmla="*/ 0 w 1"/>
                  <a:gd name="T2" fmla="*/ 0 w 1"/>
                </a:gdLst>
                <a:ahLst/>
                <a:cxnLst>
                  <a:cxn ang="0">
                    <a:pos x="T0" y="0"/>
                  </a:cxn>
                  <a:cxn ang="0">
                    <a:pos x="T1" y="0"/>
                  </a:cxn>
                  <a:cxn ang="0">
                    <a:pos x="T2" y="0"/>
                  </a:cxn>
                </a:cxnLst>
                <a:rect l="0" t="0" r="r" b="b"/>
                <a:pathLst>
                  <a:path w="1">
                    <a:moveTo>
                      <a:pt x="1"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5" name="Rectangle 231">
                <a:extLst>
                  <a:ext uri="{FF2B5EF4-FFF2-40B4-BE49-F238E27FC236}">
                    <a16:creationId xmlns:a16="http://schemas.microsoft.com/office/drawing/2014/main" id="{A057C450-93AC-EC53-1373-3589934F6723}"/>
                  </a:ext>
                </a:extLst>
              </p:cNvPr>
              <p:cNvSpPr>
                <a:spLocks noChangeArrowheads="1"/>
              </p:cNvSpPr>
              <p:nvPr/>
            </p:nvSpPr>
            <p:spPr bwMode="auto">
              <a:xfrm>
                <a:off x="5040" y="2889"/>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R425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6" name="Rectangle 232">
                <a:extLst>
                  <a:ext uri="{FF2B5EF4-FFF2-40B4-BE49-F238E27FC236}">
                    <a16:creationId xmlns:a16="http://schemas.microsoft.com/office/drawing/2014/main" id="{057CCF00-A9DA-D1CC-19F9-0510A5294242}"/>
                  </a:ext>
                </a:extLst>
              </p:cNvPr>
              <p:cNvSpPr>
                <a:spLocks noChangeArrowheads="1"/>
              </p:cNvSpPr>
              <p:nvPr/>
            </p:nvSpPr>
            <p:spPr bwMode="auto">
              <a:xfrm>
                <a:off x="5242" y="2889"/>
                <a:ext cx="10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20K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7" name="Freeform 233">
                <a:extLst>
                  <a:ext uri="{FF2B5EF4-FFF2-40B4-BE49-F238E27FC236}">
                    <a16:creationId xmlns:a16="http://schemas.microsoft.com/office/drawing/2014/main" id="{DB638D8E-524E-D84A-0D79-33846C99FD86}"/>
                  </a:ext>
                </a:extLst>
              </p:cNvPr>
              <p:cNvSpPr>
                <a:spLocks/>
              </p:cNvSpPr>
              <p:nvPr/>
            </p:nvSpPr>
            <p:spPr bwMode="auto">
              <a:xfrm>
                <a:off x="5091" y="2940"/>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8" name="Freeform 234">
                <a:extLst>
                  <a:ext uri="{FF2B5EF4-FFF2-40B4-BE49-F238E27FC236}">
                    <a16:creationId xmlns:a16="http://schemas.microsoft.com/office/drawing/2014/main" id="{1C5EB2BC-4D8E-D760-A0C2-040066985544}"/>
                  </a:ext>
                </a:extLst>
              </p:cNvPr>
              <p:cNvSpPr>
                <a:spLocks/>
              </p:cNvSpPr>
              <p:nvPr/>
            </p:nvSpPr>
            <p:spPr bwMode="auto">
              <a:xfrm>
                <a:off x="5242" y="2940"/>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9" name="Freeform 235">
                <a:extLst>
                  <a:ext uri="{FF2B5EF4-FFF2-40B4-BE49-F238E27FC236}">
                    <a16:creationId xmlns:a16="http://schemas.microsoft.com/office/drawing/2014/main" id="{7D803E71-B91E-57CB-2DE9-5AD73AF3675B}"/>
                  </a:ext>
                </a:extLst>
              </p:cNvPr>
              <p:cNvSpPr>
                <a:spLocks/>
              </p:cNvSpPr>
              <p:nvPr/>
            </p:nvSpPr>
            <p:spPr bwMode="auto">
              <a:xfrm>
                <a:off x="5998" y="1982"/>
                <a:ext cx="0" cy="302"/>
              </a:xfrm>
              <a:custGeom>
                <a:avLst/>
                <a:gdLst>
                  <a:gd name="T0" fmla="*/ 60 h 60"/>
                  <a:gd name="T1" fmla="*/ 0 h 60"/>
                  <a:gd name="T2" fmla="*/ 0 h 60"/>
                </a:gdLst>
                <a:ahLst/>
                <a:cxnLst>
                  <a:cxn ang="0">
                    <a:pos x="0" y="T0"/>
                  </a:cxn>
                  <a:cxn ang="0">
                    <a:pos x="0" y="T1"/>
                  </a:cxn>
                  <a:cxn ang="0">
                    <a:pos x="0" y="T2"/>
                  </a:cxn>
                </a:cxnLst>
                <a:rect l="0" t="0" r="r" b="b"/>
                <a:pathLst>
                  <a:path h="60">
                    <a:moveTo>
                      <a:pt x="0" y="6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0" name="Freeform 236">
                <a:extLst>
                  <a:ext uri="{FF2B5EF4-FFF2-40B4-BE49-F238E27FC236}">
                    <a16:creationId xmlns:a16="http://schemas.microsoft.com/office/drawing/2014/main" id="{C0883D1C-AABA-DA6D-BA52-9A95FE89A3B7}"/>
                  </a:ext>
                </a:extLst>
              </p:cNvPr>
              <p:cNvSpPr>
                <a:spLocks/>
              </p:cNvSpPr>
              <p:nvPr/>
            </p:nvSpPr>
            <p:spPr bwMode="auto">
              <a:xfrm>
                <a:off x="6401" y="1931"/>
                <a:ext cx="0" cy="51"/>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1" name="Freeform 237">
                <a:extLst>
                  <a:ext uri="{FF2B5EF4-FFF2-40B4-BE49-F238E27FC236}">
                    <a16:creationId xmlns:a16="http://schemas.microsoft.com/office/drawing/2014/main" id="{44DF216E-0213-C239-0890-ECA8F0393872}"/>
                  </a:ext>
                </a:extLst>
              </p:cNvPr>
              <p:cNvSpPr>
                <a:spLocks/>
              </p:cNvSpPr>
              <p:nvPr/>
            </p:nvSpPr>
            <p:spPr bwMode="auto">
              <a:xfrm>
                <a:off x="5746" y="1830"/>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2" name="Freeform 238">
                <a:extLst>
                  <a:ext uri="{FF2B5EF4-FFF2-40B4-BE49-F238E27FC236}">
                    <a16:creationId xmlns:a16="http://schemas.microsoft.com/office/drawing/2014/main" id="{A9C12EE1-1F1C-5E68-A5B0-8A41B40B035C}"/>
                  </a:ext>
                </a:extLst>
              </p:cNvPr>
              <p:cNvSpPr>
                <a:spLocks/>
              </p:cNvSpPr>
              <p:nvPr/>
            </p:nvSpPr>
            <p:spPr bwMode="auto">
              <a:xfrm>
                <a:off x="6552" y="1679"/>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3" name="Freeform 239">
                <a:extLst>
                  <a:ext uri="{FF2B5EF4-FFF2-40B4-BE49-F238E27FC236}">
                    <a16:creationId xmlns:a16="http://schemas.microsoft.com/office/drawing/2014/main" id="{20369326-E1E9-EBC9-3B96-FC7FA36ED1DA}"/>
                  </a:ext>
                </a:extLst>
              </p:cNvPr>
              <p:cNvSpPr>
                <a:spLocks/>
              </p:cNvSpPr>
              <p:nvPr/>
            </p:nvSpPr>
            <p:spPr bwMode="auto">
              <a:xfrm>
                <a:off x="3528" y="2940"/>
                <a:ext cx="454" cy="0"/>
              </a:xfrm>
              <a:custGeom>
                <a:avLst/>
                <a:gdLst>
                  <a:gd name="T0" fmla="*/ 90 w 90"/>
                  <a:gd name="T1" fmla="*/ 0 w 90"/>
                  <a:gd name="T2" fmla="*/ 0 w 90"/>
                </a:gdLst>
                <a:ahLst/>
                <a:cxnLst>
                  <a:cxn ang="0">
                    <a:pos x="T0" y="0"/>
                  </a:cxn>
                  <a:cxn ang="0">
                    <a:pos x="T1" y="0"/>
                  </a:cxn>
                  <a:cxn ang="0">
                    <a:pos x="T2" y="0"/>
                  </a:cxn>
                </a:cxnLst>
                <a:rect l="0" t="0" r="r" b="b"/>
                <a:pathLst>
                  <a:path w="90">
                    <a:moveTo>
                      <a:pt x="9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4" name="Rectangle 240">
                <a:extLst>
                  <a:ext uri="{FF2B5EF4-FFF2-40B4-BE49-F238E27FC236}">
                    <a16:creationId xmlns:a16="http://schemas.microsoft.com/office/drawing/2014/main" id="{26FB42FE-1BDD-C381-563A-11A6A997BB28}"/>
                  </a:ext>
                </a:extLst>
              </p:cNvPr>
              <p:cNvSpPr>
                <a:spLocks noChangeArrowheads="1"/>
              </p:cNvSpPr>
              <p:nvPr/>
            </p:nvSpPr>
            <p:spPr bwMode="auto">
              <a:xfrm>
                <a:off x="3639" y="2884"/>
                <a:ext cx="227"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AC_VREF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5" name="Freeform 241">
                <a:extLst>
                  <a:ext uri="{FF2B5EF4-FFF2-40B4-BE49-F238E27FC236}">
                    <a16:creationId xmlns:a16="http://schemas.microsoft.com/office/drawing/2014/main" id="{86391807-16AA-106F-FC49-73C8CB7F17AA}"/>
                  </a:ext>
                </a:extLst>
              </p:cNvPr>
              <p:cNvSpPr>
                <a:spLocks/>
              </p:cNvSpPr>
              <p:nvPr/>
            </p:nvSpPr>
            <p:spPr bwMode="auto">
              <a:xfrm>
                <a:off x="3629" y="3141"/>
                <a:ext cx="353" cy="0"/>
              </a:xfrm>
              <a:custGeom>
                <a:avLst/>
                <a:gdLst>
                  <a:gd name="T0" fmla="*/ 70 w 70"/>
                  <a:gd name="T1" fmla="*/ 0 w 70"/>
                  <a:gd name="T2" fmla="*/ 0 w 70"/>
                </a:gdLst>
                <a:ahLst/>
                <a:cxnLst>
                  <a:cxn ang="0">
                    <a:pos x="T0" y="0"/>
                  </a:cxn>
                  <a:cxn ang="0">
                    <a:pos x="T1" y="0"/>
                  </a:cxn>
                  <a:cxn ang="0">
                    <a:pos x="T2" y="0"/>
                  </a:cxn>
                </a:cxnLst>
                <a:rect l="0" t="0" r="r" b="b"/>
                <a:pathLst>
                  <a:path w="70">
                    <a:moveTo>
                      <a:pt x="7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6" name="Rectangle 242">
                <a:extLst>
                  <a:ext uri="{FF2B5EF4-FFF2-40B4-BE49-F238E27FC236}">
                    <a16:creationId xmlns:a16="http://schemas.microsoft.com/office/drawing/2014/main" id="{5E27569D-0EDB-A244-C202-0F682E01402F}"/>
                  </a:ext>
                </a:extLst>
              </p:cNvPr>
              <p:cNvSpPr>
                <a:spLocks noChangeArrowheads="1"/>
              </p:cNvSpPr>
              <p:nvPr/>
            </p:nvSpPr>
            <p:spPr bwMode="auto">
              <a:xfrm>
                <a:off x="3639" y="3086"/>
                <a:ext cx="307"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ACDC_CTRL-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7" name="Freeform 243">
                <a:extLst>
                  <a:ext uri="{FF2B5EF4-FFF2-40B4-BE49-F238E27FC236}">
                    <a16:creationId xmlns:a16="http://schemas.microsoft.com/office/drawing/2014/main" id="{F17C74AD-A429-6826-5826-6FCEC71263F9}"/>
                  </a:ext>
                </a:extLst>
              </p:cNvPr>
              <p:cNvSpPr>
                <a:spLocks/>
              </p:cNvSpPr>
              <p:nvPr/>
            </p:nvSpPr>
            <p:spPr bwMode="auto">
              <a:xfrm>
                <a:off x="6149" y="2335"/>
                <a:ext cx="403" cy="0"/>
              </a:xfrm>
              <a:custGeom>
                <a:avLst/>
                <a:gdLst>
                  <a:gd name="T0" fmla="*/ 80 w 80"/>
                  <a:gd name="T1" fmla="*/ 0 w 80"/>
                  <a:gd name="T2" fmla="*/ 0 w 80"/>
                </a:gdLst>
                <a:ahLst/>
                <a:cxnLst>
                  <a:cxn ang="0">
                    <a:pos x="T0" y="0"/>
                  </a:cxn>
                  <a:cxn ang="0">
                    <a:pos x="T1" y="0"/>
                  </a:cxn>
                  <a:cxn ang="0">
                    <a:pos x="T2" y="0"/>
                  </a:cxn>
                </a:cxnLst>
                <a:rect l="0" t="0" r="r" b="b"/>
                <a:pathLst>
                  <a:path w="80">
                    <a:moveTo>
                      <a:pt x="8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8" name="Rectangle 244">
                <a:extLst>
                  <a:ext uri="{FF2B5EF4-FFF2-40B4-BE49-F238E27FC236}">
                    <a16:creationId xmlns:a16="http://schemas.microsoft.com/office/drawing/2014/main" id="{D427B47C-0DB8-4FC8-492E-5F18F8224EE4}"/>
                  </a:ext>
                </a:extLst>
              </p:cNvPr>
              <p:cNvSpPr>
                <a:spLocks noChangeArrowheads="1"/>
              </p:cNvSpPr>
              <p:nvPr/>
            </p:nvSpPr>
            <p:spPr bwMode="auto">
              <a:xfrm>
                <a:off x="6260" y="2279"/>
                <a:ext cx="17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CS_AC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9" name="Freeform 245">
                <a:extLst>
                  <a:ext uri="{FF2B5EF4-FFF2-40B4-BE49-F238E27FC236}">
                    <a16:creationId xmlns:a16="http://schemas.microsoft.com/office/drawing/2014/main" id="{38A8D6B6-B355-B8FC-8361-2166B82B87A1}"/>
                  </a:ext>
                </a:extLst>
              </p:cNvPr>
              <p:cNvSpPr>
                <a:spLocks/>
              </p:cNvSpPr>
              <p:nvPr/>
            </p:nvSpPr>
            <p:spPr bwMode="auto">
              <a:xfrm>
                <a:off x="3962" y="1931"/>
                <a:ext cx="0" cy="31"/>
              </a:xfrm>
              <a:custGeom>
                <a:avLst/>
                <a:gdLst>
                  <a:gd name="T0" fmla="*/ 6 h 6"/>
                  <a:gd name="T1" fmla="*/ 0 h 6"/>
                  <a:gd name="T2" fmla="*/ 0 h 6"/>
                </a:gdLst>
                <a:ahLst/>
                <a:cxnLst>
                  <a:cxn ang="0">
                    <a:pos x="0" y="T0"/>
                  </a:cxn>
                  <a:cxn ang="0">
                    <a:pos x="0" y="T1"/>
                  </a:cxn>
                  <a:cxn ang="0">
                    <a:pos x="0" y="T2"/>
                  </a:cxn>
                </a:cxnLst>
                <a:rect l="0" t="0" r="r" b="b"/>
                <a:pathLst>
                  <a:path h="6">
                    <a:moveTo>
                      <a:pt x="0" y="6"/>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0" name="Freeform 246">
                <a:extLst>
                  <a:ext uri="{FF2B5EF4-FFF2-40B4-BE49-F238E27FC236}">
                    <a16:creationId xmlns:a16="http://schemas.microsoft.com/office/drawing/2014/main" id="{1DEF69AB-CFA0-ACA1-48B6-F0C9D597467A}"/>
                  </a:ext>
                </a:extLst>
              </p:cNvPr>
              <p:cNvSpPr>
                <a:spLocks/>
              </p:cNvSpPr>
              <p:nvPr/>
            </p:nvSpPr>
            <p:spPr bwMode="auto">
              <a:xfrm>
                <a:off x="3962" y="1992"/>
                <a:ext cx="0" cy="25"/>
              </a:xfrm>
              <a:custGeom>
                <a:avLst/>
                <a:gdLst>
                  <a:gd name="T0" fmla="*/ 0 h 5"/>
                  <a:gd name="T1" fmla="*/ 5 h 5"/>
                  <a:gd name="T2" fmla="*/ 5 h 5"/>
                </a:gdLst>
                <a:ahLst/>
                <a:cxnLst>
                  <a:cxn ang="0">
                    <a:pos x="0" y="T0"/>
                  </a:cxn>
                  <a:cxn ang="0">
                    <a:pos x="0" y="T1"/>
                  </a:cxn>
                  <a:cxn ang="0">
                    <a:pos x="0" y="T2"/>
                  </a:cxn>
                </a:cxnLst>
                <a:rect l="0" t="0" r="r" b="b"/>
                <a:pathLst>
                  <a:path h="5">
                    <a:moveTo>
                      <a:pt x="0" y="0"/>
                    </a:moveTo>
                    <a:lnTo>
                      <a:pt x="0" y="5"/>
                    </a:lnTo>
                    <a:lnTo>
                      <a:pt x="0" y="5"/>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1" name="Freeform 247">
                <a:extLst>
                  <a:ext uri="{FF2B5EF4-FFF2-40B4-BE49-F238E27FC236}">
                    <a16:creationId xmlns:a16="http://schemas.microsoft.com/office/drawing/2014/main" id="{665418DC-E5BD-034F-5749-AD88B93AFEFB}"/>
                  </a:ext>
                </a:extLst>
              </p:cNvPr>
              <p:cNvSpPr>
                <a:spLocks/>
              </p:cNvSpPr>
              <p:nvPr/>
            </p:nvSpPr>
            <p:spPr bwMode="auto">
              <a:xfrm>
                <a:off x="3881" y="2017"/>
                <a:ext cx="81" cy="0"/>
              </a:xfrm>
              <a:custGeom>
                <a:avLst/>
                <a:gdLst>
                  <a:gd name="T0" fmla="*/ 16 w 16"/>
                  <a:gd name="T1" fmla="*/ 0 w 16"/>
                  <a:gd name="T2" fmla="*/ 0 w 16"/>
                </a:gdLst>
                <a:ahLst/>
                <a:cxnLst>
                  <a:cxn ang="0">
                    <a:pos x="T0" y="0"/>
                  </a:cxn>
                  <a:cxn ang="0">
                    <a:pos x="T1" y="0"/>
                  </a:cxn>
                  <a:cxn ang="0">
                    <a:pos x="T2" y="0"/>
                  </a:cxn>
                </a:cxnLst>
                <a:rect l="0" t="0" r="r" b="b"/>
                <a:pathLst>
                  <a:path w="16">
                    <a:moveTo>
                      <a:pt x="16"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2" name="Freeform 248">
                <a:extLst>
                  <a:ext uri="{FF2B5EF4-FFF2-40B4-BE49-F238E27FC236}">
                    <a16:creationId xmlns:a16="http://schemas.microsoft.com/office/drawing/2014/main" id="{82353DD8-C7DF-C2E9-E1C0-9D43B4A8BEED}"/>
                  </a:ext>
                </a:extLst>
              </p:cNvPr>
              <p:cNvSpPr>
                <a:spLocks/>
              </p:cNvSpPr>
              <p:nvPr/>
            </p:nvSpPr>
            <p:spPr bwMode="auto">
              <a:xfrm>
                <a:off x="3881" y="1982"/>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 name="Freeform 249">
                <a:extLst>
                  <a:ext uri="{FF2B5EF4-FFF2-40B4-BE49-F238E27FC236}">
                    <a16:creationId xmlns:a16="http://schemas.microsoft.com/office/drawing/2014/main" id="{E51F9A7C-B7FD-08F2-1118-CD84E1820EAD}"/>
                  </a:ext>
                </a:extLst>
              </p:cNvPr>
              <p:cNvSpPr>
                <a:spLocks/>
              </p:cNvSpPr>
              <p:nvPr/>
            </p:nvSpPr>
            <p:spPr bwMode="auto">
              <a:xfrm>
                <a:off x="3816" y="1921"/>
                <a:ext cx="30" cy="0"/>
              </a:xfrm>
              <a:custGeom>
                <a:avLst/>
                <a:gdLst>
                  <a:gd name="T0" fmla="*/ 6 w 6"/>
                  <a:gd name="T1" fmla="*/ 0 w 6"/>
                  <a:gd name="T2" fmla="*/ 0 w 6"/>
                </a:gdLst>
                <a:ahLst/>
                <a:cxnLst>
                  <a:cxn ang="0">
                    <a:pos x="T0" y="0"/>
                  </a:cxn>
                  <a:cxn ang="0">
                    <a:pos x="T1" y="0"/>
                  </a:cxn>
                  <a:cxn ang="0">
                    <a:pos x="T2" y="0"/>
                  </a:cxn>
                </a:cxnLst>
                <a:rect l="0" t="0" r="r" b="b"/>
                <a:pathLst>
                  <a:path w="6">
                    <a:moveTo>
                      <a:pt x="6"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4" name="Freeform 250">
                <a:extLst>
                  <a:ext uri="{FF2B5EF4-FFF2-40B4-BE49-F238E27FC236}">
                    <a16:creationId xmlns:a16="http://schemas.microsoft.com/office/drawing/2014/main" id="{1490EBF9-E20D-A04E-67B9-7B74A241E701}"/>
                  </a:ext>
                </a:extLst>
              </p:cNvPr>
              <p:cNvSpPr>
                <a:spLocks/>
              </p:cNvSpPr>
              <p:nvPr/>
            </p:nvSpPr>
            <p:spPr bwMode="auto">
              <a:xfrm>
                <a:off x="3952" y="1977"/>
                <a:ext cx="20" cy="15"/>
              </a:xfrm>
              <a:custGeom>
                <a:avLst/>
                <a:gdLst>
                  <a:gd name="T0" fmla="*/ 10 w 20"/>
                  <a:gd name="T1" fmla="*/ 0 h 15"/>
                  <a:gd name="T2" fmla="*/ 20 w 20"/>
                  <a:gd name="T3" fmla="*/ 15 h 15"/>
                  <a:gd name="T4" fmla="*/ 0 w 20"/>
                  <a:gd name="T5" fmla="*/ 15 h 15"/>
                  <a:gd name="T6" fmla="*/ 10 w 20"/>
                  <a:gd name="T7" fmla="*/ 0 h 15"/>
                </a:gdLst>
                <a:ahLst/>
                <a:cxnLst>
                  <a:cxn ang="0">
                    <a:pos x="T0" y="T1"/>
                  </a:cxn>
                  <a:cxn ang="0">
                    <a:pos x="T2" y="T3"/>
                  </a:cxn>
                  <a:cxn ang="0">
                    <a:pos x="T4" y="T5"/>
                  </a:cxn>
                  <a:cxn ang="0">
                    <a:pos x="T6" y="T7"/>
                  </a:cxn>
                </a:cxnLst>
                <a:rect l="0" t="0" r="r" b="b"/>
                <a:pathLst>
                  <a:path w="20" h="15">
                    <a:moveTo>
                      <a:pt x="10" y="0"/>
                    </a:moveTo>
                    <a:lnTo>
                      <a:pt x="20" y="15"/>
                    </a:lnTo>
                    <a:lnTo>
                      <a:pt x="0" y="15"/>
                    </a:lnTo>
                    <a:lnTo>
                      <a:pt x="10" y="0"/>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5" name="Freeform 251">
                <a:extLst>
                  <a:ext uri="{FF2B5EF4-FFF2-40B4-BE49-F238E27FC236}">
                    <a16:creationId xmlns:a16="http://schemas.microsoft.com/office/drawing/2014/main" id="{F138502B-3CBE-CFDC-73BB-F9B134F7963E}"/>
                  </a:ext>
                </a:extLst>
              </p:cNvPr>
              <p:cNvSpPr>
                <a:spLocks/>
              </p:cNvSpPr>
              <p:nvPr/>
            </p:nvSpPr>
            <p:spPr bwMode="auto">
              <a:xfrm>
                <a:off x="3816" y="1921"/>
                <a:ext cx="30" cy="25"/>
              </a:xfrm>
              <a:custGeom>
                <a:avLst/>
                <a:gdLst>
                  <a:gd name="T0" fmla="*/ 15 w 30"/>
                  <a:gd name="T1" fmla="*/ 0 h 25"/>
                  <a:gd name="T2" fmla="*/ 30 w 30"/>
                  <a:gd name="T3" fmla="*/ 25 h 25"/>
                  <a:gd name="T4" fmla="*/ 0 w 30"/>
                  <a:gd name="T5" fmla="*/ 25 h 25"/>
                  <a:gd name="T6" fmla="*/ 15 w 30"/>
                  <a:gd name="T7" fmla="*/ 0 h 25"/>
                </a:gdLst>
                <a:ahLst/>
                <a:cxnLst>
                  <a:cxn ang="0">
                    <a:pos x="T0" y="T1"/>
                  </a:cxn>
                  <a:cxn ang="0">
                    <a:pos x="T2" y="T3"/>
                  </a:cxn>
                  <a:cxn ang="0">
                    <a:pos x="T4" y="T5"/>
                  </a:cxn>
                  <a:cxn ang="0">
                    <a:pos x="T6" y="T7"/>
                  </a:cxn>
                </a:cxnLst>
                <a:rect l="0" t="0" r="r" b="b"/>
                <a:pathLst>
                  <a:path w="30" h="25">
                    <a:moveTo>
                      <a:pt x="15" y="0"/>
                    </a:moveTo>
                    <a:lnTo>
                      <a:pt x="30" y="25"/>
                    </a:lnTo>
                    <a:lnTo>
                      <a:pt x="0" y="25"/>
                    </a:lnTo>
                    <a:lnTo>
                      <a:pt x="15" y="0"/>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6" name="Freeform 252">
                <a:extLst>
                  <a:ext uri="{FF2B5EF4-FFF2-40B4-BE49-F238E27FC236}">
                    <a16:creationId xmlns:a16="http://schemas.microsoft.com/office/drawing/2014/main" id="{DD3B10CF-E4EF-C9C7-E4B3-80D964047D51}"/>
                  </a:ext>
                </a:extLst>
              </p:cNvPr>
              <p:cNvSpPr>
                <a:spLocks/>
              </p:cNvSpPr>
              <p:nvPr/>
            </p:nvSpPr>
            <p:spPr bwMode="auto">
              <a:xfrm>
                <a:off x="3896" y="1921"/>
                <a:ext cx="20" cy="20"/>
              </a:xfrm>
              <a:custGeom>
                <a:avLst/>
                <a:gdLst>
                  <a:gd name="T0" fmla="*/ 20 w 20"/>
                  <a:gd name="T1" fmla="*/ 10 h 20"/>
                  <a:gd name="T2" fmla="*/ 0 w 20"/>
                  <a:gd name="T3" fmla="*/ 20 h 20"/>
                  <a:gd name="T4" fmla="*/ 0 w 20"/>
                  <a:gd name="T5" fmla="*/ 0 h 20"/>
                  <a:gd name="T6" fmla="*/ 20 w 20"/>
                  <a:gd name="T7" fmla="*/ 10 h 20"/>
                </a:gdLst>
                <a:ahLst/>
                <a:cxnLst>
                  <a:cxn ang="0">
                    <a:pos x="T0" y="T1"/>
                  </a:cxn>
                  <a:cxn ang="0">
                    <a:pos x="T2" y="T3"/>
                  </a:cxn>
                  <a:cxn ang="0">
                    <a:pos x="T4" y="T5"/>
                  </a:cxn>
                  <a:cxn ang="0">
                    <a:pos x="T6" y="T7"/>
                  </a:cxn>
                </a:cxnLst>
                <a:rect l="0" t="0" r="r" b="b"/>
                <a:pathLst>
                  <a:path w="20" h="20">
                    <a:moveTo>
                      <a:pt x="20" y="10"/>
                    </a:moveTo>
                    <a:lnTo>
                      <a:pt x="0" y="20"/>
                    </a:lnTo>
                    <a:lnTo>
                      <a:pt x="0" y="0"/>
                    </a:lnTo>
                    <a:lnTo>
                      <a:pt x="20" y="10"/>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7" name="Freeform 253">
                <a:extLst>
                  <a:ext uri="{FF2B5EF4-FFF2-40B4-BE49-F238E27FC236}">
                    <a16:creationId xmlns:a16="http://schemas.microsoft.com/office/drawing/2014/main" id="{85DBB0AC-11C5-2B57-CF81-F703F7EA7C48}"/>
                  </a:ext>
                </a:extLst>
              </p:cNvPr>
              <p:cNvSpPr>
                <a:spLocks/>
              </p:cNvSpPr>
              <p:nvPr/>
            </p:nvSpPr>
            <p:spPr bwMode="auto">
              <a:xfrm>
                <a:off x="3962" y="1972"/>
                <a:ext cx="0" cy="10"/>
              </a:xfrm>
              <a:custGeom>
                <a:avLst/>
                <a:gdLst>
                  <a:gd name="T0" fmla="*/ 0 h 2"/>
                  <a:gd name="T1" fmla="*/ 2 h 2"/>
                  <a:gd name="T2" fmla="*/ 2 h 2"/>
                </a:gdLst>
                <a:ahLst/>
                <a:cxnLst>
                  <a:cxn ang="0">
                    <a:pos x="0" y="T0"/>
                  </a:cxn>
                  <a:cxn ang="0">
                    <a:pos x="0" y="T1"/>
                  </a:cxn>
                  <a:cxn ang="0">
                    <a:pos x="0" y="T2"/>
                  </a:cxn>
                </a:cxnLst>
                <a:rect l="0" t="0" r="r" b="b"/>
                <a:pathLst>
                  <a:path h="2">
                    <a:moveTo>
                      <a:pt x="0" y="0"/>
                    </a:moveTo>
                    <a:lnTo>
                      <a:pt x="0" y="2"/>
                    </a:lnTo>
                    <a:lnTo>
                      <a:pt x="0" y="2"/>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8" name="Freeform 254">
                <a:extLst>
                  <a:ext uri="{FF2B5EF4-FFF2-40B4-BE49-F238E27FC236}">
                    <a16:creationId xmlns:a16="http://schemas.microsoft.com/office/drawing/2014/main" id="{B11C5954-736F-451C-AE08-57F58A4C7CAF}"/>
                  </a:ext>
                </a:extLst>
              </p:cNvPr>
              <p:cNvSpPr>
                <a:spLocks/>
              </p:cNvSpPr>
              <p:nvPr/>
            </p:nvSpPr>
            <p:spPr bwMode="auto">
              <a:xfrm>
                <a:off x="3962" y="1931"/>
                <a:ext cx="20" cy="0"/>
              </a:xfrm>
              <a:custGeom>
                <a:avLst/>
                <a:gdLst>
                  <a:gd name="T0" fmla="*/ 0 w 4"/>
                  <a:gd name="T1" fmla="*/ 4 w 4"/>
                  <a:gd name="T2" fmla="*/ 4 w 4"/>
                </a:gdLst>
                <a:ahLst/>
                <a:cxnLst>
                  <a:cxn ang="0">
                    <a:pos x="T0" y="0"/>
                  </a:cxn>
                  <a:cxn ang="0">
                    <a:pos x="T1" y="0"/>
                  </a:cxn>
                  <a:cxn ang="0">
                    <a:pos x="T2" y="0"/>
                  </a:cxn>
                </a:cxnLst>
                <a:rect l="0" t="0" r="r" b="b"/>
                <a:pathLst>
                  <a:path w="4">
                    <a:moveTo>
                      <a:pt x="0" y="0"/>
                    </a:moveTo>
                    <a:lnTo>
                      <a:pt x="4" y="0"/>
                    </a:lnTo>
                    <a:lnTo>
                      <a:pt x="4"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9" name="Freeform 255">
                <a:extLst>
                  <a:ext uri="{FF2B5EF4-FFF2-40B4-BE49-F238E27FC236}">
                    <a16:creationId xmlns:a16="http://schemas.microsoft.com/office/drawing/2014/main" id="{BF702332-571C-B1E4-54D8-359467A00CFD}"/>
                  </a:ext>
                </a:extLst>
              </p:cNvPr>
              <p:cNvSpPr>
                <a:spLocks/>
              </p:cNvSpPr>
              <p:nvPr/>
            </p:nvSpPr>
            <p:spPr bwMode="auto">
              <a:xfrm>
                <a:off x="3916" y="1921"/>
                <a:ext cx="0" cy="20"/>
              </a:xfrm>
              <a:custGeom>
                <a:avLst/>
                <a:gdLst>
                  <a:gd name="T0" fmla="*/ 0 h 4"/>
                  <a:gd name="T1" fmla="*/ 4 h 4"/>
                  <a:gd name="T2" fmla="*/ 4 h 4"/>
                </a:gdLst>
                <a:ahLst/>
                <a:cxnLst>
                  <a:cxn ang="0">
                    <a:pos x="0" y="T0"/>
                  </a:cxn>
                  <a:cxn ang="0">
                    <a:pos x="0" y="T1"/>
                  </a:cxn>
                  <a:cxn ang="0">
                    <a:pos x="0" y="T2"/>
                  </a:cxn>
                </a:cxnLst>
                <a:rect l="0" t="0" r="r" b="b"/>
                <a:pathLst>
                  <a:path h="4">
                    <a:moveTo>
                      <a:pt x="0" y="0"/>
                    </a:moveTo>
                    <a:lnTo>
                      <a:pt x="0" y="4"/>
                    </a:lnTo>
                    <a:lnTo>
                      <a:pt x="0" y="4"/>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0" name="Freeform 256">
                <a:extLst>
                  <a:ext uri="{FF2B5EF4-FFF2-40B4-BE49-F238E27FC236}">
                    <a16:creationId xmlns:a16="http://schemas.microsoft.com/office/drawing/2014/main" id="{005B3FE8-371F-8147-0688-7788EBDA67F3}"/>
                  </a:ext>
                </a:extLst>
              </p:cNvPr>
              <p:cNvSpPr>
                <a:spLocks/>
              </p:cNvSpPr>
              <p:nvPr/>
            </p:nvSpPr>
            <p:spPr bwMode="auto">
              <a:xfrm>
                <a:off x="3916" y="1951"/>
                <a:ext cx="0" cy="21"/>
              </a:xfrm>
              <a:custGeom>
                <a:avLst/>
                <a:gdLst>
                  <a:gd name="T0" fmla="*/ 0 h 4"/>
                  <a:gd name="T1" fmla="*/ 4 h 4"/>
                  <a:gd name="T2" fmla="*/ 4 h 4"/>
                </a:gdLst>
                <a:ahLst/>
                <a:cxnLst>
                  <a:cxn ang="0">
                    <a:pos x="0" y="T0"/>
                  </a:cxn>
                  <a:cxn ang="0">
                    <a:pos x="0" y="T1"/>
                  </a:cxn>
                  <a:cxn ang="0">
                    <a:pos x="0" y="T2"/>
                  </a:cxn>
                </a:cxnLst>
                <a:rect l="0" t="0" r="r" b="b"/>
                <a:pathLst>
                  <a:path h="4">
                    <a:moveTo>
                      <a:pt x="0" y="0"/>
                    </a:moveTo>
                    <a:lnTo>
                      <a:pt x="0" y="4"/>
                    </a:lnTo>
                    <a:lnTo>
                      <a:pt x="0" y="4"/>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1" name="Freeform 257">
                <a:extLst>
                  <a:ext uri="{FF2B5EF4-FFF2-40B4-BE49-F238E27FC236}">
                    <a16:creationId xmlns:a16="http://schemas.microsoft.com/office/drawing/2014/main" id="{D185C31E-F6C0-1A85-1142-ECC742204D7A}"/>
                  </a:ext>
                </a:extLst>
              </p:cNvPr>
              <p:cNvSpPr>
                <a:spLocks/>
              </p:cNvSpPr>
              <p:nvPr/>
            </p:nvSpPr>
            <p:spPr bwMode="auto">
              <a:xfrm>
                <a:off x="3916" y="1891"/>
                <a:ext cx="0" cy="20"/>
              </a:xfrm>
              <a:custGeom>
                <a:avLst/>
                <a:gdLst>
                  <a:gd name="T0" fmla="*/ 0 h 4"/>
                  <a:gd name="T1" fmla="*/ 4 h 4"/>
                  <a:gd name="T2" fmla="*/ 4 h 4"/>
                </a:gdLst>
                <a:ahLst/>
                <a:cxnLst>
                  <a:cxn ang="0">
                    <a:pos x="0" y="T0"/>
                  </a:cxn>
                  <a:cxn ang="0">
                    <a:pos x="0" y="T1"/>
                  </a:cxn>
                  <a:cxn ang="0">
                    <a:pos x="0" y="T2"/>
                  </a:cxn>
                </a:cxnLst>
                <a:rect l="0" t="0" r="r" b="b"/>
                <a:pathLst>
                  <a:path h="4">
                    <a:moveTo>
                      <a:pt x="0" y="0"/>
                    </a:moveTo>
                    <a:lnTo>
                      <a:pt x="0" y="4"/>
                    </a:lnTo>
                    <a:lnTo>
                      <a:pt x="0" y="4"/>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2" name="Freeform 258">
                <a:extLst>
                  <a:ext uri="{FF2B5EF4-FFF2-40B4-BE49-F238E27FC236}">
                    <a16:creationId xmlns:a16="http://schemas.microsoft.com/office/drawing/2014/main" id="{42E9E61B-A1DB-E6E0-AAE4-15551006339F}"/>
                  </a:ext>
                </a:extLst>
              </p:cNvPr>
              <p:cNvSpPr>
                <a:spLocks/>
              </p:cNvSpPr>
              <p:nvPr/>
            </p:nvSpPr>
            <p:spPr bwMode="auto">
              <a:xfrm>
                <a:off x="3921" y="1901"/>
                <a:ext cx="0" cy="61"/>
              </a:xfrm>
              <a:custGeom>
                <a:avLst/>
                <a:gdLst>
                  <a:gd name="T0" fmla="*/ 0 h 12"/>
                  <a:gd name="T1" fmla="*/ 12 h 12"/>
                  <a:gd name="T2" fmla="*/ 12 h 12"/>
                </a:gdLst>
                <a:ahLst/>
                <a:cxnLst>
                  <a:cxn ang="0">
                    <a:pos x="0" y="T0"/>
                  </a:cxn>
                  <a:cxn ang="0">
                    <a:pos x="0" y="T1"/>
                  </a:cxn>
                  <a:cxn ang="0">
                    <a:pos x="0" y="T2"/>
                  </a:cxn>
                </a:cxnLst>
                <a:rect l="0" t="0" r="r" b="b"/>
                <a:pathLst>
                  <a:path h="12">
                    <a:moveTo>
                      <a:pt x="0" y="0"/>
                    </a:moveTo>
                    <a:lnTo>
                      <a:pt x="0" y="12"/>
                    </a:lnTo>
                    <a:lnTo>
                      <a:pt x="0" y="12"/>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3" name="Freeform 259">
                <a:extLst>
                  <a:ext uri="{FF2B5EF4-FFF2-40B4-BE49-F238E27FC236}">
                    <a16:creationId xmlns:a16="http://schemas.microsoft.com/office/drawing/2014/main" id="{6A902E5A-96AC-A726-D6A2-56DDE5327DE2}"/>
                  </a:ext>
                </a:extLst>
              </p:cNvPr>
              <p:cNvSpPr>
                <a:spLocks/>
              </p:cNvSpPr>
              <p:nvPr/>
            </p:nvSpPr>
            <p:spPr bwMode="auto">
              <a:xfrm>
                <a:off x="3921" y="1931"/>
                <a:ext cx="41" cy="0"/>
              </a:xfrm>
              <a:custGeom>
                <a:avLst/>
                <a:gdLst>
                  <a:gd name="T0" fmla="*/ 0 w 8"/>
                  <a:gd name="T1" fmla="*/ 8 w 8"/>
                  <a:gd name="T2" fmla="*/ 8 w 8"/>
                </a:gdLst>
                <a:ahLst/>
                <a:cxnLst>
                  <a:cxn ang="0">
                    <a:pos x="T0" y="0"/>
                  </a:cxn>
                  <a:cxn ang="0">
                    <a:pos x="T1" y="0"/>
                  </a:cxn>
                  <a:cxn ang="0">
                    <a:pos x="T2" y="0"/>
                  </a:cxn>
                </a:cxnLst>
                <a:rect l="0" t="0" r="r" b="b"/>
                <a:pathLst>
                  <a:path w="8">
                    <a:moveTo>
                      <a:pt x="0" y="0"/>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4" name="Freeform 260">
                <a:extLst>
                  <a:ext uri="{FF2B5EF4-FFF2-40B4-BE49-F238E27FC236}">
                    <a16:creationId xmlns:a16="http://schemas.microsoft.com/office/drawing/2014/main" id="{A02EBF51-5C48-C52E-854D-B1ADEE2F78C5}"/>
                  </a:ext>
                </a:extLst>
              </p:cNvPr>
              <p:cNvSpPr>
                <a:spLocks/>
              </p:cNvSpPr>
              <p:nvPr/>
            </p:nvSpPr>
            <p:spPr bwMode="auto">
              <a:xfrm>
                <a:off x="3881" y="1962"/>
                <a:ext cx="35" cy="0"/>
              </a:xfrm>
              <a:custGeom>
                <a:avLst/>
                <a:gdLst>
                  <a:gd name="T0" fmla="*/ 7 w 7"/>
                  <a:gd name="T1" fmla="*/ 0 w 7"/>
                  <a:gd name="T2" fmla="*/ 0 w 7"/>
                </a:gdLst>
                <a:ahLst/>
                <a:cxnLst>
                  <a:cxn ang="0">
                    <a:pos x="T0" y="0"/>
                  </a:cxn>
                  <a:cxn ang="0">
                    <a:pos x="T1" y="0"/>
                  </a:cxn>
                  <a:cxn ang="0">
                    <a:pos x="T2" y="0"/>
                  </a:cxn>
                </a:cxnLst>
                <a:rect l="0" t="0" r="r" b="b"/>
                <a:pathLst>
                  <a:path w="7">
                    <a:moveTo>
                      <a:pt x="7"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5" name="Freeform 261">
                <a:extLst>
                  <a:ext uri="{FF2B5EF4-FFF2-40B4-BE49-F238E27FC236}">
                    <a16:creationId xmlns:a16="http://schemas.microsoft.com/office/drawing/2014/main" id="{9334E4FF-62CD-9524-31E9-F54B8F840083}"/>
                  </a:ext>
                </a:extLst>
              </p:cNvPr>
              <p:cNvSpPr>
                <a:spLocks/>
              </p:cNvSpPr>
              <p:nvPr/>
            </p:nvSpPr>
            <p:spPr bwMode="auto">
              <a:xfrm>
                <a:off x="3881" y="1962"/>
                <a:ext cx="0" cy="20"/>
              </a:xfrm>
              <a:custGeom>
                <a:avLst/>
                <a:gdLst>
                  <a:gd name="T0" fmla="*/ 0 h 4"/>
                  <a:gd name="T1" fmla="*/ 4 h 4"/>
                  <a:gd name="T2" fmla="*/ 4 h 4"/>
                </a:gdLst>
                <a:ahLst/>
                <a:cxnLst>
                  <a:cxn ang="0">
                    <a:pos x="0" y="T0"/>
                  </a:cxn>
                  <a:cxn ang="0">
                    <a:pos x="0" y="T1"/>
                  </a:cxn>
                  <a:cxn ang="0">
                    <a:pos x="0" y="T2"/>
                  </a:cxn>
                </a:cxnLst>
                <a:rect l="0" t="0" r="r" b="b"/>
                <a:pathLst>
                  <a:path h="4">
                    <a:moveTo>
                      <a:pt x="0" y="0"/>
                    </a:moveTo>
                    <a:lnTo>
                      <a:pt x="0" y="4"/>
                    </a:lnTo>
                    <a:lnTo>
                      <a:pt x="0" y="4"/>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6" name="Freeform 262">
                <a:extLst>
                  <a:ext uri="{FF2B5EF4-FFF2-40B4-BE49-F238E27FC236}">
                    <a16:creationId xmlns:a16="http://schemas.microsoft.com/office/drawing/2014/main" id="{74B5007F-E7CA-A750-1D9A-DB16DE2A06A5}"/>
                  </a:ext>
                </a:extLst>
              </p:cNvPr>
              <p:cNvSpPr>
                <a:spLocks/>
              </p:cNvSpPr>
              <p:nvPr/>
            </p:nvSpPr>
            <p:spPr bwMode="auto">
              <a:xfrm>
                <a:off x="3881" y="1931"/>
                <a:ext cx="0" cy="31"/>
              </a:xfrm>
              <a:custGeom>
                <a:avLst/>
                <a:gdLst>
                  <a:gd name="T0" fmla="*/ 6 h 6"/>
                  <a:gd name="T1" fmla="*/ 0 h 6"/>
                  <a:gd name="T2" fmla="*/ 0 h 6"/>
                </a:gdLst>
                <a:ahLst/>
                <a:cxnLst>
                  <a:cxn ang="0">
                    <a:pos x="0" y="T0"/>
                  </a:cxn>
                  <a:cxn ang="0">
                    <a:pos x="0" y="T1"/>
                  </a:cxn>
                  <a:cxn ang="0">
                    <a:pos x="0" y="T2"/>
                  </a:cxn>
                </a:cxnLst>
                <a:rect l="0" t="0" r="r" b="b"/>
                <a:pathLst>
                  <a:path h="6">
                    <a:moveTo>
                      <a:pt x="0" y="6"/>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7" name="Freeform 263">
                <a:extLst>
                  <a:ext uri="{FF2B5EF4-FFF2-40B4-BE49-F238E27FC236}">
                    <a16:creationId xmlns:a16="http://schemas.microsoft.com/office/drawing/2014/main" id="{B518A2A0-86C9-F6C8-CC6F-2AE20DDE314E}"/>
                  </a:ext>
                </a:extLst>
              </p:cNvPr>
              <p:cNvSpPr>
                <a:spLocks/>
              </p:cNvSpPr>
              <p:nvPr/>
            </p:nvSpPr>
            <p:spPr bwMode="auto">
              <a:xfrm>
                <a:off x="3881" y="1931"/>
                <a:ext cx="15" cy="0"/>
              </a:xfrm>
              <a:custGeom>
                <a:avLst/>
                <a:gdLst>
                  <a:gd name="T0" fmla="*/ 0 w 3"/>
                  <a:gd name="T1" fmla="*/ 3 w 3"/>
                  <a:gd name="T2" fmla="*/ 3 w 3"/>
                </a:gdLst>
                <a:ahLst/>
                <a:cxnLst>
                  <a:cxn ang="0">
                    <a:pos x="T0" y="0"/>
                  </a:cxn>
                  <a:cxn ang="0">
                    <a:pos x="T1" y="0"/>
                  </a:cxn>
                  <a:cxn ang="0">
                    <a:pos x="T2" y="0"/>
                  </a:cxn>
                </a:cxnLst>
                <a:rect l="0" t="0" r="r" b="b"/>
                <a:pathLst>
                  <a:path w="3">
                    <a:moveTo>
                      <a:pt x="0" y="0"/>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8" name="Freeform 264">
                <a:extLst>
                  <a:ext uri="{FF2B5EF4-FFF2-40B4-BE49-F238E27FC236}">
                    <a16:creationId xmlns:a16="http://schemas.microsoft.com/office/drawing/2014/main" id="{A22CD2CC-4D81-2044-1C16-9C12F15E2778}"/>
                  </a:ext>
                </a:extLst>
              </p:cNvPr>
              <p:cNvSpPr>
                <a:spLocks/>
              </p:cNvSpPr>
              <p:nvPr/>
            </p:nvSpPr>
            <p:spPr bwMode="auto">
              <a:xfrm>
                <a:off x="3947" y="1972"/>
                <a:ext cx="30" cy="10"/>
              </a:xfrm>
              <a:custGeom>
                <a:avLst/>
                <a:gdLst>
                  <a:gd name="T0" fmla="*/ 0 w 30"/>
                  <a:gd name="T1" fmla="*/ 0 h 10"/>
                  <a:gd name="T2" fmla="*/ 5 w 30"/>
                  <a:gd name="T3" fmla="*/ 5 h 10"/>
                  <a:gd name="T4" fmla="*/ 25 w 30"/>
                  <a:gd name="T5" fmla="*/ 5 h 10"/>
                  <a:gd name="T6" fmla="*/ 30 w 30"/>
                  <a:gd name="T7" fmla="*/ 10 h 10"/>
                </a:gdLst>
                <a:ahLst/>
                <a:cxnLst>
                  <a:cxn ang="0">
                    <a:pos x="T0" y="T1"/>
                  </a:cxn>
                  <a:cxn ang="0">
                    <a:pos x="T2" y="T3"/>
                  </a:cxn>
                  <a:cxn ang="0">
                    <a:pos x="T4" y="T5"/>
                  </a:cxn>
                  <a:cxn ang="0">
                    <a:pos x="T6" y="T7"/>
                  </a:cxn>
                </a:cxnLst>
                <a:rect l="0" t="0" r="r" b="b"/>
                <a:pathLst>
                  <a:path w="30" h="10">
                    <a:moveTo>
                      <a:pt x="0" y="0"/>
                    </a:moveTo>
                    <a:lnTo>
                      <a:pt x="5" y="5"/>
                    </a:lnTo>
                    <a:lnTo>
                      <a:pt x="25" y="5"/>
                    </a:lnTo>
                    <a:lnTo>
                      <a:pt x="30" y="1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9" name="Freeform 265">
                <a:extLst>
                  <a:ext uri="{FF2B5EF4-FFF2-40B4-BE49-F238E27FC236}">
                    <a16:creationId xmlns:a16="http://schemas.microsoft.com/office/drawing/2014/main" id="{6C892B45-BA50-0CD7-4EEA-DAB5FCCBF142}"/>
                  </a:ext>
                </a:extLst>
              </p:cNvPr>
              <p:cNvSpPr>
                <a:spLocks/>
              </p:cNvSpPr>
              <p:nvPr/>
            </p:nvSpPr>
            <p:spPr bwMode="auto">
              <a:xfrm>
                <a:off x="3952" y="1962"/>
                <a:ext cx="20" cy="15"/>
              </a:xfrm>
              <a:custGeom>
                <a:avLst/>
                <a:gdLst>
                  <a:gd name="T0" fmla="*/ 10 w 20"/>
                  <a:gd name="T1" fmla="*/ 15 h 15"/>
                  <a:gd name="T2" fmla="*/ 0 w 20"/>
                  <a:gd name="T3" fmla="*/ 0 h 15"/>
                  <a:gd name="T4" fmla="*/ 20 w 20"/>
                  <a:gd name="T5" fmla="*/ 0 h 15"/>
                  <a:gd name="T6" fmla="*/ 10 w 20"/>
                  <a:gd name="T7" fmla="*/ 15 h 15"/>
                </a:gdLst>
                <a:ahLst/>
                <a:cxnLst>
                  <a:cxn ang="0">
                    <a:pos x="T0" y="T1"/>
                  </a:cxn>
                  <a:cxn ang="0">
                    <a:pos x="T2" y="T3"/>
                  </a:cxn>
                  <a:cxn ang="0">
                    <a:pos x="T4" y="T5"/>
                  </a:cxn>
                  <a:cxn ang="0">
                    <a:pos x="T6" y="T7"/>
                  </a:cxn>
                </a:cxnLst>
                <a:rect l="0" t="0" r="r" b="b"/>
                <a:pathLst>
                  <a:path w="20" h="15">
                    <a:moveTo>
                      <a:pt x="10" y="15"/>
                    </a:moveTo>
                    <a:lnTo>
                      <a:pt x="0" y="0"/>
                    </a:lnTo>
                    <a:lnTo>
                      <a:pt x="20" y="0"/>
                    </a:lnTo>
                    <a:lnTo>
                      <a:pt x="10" y="15"/>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0" name="Freeform 266">
                <a:extLst>
                  <a:ext uri="{FF2B5EF4-FFF2-40B4-BE49-F238E27FC236}">
                    <a16:creationId xmlns:a16="http://schemas.microsoft.com/office/drawing/2014/main" id="{F8B0DD83-BE0F-ACC1-3D01-81CB9F2A5146}"/>
                  </a:ext>
                </a:extLst>
              </p:cNvPr>
              <p:cNvSpPr>
                <a:spLocks/>
              </p:cNvSpPr>
              <p:nvPr/>
            </p:nvSpPr>
            <p:spPr bwMode="auto">
              <a:xfrm>
                <a:off x="3831" y="2017"/>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1" name="Freeform 267">
                <a:extLst>
                  <a:ext uri="{FF2B5EF4-FFF2-40B4-BE49-F238E27FC236}">
                    <a16:creationId xmlns:a16="http://schemas.microsoft.com/office/drawing/2014/main" id="{18112ABE-09EA-EABA-DB4A-175D6A5EF55D}"/>
                  </a:ext>
                </a:extLst>
              </p:cNvPr>
              <p:cNvSpPr>
                <a:spLocks/>
              </p:cNvSpPr>
              <p:nvPr/>
            </p:nvSpPr>
            <p:spPr bwMode="auto">
              <a:xfrm>
                <a:off x="3831" y="1946"/>
                <a:ext cx="0" cy="71"/>
              </a:xfrm>
              <a:custGeom>
                <a:avLst/>
                <a:gdLst>
                  <a:gd name="T0" fmla="*/ 14 h 14"/>
                  <a:gd name="T1" fmla="*/ 0 h 14"/>
                  <a:gd name="T2" fmla="*/ 0 h 14"/>
                </a:gdLst>
                <a:ahLst/>
                <a:cxnLst>
                  <a:cxn ang="0">
                    <a:pos x="0" y="T0"/>
                  </a:cxn>
                  <a:cxn ang="0">
                    <a:pos x="0" y="T1"/>
                  </a:cxn>
                  <a:cxn ang="0">
                    <a:pos x="0" y="T2"/>
                  </a:cxn>
                </a:cxnLst>
                <a:rect l="0" t="0" r="r" b="b"/>
                <a:pathLst>
                  <a:path h="14">
                    <a:moveTo>
                      <a:pt x="0" y="14"/>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2" name="Freeform 268">
                <a:extLst>
                  <a:ext uri="{FF2B5EF4-FFF2-40B4-BE49-F238E27FC236}">
                    <a16:creationId xmlns:a16="http://schemas.microsoft.com/office/drawing/2014/main" id="{1D768595-1CFD-A457-1ACB-80437332816A}"/>
                  </a:ext>
                </a:extLst>
              </p:cNvPr>
              <p:cNvSpPr>
                <a:spLocks/>
              </p:cNvSpPr>
              <p:nvPr/>
            </p:nvSpPr>
            <p:spPr bwMode="auto">
              <a:xfrm>
                <a:off x="3881" y="1901"/>
                <a:ext cx="35" cy="0"/>
              </a:xfrm>
              <a:custGeom>
                <a:avLst/>
                <a:gdLst>
                  <a:gd name="T0" fmla="*/ 7 w 7"/>
                  <a:gd name="T1" fmla="*/ 0 w 7"/>
                  <a:gd name="T2" fmla="*/ 0 w 7"/>
                </a:gdLst>
                <a:ahLst/>
                <a:cxnLst>
                  <a:cxn ang="0">
                    <a:pos x="T0" y="0"/>
                  </a:cxn>
                  <a:cxn ang="0">
                    <a:pos x="T1" y="0"/>
                  </a:cxn>
                  <a:cxn ang="0">
                    <a:pos x="T2" y="0"/>
                  </a:cxn>
                </a:cxnLst>
                <a:rect l="0" t="0" r="r" b="b"/>
                <a:pathLst>
                  <a:path w="7">
                    <a:moveTo>
                      <a:pt x="7"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3" name="Freeform 269">
                <a:extLst>
                  <a:ext uri="{FF2B5EF4-FFF2-40B4-BE49-F238E27FC236}">
                    <a16:creationId xmlns:a16="http://schemas.microsoft.com/office/drawing/2014/main" id="{E1A26613-8792-301B-BF11-91F1FC2A14F5}"/>
                  </a:ext>
                </a:extLst>
              </p:cNvPr>
              <p:cNvSpPr>
                <a:spLocks/>
              </p:cNvSpPr>
              <p:nvPr/>
            </p:nvSpPr>
            <p:spPr bwMode="auto">
              <a:xfrm>
                <a:off x="3881" y="1830"/>
                <a:ext cx="0" cy="71"/>
              </a:xfrm>
              <a:custGeom>
                <a:avLst/>
                <a:gdLst>
                  <a:gd name="T0" fmla="*/ 14 h 14"/>
                  <a:gd name="T1" fmla="*/ 0 h 14"/>
                  <a:gd name="T2" fmla="*/ 0 h 14"/>
                </a:gdLst>
                <a:ahLst/>
                <a:cxnLst>
                  <a:cxn ang="0">
                    <a:pos x="0" y="T0"/>
                  </a:cxn>
                  <a:cxn ang="0">
                    <a:pos x="0" y="T1"/>
                  </a:cxn>
                  <a:cxn ang="0">
                    <a:pos x="0" y="T2"/>
                  </a:cxn>
                </a:cxnLst>
                <a:rect l="0" t="0" r="r" b="b"/>
                <a:pathLst>
                  <a:path h="14">
                    <a:moveTo>
                      <a:pt x="0" y="14"/>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4" name="Freeform 270">
                <a:extLst>
                  <a:ext uri="{FF2B5EF4-FFF2-40B4-BE49-F238E27FC236}">
                    <a16:creationId xmlns:a16="http://schemas.microsoft.com/office/drawing/2014/main" id="{1F953D5D-73E5-BE84-1305-101399D26AF9}"/>
                  </a:ext>
                </a:extLst>
              </p:cNvPr>
              <p:cNvSpPr>
                <a:spLocks/>
              </p:cNvSpPr>
              <p:nvPr/>
            </p:nvSpPr>
            <p:spPr bwMode="auto">
              <a:xfrm>
                <a:off x="3831" y="1881"/>
                <a:ext cx="0" cy="40"/>
              </a:xfrm>
              <a:custGeom>
                <a:avLst/>
                <a:gdLst>
                  <a:gd name="T0" fmla="*/ 8 h 8"/>
                  <a:gd name="T1" fmla="*/ 0 h 8"/>
                  <a:gd name="T2" fmla="*/ 0 h 8"/>
                </a:gdLst>
                <a:ahLst/>
                <a:cxnLst>
                  <a:cxn ang="0">
                    <a:pos x="0" y="T0"/>
                  </a:cxn>
                  <a:cxn ang="0">
                    <a:pos x="0" y="T1"/>
                  </a:cxn>
                  <a:cxn ang="0">
                    <a:pos x="0" y="T2"/>
                  </a:cxn>
                </a:cxnLst>
                <a:rect l="0" t="0" r="r" b="b"/>
                <a:pathLst>
                  <a:path h="8">
                    <a:moveTo>
                      <a:pt x="0" y="8"/>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5" name="Freeform 271">
                <a:extLst>
                  <a:ext uri="{FF2B5EF4-FFF2-40B4-BE49-F238E27FC236}">
                    <a16:creationId xmlns:a16="http://schemas.microsoft.com/office/drawing/2014/main" id="{48450015-3AD5-2BE6-3CBA-886068D2B3EA}"/>
                  </a:ext>
                </a:extLst>
              </p:cNvPr>
              <p:cNvSpPr>
                <a:spLocks/>
              </p:cNvSpPr>
              <p:nvPr/>
            </p:nvSpPr>
            <p:spPr bwMode="auto">
              <a:xfrm>
                <a:off x="3831" y="1881"/>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6" name="Rectangle 272">
                <a:extLst>
                  <a:ext uri="{FF2B5EF4-FFF2-40B4-BE49-F238E27FC236}">
                    <a16:creationId xmlns:a16="http://schemas.microsoft.com/office/drawing/2014/main" id="{EA2C2EF8-63A4-F424-02ED-CF44DDF74655}"/>
                  </a:ext>
                </a:extLst>
              </p:cNvPr>
              <p:cNvSpPr>
                <a:spLocks noChangeArrowheads="1"/>
              </p:cNvSpPr>
              <p:nvPr/>
            </p:nvSpPr>
            <p:spPr bwMode="auto">
              <a:xfrm>
                <a:off x="3881" y="2032"/>
                <a:ext cx="13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Q401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7" name="Rectangle 273">
                <a:extLst>
                  <a:ext uri="{FF2B5EF4-FFF2-40B4-BE49-F238E27FC236}">
                    <a16:creationId xmlns:a16="http://schemas.microsoft.com/office/drawing/2014/main" id="{D49AB81A-BECF-2D53-C397-4125C367295A}"/>
                  </a:ext>
                </a:extLst>
              </p:cNvPr>
              <p:cNvSpPr>
                <a:spLocks noChangeArrowheads="1"/>
              </p:cNvSpPr>
              <p:nvPr/>
            </p:nvSpPr>
            <p:spPr bwMode="auto">
              <a:xfrm>
                <a:off x="3881" y="1830"/>
                <a:ext cx="252"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dirty="0">
                    <a:ln>
                      <a:noFill/>
                    </a:ln>
                    <a:solidFill>
                      <a:srgbClr val="000000"/>
                    </a:solidFill>
                    <a:effectLst/>
                    <a:latin typeface="Arial" panose="020B0604020202020204" pitchFamily="34" charset="0"/>
                  </a:rPr>
                  <a:t>2N7002KW</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8" name="Freeform 274">
                <a:extLst>
                  <a:ext uri="{FF2B5EF4-FFF2-40B4-BE49-F238E27FC236}">
                    <a16:creationId xmlns:a16="http://schemas.microsoft.com/office/drawing/2014/main" id="{8A8EA448-54E0-F121-D1F3-3CF642EBCFBB}"/>
                  </a:ext>
                </a:extLst>
              </p:cNvPr>
              <p:cNvSpPr>
                <a:spLocks/>
              </p:cNvSpPr>
              <p:nvPr/>
            </p:nvSpPr>
            <p:spPr bwMode="auto">
              <a:xfrm>
                <a:off x="3982" y="1931"/>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9" name="Rectangle 275">
                <a:extLst>
                  <a:ext uri="{FF2B5EF4-FFF2-40B4-BE49-F238E27FC236}">
                    <a16:creationId xmlns:a16="http://schemas.microsoft.com/office/drawing/2014/main" id="{E94DAE24-ADBB-5905-C8E4-CCC3C6AA7FAD}"/>
                  </a:ext>
                </a:extLst>
              </p:cNvPr>
              <p:cNvSpPr>
                <a:spLocks noChangeArrowheads="1"/>
              </p:cNvSpPr>
              <p:nvPr/>
            </p:nvSpPr>
            <p:spPr bwMode="auto">
              <a:xfrm>
                <a:off x="4017" y="1871"/>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0" name="Freeform 276">
                <a:extLst>
                  <a:ext uri="{FF2B5EF4-FFF2-40B4-BE49-F238E27FC236}">
                    <a16:creationId xmlns:a16="http://schemas.microsoft.com/office/drawing/2014/main" id="{2CD06E26-6233-6DCF-16A9-9D8D487964FB}"/>
                  </a:ext>
                </a:extLst>
              </p:cNvPr>
              <p:cNvSpPr>
                <a:spLocks/>
              </p:cNvSpPr>
              <p:nvPr/>
            </p:nvSpPr>
            <p:spPr bwMode="auto">
              <a:xfrm>
                <a:off x="3881" y="2032"/>
                <a:ext cx="0" cy="51"/>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1" name="Rectangle 277">
                <a:extLst>
                  <a:ext uri="{FF2B5EF4-FFF2-40B4-BE49-F238E27FC236}">
                    <a16:creationId xmlns:a16="http://schemas.microsoft.com/office/drawing/2014/main" id="{FC2CFED5-1419-B3F7-977A-94AB149E8A83}"/>
                  </a:ext>
                </a:extLst>
              </p:cNvPr>
              <p:cNvSpPr>
                <a:spLocks noChangeArrowheads="1"/>
              </p:cNvSpPr>
              <p:nvPr/>
            </p:nvSpPr>
            <p:spPr bwMode="auto">
              <a:xfrm rot="16200000">
                <a:off x="3831" y="2036"/>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2" name="Freeform 278">
                <a:extLst>
                  <a:ext uri="{FF2B5EF4-FFF2-40B4-BE49-F238E27FC236}">
                    <a16:creationId xmlns:a16="http://schemas.microsoft.com/office/drawing/2014/main" id="{D610DEBE-6F30-F887-D1A6-D14C1CB885C3}"/>
                  </a:ext>
                </a:extLst>
              </p:cNvPr>
              <p:cNvSpPr>
                <a:spLocks/>
              </p:cNvSpPr>
              <p:nvPr/>
            </p:nvSpPr>
            <p:spPr bwMode="auto">
              <a:xfrm>
                <a:off x="3881" y="1780"/>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3" name="Rectangle 279">
                <a:extLst>
                  <a:ext uri="{FF2B5EF4-FFF2-40B4-BE49-F238E27FC236}">
                    <a16:creationId xmlns:a16="http://schemas.microsoft.com/office/drawing/2014/main" id="{03075AE7-A4B1-6004-8C40-A75A2C0760C1}"/>
                  </a:ext>
                </a:extLst>
              </p:cNvPr>
              <p:cNvSpPr>
                <a:spLocks noChangeArrowheads="1"/>
              </p:cNvSpPr>
              <p:nvPr/>
            </p:nvSpPr>
            <p:spPr bwMode="auto">
              <a:xfrm rot="16200000">
                <a:off x="3831" y="1738"/>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4" name="Freeform 280">
                <a:extLst>
                  <a:ext uri="{FF2B5EF4-FFF2-40B4-BE49-F238E27FC236}">
                    <a16:creationId xmlns:a16="http://schemas.microsoft.com/office/drawing/2014/main" id="{B920DA45-4581-AF71-4998-A43EAE51416D}"/>
                  </a:ext>
                </a:extLst>
              </p:cNvPr>
              <p:cNvSpPr>
                <a:spLocks/>
              </p:cNvSpPr>
              <p:nvPr/>
            </p:nvSpPr>
            <p:spPr bwMode="auto">
              <a:xfrm>
                <a:off x="6149" y="2385"/>
                <a:ext cx="151"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5" name="Freeform 281">
                <a:extLst>
                  <a:ext uri="{FF2B5EF4-FFF2-40B4-BE49-F238E27FC236}">
                    <a16:creationId xmlns:a16="http://schemas.microsoft.com/office/drawing/2014/main" id="{30401D27-B256-B073-962E-AF31A21F8E54}"/>
                  </a:ext>
                </a:extLst>
              </p:cNvPr>
              <p:cNvSpPr>
                <a:spLocks/>
              </p:cNvSpPr>
              <p:nvPr/>
            </p:nvSpPr>
            <p:spPr bwMode="auto">
              <a:xfrm>
                <a:off x="5418" y="3963"/>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6" name="Freeform 282">
                <a:extLst>
                  <a:ext uri="{FF2B5EF4-FFF2-40B4-BE49-F238E27FC236}">
                    <a16:creationId xmlns:a16="http://schemas.microsoft.com/office/drawing/2014/main" id="{C936C167-824F-8CA2-CA68-CA8E06B11F14}"/>
                  </a:ext>
                </a:extLst>
              </p:cNvPr>
              <p:cNvSpPr>
                <a:spLocks/>
              </p:cNvSpPr>
              <p:nvPr/>
            </p:nvSpPr>
            <p:spPr bwMode="auto">
              <a:xfrm>
                <a:off x="5418" y="3983"/>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7" name="Freeform 283">
                <a:extLst>
                  <a:ext uri="{FF2B5EF4-FFF2-40B4-BE49-F238E27FC236}">
                    <a16:creationId xmlns:a16="http://schemas.microsoft.com/office/drawing/2014/main" id="{00E17C9D-B470-D12C-9A9B-69A80DB631FD}"/>
                  </a:ext>
                </a:extLst>
              </p:cNvPr>
              <p:cNvSpPr>
                <a:spLocks/>
              </p:cNvSpPr>
              <p:nvPr/>
            </p:nvSpPr>
            <p:spPr bwMode="auto">
              <a:xfrm>
                <a:off x="5443" y="3983"/>
                <a:ext cx="0" cy="15"/>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8" name="Freeform 284">
                <a:extLst>
                  <a:ext uri="{FF2B5EF4-FFF2-40B4-BE49-F238E27FC236}">
                    <a16:creationId xmlns:a16="http://schemas.microsoft.com/office/drawing/2014/main" id="{AF62875C-CA06-4EB4-004E-54A183AFB7F4}"/>
                  </a:ext>
                </a:extLst>
              </p:cNvPr>
              <p:cNvSpPr>
                <a:spLocks/>
              </p:cNvSpPr>
              <p:nvPr/>
            </p:nvSpPr>
            <p:spPr bwMode="auto">
              <a:xfrm>
                <a:off x="5443" y="3948"/>
                <a:ext cx="0" cy="15"/>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9" name="Rectangle 285">
                <a:extLst>
                  <a:ext uri="{FF2B5EF4-FFF2-40B4-BE49-F238E27FC236}">
                    <a16:creationId xmlns:a16="http://schemas.microsoft.com/office/drawing/2014/main" id="{0152382F-2323-5FAB-5D2D-BE5C49E03EF8}"/>
                  </a:ext>
                </a:extLst>
              </p:cNvPr>
              <p:cNvSpPr>
                <a:spLocks noChangeArrowheads="1"/>
              </p:cNvSpPr>
              <p:nvPr/>
            </p:nvSpPr>
            <p:spPr bwMode="auto">
              <a:xfrm>
                <a:off x="5443" y="3897"/>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C439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0" name="Rectangle 286">
                <a:extLst>
                  <a:ext uri="{FF2B5EF4-FFF2-40B4-BE49-F238E27FC236}">
                    <a16:creationId xmlns:a16="http://schemas.microsoft.com/office/drawing/2014/main" id="{8B8A6851-EABE-DFFB-9B4D-AB0133226EE0}"/>
                  </a:ext>
                </a:extLst>
              </p:cNvPr>
              <p:cNvSpPr>
                <a:spLocks noChangeArrowheads="1"/>
              </p:cNvSpPr>
              <p:nvPr/>
            </p:nvSpPr>
            <p:spPr bwMode="auto">
              <a:xfrm>
                <a:off x="5443" y="3998"/>
                <a:ext cx="12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100n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1" name="Freeform 287">
                <a:extLst>
                  <a:ext uri="{FF2B5EF4-FFF2-40B4-BE49-F238E27FC236}">
                    <a16:creationId xmlns:a16="http://schemas.microsoft.com/office/drawing/2014/main" id="{8B67D78E-F309-B8FE-8BEC-DB140E8F7A67}"/>
                  </a:ext>
                </a:extLst>
              </p:cNvPr>
              <p:cNvSpPr>
                <a:spLocks/>
              </p:cNvSpPr>
              <p:nvPr/>
            </p:nvSpPr>
            <p:spPr bwMode="auto">
              <a:xfrm>
                <a:off x="5443" y="3897"/>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2" name="Freeform 288">
                <a:extLst>
                  <a:ext uri="{FF2B5EF4-FFF2-40B4-BE49-F238E27FC236}">
                    <a16:creationId xmlns:a16="http://schemas.microsoft.com/office/drawing/2014/main" id="{A4613CBC-6ACE-CD8F-EE4B-FD9497942E09}"/>
                  </a:ext>
                </a:extLst>
              </p:cNvPr>
              <p:cNvSpPr>
                <a:spLocks/>
              </p:cNvSpPr>
              <p:nvPr/>
            </p:nvSpPr>
            <p:spPr bwMode="auto">
              <a:xfrm>
                <a:off x="5443" y="3998"/>
                <a:ext cx="0" cy="51"/>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3" name="Freeform 289">
                <a:extLst>
                  <a:ext uri="{FF2B5EF4-FFF2-40B4-BE49-F238E27FC236}">
                    <a16:creationId xmlns:a16="http://schemas.microsoft.com/office/drawing/2014/main" id="{F802950D-6FFF-EB96-0830-74B955A59BCE}"/>
                  </a:ext>
                </a:extLst>
              </p:cNvPr>
              <p:cNvSpPr>
                <a:spLocks/>
              </p:cNvSpPr>
              <p:nvPr/>
            </p:nvSpPr>
            <p:spPr bwMode="auto">
              <a:xfrm>
                <a:off x="5443" y="3797"/>
                <a:ext cx="0" cy="100"/>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4" name="Freeform 290">
                <a:extLst>
                  <a:ext uri="{FF2B5EF4-FFF2-40B4-BE49-F238E27FC236}">
                    <a16:creationId xmlns:a16="http://schemas.microsoft.com/office/drawing/2014/main" id="{92D7030C-9B8E-F7E6-88AE-BCA2D34C9192}"/>
                  </a:ext>
                </a:extLst>
              </p:cNvPr>
              <p:cNvSpPr>
                <a:spLocks/>
              </p:cNvSpPr>
              <p:nvPr/>
            </p:nvSpPr>
            <p:spPr bwMode="auto">
              <a:xfrm>
                <a:off x="6375" y="2098"/>
                <a:ext cx="51"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5" name="Freeform 291">
                <a:extLst>
                  <a:ext uri="{FF2B5EF4-FFF2-40B4-BE49-F238E27FC236}">
                    <a16:creationId xmlns:a16="http://schemas.microsoft.com/office/drawing/2014/main" id="{E1DDB51C-E785-B407-1A7D-8ADF705F70B1}"/>
                  </a:ext>
                </a:extLst>
              </p:cNvPr>
              <p:cNvSpPr>
                <a:spLocks/>
              </p:cNvSpPr>
              <p:nvPr/>
            </p:nvSpPr>
            <p:spPr bwMode="auto">
              <a:xfrm>
                <a:off x="6375" y="2118"/>
                <a:ext cx="51"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6" name="Freeform 292">
                <a:extLst>
                  <a:ext uri="{FF2B5EF4-FFF2-40B4-BE49-F238E27FC236}">
                    <a16:creationId xmlns:a16="http://schemas.microsoft.com/office/drawing/2014/main" id="{8E37F96D-A9D4-C006-C8EE-53D073259F8E}"/>
                  </a:ext>
                </a:extLst>
              </p:cNvPr>
              <p:cNvSpPr>
                <a:spLocks/>
              </p:cNvSpPr>
              <p:nvPr/>
            </p:nvSpPr>
            <p:spPr bwMode="auto">
              <a:xfrm>
                <a:off x="6401" y="2118"/>
                <a:ext cx="0" cy="15"/>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7" name="Freeform 293">
                <a:extLst>
                  <a:ext uri="{FF2B5EF4-FFF2-40B4-BE49-F238E27FC236}">
                    <a16:creationId xmlns:a16="http://schemas.microsoft.com/office/drawing/2014/main" id="{58C93D50-DE46-FB2C-3428-E1E661998B25}"/>
                  </a:ext>
                </a:extLst>
              </p:cNvPr>
              <p:cNvSpPr>
                <a:spLocks/>
              </p:cNvSpPr>
              <p:nvPr/>
            </p:nvSpPr>
            <p:spPr bwMode="auto">
              <a:xfrm>
                <a:off x="6401" y="2083"/>
                <a:ext cx="0" cy="15"/>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8" name="Rectangle 294">
                <a:extLst>
                  <a:ext uri="{FF2B5EF4-FFF2-40B4-BE49-F238E27FC236}">
                    <a16:creationId xmlns:a16="http://schemas.microsoft.com/office/drawing/2014/main" id="{57BF3313-7957-25E4-4137-5ECEFDDBF810}"/>
                  </a:ext>
                </a:extLst>
              </p:cNvPr>
              <p:cNvSpPr>
                <a:spLocks noChangeArrowheads="1"/>
              </p:cNvSpPr>
              <p:nvPr/>
            </p:nvSpPr>
            <p:spPr bwMode="auto">
              <a:xfrm>
                <a:off x="6401" y="2032"/>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C406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9" name="Rectangle 295">
                <a:extLst>
                  <a:ext uri="{FF2B5EF4-FFF2-40B4-BE49-F238E27FC236}">
                    <a16:creationId xmlns:a16="http://schemas.microsoft.com/office/drawing/2014/main" id="{B11316B2-D170-F5B6-0509-CD2EC6144A5E}"/>
                  </a:ext>
                </a:extLst>
              </p:cNvPr>
              <p:cNvSpPr>
                <a:spLocks noChangeArrowheads="1"/>
              </p:cNvSpPr>
              <p:nvPr/>
            </p:nvSpPr>
            <p:spPr bwMode="auto">
              <a:xfrm>
                <a:off x="6401" y="2133"/>
                <a:ext cx="12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100p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0" name="Rectangle 296">
                <a:extLst>
                  <a:ext uri="{FF2B5EF4-FFF2-40B4-BE49-F238E27FC236}">
                    <a16:creationId xmlns:a16="http://schemas.microsoft.com/office/drawing/2014/main" id="{4712D983-A31D-DE05-45B8-5FBA5461A49D}"/>
                  </a:ext>
                </a:extLst>
              </p:cNvPr>
              <p:cNvSpPr>
                <a:spLocks noChangeArrowheads="1"/>
              </p:cNvSpPr>
              <p:nvPr/>
            </p:nvSpPr>
            <p:spPr bwMode="auto">
              <a:xfrm>
                <a:off x="6451" y="2083"/>
                <a:ext cx="40"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1" name="Freeform 297">
                <a:extLst>
                  <a:ext uri="{FF2B5EF4-FFF2-40B4-BE49-F238E27FC236}">
                    <a16:creationId xmlns:a16="http://schemas.microsoft.com/office/drawing/2014/main" id="{257AA209-71A1-41B5-3DC8-48AC239E1B9B}"/>
                  </a:ext>
                </a:extLst>
              </p:cNvPr>
              <p:cNvSpPr>
                <a:spLocks/>
              </p:cNvSpPr>
              <p:nvPr/>
            </p:nvSpPr>
            <p:spPr bwMode="auto">
              <a:xfrm>
                <a:off x="6401" y="2032"/>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2" name="Freeform 298">
                <a:extLst>
                  <a:ext uri="{FF2B5EF4-FFF2-40B4-BE49-F238E27FC236}">
                    <a16:creationId xmlns:a16="http://schemas.microsoft.com/office/drawing/2014/main" id="{8AEE62C8-F32F-B444-7015-48EA7FC93FA2}"/>
                  </a:ext>
                </a:extLst>
              </p:cNvPr>
              <p:cNvSpPr>
                <a:spLocks/>
              </p:cNvSpPr>
              <p:nvPr/>
            </p:nvSpPr>
            <p:spPr bwMode="auto">
              <a:xfrm>
                <a:off x="6401" y="2133"/>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3" name="Freeform 299">
                <a:extLst>
                  <a:ext uri="{FF2B5EF4-FFF2-40B4-BE49-F238E27FC236}">
                    <a16:creationId xmlns:a16="http://schemas.microsoft.com/office/drawing/2014/main" id="{18237026-7DC8-6448-A61C-C685700E6BB9}"/>
                  </a:ext>
                </a:extLst>
              </p:cNvPr>
              <p:cNvSpPr>
                <a:spLocks/>
              </p:cNvSpPr>
              <p:nvPr/>
            </p:nvSpPr>
            <p:spPr bwMode="auto">
              <a:xfrm>
                <a:off x="6532" y="1866"/>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4" name="Freeform 300">
                <a:extLst>
                  <a:ext uri="{FF2B5EF4-FFF2-40B4-BE49-F238E27FC236}">
                    <a16:creationId xmlns:a16="http://schemas.microsoft.com/office/drawing/2014/main" id="{F46301F5-6237-CDA1-1577-5E97A98FFCE4}"/>
                  </a:ext>
                </a:extLst>
              </p:cNvPr>
              <p:cNvSpPr>
                <a:spLocks/>
              </p:cNvSpPr>
              <p:nvPr/>
            </p:nvSpPr>
            <p:spPr bwMode="auto">
              <a:xfrm>
                <a:off x="6532" y="1851"/>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5" name="Freeform 301">
                <a:extLst>
                  <a:ext uri="{FF2B5EF4-FFF2-40B4-BE49-F238E27FC236}">
                    <a16:creationId xmlns:a16="http://schemas.microsoft.com/office/drawing/2014/main" id="{1BD70FE0-64EC-D02D-D917-279A1ECA2DF8}"/>
                  </a:ext>
                </a:extLst>
              </p:cNvPr>
              <p:cNvSpPr>
                <a:spLocks/>
              </p:cNvSpPr>
              <p:nvPr/>
            </p:nvSpPr>
            <p:spPr bwMode="auto">
              <a:xfrm>
                <a:off x="6532" y="1836"/>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6" name="Freeform 302">
                <a:extLst>
                  <a:ext uri="{FF2B5EF4-FFF2-40B4-BE49-F238E27FC236}">
                    <a16:creationId xmlns:a16="http://schemas.microsoft.com/office/drawing/2014/main" id="{E23ADE26-7477-3BF4-F44F-85BF535A0608}"/>
                  </a:ext>
                </a:extLst>
              </p:cNvPr>
              <p:cNvSpPr>
                <a:spLocks/>
              </p:cNvSpPr>
              <p:nvPr/>
            </p:nvSpPr>
            <p:spPr bwMode="auto">
              <a:xfrm>
                <a:off x="6532" y="1820"/>
                <a:ext cx="40" cy="16"/>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7" name="Freeform 303">
                <a:extLst>
                  <a:ext uri="{FF2B5EF4-FFF2-40B4-BE49-F238E27FC236}">
                    <a16:creationId xmlns:a16="http://schemas.microsoft.com/office/drawing/2014/main" id="{3BC7E40D-B117-168B-4A3F-8CB84B96DB79}"/>
                  </a:ext>
                </a:extLst>
              </p:cNvPr>
              <p:cNvSpPr>
                <a:spLocks/>
              </p:cNvSpPr>
              <p:nvPr/>
            </p:nvSpPr>
            <p:spPr bwMode="auto">
              <a:xfrm>
                <a:off x="6532" y="1805"/>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8" name="Freeform 304">
                <a:extLst>
                  <a:ext uri="{FF2B5EF4-FFF2-40B4-BE49-F238E27FC236}">
                    <a16:creationId xmlns:a16="http://schemas.microsoft.com/office/drawing/2014/main" id="{20405DCE-0ADE-9189-D774-5A6A3D30E071}"/>
                  </a:ext>
                </a:extLst>
              </p:cNvPr>
              <p:cNvSpPr>
                <a:spLocks/>
              </p:cNvSpPr>
              <p:nvPr/>
            </p:nvSpPr>
            <p:spPr bwMode="auto">
              <a:xfrm>
                <a:off x="6532" y="1790"/>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9" name="Freeform 305">
                <a:extLst>
                  <a:ext uri="{FF2B5EF4-FFF2-40B4-BE49-F238E27FC236}">
                    <a16:creationId xmlns:a16="http://schemas.microsoft.com/office/drawing/2014/main" id="{396D0906-0690-292D-EE5B-BE34D0E1CC40}"/>
                  </a:ext>
                </a:extLst>
              </p:cNvPr>
              <p:cNvSpPr>
                <a:spLocks/>
              </p:cNvSpPr>
              <p:nvPr/>
            </p:nvSpPr>
            <p:spPr bwMode="auto">
              <a:xfrm>
                <a:off x="6552" y="1780"/>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0" name="Freeform 306">
                <a:extLst>
                  <a:ext uri="{FF2B5EF4-FFF2-40B4-BE49-F238E27FC236}">
                    <a16:creationId xmlns:a16="http://schemas.microsoft.com/office/drawing/2014/main" id="{BBAA7B00-7CCE-4844-5F40-9FA94382C900}"/>
                  </a:ext>
                </a:extLst>
              </p:cNvPr>
              <p:cNvSpPr>
                <a:spLocks/>
              </p:cNvSpPr>
              <p:nvPr/>
            </p:nvSpPr>
            <p:spPr bwMode="auto">
              <a:xfrm>
                <a:off x="6552" y="1876"/>
                <a:ext cx="0" cy="5"/>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1" name="Rectangle 307">
                <a:extLst>
                  <a:ext uri="{FF2B5EF4-FFF2-40B4-BE49-F238E27FC236}">
                    <a16:creationId xmlns:a16="http://schemas.microsoft.com/office/drawing/2014/main" id="{6F371E74-6034-63C9-0DAC-1B6347753BE5}"/>
                  </a:ext>
                </a:extLst>
              </p:cNvPr>
              <p:cNvSpPr>
                <a:spLocks noChangeArrowheads="1"/>
              </p:cNvSpPr>
              <p:nvPr/>
            </p:nvSpPr>
            <p:spPr bwMode="auto">
              <a:xfrm>
                <a:off x="6552" y="1730"/>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R412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2" name="Rectangle 308">
                <a:extLst>
                  <a:ext uri="{FF2B5EF4-FFF2-40B4-BE49-F238E27FC236}">
                    <a16:creationId xmlns:a16="http://schemas.microsoft.com/office/drawing/2014/main" id="{B3C3B895-9228-FE77-9F2D-25E4E2DC9D61}"/>
                  </a:ext>
                </a:extLst>
              </p:cNvPr>
              <p:cNvSpPr>
                <a:spLocks noChangeArrowheads="1"/>
              </p:cNvSpPr>
              <p:nvPr/>
            </p:nvSpPr>
            <p:spPr bwMode="auto">
              <a:xfrm>
                <a:off x="6552" y="1881"/>
                <a:ext cx="7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3" name="Rectangle 309">
                <a:extLst>
                  <a:ext uri="{FF2B5EF4-FFF2-40B4-BE49-F238E27FC236}">
                    <a16:creationId xmlns:a16="http://schemas.microsoft.com/office/drawing/2014/main" id="{7BAC9D4A-C9AB-D90E-4373-952F915D27BB}"/>
                  </a:ext>
                </a:extLst>
              </p:cNvPr>
              <p:cNvSpPr>
                <a:spLocks noChangeArrowheads="1"/>
              </p:cNvSpPr>
              <p:nvPr/>
            </p:nvSpPr>
            <p:spPr bwMode="auto">
              <a:xfrm>
                <a:off x="6602" y="1780"/>
                <a:ext cx="40"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4" name="Freeform 310">
                <a:extLst>
                  <a:ext uri="{FF2B5EF4-FFF2-40B4-BE49-F238E27FC236}">
                    <a16:creationId xmlns:a16="http://schemas.microsoft.com/office/drawing/2014/main" id="{01958B55-392A-365A-325D-1ECBF9F6CE25}"/>
                  </a:ext>
                </a:extLst>
              </p:cNvPr>
              <p:cNvSpPr>
                <a:spLocks/>
              </p:cNvSpPr>
              <p:nvPr/>
            </p:nvSpPr>
            <p:spPr bwMode="auto">
              <a:xfrm>
                <a:off x="6552" y="1730"/>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5" name="Freeform 311">
                <a:extLst>
                  <a:ext uri="{FF2B5EF4-FFF2-40B4-BE49-F238E27FC236}">
                    <a16:creationId xmlns:a16="http://schemas.microsoft.com/office/drawing/2014/main" id="{A12F71E4-3F8E-47C4-D561-1FB987E5DECF}"/>
                  </a:ext>
                </a:extLst>
              </p:cNvPr>
              <p:cNvSpPr>
                <a:spLocks/>
              </p:cNvSpPr>
              <p:nvPr/>
            </p:nvSpPr>
            <p:spPr bwMode="auto">
              <a:xfrm>
                <a:off x="6552" y="1881"/>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6" name="Freeform 312">
                <a:extLst>
                  <a:ext uri="{FF2B5EF4-FFF2-40B4-BE49-F238E27FC236}">
                    <a16:creationId xmlns:a16="http://schemas.microsoft.com/office/drawing/2014/main" id="{F726D2EC-7EEB-B06A-4D16-3D41323F6DE4}"/>
                  </a:ext>
                </a:extLst>
              </p:cNvPr>
              <p:cNvSpPr>
                <a:spLocks/>
              </p:cNvSpPr>
              <p:nvPr/>
            </p:nvSpPr>
            <p:spPr bwMode="auto">
              <a:xfrm>
                <a:off x="6129" y="2572"/>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7" name="Freeform 313">
                <a:extLst>
                  <a:ext uri="{FF2B5EF4-FFF2-40B4-BE49-F238E27FC236}">
                    <a16:creationId xmlns:a16="http://schemas.microsoft.com/office/drawing/2014/main" id="{2BDEB6F6-4E50-25FB-C5CA-7BDB2DC7EACE}"/>
                  </a:ext>
                </a:extLst>
              </p:cNvPr>
              <p:cNvSpPr>
                <a:spLocks/>
              </p:cNvSpPr>
              <p:nvPr/>
            </p:nvSpPr>
            <p:spPr bwMode="auto">
              <a:xfrm>
                <a:off x="6129" y="2556"/>
                <a:ext cx="40" cy="16"/>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8" name="Freeform 314">
                <a:extLst>
                  <a:ext uri="{FF2B5EF4-FFF2-40B4-BE49-F238E27FC236}">
                    <a16:creationId xmlns:a16="http://schemas.microsoft.com/office/drawing/2014/main" id="{84946270-7847-3BB3-096D-1D6458A70790}"/>
                  </a:ext>
                </a:extLst>
              </p:cNvPr>
              <p:cNvSpPr>
                <a:spLocks/>
              </p:cNvSpPr>
              <p:nvPr/>
            </p:nvSpPr>
            <p:spPr bwMode="auto">
              <a:xfrm>
                <a:off x="6129" y="2541"/>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9" name="Freeform 315">
                <a:extLst>
                  <a:ext uri="{FF2B5EF4-FFF2-40B4-BE49-F238E27FC236}">
                    <a16:creationId xmlns:a16="http://schemas.microsoft.com/office/drawing/2014/main" id="{4B9C4BDC-F865-5E62-18A5-876095435BAC}"/>
                  </a:ext>
                </a:extLst>
              </p:cNvPr>
              <p:cNvSpPr>
                <a:spLocks/>
              </p:cNvSpPr>
              <p:nvPr/>
            </p:nvSpPr>
            <p:spPr bwMode="auto">
              <a:xfrm>
                <a:off x="6129" y="2526"/>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0" name="Freeform 316">
                <a:extLst>
                  <a:ext uri="{FF2B5EF4-FFF2-40B4-BE49-F238E27FC236}">
                    <a16:creationId xmlns:a16="http://schemas.microsoft.com/office/drawing/2014/main" id="{C024034A-81E1-06CF-3FAA-5D35679A5D5F}"/>
                  </a:ext>
                </a:extLst>
              </p:cNvPr>
              <p:cNvSpPr>
                <a:spLocks/>
              </p:cNvSpPr>
              <p:nvPr/>
            </p:nvSpPr>
            <p:spPr bwMode="auto">
              <a:xfrm>
                <a:off x="6129" y="2511"/>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1" name="Freeform 317">
                <a:extLst>
                  <a:ext uri="{FF2B5EF4-FFF2-40B4-BE49-F238E27FC236}">
                    <a16:creationId xmlns:a16="http://schemas.microsoft.com/office/drawing/2014/main" id="{7BA18B85-4B7F-CBFE-D7DD-624EA1F034F3}"/>
                  </a:ext>
                </a:extLst>
              </p:cNvPr>
              <p:cNvSpPr>
                <a:spLocks/>
              </p:cNvSpPr>
              <p:nvPr/>
            </p:nvSpPr>
            <p:spPr bwMode="auto">
              <a:xfrm>
                <a:off x="6129" y="2496"/>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2" name="Freeform 318">
                <a:extLst>
                  <a:ext uri="{FF2B5EF4-FFF2-40B4-BE49-F238E27FC236}">
                    <a16:creationId xmlns:a16="http://schemas.microsoft.com/office/drawing/2014/main" id="{AA7C6856-E266-06F5-B868-73553093D769}"/>
                  </a:ext>
                </a:extLst>
              </p:cNvPr>
              <p:cNvSpPr>
                <a:spLocks/>
              </p:cNvSpPr>
              <p:nvPr/>
            </p:nvSpPr>
            <p:spPr bwMode="auto">
              <a:xfrm>
                <a:off x="6149" y="2486"/>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3" name="Freeform 319">
                <a:extLst>
                  <a:ext uri="{FF2B5EF4-FFF2-40B4-BE49-F238E27FC236}">
                    <a16:creationId xmlns:a16="http://schemas.microsoft.com/office/drawing/2014/main" id="{B885880F-CE2A-27CD-D0D0-607D5F602D9D}"/>
                  </a:ext>
                </a:extLst>
              </p:cNvPr>
              <p:cNvSpPr>
                <a:spLocks/>
              </p:cNvSpPr>
              <p:nvPr/>
            </p:nvSpPr>
            <p:spPr bwMode="auto">
              <a:xfrm>
                <a:off x="6149" y="2582"/>
                <a:ext cx="0" cy="5"/>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4" name="Rectangle 320">
                <a:extLst>
                  <a:ext uri="{FF2B5EF4-FFF2-40B4-BE49-F238E27FC236}">
                    <a16:creationId xmlns:a16="http://schemas.microsoft.com/office/drawing/2014/main" id="{2573F454-5BCA-9B96-4A1B-027658BAD8E1}"/>
                  </a:ext>
                </a:extLst>
              </p:cNvPr>
              <p:cNvSpPr>
                <a:spLocks noChangeArrowheads="1"/>
              </p:cNvSpPr>
              <p:nvPr/>
            </p:nvSpPr>
            <p:spPr bwMode="auto">
              <a:xfrm>
                <a:off x="6149" y="2435"/>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R422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5" name="Rectangle 321">
                <a:extLst>
                  <a:ext uri="{FF2B5EF4-FFF2-40B4-BE49-F238E27FC236}">
                    <a16:creationId xmlns:a16="http://schemas.microsoft.com/office/drawing/2014/main" id="{F4D9F846-F512-2493-C6FF-AD42A471A74D}"/>
                  </a:ext>
                </a:extLst>
              </p:cNvPr>
              <p:cNvSpPr>
                <a:spLocks noChangeArrowheads="1"/>
              </p:cNvSpPr>
              <p:nvPr/>
            </p:nvSpPr>
            <p:spPr bwMode="auto">
              <a:xfrm>
                <a:off x="6149" y="2587"/>
                <a:ext cx="8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6" name="Freeform 322">
                <a:extLst>
                  <a:ext uri="{FF2B5EF4-FFF2-40B4-BE49-F238E27FC236}">
                    <a16:creationId xmlns:a16="http://schemas.microsoft.com/office/drawing/2014/main" id="{12188500-26BA-7962-4FBA-8C76E28BA40D}"/>
                  </a:ext>
                </a:extLst>
              </p:cNvPr>
              <p:cNvSpPr>
                <a:spLocks/>
              </p:cNvSpPr>
              <p:nvPr/>
            </p:nvSpPr>
            <p:spPr bwMode="auto">
              <a:xfrm>
                <a:off x="6149" y="2435"/>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7" name="Freeform 323">
                <a:extLst>
                  <a:ext uri="{FF2B5EF4-FFF2-40B4-BE49-F238E27FC236}">
                    <a16:creationId xmlns:a16="http://schemas.microsoft.com/office/drawing/2014/main" id="{3F1D371E-BB97-CCBB-9F01-AC87F52290F6}"/>
                  </a:ext>
                </a:extLst>
              </p:cNvPr>
              <p:cNvSpPr>
                <a:spLocks/>
              </p:cNvSpPr>
              <p:nvPr/>
            </p:nvSpPr>
            <p:spPr bwMode="auto">
              <a:xfrm>
                <a:off x="6149" y="2587"/>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8" name="Freeform 324">
                <a:extLst>
                  <a:ext uri="{FF2B5EF4-FFF2-40B4-BE49-F238E27FC236}">
                    <a16:creationId xmlns:a16="http://schemas.microsoft.com/office/drawing/2014/main" id="{D1B598BB-FCA7-CE9E-BE8A-0C466B7AF462}"/>
                  </a:ext>
                </a:extLst>
              </p:cNvPr>
              <p:cNvSpPr>
                <a:spLocks/>
              </p:cNvSpPr>
              <p:nvPr/>
            </p:nvSpPr>
            <p:spPr bwMode="auto">
              <a:xfrm>
                <a:off x="3528" y="3696"/>
                <a:ext cx="353" cy="0"/>
              </a:xfrm>
              <a:custGeom>
                <a:avLst/>
                <a:gdLst>
                  <a:gd name="T0" fmla="*/ 70 w 70"/>
                  <a:gd name="T1" fmla="*/ 0 w 70"/>
                  <a:gd name="T2" fmla="*/ 0 w 70"/>
                </a:gdLst>
                <a:ahLst/>
                <a:cxnLst>
                  <a:cxn ang="0">
                    <a:pos x="T0" y="0"/>
                  </a:cxn>
                  <a:cxn ang="0">
                    <a:pos x="T1" y="0"/>
                  </a:cxn>
                  <a:cxn ang="0">
                    <a:pos x="T2" y="0"/>
                  </a:cxn>
                </a:cxnLst>
                <a:rect l="0" t="0" r="r" b="b"/>
                <a:pathLst>
                  <a:path w="70">
                    <a:moveTo>
                      <a:pt x="7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9" name="Rectangle 325">
                <a:extLst>
                  <a:ext uri="{FF2B5EF4-FFF2-40B4-BE49-F238E27FC236}">
                    <a16:creationId xmlns:a16="http://schemas.microsoft.com/office/drawing/2014/main" id="{A9ECABEC-E1AA-F861-4A09-259B298F91E0}"/>
                  </a:ext>
                </a:extLst>
              </p:cNvPr>
              <p:cNvSpPr>
                <a:spLocks noChangeArrowheads="1"/>
              </p:cNvSpPr>
              <p:nvPr/>
            </p:nvSpPr>
            <p:spPr bwMode="auto">
              <a:xfrm>
                <a:off x="3639" y="3640"/>
                <a:ext cx="212"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AC_Rt/Ct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0" name="Freeform 326">
                <a:extLst>
                  <a:ext uri="{FF2B5EF4-FFF2-40B4-BE49-F238E27FC236}">
                    <a16:creationId xmlns:a16="http://schemas.microsoft.com/office/drawing/2014/main" id="{AF6304A1-7856-74E0-578B-084192BDFAA7}"/>
                  </a:ext>
                </a:extLst>
              </p:cNvPr>
              <p:cNvSpPr>
                <a:spLocks/>
              </p:cNvSpPr>
              <p:nvPr/>
            </p:nvSpPr>
            <p:spPr bwMode="auto">
              <a:xfrm>
                <a:off x="3881" y="1780"/>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1" name="Rectangle 327">
                <a:extLst>
                  <a:ext uri="{FF2B5EF4-FFF2-40B4-BE49-F238E27FC236}">
                    <a16:creationId xmlns:a16="http://schemas.microsoft.com/office/drawing/2014/main" id="{888D9607-5321-DC6B-6F1B-FECB7AFEFB28}"/>
                  </a:ext>
                </a:extLst>
              </p:cNvPr>
              <p:cNvSpPr>
                <a:spLocks noChangeArrowheads="1"/>
              </p:cNvSpPr>
              <p:nvPr/>
            </p:nvSpPr>
            <p:spPr bwMode="auto">
              <a:xfrm>
                <a:off x="4032" y="3192"/>
                <a:ext cx="227"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Courier New" panose="02070309020205020404" pitchFamily="49" charset="0"/>
                  </a:rPr>
                  <a:t>50% DUTY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2" name="Freeform 328">
                <a:extLst>
                  <a:ext uri="{FF2B5EF4-FFF2-40B4-BE49-F238E27FC236}">
                    <a16:creationId xmlns:a16="http://schemas.microsoft.com/office/drawing/2014/main" id="{02EBE37A-AC59-1A0D-36FC-A0732DFBBCF8}"/>
                  </a:ext>
                </a:extLst>
              </p:cNvPr>
              <p:cNvSpPr>
                <a:spLocks/>
              </p:cNvSpPr>
              <p:nvPr/>
            </p:nvSpPr>
            <p:spPr bwMode="auto">
              <a:xfrm>
                <a:off x="4234" y="1931"/>
                <a:ext cx="101" cy="0"/>
              </a:xfrm>
              <a:custGeom>
                <a:avLst/>
                <a:gdLst>
                  <a:gd name="T0" fmla="*/ 20 w 20"/>
                  <a:gd name="T1" fmla="*/ 0 w 20"/>
                  <a:gd name="T2" fmla="*/ 0 w 20"/>
                </a:gdLst>
                <a:ahLst/>
                <a:cxnLst>
                  <a:cxn ang="0">
                    <a:pos x="T0" y="0"/>
                  </a:cxn>
                  <a:cxn ang="0">
                    <a:pos x="T1" y="0"/>
                  </a:cxn>
                  <a:cxn ang="0">
                    <a:pos x="T2" y="0"/>
                  </a:cxn>
                </a:cxnLst>
                <a:rect l="0" t="0" r="r" b="b"/>
                <a:pathLst>
                  <a:path w="20">
                    <a:moveTo>
                      <a:pt x="2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3" name="Freeform 329">
                <a:extLst>
                  <a:ext uri="{FF2B5EF4-FFF2-40B4-BE49-F238E27FC236}">
                    <a16:creationId xmlns:a16="http://schemas.microsoft.com/office/drawing/2014/main" id="{C878E5D2-A69F-418B-70D8-6CB10EDAB5ED}"/>
                  </a:ext>
                </a:extLst>
              </p:cNvPr>
              <p:cNvSpPr>
                <a:spLocks/>
              </p:cNvSpPr>
              <p:nvPr/>
            </p:nvSpPr>
            <p:spPr bwMode="auto">
              <a:xfrm>
                <a:off x="3629" y="1780"/>
                <a:ext cx="252" cy="0"/>
              </a:xfrm>
              <a:custGeom>
                <a:avLst/>
                <a:gdLst>
                  <a:gd name="T0" fmla="*/ 50 w 50"/>
                  <a:gd name="T1" fmla="*/ 0 w 50"/>
                  <a:gd name="T2" fmla="*/ 0 w 50"/>
                </a:gdLst>
                <a:ahLst/>
                <a:cxnLst>
                  <a:cxn ang="0">
                    <a:pos x="T0" y="0"/>
                  </a:cxn>
                  <a:cxn ang="0">
                    <a:pos x="T1" y="0"/>
                  </a:cxn>
                  <a:cxn ang="0">
                    <a:pos x="T2" y="0"/>
                  </a:cxn>
                </a:cxnLst>
                <a:rect l="0" t="0" r="r" b="b"/>
                <a:pathLst>
                  <a:path w="50">
                    <a:moveTo>
                      <a:pt x="5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4" name="Freeform 330">
                <a:extLst>
                  <a:ext uri="{FF2B5EF4-FFF2-40B4-BE49-F238E27FC236}">
                    <a16:creationId xmlns:a16="http://schemas.microsoft.com/office/drawing/2014/main" id="{54E59001-ED2A-6E77-C8A3-16680FCB8EFA}"/>
                  </a:ext>
                </a:extLst>
              </p:cNvPr>
              <p:cNvSpPr>
                <a:spLocks/>
              </p:cNvSpPr>
              <p:nvPr/>
            </p:nvSpPr>
            <p:spPr bwMode="auto">
              <a:xfrm>
                <a:off x="6381" y="1866"/>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5" name="Freeform 331">
                <a:extLst>
                  <a:ext uri="{FF2B5EF4-FFF2-40B4-BE49-F238E27FC236}">
                    <a16:creationId xmlns:a16="http://schemas.microsoft.com/office/drawing/2014/main" id="{7C9EF49B-FFDB-9C4F-032C-E65F76107F76}"/>
                  </a:ext>
                </a:extLst>
              </p:cNvPr>
              <p:cNvSpPr>
                <a:spLocks/>
              </p:cNvSpPr>
              <p:nvPr/>
            </p:nvSpPr>
            <p:spPr bwMode="auto">
              <a:xfrm>
                <a:off x="6381" y="1851"/>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6" name="Freeform 332">
                <a:extLst>
                  <a:ext uri="{FF2B5EF4-FFF2-40B4-BE49-F238E27FC236}">
                    <a16:creationId xmlns:a16="http://schemas.microsoft.com/office/drawing/2014/main" id="{D9C0ABE3-55EC-A26E-DE56-EF4E272E8858}"/>
                  </a:ext>
                </a:extLst>
              </p:cNvPr>
              <p:cNvSpPr>
                <a:spLocks/>
              </p:cNvSpPr>
              <p:nvPr/>
            </p:nvSpPr>
            <p:spPr bwMode="auto">
              <a:xfrm>
                <a:off x="6381" y="1836"/>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7" name="Freeform 333">
                <a:extLst>
                  <a:ext uri="{FF2B5EF4-FFF2-40B4-BE49-F238E27FC236}">
                    <a16:creationId xmlns:a16="http://schemas.microsoft.com/office/drawing/2014/main" id="{4D1D4945-6944-1958-B74A-EFE280B21FF7}"/>
                  </a:ext>
                </a:extLst>
              </p:cNvPr>
              <p:cNvSpPr>
                <a:spLocks/>
              </p:cNvSpPr>
              <p:nvPr/>
            </p:nvSpPr>
            <p:spPr bwMode="auto">
              <a:xfrm>
                <a:off x="6381" y="1820"/>
                <a:ext cx="40" cy="16"/>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8" name="Freeform 334">
                <a:extLst>
                  <a:ext uri="{FF2B5EF4-FFF2-40B4-BE49-F238E27FC236}">
                    <a16:creationId xmlns:a16="http://schemas.microsoft.com/office/drawing/2014/main" id="{82062A11-C5B2-E7D9-BD3D-7ED3814DF9B6}"/>
                  </a:ext>
                </a:extLst>
              </p:cNvPr>
              <p:cNvSpPr>
                <a:spLocks/>
              </p:cNvSpPr>
              <p:nvPr/>
            </p:nvSpPr>
            <p:spPr bwMode="auto">
              <a:xfrm>
                <a:off x="6381" y="1805"/>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9" name="Freeform 335">
                <a:extLst>
                  <a:ext uri="{FF2B5EF4-FFF2-40B4-BE49-F238E27FC236}">
                    <a16:creationId xmlns:a16="http://schemas.microsoft.com/office/drawing/2014/main" id="{8AFA34BB-D049-E81F-B37F-A363F24CCA99}"/>
                  </a:ext>
                </a:extLst>
              </p:cNvPr>
              <p:cNvSpPr>
                <a:spLocks/>
              </p:cNvSpPr>
              <p:nvPr/>
            </p:nvSpPr>
            <p:spPr bwMode="auto">
              <a:xfrm>
                <a:off x="6381" y="1790"/>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0" name="Freeform 336">
                <a:extLst>
                  <a:ext uri="{FF2B5EF4-FFF2-40B4-BE49-F238E27FC236}">
                    <a16:creationId xmlns:a16="http://schemas.microsoft.com/office/drawing/2014/main" id="{45090709-9132-224A-5C28-3F71BF44E9DF}"/>
                  </a:ext>
                </a:extLst>
              </p:cNvPr>
              <p:cNvSpPr>
                <a:spLocks/>
              </p:cNvSpPr>
              <p:nvPr/>
            </p:nvSpPr>
            <p:spPr bwMode="auto">
              <a:xfrm>
                <a:off x="6401" y="1780"/>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1" name="Freeform 337">
                <a:extLst>
                  <a:ext uri="{FF2B5EF4-FFF2-40B4-BE49-F238E27FC236}">
                    <a16:creationId xmlns:a16="http://schemas.microsoft.com/office/drawing/2014/main" id="{50867CF4-FEEA-BD61-7720-57568510BC23}"/>
                  </a:ext>
                </a:extLst>
              </p:cNvPr>
              <p:cNvSpPr>
                <a:spLocks/>
              </p:cNvSpPr>
              <p:nvPr/>
            </p:nvSpPr>
            <p:spPr bwMode="auto">
              <a:xfrm>
                <a:off x="6401" y="1876"/>
                <a:ext cx="0" cy="5"/>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2" name="Rectangle 338">
                <a:extLst>
                  <a:ext uri="{FF2B5EF4-FFF2-40B4-BE49-F238E27FC236}">
                    <a16:creationId xmlns:a16="http://schemas.microsoft.com/office/drawing/2014/main" id="{BA8F36AD-48B3-EDC6-DFDF-8F6EA1875EC8}"/>
                  </a:ext>
                </a:extLst>
              </p:cNvPr>
              <p:cNvSpPr>
                <a:spLocks noChangeArrowheads="1"/>
              </p:cNvSpPr>
              <p:nvPr/>
            </p:nvSpPr>
            <p:spPr bwMode="auto">
              <a:xfrm>
                <a:off x="6401" y="1730"/>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R416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3" name="Rectangle 339">
                <a:extLst>
                  <a:ext uri="{FF2B5EF4-FFF2-40B4-BE49-F238E27FC236}">
                    <a16:creationId xmlns:a16="http://schemas.microsoft.com/office/drawing/2014/main" id="{E21D36FB-F136-6BC2-E4EB-FE95EC9DEEAC}"/>
                  </a:ext>
                </a:extLst>
              </p:cNvPr>
              <p:cNvSpPr>
                <a:spLocks noChangeArrowheads="1"/>
              </p:cNvSpPr>
              <p:nvPr/>
            </p:nvSpPr>
            <p:spPr bwMode="auto">
              <a:xfrm>
                <a:off x="6401" y="1881"/>
                <a:ext cx="7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4" name="Rectangle 340">
                <a:extLst>
                  <a:ext uri="{FF2B5EF4-FFF2-40B4-BE49-F238E27FC236}">
                    <a16:creationId xmlns:a16="http://schemas.microsoft.com/office/drawing/2014/main" id="{EF22BFDE-17D2-1B80-AE8A-523091DE4649}"/>
                  </a:ext>
                </a:extLst>
              </p:cNvPr>
              <p:cNvSpPr>
                <a:spLocks noChangeArrowheads="1"/>
              </p:cNvSpPr>
              <p:nvPr/>
            </p:nvSpPr>
            <p:spPr bwMode="auto">
              <a:xfrm>
                <a:off x="6451" y="1780"/>
                <a:ext cx="40"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5" name="Freeform 341">
                <a:extLst>
                  <a:ext uri="{FF2B5EF4-FFF2-40B4-BE49-F238E27FC236}">
                    <a16:creationId xmlns:a16="http://schemas.microsoft.com/office/drawing/2014/main" id="{0C331833-DF5E-68FB-2641-9F24BC69DF62}"/>
                  </a:ext>
                </a:extLst>
              </p:cNvPr>
              <p:cNvSpPr>
                <a:spLocks/>
              </p:cNvSpPr>
              <p:nvPr/>
            </p:nvSpPr>
            <p:spPr bwMode="auto">
              <a:xfrm>
                <a:off x="6401" y="1730"/>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6" name="Freeform 342">
                <a:extLst>
                  <a:ext uri="{FF2B5EF4-FFF2-40B4-BE49-F238E27FC236}">
                    <a16:creationId xmlns:a16="http://schemas.microsoft.com/office/drawing/2014/main" id="{4417A278-8219-C919-6AF5-E94366F3A43A}"/>
                  </a:ext>
                </a:extLst>
              </p:cNvPr>
              <p:cNvSpPr>
                <a:spLocks/>
              </p:cNvSpPr>
              <p:nvPr/>
            </p:nvSpPr>
            <p:spPr bwMode="auto">
              <a:xfrm>
                <a:off x="6401" y="1881"/>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7" name="Freeform 343">
                <a:extLst>
                  <a:ext uri="{FF2B5EF4-FFF2-40B4-BE49-F238E27FC236}">
                    <a16:creationId xmlns:a16="http://schemas.microsoft.com/office/drawing/2014/main" id="{C15BB97B-83BC-9007-48B3-98F07AE6434B}"/>
                  </a:ext>
                </a:extLst>
              </p:cNvPr>
              <p:cNvSpPr>
                <a:spLocks/>
              </p:cNvSpPr>
              <p:nvPr/>
            </p:nvSpPr>
            <p:spPr bwMode="auto">
              <a:xfrm>
                <a:off x="4889" y="1982"/>
                <a:ext cx="252" cy="0"/>
              </a:xfrm>
              <a:custGeom>
                <a:avLst/>
                <a:gdLst>
                  <a:gd name="T0" fmla="*/ 50 w 50"/>
                  <a:gd name="T1" fmla="*/ 0 w 50"/>
                  <a:gd name="T2" fmla="*/ 0 w 50"/>
                </a:gdLst>
                <a:ahLst/>
                <a:cxnLst>
                  <a:cxn ang="0">
                    <a:pos x="T0" y="0"/>
                  </a:cxn>
                  <a:cxn ang="0">
                    <a:pos x="T1" y="0"/>
                  </a:cxn>
                  <a:cxn ang="0">
                    <a:pos x="T2" y="0"/>
                  </a:cxn>
                </a:cxnLst>
                <a:rect l="0" t="0" r="r" b="b"/>
                <a:pathLst>
                  <a:path w="50">
                    <a:moveTo>
                      <a:pt x="5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8" name="Oval 344">
                <a:extLst>
                  <a:ext uri="{FF2B5EF4-FFF2-40B4-BE49-F238E27FC236}">
                    <a16:creationId xmlns:a16="http://schemas.microsoft.com/office/drawing/2014/main" id="{A3F07A10-F9C2-CCFD-F3A5-3DACAC1D08D5}"/>
                  </a:ext>
                </a:extLst>
              </p:cNvPr>
              <p:cNvSpPr>
                <a:spLocks noChangeArrowheads="1"/>
              </p:cNvSpPr>
              <p:nvPr/>
            </p:nvSpPr>
            <p:spPr bwMode="auto">
              <a:xfrm>
                <a:off x="5131" y="1972"/>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39" name="Rectangle 345">
                <a:extLst>
                  <a:ext uri="{FF2B5EF4-FFF2-40B4-BE49-F238E27FC236}">
                    <a16:creationId xmlns:a16="http://schemas.microsoft.com/office/drawing/2014/main" id="{68683290-7745-CB80-5CC4-3A2B2AF07D86}"/>
                  </a:ext>
                </a:extLst>
              </p:cNvPr>
              <p:cNvSpPr>
                <a:spLocks noChangeArrowheads="1"/>
              </p:cNvSpPr>
              <p:nvPr/>
            </p:nvSpPr>
            <p:spPr bwMode="auto">
              <a:xfrm>
                <a:off x="4899" y="1926"/>
                <a:ext cx="217"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AC_PWM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0" name="Freeform 346">
                <a:extLst>
                  <a:ext uri="{FF2B5EF4-FFF2-40B4-BE49-F238E27FC236}">
                    <a16:creationId xmlns:a16="http://schemas.microsoft.com/office/drawing/2014/main" id="{3331AB60-B7F4-5937-21D7-B6F9C7E9AA52}"/>
                  </a:ext>
                </a:extLst>
              </p:cNvPr>
              <p:cNvSpPr>
                <a:spLocks/>
              </p:cNvSpPr>
              <p:nvPr/>
            </p:nvSpPr>
            <p:spPr bwMode="auto">
              <a:xfrm>
                <a:off x="4435" y="2940"/>
                <a:ext cx="605" cy="0"/>
              </a:xfrm>
              <a:custGeom>
                <a:avLst/>
                <a:gdLst>
                  <a:gd name="T0" fmla="*/ 120 w 120"/>
                  <a:gd name="T1" fmla="*/ 0 w 120"/>
                  <a:gd name="T2" fmla="*/ 0 w 120"/>
                </a:gdLst>
                <a:ahLst/>
                <a:cxnLst>
                  <a:cxn ang="0">
                    <a:pos x="T0" y="0"/>
                  </a:cxn>
                  <a:cxn ang="0">
                    <a:pos x="T1" y="0"/>
                  </a:cxn>
                  <a:cxn ang="0">
                    <a:pos x="T2" y="0"/>
                  </a:cxn>
                </a:cxnLst>
                <a:rect l="0" t="0" r="r" b="b"/>
                <a:pathLst>
                  <a:path w="120">
                    <a:moveTo>
                      <a:pt x="12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1" name="Oval 347">
                <a:extLst>
                  <a:ext uri="{FF2B5EF4-FFF2-40B4-BE49-F238E27FC236}">
                    <a16:creationId xmlns:a16="http://schemas.microsoft.com/office/drawing/2014/main" id="{54D7127E-2DBD-EF78-CDA6-0130C8FAA563}"/>
                  </a:ext>
                </a:extLst>
              </p:cNvPr>
              <p:cNvSpPr>
                <a:spLocks noChangeArrowheads="1"/>
              </p:cNvSpPr>
              <p:nvPr/>
            </p:nvSpPr>
            <p:spPr bwMode="auto">
              <a:xfrm>
                <a:off x="5030" y="2930"/>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42" name="Freeform 348">
                <a:extLst>
                  <a:ext uri="{FF2B5EF4-FFF2-40B4-BE49-F238E27FC236}">
                    <a16:creationId xmlns:a16="http://schemas.microsoft.com/office/drawing/2014/main" id="{4AD99598-588E-27F1-9B7D-9D102FF6CE4E}"/>
                  </a:ext>
                </a:extLst>
              </p:cNvPr>
              <p:cNvSpPr>
                <a:spLocks/>
              </p:cNvSpPr>
              <p:nvPr/>
            </p:nvSpPr>
            <p:spPr bwMode="auto">
              <a:xfrm>
                <a:off x="5040" y="2940"/>
                <a:ext cx="51"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3" name="Freeform 349">
                <a:extLst>
                  <a:ext uri="{FF2B5EF4-FFF2-40B4-BE49-F238E27FC236}">
                    <a16:creationId xmlns:a16="http://schemas.microsoft.com/office/drawing/2014/main" id="{64C5C555-3FE3-B202-9824-E064EC723651}"/>
                  </a:ext>
                </a:extLst>
              </p:cNvPr>
              <p:cNvSpPr>
                <a:spLocks/>
              </p:cNvSpPr>
              <p:nvPr/>
            </p:nvSpPr>
            <p:spPr bwMode="auto">
              <a:xfrm>
                <a:off x="3579" y="2839"/>
                <a:ext cx="403" cy="0"/>
              </a:xfrm>
              <a:custGeom>
                <a:avLst/>
                <a:gdLst>
                  <a:gd name="T0" fmla="*/ 0 w 80"/>
                  <a:gd name="T1" fmla="*/ 80 w 80"/>
                  <a:gd name="T2" fmla="*/ 80 w 80"/>
                </a:gdLst>
                <a:ahLst/>
                <a:cxnLst>
                  <a:cxn ang="0">
                    <a:pos x="T0" y="0"/>
                  </a:cxn>
                  <a:cxn ang="0">
                    <a:pos x="T1" y="0"/>
                  </a:cxn>
                  <a:cxn ang="0">
                    <a:pos x="T2" y="0"/>
                  </a:cxn>
                </a:cxnLst>
                <a:rect l="0" t="0" r="r" b="b"/>
                <a:pathLst>
                  <a:path w="80">
                    <a:moveTo>
                      <a:pt x="0" y="0"/>
                    </a:moveTo>
                    <a:lnTo>
                      <a:pt x="80" y="0"/>
                    </a:lnTo>
                    <a:lnTo>
                      <a:pt x="8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4" name="Oval 350">
                <a:extLst>
                  <a:ext uri="{FF2B5EF4-FFF2-40B4-BE49-F238E27FC236}">
                    <a16:creationId xmlns:a16="http://schemas.microsoft.com/office/drawing/2014/main" id="{096E1CA2-FCAF-4BB6-4137-D60F8FD1F727}"/>
                  </a:ext>
                </a:extLst>
              </p:cNvPr>
              <p:cNvSpPr>
                <a:spLocks noChangeArrowheads="1"/>
              </p:cNvSpPr>
              <p:nvPr/>
            </p:nvSpPr>
            <p:spPr bwMode="auto">
              <a:xfrm>
                <a:off x="3569" y="2829"/>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45" name="Rectangle 351">
                <a:extLst>
                  <a:ext uri="{FF2B5EF4-FFF2-40B4-BE49-F238E27FC236}">
                    <a16:creationId xmlns:a16="http://schemas.microsoft.com/office/drawing/2014/main" id="{C9A99505-5BD3-72BB-204E-7DD047F2DE6A}"/>
                  </a:ext>
                </a:extLst>
              </p:cNvPr>
              <p:cNvSpPr>
                <a:spLocks noChangeArrowheads="1"/>
              </p:cNvSpPr>
              <p:nvPr/>
            </p:nvSpPr>
            <p:spPr bwMode="auto">
              <a:xfrm>
                <a:off x="3639" y="2783"/>
                <a:ext cx="272"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ACDC_VCC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6" name="Freeform 352">
                <a:extLst>
                  <a:ext uri="{FF2B5EF4-FFF2-40B4-BE49-F238E27FC236}">
                    <a16:creationId xmlns:a16="http://schemas.microsoft.com/office/drawing/2014/main" id="{0103AFDE-8F9A-BC2D-D8DC-3730CBB45EB8}"/>
                  </a:ext>
                </a:extLst>
              </p:cNvPr>
              <p:cNvSpPr>
                <a:spLocks/>
              </p:cNvSpPr>
              <p:nvPr/>
            </p:nvSpPr>
            <p:spPr bwMode="auto">
              <a:xfrm>
                <a:off x="6300" y="2385"/>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7" name="Freeform 353">
                <a:extLst>
                  <a:ext uri="{FF2B5EF4-FFF2-40B4-BE49-F238E27FC236}">
                    <a16:creationId xmlns:a16="http://schemas.microsoft.com/office/drawing/2014/main" id="{1D2F8A4D-C9A6-9D80-EE60-22CDD05B03E0}"/>
                  </a:ext>
                </a:extLst>
              </p:cNvPr>
              <p:cNvSpPr>
                <a:spLocks/>
              </p:cNvSpPr>
              <p:nvPr/>
            </p:nvSpPr>
            <p:spPr bwMode="auto">
              <a:xfrm>
                <a:off x="5443" y="3645"/>
                <a:ext cx="0" cy="152"/>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8" name="Freeform 354">
                <a:extLst>
                  <a:ext uri="{FF2B5EF4-FFF2-40B4-BE49-F238E27FC236}">
                    <a16:creationId xmlns:a16="http://schemas.microsoft.com/office/drawing/2014/main" id="{10652958-D988-9CFB-4024-6EAD0C5C63DE}"/>
                  </a:ext>
                </a:extLst>
              </p:cNvPr>
              <p:cNvSpPr>
                <a:spLocks/>
              </p:cNvSpPr>
              <p:nvPr/>
            </p:nvSpPr>
            <p:spPr bwMode="auto">
              <a:xfrm>
                <a:off x="5292" y="1790"/>
                <a:ext cx="0" cy="71"/>
              </a:xfrm>
              <a:custGeom>
                <a:avLst/>
                <a:gdLst>
                  <a:gd name="T0" fmla="*/ 14 h 14"/>
                  <a:gd name="T1" fmla="*/ 0 h 14"/>
                  <a:gd name="T2" fmla="*/ 0 h 14"/>
                </a:gdLst>
                <a:ahLst/>
                <a:cxnLst>
                  <a:cxn ang="0">
                    <a:pos x="0" y="T0"/>
                  </a:cxn>
                  <a:cxn ang="0">
                    <a:pos x="0" y="T1"/>
                  </a:cxn>
                  <a:cxn ang="0">
                    <a:pos x="0" y="T2"/>
                  </a:cxn>
                </a:cxnLst>
                <a:rect l="0" t="0" r="r" b="b"/>
                <a:pathLst>
                  <a:path h="14">
                    <a:moveTo>
                      <a:pt x="0" y="14"/>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9" name="Freeform 355">
                <a:extLst>
                  <a:ext uri="{FF2B5EF4-FFF2-40B4-BE49-F238E27FC236}">
                    <a16:creationId xmlns:a16="http://schemas.microsoft.com/office/drawing/2014/main" id="{D599BAD3-F501-3028-6219-3B29B88FE8C7}"/>
                  </a:ext>
                </a:extLst>
              </p:cNvPr>
              <p:cNvSpPr>
                <a:spLocks/>
              </p:cNvSpPr>
              <p:nvPr/>
            </p:nvSpPr>
            <p:spPr bwMode="auto">
              <a:xfrm>
                <a:off x="5342" y="1830"/>
                <a:ext cx="51"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0" name="Freeform 356">
                <a:extLst>
                  <a:ext uri="{FF2B5EF4-FFF2-40B4-BE49-F238E27FC236}">
                    <a16:creationId xmlns:a16="http://schemas.microsoft.com/office/drawing/2014/main" id="{D7CFD4BC-F280-B609-6B43-77DB156636AF}"/>
                  </a:ext>
                </a:extLst>
              </p:cNvPr>
              <p:cNvSpPr>
                <a:spLocks/>
              </p:cNvSpPr>
              <p:nvPr/>
            </p:nvSpPr>
            <p:spPr bwMode="auto">
              <a:xfrm>
                <a:off x="5242" y="1830"/>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1" name="Freeform 357">
                <a:extLst>
                  <a:ext uri="{FF2B5EF4-FFF2-40B4-BE49-F238E27FC236}">
                    <a16:creationId xmlns:a16="http://schemas.microsoft.com/office/drawing/2014/main" id="{59568BFF-E4C5-9B71-6D4E-02104E4C7507}"/>
                  </a:ext>
                </a:extLst>
              </p:cNvPr>
              <p:cNvSpPr>
                <a:spLocks/>
              </p:cNvSpPr>
              <p:nvPr/>
            </p:nvSpPr>
            <p:spPr bwMode="auto">
              <a:xfrm>
                <a:off x="5292" y="1795"/>
                <a:ext cx="50" cy="71"/>
              </a:xfrm>
              <a:custGeom>
                <a:avLst/>
                <a:gdLst>
                  <a:gd name="T0" fmla="*/ 0 w 50"/>
                  <a:gd name="T1" fmla="*/ 35 h 71"/>
                  <a:gd name="T2" fmla="*/ 0 w 50"/>
                  <a:gd name="T3" fmla="*/ 35 h 71"/>
                  <a:gd name="T4" fmla="*/ 50 w 50"/>
                  <a:gd name="T5" fmla="*/ 0 h 71"/>
                  <a:gd name="T6" fmla="*/ 50 w 50"/>
                  <a:gd name="T7" fmla="*/ 71 h 71"/>
                  <a:gd name="T8" fmla="*/ 0 w 50"/>
                  <a:gd name="T9" fmla="*/ 35 h 71"/>
                </a:gdLst>
                <a:ahLst/>
                <a:cxnLst>
                  <a:cxn ang="0">
                    <a:pos x="T0" y="T1"/>
                  </a:cxn>
                  <a:cxn ang="0">
                    <a:pos x="T2" y="T3"/>
                  </a:cxn>
                  <a:cxn ang="0">
                    <a:pos x="T4" y="T5"/>
                  </a:cxn>
                  <a:cxn ang="0">
                    <a:pos x="T6" y="T7"/>
                  </a:cxn>
                  <a:cxn ang="0">
                    <a:pos x="T8" y="T9"/>
                  </a:cxn>
                </a:cxnLst>
                <a:rect l="0" t="0" r="r" b="b"/>
                <a:pathLst>
                  <a:path w="50" h="71">
                    <a:moveTo>
                      <a:pt x="0" y="35"/>
                    </a:moveTo>
                    <a:lnTo>
                      <a:pt x="0" y="35"/>
                    </a:lnTo>
                    <a:lnTo>
                      <a:pt x="50" y="0"/>
                    </a:lnTo>
                    <a:lnTo>
                      <a:pt x="50" y="71"/>
                    </a:lnTo>
                    <a:lnTo>
                      <a:pt x="0" y="35"/>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2" name="Rectangle 358">
                <a:extLst>
                  <a:ext uri="{FF2B5EF4-FFF2-40B4-BE49-F238E27FC236}">
                    <a16:creationId xmlns:a16="http://schemas.microsoft.com/office/drawing/2014/main" id="{D13E0030-A1F2-9125-0B76-D812229C5109}"/>
                  </a:ext>
                </a:extLst>
              </p:cNvPr>
              <p:cNvSpPr>
                <a:spLocks noChangeArrowheads="1"/>
              </p:cNvSpPr>
              <p:nvPr/>
            </p:nvSpPr>
            <p:spPr bwMode="auto">
              <a:xfrm>
                <a:off x="5242" y="1730"/>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D403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3" name="Rectangle 359">
                <a:extLst>
                  <a:ext uri="{FF2B5EF4-FFF2-40B4-BE49-F238E27FC236}">
                    <a16:creationId xmlns:a16="http://schemas.microsoft.com/office/drawing/2014/main" id="{9C00B175-AB08-2E71-7EC3-794D80CEB75F}"/>
                  </a:ext>
                </a:extLst>
              </p:cNvPr>
              <p:cNvSpPr>
                <a:spLocks noChangeArrowheads="1"/>
              </p:cNvSpPr>
              <p:nvPr/>
            </p:nvSpPr>
            <p:spPr bwMode="auto">
              <a:xfrm>
                <a:off x="5463" y="1684"/>
                <a:ext cx="17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1N4148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4" name="Freeform 360">
                <a:extLst>
                  <a:ext uri="{FF2B5EF4-FFF2-40B4-BE49-F238E27FC236}">
                    <a16:creationId xmlns:a16="http://schemas.microsoft.com/office/drawing/2014/main" id="{286DCEC0-F98E-9D56-416D-01704C7A1123}"/>
                  </a:ext>
                </a:extLst>
              </p:cNvPr>
              <p:cNvSpPr>
                <a:spLocks/>
              </p:cNvSpPr>
              <p:nvPr/>
            </p:nvSpPr>
            <p:spPr bwMode="auto">
              <a:xfrm>
                <a:off x="5393" y="1830"/>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5" name="Rectangle 361">
                <a:extLst>
                  <a:ext uri="{FF2B5EF4-FFF2-40B4-BE49-F238E27FC236}">
                    <a16:creationId xmlns:a16="http://schemas.microsoft.com/office/drawing/2014/main" id="{170BDC76-4988-CC33-BA93-34D53CD35877}"/>
                  </a:ext>
                </a:extLst>
              </p:cNvPr>
              <p:cNvSpPr>
                <a:spLocks noChangeArrowheads="1"/>
              </p:cNvSpPr>
              <p:nvPr/>
            </p:nvSpPr>
            <p:spPr bwMode="auto">
              <a:xfrm>
                <a:off x="5428" y="1770"/>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6" name="Freeform 362">
                <a:extLst>
                  <a:ext uri="{FF2B5EF4-FFF2-40B4-BE49-F238E27FC236}">
                    <a16:creationId xmlns:a16="http://schemas.microsoft.com/office/drawing/2014/main" id="{AFE5B764-108D-6761-417C-4F03D8221967}"/>
                  </a:ext>
                </a:extLst>
              </p:cNvPr>
              <p:cNvSpPr>
                <a:spLocks/>
              </p:cNvSpPr>
              <p:nvPr/>
            </p:nvSpPr>
            <p:spPr bwMode="auto">
              <a:xfrm>
                <a:off x="5191" y="1830"/>
                <a:ext cx="51"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7" name="Rectangle 363">
                <a:extLst>
                  <a:ext uri="{FF2B5EF4-FFF2-40B4-BE49-F238E27FC236}">
                    <a16:creationId xmlns:a16="http://schemas.microsoft.com/office/drawing/2014/main" id="{F969C705-17E3-39DA-7531-3F8073D323AD}"/>
                  </a:ext>
                </a:extLst>
              </p:cNvPr>
              <p:cNvSpPr>
                <a:spLocks noChangeArrowheads="1"/>
              </p:cNvSpPr>
              <p:nvPr/>
            </p:nvSpPr>
            <p:spPr bwMode="auto">
              <a:xfrm>
                <a:off x="5181" y="1770"/>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8" name="Freeform 364">
                <a:extLst>
                  <a:ext uri="{FF2B5EF4-FFF2-40B4-BE49-F238E27FC236}">
                    <a16:creationId xmlns:a16="http://schemas.microsoft.com/office/drawing/2014/main" id="{BCCE62FF-7E8A-BCCF-D796-3FB0C38028EE}"/>
                  </a:ext>
                </a:extLst>
              </p:cNvPr>
              <p:cNvSpPr>
                <a:spLocks/>
              </p:cNvSpPr>
              <p:nvPr/>
            </p:nvSpPr>
            <p:spPr bwMode="auto">
              <a:xfrm>
                <a:off x="5423" y="3580"/>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9" name="Freeform 365">
                <a:extLst>
                  <a:ext uri="{FF2B5EF4-FFF2-40B4-BE49-F238E27FC236}">
                    <a16:creationId xmlns:a16="http://schemas.microsoft.com/office/drawing/2014/main" id="{84717E08-CEBC-F721-05F5-565D319C8CE2}"/>
                  </a:ext>
                </a:extLst>
              </p:cNvPr>
              <p:cNvSpPr>
                <a:spLocks/>
              </p:cNvSpPr>
              <p:nvPr/>
            </p:nvSpPr>
            <p:spPr bwMode="auto">
              <a:xfrm>
                <a:off x="5423" y="3565"/>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0" name="Freeform 366">
                <a:extLst>
                  <a:ext uri="{FF2B5EF4-FFF2-40B4-BE49-F238E27FC236}">
                    <a16:creationId xmlns:a16="http://schemas.microsoft.com/office/drawing/2014/main" id="{9CF0BF09-D492-EB07-67EF-985B389AFD55}"/>
                  </a:ext>
                </a:extLst>
              </p:cNvPr>
              <p:cNvSpPr>
                <a:spLocks/>
              </p:cNvSpPr>
              <p:nvPr/>
            </p:nvSpPr>
            <p:spPr bwMode="auto">
              <a:xfrm>
                <a:off x="5423" y="3550"/>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1" name="Freeform 367">
                <a:extLst>
                  <a:ext uri="{FF2B5EF4-FFF2-40B4-BE49-F238E27FC236}">
                    <a16:creationId xmlns:a16="http://schemas.microsoft.com/office/drawing/2014/main" id="{71BEB6D5-7B26-524A-684A-6C7221E63223}"/>
                  </a:ext>
                </a:extLst>
              </p:cNvPr>
              <p:cNvSpPr>
                <a:spLocks/>
              </p:cNvSpPr>
              <p:nvPr/>
            </p:nvSpPr>
            <p:spPr bwMode="auto">
              <a:xfrm>
                <a:off x="5423" y="3534"/>
                <a:ext cx="40" cy="16"/>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2" name="Freeform 368">
                <a:extLst>
                  <a:ext uri="{FF2B5EF4-FFF2-40B4-BE49-F238E27FC236}">
                    <a16:creationId xmlns:a16="http://schemas.microsoft.com/office/drawing/2014/main" id="{C39B5D1C-EB6E-D327-41D3-5CA93CB32E1C}"/>
                  </a:ext>
                </a:extLst>
              </p:cNvPr>
              <p:cNvSpPr>
                <a:spLocks/>
              </p:cNvSpPr>
              <p:nvPr/>
            </p:nvSpPr>
            <p:spPr bwMode="auto">
              <a:xfrm>
                <a:off x="5423" y="3519"/>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3" name="Freeform 369">
                <a:extLst>
                  <a:ext uri="{FF2B5EF4-FFF2-40B4-BE49-F238E27FC236}">
                    <a16:creationId xmlns:a16="http://schemas.microsoft.com/office/drawing/2014/main" id="{28C32B8D-D2A8-2EA5-4106-A662FD7C38B4}"/>
                  </a:ext>
                </a:extLst>
              </p:cNvPr>
              <p:cNvSpPr>
                <a:spLocks/>
              </p:cNvSpPr>
              <p:nvPr/>
            </p:nvSpPr>
            <p:spPr bwMode="auto">
              <a:xfrm>
                <a:off x="5423" y="3504"/>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4" name="Freeform 370">
                <a:extLst>
                  <a:ext uri="{FF2B5EF4-FFF2-40B4-BE49-F238E27FC236}">
                    <a16:creationId xmlns:a16="http://schemas.microsoft.com/office/drawing/2014/main" id="{F6085F2D-FFB5-547D-B1C6-C77767F5AB4B}"/>
                  </a:ext>
                </a:extLst>
              </p:cNvPr>
              <p:cNvSpPr>
                <a:spLocks/>
              </p:cNvSpPr>
              <p:nvPr/>
            </p:nvSpPr>
            <p:spPr bwMode="auto">
              <a:xfrm>
                <a:off x="5443" y="3494"/>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5" name="Freeform 371">
                <a:extLst>
                  <a:ext uri="{FF2B5EF4-FFF2-40B4-BE49-F238E27FC236}">
                    <a16:creationId xmlns:a16="http://schemas.microsoft.com/office/drawing/2014/main" id="{AFBCB564-32C7-6867-A97E-38C5D303105D}"/>
                  </a:ext>
                </a:extLst>
              </p:cNvPr>
              <p:cNvSpPr>
                <a:spLocks/>
              </p:cNvSpPr>
              <p:nvPr/>
            </p:nvSpPr>
            <p:spPr bwMode="auto">
              <a:xfrm>
                <a:off x="5443" y="3590"/>
                <a:ext cx="0" cy="5"/>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6" name="Rectangle 372">
                <a:extLst>
                  <a:ext uri="{FF2B5EF4-FFF2-40B4-BE49-F238E27FC236}">
                    <a16:creationId xmlns:a16="http://schemas.microsoft.com/office/drawing/2014/main" id="{94B952B0-662F-3CAB-EB86-0F6DE4A1C6D7}"/>
                  </a:ext>
                </a:extLst>
              </p:cNvPr>
              <p:cNvSpPr>
                <a:spLocks noChangeArrowheads="1"/>
              </p:cNvSpPr>
              <p:nvPr/>
            </p:nvSpPr>
            <p:spPr bwMode="auto">
              <a:xfrm>
                <a:off x="5443" y="3444"/>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R438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7" name="Rectangle 373">
                <a:extLst>
                  <a:ext uri="{FF2B5EF4-FFF2-40B4-BE49-F238E27FC236}">
                    <a16:creationId xmlns:a16="http://schemas.microsoft.com/office/drawing/2014/main" id="{E07054D6-552E-3ED8-92E2-BE59505A6130}"/>
                  </a:ext>
                </a:extLst>
              </p:cNvPr>
              <p:cNvSpPr>
                <a:spLocks noChangeArrowheads="1"/>
              </p:cNvSpPr>
              <p:nvPr/>
            </p:nvSpPr>
            <p:spPr bwMode="auto">
              <a:xfrm>
                <a:off x="5443" y="3595"/>
                <a:ext cx="10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30K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8" name="Freeform 374">
                <a:extLst>
                  <a:ext uri="{FF2B5EF4-FFF2-40B4-BE49-F238E27FC236}">
                    <a16:creationId xmlns:a16="http://schemas.microsoft.com/office/drawing/2014/main" id="{3E57DC13-E75E-2B4E-6657-47B43750AAE8}"/>
                  </a:ext>
                </a:extLst>
              </p:cNvPr>
              <p:cNvSpPr>
                <a:spLocks/>
              </p:cNvSpPr>
              <p:nvPr/>
            </p:nvSpPr>
            <p:spPr bwMode="auto">
              <a:xfrm>
                <a:off x="5443" y="3444"/>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9" name="Freeform 375">
                <a:extLst>
                  <a:ext uri="{FF2B5EF4-FFF2-40B4-BE49-F238E27FC236}">
                    <a16:creationId xmlns:a16="http://schemas.microsoft.com/office/drawing/2014/main" id="{14323101-4ABA-8CDE-5976-BD06CBA4FFC5}"/>
                  </a:ext>
                </a:extLst>
              </p:cNvPr>
              <p:cNvSpPr>
                <a:spLocks/>
              </p:cNvSpPr>
              <p:nvPr/>
            </p:nvSpPr>
            <p:spPr bwMode="auto">
              <a:xfrm>
                <a:off x="5443" y="3595"/>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0" name="Freeform 376">
                <a:extLst>
                  <a:ext uri="{FF2B5EF4-FFF2-40B4-BE49-F238E27FC236}">
                    <a16:creationId xmlns:a16="http://schemas.microsoft.com/office/drawing/2014/main" id="{49E67997-C0B5-9229-E1EF-A9813EDBF9DF}"/>
                  </a:ext>
                </a:extLst>
              </p:cNvPr>
              <p:cNvSpPr>
                <a:spLocks/>
              </p:cNvSpPr>
              <p:nvPr/>
            </p:nvSpPr>
            <p:spPr bwMode="auto">
              <a:xfrm>
                <a:off x="6280" y="2572"/>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1" name="Freeform 377">
                <a:extLst>
                  <a:ext uri="{FF2B5EF4-FFF2-40B4-BE49-F238E27FC236}">
                    <a16:creationId xmlns:a16="http://schemas.microsoft.com/office/drawing/2014/main" id="{CC6F269E-60EC-D7C8-3A29-AAF6C741DD8A}"/>
                  </a:ext>
                </a:extLst>
              </p:cNvPr>
              <p:cNvSpPr>
                <a:spLocks/>
              </p:cNvSpPr>
              <p:nvPr/>
            </p:nvSpPr>
            <p:spPr bwMode="auto">
              <a:xfrm>
                <a:off x="6280" y="2556"/>
                <a:ext cx="40" cy="16"/>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2" name="Freeform 378">
                <a:extLst>
                  <a:ext uri="{FF2B5EF4-FFF2-40B4-BE49-F238E27FC236}">
                    <a16:creationId xmlns:a16="http://schemas.microsoft.com/office/drawing/2014/main" id="{8C7D3A57-477C-8015-E7CA-10801073E03B}"/>
                  </a:ext>
                </a:extLst>
              </p:cNvPr>
              <p:cNvSpPr>
                <a:spLocks/>
              </p:cNvSpPr>
              <p:nvPr/>
            </p:nvSpPr>
            <p:spPr bwMode="auto">
              <a:xfrm>
                <a:off x="6280" y="2541"/>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3" name="Freeform 379">
                <a:extLst>
                  <a:ext uri="{FF2B5EF4-FFF2-40B4-BE49-F238E27FC236}">
                    <a16:creationId xmlns:a16="http://schemas.microsoft.com/office/drawing/2014/main" id="{F66768CC-7691-07F0-178D-F267BC3205E4}"/>
                  </a:ext>
                </a:extLst>
              </p:cNvPr>
              <p:cNvSpPr>
                <a:spLocks/>
              </p:cNvSpPr>
              <p:nvPr/>
            </p:nvSpPr>
            <p:spPr bwMode="auto">
              <a:xfrm>
                <a:off x="6280" y="2526"/>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4" name="Freeform 380">
                <a:extLst>
                  <a:ext uri="{FF2B5EF4-FFF2-40B4-BE49-F238E27FC236}">
                    <a16:creationId xmlns:a16="http://schemas.microsoft.com/office/drawing/2014/main" id="{873C543F-0E6F-46FE-B114-7DE05A2DAE72}"/>
                  </a:ext>
                </a:extLst>
              </p:cNvPr>
              <p:cNvSpPr>
                <a:spLocks/>
              </p:cNvSpPr>
              <p:nvPr/>
            </p:nvSpPr>
            <p:spPr bwMode="auto">
              <a:xfrm>
                <a:off x="6280" y="2511"/>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5" name="Freeform 381">
                <a:extLst>
                  <a:ext uri="{FF2B5EF4-FFF2-40B4-BE49-F238E27FC236}">
                    <a16:creationId xmlns:a16="http://schemas.microsoft.com/office/drawing/2014/main" id="{1B1D31BC-34D1-EB6F-B873-053C16BF2D1A}"/>
                  </a:ext>
                </a:extLst>
              </p:cNvPr>
              <p:cNvSpPr>
                <a:spLocks/>
              </p:cNvSpPr>
              <p:nvPr/>
            </p:nvSpPr>
            <p:spPr bwMode="auto">
              <a:xfrm>
                <a:off x="6280" y="2496"/>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6" name="Freeform 382">
                <a:extLst>
                  <a:ext uri="{FF2B5EF4-FFF2-40B4-BE49-F238E27FC236}">
                    <a16:creationId xmlns:a16="http://schemas.microsoft.com/office/drawing/2014/main" id="{277A0B13-DE8E-6339-7CC5-6E51CD53C766}"/>
                  </a:ext>
                </a:extLst>
              </p:cNvPr>
              <p:cNvSpPr>
                <a:spLocks/>
              </p:cNvSpPr>
              <p:nvPr/>
            </p:nvSpPr>
            <p:spPr bwMode="auto">
              <a:xfrm>
                <a:off x="6300" y="2486"/>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7" name="Freeform 383">
                <a:extLst>
                  <a:ext uri="{FF2B5EF4-FFF2-40B4-BE49-F238E27FC236}">
                    <a16:creationId xmlns:a16="http://schemas.microsoft.com/office/drawing/2014/main" id="{D2A7F0B3-BA68-81F7-28E7-79776A8B37C5}"/>
                  </a:ext>
                </a:extLst>
              </p:cNvPr>
              <p:cNvSpPr>
                <a:spLocks/>
              </p:cNvSpPr>
              <p:nvPr/>
            </p:nvSpPr>
            <p:spPr bwMode="auto">
              <a:xfrm>
                <a:off x="6300" y="2582"/>
                <a:ext cx="0" cy="5"/>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8" name="Rectangle 384">
                <a:extLst>
                  <a:ext uri="{FF2B5EF4-FFF2-40B4-BE49-F238E27FC236}">
                    <a16:creationId xmlns:a16="http://schemas.microsoft.com/office/drawing/2014/main" id="{ACB3BCB3-768B-CB0F-118B-F616269B636A}"/>
                  </a:ext>
                </a:extLst>
              </p:cNvPr>
              <p:cNvSpPr>
                <a:spLocks noChangeArrowheads="1"/>
              </p:cNvSpPr>
              <p:nvPr/>
            </p:nvSpPr>
            <p:spPr bwMode="auto">
              <a:xfrm>
                <a:off x="6300" y="2435"/>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R423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9" name="Rectangle 385">
                <a:extLst>
                  <a:ext uri="{FF2B5EF4-FFF2-40B4-BE49-F238E27FC236}">
                    <a16:creationId xmlns:a16="http://schemas.microsoft.com/office/drawing/2014/main" id="{CB57659B-43C9-5D04-6C8E-7DFF13C740B7}"/>
                  </a:ext>
                </a:extLst>
              </p:cNvPr>
              <p:cNvSpPr>
                <a:spLocks noChangeArrowheads="1"/>
              </p:cNvSpPr>
              <p:nvPr/>
            </p:nvSpPr>
            <p:spPr bwMode="auto">
              <a:xfrm>
                <a:off x="6300" y="2587"/>
                <a:ext cx="8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0" name="Freeform 386">
                <a:extLst>
                  <a:ext uri="{FF2B5EF4-FFF2-40B4-BE49-F238E27FC236}">
                    <a16:creationId xmlns:a16="http://schemas.microsoft.com/office/drawing/2014/main" id="{C5391E7F-7ACA-A972-8A86-8CC2BC0A4DF6}"/>
                  </a:ext>
                </a:extLst>
              </p:cNvPr>
              <p:cNvSpPr>
                <a:spLocks/>
              </p:cNvSpPr>
              <p:nvPr/>
            </p:nvSpPr>
            <p:spPr bwMode="auto">
              <a:xfrm>
                <a:off x="6300" y="2435"/>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1" name="Freeform 387">
                <a:extLst>
                  <a:ext uri="{FF2B5EF4-FFF2-40B4-BE49-F238E27FC236}">
                    <a16:creationId xmlns:a16="http://schemas.microsoft.com/office/drawing/2014/main" id="{08F2B3DC-8403-8971-9DFA-23C0225BE29C}"/>
                  </a:ext>
                </a:extLst>
              </p:cNvPr>
              <p:cNvSpPr>
                <a:spLocks/>
              </p:cNvSpPr>
              <p:nvPr/>
            </p:nvSpPr>
            <p:spPr bwMode="auto">
              <a:xfrm>
                <a:off x="6300" y="2587"/>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2" name="Freeform 388">
                <a:extLst>
                  <a:ext uri="{FF2B5EF4-FFF2-40B4-BE49-F238E27FC236}">
                    <a16:creationId xmlns:a16="http://schemas.microsoft.com/office/drawing/2014/main" id="{3353380E-72DD-0092-35C4-32CB1DB78D98}"/>
                  </a:ext>
                </a:extLst>
              </p:cNvPr>
              <p:cNvSpPr>
                <a:spLocks/>
              </p:cNvSpPr>
              <p:nvPr/>
            </p:nvSpPr>
            <p:spPr bwMode="auto">
              <a:xfrm>
                <a:off x="6401" y="1982"/>
                <a:ext cx="151"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3" name="Oval 389">
                <a:extLst>
                  <a:ext uri="{FF2B5EF4-FFF2-40B4-BE49-F238E27FC236}">
                    <a16:creationId xmlns:a16="http://schemas.microsoft.com/office/drawing/2014/main" id="{D95047D3-63BA-BCDB-67A3-58A9185EDA3B}"/>
                  </a:ext>
                </a:extLst>
              </p:cNvPr>
              <p:cNvSpPr>
                <a:spLocks noChangeArrowheads="1"/>
              </p:cNvSpPr>
              <p:nvPr/>
            </p:nvSpPr>
            <p:spPr bwMode="auto">
              <a:xfrm>
                <a:off x="6391" y="1972"/>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390">
                <a:extLst>
                  <a:ext uri="{FF2B5EF4-FFF2-40B4-BE49-F238E27FC236}">
                    <a16:creationId xmlns:a16="http://schemas.microsoft.com/office/drawing/2014/main" id="{A1A632C3-DC2D-10ED-9739-69D170A87151}"/>
                  </a:ext>
                </a:extLst>
              </p:cNvPr>
              <p:cNvSpPr>
                <a:spLocks/>
              </p:cNvSpPr>
              <p:nvPr/>
            </p:nvSpPr>
            <p:spPr bwMode="auto">
              <a:xfrm>
                <a:off x="5141" y="1830"/>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5" name="Freeform 391">
                <a:extLst>
                  <a:ext uri="{FF2B5EF4-FFF2-40B4-BE49-F238E27FC236}">
                    <a16:creationId xmlns:a16="http://schemas.microsoft.com/office/drawing/2014/main" id="{5E9D4760-2964-5EEF-6E0B-CA5D0E061E4D}"/>
                  </a:ext>
                </a:extLst>
              </p:cNvPr>
              <p:cNvSpPr>
                <a:spLocks/>
              </p:cNvSpPr>
              <p:nvPr/>
            </p:nvSpPr>
            <p:spPr bwMode="auto">
              <a:xfrm>
                <a:off x="6401" y="1679"/>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6" name="Freeform 392">
                <a:extLst>
                  <a:ext uri="{FF2B5EF4-FFF2-40B4-BE49-F238E27FC236}">
                    <a16:creationId xmlns:a16="http://schemas.microsoft.com/office/drawing/2014/main" id="{03122613-F7BE-AF50-3894-5E962934D22E}"/>
                  </a:ext>
                </a:extLst>
              </p:cNvPr>
              <p:cNvSpPr>
                <a:spLocks/>
              </p:cNvSpPr>
              <p:nvPr/>
            </p:nvSpPr>
            <p:spPr bwMode="auto">
              <a:xfrm>
                <a:off x="3528" y="4150"/>
                <a:ext cx="1361" cy="0"/>
              </a:xfrm>
              <a:custGeom>
                <a:avLst/>
                <a:gdLst>
                  <a:gd name="T0" fmla="*/ 0 w 270"/>
                  <a:gd name="T1" fmla="*/ 270 w 270"/>
                  <a:gd name="T2" fmla="*/ 270 w 270"/>
                </a:gdLst>
                <a:ahLst/>
                <a:cxnLst>
                  <a:cxn ang="0">
                    <a:pos x="T0" y="0"/>
                  </a:cxn>
                  <a:cxn ang="0">
                    <a:pos x="T1" y="0"/>
                  </a:cxn>
                  <a:cxn ang="0">
                    <a:pos x="T2" y="0"/>
                  </a:cxn>
                </a:cxnLst>
                <a:rect l="0" t="0" r="r" b="b"/>
                <a:pathLst>
                  <a:path w="270">
                    <a:moveTo>
                      <a:pt x="0" y="0"/>
                    </a:moveTo>
                    <a:lnTo>
                      <a:pt x="270" y="0"/>
                    </a:lnTo>
                    <a:lnTo>
                      <a:pt x="27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7" name="Oval 393">
                <a:extLst>
                  <a:ext uri="{FF2B5EF4-FFF2-40B4-BE49-F238E27FC236}">
                    <a16:creationId xmlns:a16="http://schemas.microsoft.com/office/drawing/2014/main" id="{70EB7286-A560-B95B-1A04-D754A39C848A}"/>
                  </a:ext>
                </a:extLst>
              </p:cNvPr>
              <p:cNvSpPr>
                <a:spLocks noChangeArrowheads="1"/>
              </p:cNvSpPr>
              <p:nvPr/>
            </p:nvSpPr>
            <p:spPr bwMode="auto">
              <a:xfrm>
                <a:off x="3518" y="4139"/>
                <a:ext cx="15" cy="16"/>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8" name="Oval 394">
                <a:extLst>
                  <a:ext uri="{FF2B5EF4-FFF2-40B4-BE49-F238E27FC236}">
                    <a16:creationId xmlns:a16="http://schemas.microsoft.com/office/drawing/2014/main" id="{A10D8FA1-B8AC-DB38-7F0C-DD58339E0D60}"/>
                  </a:ext>
                </a:extLst>
              </p:cNvPr>
              <p:cNvSpPr>
                <a:spLocks noChangeArrowheads="1"/>
              </p:cNvSpPr>
              <p:nvPr/>
            </p:nvSpPr>
            <p:spPr bwMode="auto">
              <a:xfrm>
                <a:off x="4879" y="4139"/>
                <a:ext cx="15" cy="16"/>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395">
                <a:extLst>
                  <a:ext uri="{FF2B5EF4-FFF2-40B4-BE49-F238E27FC236}">
                    <a16:creationId xmlns:a16="http://schemas.microsoft.com/office/drawing/2014/main" id="{55832951-1A3A-EFA4-2EFA-4614C776E0C5}"/>
                  </a:ext>
                </a:extLst>
              </p:cNvPr>
              <p:cNvSpPr>
                <a:spLocks/>
              </p:cNvSpPr>
              <p:nvPr/>
            </p:nvSpPr>
            <p:spPr bwMode="auto">
              <a:xfrm>
                <a:off x="5846" y="3595"/>
                <a:ext cx="0" cy="101"/>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0" name="Rectangle 396">
                <a:extLst>
                  <a:ext uri="{FF2B5EF4-FFF2-40B4-BE49-F238E27FC236}">
                    <a16:creationId xmlns:a16="http://schemas.microsoft.com/office/drawing/2014/main" id="{BC19C439-309C-B991-5903-17DF136A430D}"/>
                  </a:ext>
                </a:extLst>
              </p:cNvPr>
              <p:cNvSpPr>
                <a:spLocks noChangeArrowheads="1"/>
              </p:cNvSpPr>
              <p:nvPr/>
            </p:nvSpPr>
            <p:spPr bwMode="auto">
              <a:xfrm>
                <a:off x="5856" y="3540"/>
                <a:ext cx="242"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AC_COMP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1" name="Freeform 397">
                <a:extLst>
                  <a:ext uri="{FF2B5EF4-FFF2-40B4-BE49-F238E27FC236}">
                    <a16:creationId xmlns:a16="http://schemas.microsoft.com/office/drawing/2014/main" id="{A27B07C6-2A09-BEB6-9C8B-E50DD53EC00E}"/>
                  </a:ext>
                </a:extLst>
              </p:cNvPr>
              <p:cNvSpPr>
                <a:spLocks/>
              </p:cNvSpPr>
              <p:nvPr/>
            </p:nvSpPr>
            <p:spPr bwMode="auto">
              <a:xfrm>
                <a:off x="5146" y="3121"/>
                <a:ext cx="10" cy="20"/>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2" name="Freeform 398">
                <a:extLst>
                  <a:ext uri="{FF2B5EF4-FFF2-40B4-BE49-F238E27FC236}">
                    <a16:creationId xmlns:a16="http://schemas.microsoft.com/office/drawing/2014/main" id="{05A7B783-E5CC-2DC0-99C4-69E75EDDA234}"/>
                  </a:ext>
                </a:extLst>
              </p:cNvPr>
              <p:cNvSpPr>
                <a:spLocks/>
              </p:cNvSpPr>
              <p:nvPr/>
            </p:nvSpPr>
            <p:spPr bwMode="auto">
              <a:xfrm>
                <a:off x="5156" y="3121"/>
                <a:ext cx="15" cy="4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3" name="Freeform 399">
                <a:extLst>
                  <a:ext uri="{FF2B5EF4-FFF2-40B4-BE49-F238E27FC236}">
                    <a16:creationId xmlns:a16="http://schemas.microsoft.com/office/drawing/2014/main" id="{3406DBC9-CFF9-4F16-B230-1CC730F24078}"/>
                  </a:ext>
                </a:extLst>
              </p:cNvPr>
              <p:cNvSpPr>
                <a:spLocks/>
              </p:cNvSpPr>
              <p:nvPr/>
            </p:nvSpPr>
            <p:spPr bwMode="auto">
              <a:xfrm>
                <a:off x="5171" y="3121"/>
                <a:ext cx="15" cy="40"/>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4" name="Freeform 400">
                <a:extLst>
                  <a:ext uri="{FF2B5EF4-FFF2-40B4-BE49-F238E27FC236}">
                    <a16:creationId xmlns:a16="http://schemas.microsoft.com/office/drawing/2014/main" id="{BBF8FBF2-BAA8-670E-8B74-C90FCAFFCF68}"/>
                  </a:ext>
                </a:extLst>
              </p:cNvPr>
              <p:cNvSpPr>
                <a:spLocks/>
              </p:cNvSpPr>
              <p:nvPr/>
            </p:nvSpPr>
            <p:spPr bwMode="auto">
              <a:xfrm>
                <a:off x="5186" y="3121"/>
                <a:ext cx="15" cy="4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5" name="Freeform 401">
                <a:extLst>
                  <a:ext uri="{FF2B5EF4-FFF2-40B4-BE49-F238E27FC236}">
                    <a16:creationId xmlns:a16="http://schemas.microsoft.com/office/drawing/2014/main" id="{668E5D41-338D-8795-6784-1CE75F18A7DE}"/>
                  </a:ext>
                </a:extLst>
              </p:cNvPr>
              <p:cNvSpPr>
                <a:spLocks/>
              </p:cNvSpPr>
              <p:nvPr/>
            </p:nvSpPr>
            <p:spPr bwMode="auto">
              <a:xfrm>
                <a:off x="5201" y="3121"/>
                <a:ext cx="15" cy="40"/>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6" name="Freeform 402">
                <a:extLst>
                  <a:ext uri="{FF2B5EF4-FFF2-40B4-BE49-F238E27FC236}">
                    <a16:creationId xmlns:a16="http://schemas.microsoft.com/office/drawing/2014/main" id="{6D9D370C-BCA6-49BD-D6EE-1FC90995B553}"/>
                  </a:ext>
                </a:extLst>
              </p:cNvPr>
              <p:cNvSpPr>
                <a:spLocks/>
              </p:cNvSpPr>
              <p:nvPr/>
            </p:nvSpPr>
            <p:spPr bwMode="auto">
              <a:xfrm>
                <a:off x="5216" y="3121"/>
                <a:ext cx="16" cy="4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7" name="Freeform 403">
                <a:extLst>
                  <a:ext uri="{FF2B5EF4-FFF2-40B4-BE49-F238E27FC236}">
                    <a16:creationId xmlns:a16="http://schemas.microsoft.com/office/drawing/2014/main" id="{04C0661D-D7A5-3C87-0053-ACA1511B9B19}"/>
                  </a:ext>
                </a:extLst>
              </p:cNvPr>
              <p:cNvSpPr>
                <a:spLocks/>
              </p:cNvSpPr>
              <p:nvPr/>
            </p:nvSpPr>
            <p:spPr bwMode="auto">
              <a:xfrm>
                <a:off x="5232" y="3141"/>
                <a:ext cx="10" cy="20"/>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8" name="Freeform 404">
                <a:extLst>
                  <a:ext uri="{FF2B5EF4-FFF2-40B4-BE49-F238E27FC236}">
                    <a16:creationId xmlns:a16="http://schemas.microsoft.com/office/drawing/2014/main" id="{66E335FB-AA76-5FAA-7054-D5362CA9AACF}"/>
                  </a:ext>
                </a:extLst>
              </p:cNvPr>
              <p:cNvSpPr>
                <a:spLocks/>
              </p:cNvSpPr>
              <p:nvPr/>
            </p:nvSpPr>
            <p:spPr bwMode="auto">
              <a:xfrm>
                <a:off x="5141" y="3141"/>
                <a:ext cx="5" cy="0"/>
              </a:xfrm>
              <a:custGeom>
                <a:avLst/>
                <a:gdLst>
                  <a:gd name="T0" fmla="*/ 0 w 1"/>
                  <a:gd name="T1" fmla="*/ 1 w 1"/>
                  <a:gd name="T2" fmla="*/ 1 w 1"/>
                </a:gdLst>
                <a:ahLst/>
                <a:cxnLst>
                  <a:cxn ang="0">
                    <a:pos x="T0" y="0"/>
                  </a:cxn>
                  <a:cxn ang="0">
                    <a:pos x="T1" y="0"/>
                  </a:cxn>
                  <a:cxn ang="0">
                    <a:pos x="T2" y="0"/>
                  </a:cxn>
                </a:cxnLst>
                <a:rect l="0" t="0" r="r" b="b"/>
                <a:pathLst>
                  <a:path w="1">
                    <a:moveTo>
                      <a:pt x="0" y="0"/>
                    </a:moveTo>
                    <a:lnTo>
                      <a:pt x="1" y="0"/>
                    </a:lnTo>
                    <a:lnTo>
                      <a:pt x="1"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9" name="Rectangle 405">
                <a:extLst>
                  <a:ext uri="{FF2B5EF4-FFF2-40B4-BE49-F238E27FC236}">
                    <a16:creationId xmlns:a16="http://schemas.microsoft.com/office/drawing/2014/main" id="{385CA9A9-731B-C9F9-969E-640BB92C7860}"/>
                  </a:ext>
                </a:extLst>
              </p:cNvPr>
              <p:cNvSpPr>
                <a:spLocks noChangeArrowheads="1"/>
              </p:cNvSpPr>
              <p:nvPr/>
            </p:nvSpPr>
            <p:spPr bwMode="auto">
              <a:xfrm>
                <a:off x="5040" y="3091"/>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R429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12" name="Rectangle 407">
              <a:extLst>
                <a:ext uri="{FF2B5EF4-FFF2-40B4-BE49-F238E27FC236}">
                  <a16:creationId xmlns:a16="http://schemas.microsoft.com/office/drawing/2014/main" id="{27083B8A-DBBD-DEC7-A542-2B3F8ACA8F8D}"/>
                </a:ext>
              </a:extLst>
            </p:cNvPr>
            <p:cNvSpPr>
              <a:spLocks noChangeArrowheads="1"/>
            </p:cNvSpPr>
            <p:nvPr/>
          </p:nvSpPr>
          <p:spPr bwMode="auto">
            <a:xfrm>
              <a:off x="8321676" y="4906963"/>
              <a:ext cx="192088"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1000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 name="Freeform 408">
              <a:extLst>
                <a:ext uri="{FF2B5EF4-FFF2-40B4-BE49-F238E27FC236}">
                  <a16:creationId xmlns:a16="http://schemas.microsoft.com/office/drawing/2014/main" id="{C72BD652-7691-695F-344D-DE19695F40D4}"/>
                </a:ext>
              </a:extLst>
            </p:cNvPr>
            <p:cNvSpPr>
              <a:spLocks/>
            </p:cNvSpPr>
            <p:nvPr/>
          </p:nvSpPr>
          <p:spPr bwMode="auto">
            <a:xfrm>
              <a:off x="8321676" y="4986338"/>
              <a:ext cx="79375"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Freeform 409">
              <a:extLst>
                <a:ext uri="{FF2B5EF4-FFF2-40B4-BE49-F238E27FC236}">
                  <a16:creationId xmlns:a16="http://schemas.microsoft.com/office/drawing/2014/main" id="{C3550842-0563-1CA5-C118-ABBA3796EB0B}"/>
                </a:ext>
              </a:extLst>
            </p:cNvPr>
            <p:cNvSpPr>
              <a:spLocks/>
            </p:cNvSpPr>
            <p:nvPr/>
          </p:nvSpPr>
          <p:spPr bwMode="auto">
            <a:xfrm>
              <a:off x="8081963" y="4986338"/>
              <a:ext cx="79375"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Freeform 410">
              <a:extLst>
                <a:ext uri="{FF2B5EF4-FFF2-40B4-BE49-F238E27FC236}">
                  <a16:creationId xmlns:a16="http://schemas.microsoft.com/office/drawing/2014/main" id="{7CDAA357-1915-B8F8-9A59-84F1DB73D4F1}"/>
                </a:ext>
              </a:extLst>
            </p:cNvPr>
            <p:cNvSpPr>
              <a:spLocks/>
            </p:cNvSpPr>
            <p:nvPr/>
          </p:nvSpPr>
          <p:spPr bwMode="auto">
            <a:xfrm>
              <a:off x="7040563" y="4986338"/>
              <a:ext cx="720725" cy="0"/>
            </a:xfrm>
            <a:custGeom>
              <a:avLst/>
              <a:gdLst>
                <a:gd name="T0" fmla="*/ 90 w 90"/>
                <a:gd name="T1" fmla="*/ 0 w 90"/>
                <a:gd name="T2" fmla="*/ 0 w 90"/>
              </a:gdLst>
              <a:ahLst/>
              <a:cxnLst>
                <a:cxn ang="0">
                  <a:pos x="T0" y="0"/>
                </a:cxn>
                <a:cxn ang="0">
                  <a:pos x="T1" y="0"/>
                </a:cxn>
                <a:cxn ang="0">
                  <a:pos x="T2" y="0"/>
                </a:cxn>
              </a:cxnLst>
              <a:rect l="0" t="0" r="r" b="b"/>
              <a:pathLst>
                <a:path w="90">
                  <a:moveTo>
                    <a:pt x="9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Oval 411">
              <a:extLst>
                <a:ext uri="{FF2B5EF4-FFF2-40B4-BE49-F238E27FC236}">
                  <a16:creationId xmlns:a16="http://schemas.microsoft.com/office/drawing/2014/main" id="{B10AB8F9-F14B-8439-6CF3-6AF3F6BFCE15}"/>
                </a:ext>
              </a:extLst>
            </p:cNvPr>
            <p:cNvSpPr>
              <a:spLocks noChangeArrowheads="1"/>
            </p:cNvSpPr>
            <p:nvPr/>
          </p:nvSpPr>
          <p:spPr bwMode="auto">
            <a:xfrm>
              <a:off x="7745413" y="4970463"/>
              <a:ext cx="23813" cy="23813"/>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412">
              <a:extLst>
                <a:ext uri="{FF2B5EF4-FFF2-40B4-BE49-F238E27FC236}">
                  <a16:creationId xmlns:a16="http://schemas.microsoft.com/office/drawing/2014/main" id="{80627D8B-72DB-C51D-5FC9-F2347B5BE860}"/>
                </a:ext>
              </a:extLst>
            </p:cNvPr>
            <p:cNvSpPr>
              <a:spLocks/>
            </p:cNvSpPr>
            <p:nvPr/>
          </p:nvSpPr>
          <p:spPr bwMode="auto">
            <a:xfrm>
              <a:off x="8401051" y="4667251"/>
              <a:ext cx="320675"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Rectangle 413">
              <a:extLst>
                <a:ext uri="{FF2B5EF4-FFF2-40B4-BE49-F238E27FC236}">
                  <a16:creationId xmlns:a16="http://schemas.microsoft.com/office/drawing/2014/main" id="{EB7B216A-CF7E-6B5B-49EC-97F05FC91D83}"/>
                </a:ext>
              </a:extLst>
            </p:cNvPr>
            <p:cNvSpPr>
              <a:spLocks noChangeArrowheads="1"/>
            </p:cNvSpPr>
            <p:nvPr/>
          </p:nvSpPr>
          <p:spPr bwMode="auto">
            <a:xfrm>
              <a:off x="8497888" y="4578351"/>
              <a:ext cx="263525"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AC_FB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 name="Freeform 414">
              <a:extLst>
                <a:ext uri="{FF2B5EF4-FFF2-40B4-BE49-F238E27FC236}">
                  <a16:creationId xmlns:a16="http://schemas.microsoft.com/office/drawing/2014/main" id="{CC1DEEBB-F25F-88A2-7097-481898CBFA5E}"/>
                </a:ext>
              </a:extLst>
            </p:cNvPr>
            <p:cNvSpPr>
              <a:spLocks/>
            </p:cNvSpPr>
            <p:nvPr/>
          </p:nvSpPr>
          <p:spPr bwMode="auto">
            <a:xfrm>
              <a:off x="10161587" y="3146426"/>
              <a:ext cx="45719" cy="95167"/>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415">
              <a:extLst>
                <a:ext uri="{FF2B5EF4-FFF2-40B4-BE49-F238E27FC236}">
                  <a16:creationId xmlns:a16="http://schemas.microsoft.com/office/drawing/2014/main" id="{ACC9A1DB-19BE-4D0E-131C-3EB5B0E25F87}"/>
                </a:ext>
              </a:extLst>
            </p:cNvPr>
            <p:cNvSpPr>
              <a:spLocks/>
            </p:cNvSpPr>
            <p:nvPr/>
          </p:nvSpPr>
          <p:spPr bwMode="auto">
            <a:xfrm>
              <a:off x="9761538" y="3786188"/>
              <a:ext cx="0" cy="79375"/>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416">
              <a:extLst>
                <a:ext uri="{FF2B5EF4-FFF2-40B4-BE49-F238E27FC236}">
                  <a16:creationId xmlns:a16="http://schemas.microsoft.com/office/drawing/2014/main" id="{9A5D200B-2823-4ED9-FECE-47AD3FE0AB6C}"/>
                </a:ext>
              </a:extLst>
            </p:cNvPr>
            <p:cNvSpPr>
              <a:spLocks/>
            </p:cNvSpPr>
            <p:nvPr/>
          </p:nvSpPr>
          <p:spPr bwMode="auto">
            <a:xfrm>
              <a:off x="6689726" y="3362326"/>
              <a:ext cx="31750" cy="15875"/>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417">
              <a:extLst>
                <a:ext uri="{FF2B5EF4-FFF2-40B4-BE49-F238E27FC236}">
                  <a16:creationId xmlns:a16="http://schemas.microsoft.com/office/drawing/2014/main" id="{0EDAD6AF-82D2-57FC-1382-10B3A30A0FCA}"/>
                </a:ext>
              </a:extLst>
            </p:cNvPr>
            <p:cNvSpPr>
              <a:spLocks/>
            </p:cNvSpPr>
            <p:nvPr/>
          </p:nvSpPr>
          <p:spPr bwMode="auto">
            <a:xfrm>
              <a:off x="6689726" y="3338513"/>
              <a:ext cx="63500" cy="23813"/>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418">
              <a:extLst>
                <a:ext uri="{FF2B5EF4-FFF2-40B4-BE49-F238E27FC236}">
                  <a16:creationId xmlns:a16="http://schemas.microsoft.com/office/drawing/2014/main" id="{B6BCF5E9-925F-161B-CEB0-7C8EC21F068D}"/>
                </a:ext>
              </a:extLst>
            </p:cNvPr>
            <p:cNvSpPr>
              <a:spLocks/>
            </p:cNvSpPr>
            <p:nvPr/>
          </p:nvSpPr>
          <p:spPr bwMode="auto">
            <a:xfrm>
              <a:off x="6689726" y="3314701"/>
              <a:ext cx="63500" cy="23813"/>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419">
              <a:extLst>
                <a:ext uri="{FF2B5EF4-FFF2-40B4-BE49-F238E27FC236}">
                  <a16:creationId xmlns:a16="http://schemas.microsoft.com/office/drawing/2014/main" id="{78743692-BBD5-A778-CEAA-633E14D74A9A}"/>
                </a:ext>
              </a:extLst>
            </p:cNvPr>
            <p:cNvSpPr>
              <a:spLocks/>
            </p:cNvSpPr>
            <p:nvPr/>
          </p:nvSpPr>
          <p:spPr bwMode="auto">
            <a:xfrm>
              <a:off x="6689726" y="3289301"/>
              <a:ext cx="63500" cy="25400"/>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420">
              <a:extLst>
                <a:ext uri="{FF2B5EF4-FFF2-40B4-BE49-F238E27FC236}">
                  <a16:creationId xmlns:a16="http://schemas.microsoft.com/office/drawing/2014/main" id="{F537E422-7D47-BFF2-A544-6B4928EA7164}"/>
                </a:ext>
              </a:extLst>
            </p:cNvPr>
            <p:cNvSpPr>
              <a:spLocks/>
            </p:cNvSpPr>
            <p:nvPr/>
          </p:nvSpPr>
          <p:spPr bwMode="auto">
            <a:xfrm>
              <a:off x="6689726" y="3265488"/>
              <a:ext cx="63500" cy="23813"/>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421">
              <a:extLst>
                <a:ext uri="{FF2B5EF4-FFF2-40B4-BE49-F238E27FC236}">
                  <a16:creationId xmlns:a16="http://schemas.microsoft.com/office/drawing/2014/main" id="{55997369-0553-0448-9460-D8EFA87CBA8D}"/>
                </a:ext>
              </a:extLst>
            </p:cNvPr>
            <p:cNvSpPr>
              <a:spLocks/>
            </p:cNvSpPr>
            <p:nvPr/>
          </p:nvSpPr>
          <p:spPr bwMode="auto">
            <a:xfrm>
              <a:off x="6689726" y="3241676"/>
              <a:ext cx="63500" cy="23813"/>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422">
              <a:extLst>
                <a:ext uri="{FF2B5EF4-FFF2-40B4-BE49-F238E27FC236}">
                  <a16:creationId xmlns:a16="http://schemas.microsoft.com/office/drawing/2014/main" id="{26DB6091-DE4B-912C-93E3-0936B69D2FE4}"/>
                </a:ext>
              </a:extLst>
            </p:cNvPr>
            <p:cNvSpPr>
              <a:spLocks/>
            </p:cNvSpPr>
            <p:nvPr/>
          </p:nvSpPr>
          <p:spPr bwMode="auto">
            <a:xfrm>
              <a:off x="6721476" y="3225801"/>
              <a:ext cx="31750" cy="15875"/>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423">
              <a:extLst>
                <a:ext uri="{FF2B5EF4-FFF2-40B4-BE49-F238E27FC236}">
                  <a16:creationId xmlns:a16="http://schemas.microsoft.com/office/drawing/2014/main" id="{C7FC2FF4-1F96-95AD-9101-EA47222D9CF8}"/>
                </a:ext>
              </a:extLst>
            </p:cNvPr>
            <p:cNvSpPr>
              <a:spLocks/>
            </p:cNvSpPr>
            <p:nvPr/>
          </p:nvSpPr>
          <p:spPr bwMode="auto">
            <a:xfrm>
              <a:off x="6721476" y="3378201"/>
              <a:ext cx="0" cy="7938"/>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Rectangle 424">
              <a:extLst>
                <a:ext uri="{FF2B5EF4-FFF2-40B4-BE49-F238E27FC236}">
                  <a16:creationId xmlns:a16="http://schemas.microsoft.com/office/drawing/2014/main" id="{0CF8C940-A96E-1886-D3C4-1CEA995F12E5}"/>
                </a:ext>
              </a:extLst>
            </p:cNvPr>
            <p:cNvSpPr>
              <a:spLocks noChangeArrowheads="1"/>
            </p:cNvSpPr>
            <p:nvPr/>
          </p:nvSpPr>
          <p:spPr bwMode="auto">
            <a:xfrm>
              <a:off x="6721476" y="3146426"/>
              <a:ext cx="200025"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 name="Rectangle 425">
              <a:extLst>
                <a:ext uri="{FF2B5EF4-FFF2-40B4-BE49-F238E27FC236}">
                  <a16:creationId xmlns:a16="http://schemas.microsoft.com/office/drawing/2014/main" id="{406760AA-E3E2-B32F-8770-CA03F30CEC59}"/>
                </a:ext>
              </a:extLst>
            </p:cNvPr>
            <p:cNvSpPr>
              <a:spLocks noChangeArrowheads="1"/>
            </p:cNvSpPr>
            <p:nvPr/>
          </p:nvSpPr>
          <p:spPr bwMode="auto">
            <a:xfrm>
              <a:off x="6721476" y="3386138"/>
              <a:ext cx="160338"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10K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 name="Freeform 426">
              <a:extLst>
                <a:ext uri="{FF2B5EF4-FFF2-40B4-BE49-F238E27FC236}">
                  <a16:creationId xmlns:a16="http://schemas.microsoft.com/office/drawing/2014/main" id="{6593E9AB-5A9F-440B-CE1A-E2CC5BB970B1}"/>
                </a:ext>
              </a:extLst>
            </p:cNvPr>
            <p:cNvSpPr>
              <a:spLocks/>
            </p:cNvSpPr>
            <p:nvPr/>
          </p:nvSpPr>
          <p:spPr bwMode="auto">
            <a:xfrm>
              <a:off x="6721476" y="3146426"/>
              <a:ext cx="0" cy="79375"/>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427">
              <a:extLst>
                <a:ext uri="{FF2B5EF4-FFF2-40B4-BE49-F238E27FC236}">
                  <a16:creationId xmlns:a16="http://schemas.microsoft.com/office/drawing/2014/main" id="{8E817F17-70CC-F042-4A64-9E8F2129B920}"/>
                </a:ext>
              </a:extLst>
            </p:cNvPr>
            <p:cNvSpPr>
              <a:spLocks/>
            </p:cNvSpPr>
            <p:nvPr/>
          </p:nvSpPr>
          <p:spPr bwMode="auto">
            <a:xfrm>
              <a:off x="6721476" y="3386138"/>
              <a:ext cx="0" cy="79375"/>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428">
              <a:extLst>
                <a:ext uri="{FF2B5EF4-FFF2-40B4-BE49-F238E27FC236}">
                  <a16:creationId xmlns:a16="http://schemas.microsoft.com/office/drawing/2014/main" id="{04BBDB32-3474-F2FE-563E-6452E04417EC}"/>
                </a:ext>
              </a:extLst>
            </p:cNvPr>
            <p:cNvSpPr>
              <a:spLocks/>
            </p:cNvSpPr>
            <p:nvPr/>
          </p:nvSpPr>
          <p:spPr bwMode="auto">
            <a:xfrm>
              <a:off x="9201151" y="6051551"/>
              <a:ext cx="79375" cy="55563"/>
            </a:xfrm>
            <a:custGeom>
              <a:avLst/>
              <a:gdLst>
                <a:gd name="T0" fmla="*/ 10 w 10"/>
                <a:gd name="T1" fmla="*/ 7 h 7"/>
                <a:gd name="T2" fmla="*/ 0 w 10"/>
                <a:gd name="T3" fmla="*/ 0 h 7"/>
                <a:gd name="T4" fmla="*/ 0 w 10"/>
                <a:gd name="T5" fmla="*/ 0 h 7"/>
              </a:gdLst>
              <a:ahLst/>
              <a:cxnLst>
                <a:cxn ang="0">
                  <a:pos x="T0" y="T1"/>
                </a:cxn>
                <a:cxn ang="0">
                  <a:pos x="T2" y="T3"/>
                </a:cxn>
                <a:cxn ang="0">
                  <a:pos x="T4" y="T5"/>
                </a:cxn>
              </a:cxnLst>
              <a:rect l="0" t="0" r="r" b="b"/>
              <a:pathLst>
                <a:path w="10" h="7">
                  <a:moveTo>
                    <a:pt x="10" y="7"/>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Freeform 429">
              <a:extLst>
                <a:ext uri="{FF2B5EF4-FFF2-40B4-BE49-F238E27FC236}">
                  <a16:creationId xmlns:a16="http://schemas.microsoft.com/office/drawing/2014/main" id="{B859C898-E992-6197-6397-1828266CDEAF}"/>
                </a:ext>
              </a:extLst>
            </p:cNvPr>
            <p:cNvSpPr>
              <a:spLocks/>
            </p:cNvSpPr>
            <p:nvPr/>
          </p:nvSpPr>
          <p:spPr bwMode="auto">
            <a:xfrm>
              <a:off x="9201151" y="5946776"/>
              <a:ext cx="79375" cy="57150"/>
            </a:xfrm>
            <a:custGeom>
              <a:avLst/>
              <a:gdLst>
                <a:gd name="T0" fmla="*/ 0 w 10"/>
                <a:gd name="T1" fmla="*/ 7 h 7"/>
                <a:gd name="T2" fmla="*/ 10 w 10"/>
                <a:gd name="T3" fmla="*/ 0 h 7"/>
                <a:gd name="T4" fmla="*/ 10 w 10"/>
                <a:gd name="T5" fmla="*/ 0 h 7"/>
              </a:gdLst>
              <a:ahLst/>
              <a:cxnLst>
                <a:cxn ang="0">
                  <a:pos x="T0" y="T1"/>
                </a:cxn>
                <a:cxn ang="0">
                  <a:pos x="T2" y="T3"/>
                </a:cxn>
                <a:cxn ang="0">
                  <a:pos x="T4" y="T5"/>
                </a:cxn>
              </a:cxnLst>
              <a:rect l="0" t="0" r="r" b="b"/>
              <a:pathLst>
                <a:path w="10" h="7">
                  <a:moveTo>
                    <a:pt x="0" y="7"/>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Freeform 430">
              <a:extLst>
                <a:ext uri="{FF2B5EF4-FFF2-40B4-BE49-F238E27FC236}">
                  <a16:creationId xmlns:a16="http://schemas.microsoft.com/office/drawing/2014/main" id="{24C0D575-172D-99FD-3D5D-F091215B538D}"/>
                </a:ext>
              </a:extLst>
            </p:cNvPr>
            <p:cNvSpPr>
              <a:spLocks/>
            </p:cNvSpPr>
            <p:nvPr/>
          </p:nvSpPr>
          <p:spPr bwMode="auto">
            <a:xfrm>
              <a:off x="9201151" y="5946776"/>
              <a:ext cx="0" cy="160338"/>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Freeform 431">
              <a:extLst>
                <a:ext uri="{FF2B5EF4-FFF2-40B4-BE49-F238E27FC236}">
                  <a16:creationId xmlns:a16="http://schemas.microsoft.com/office/drawing/2014/main" id="{07362B11-88D6-8FD2-8BC5-23EA8213C1EE}"/>
                </a:ext>
              </a:extLst>
            </p:cNvPr>
            <p:cNvSpPr>
              <a:spLocks/>
            </p:cNvSpPr>
            <p:nvPr/>
          </p:nvSpPr>
          <p:spPr bwMode="auto">
            <a:xfrm>
              <a:off x="9121776" y="6027738"/>
              <a:ext cx="79375"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 name="Freeform 432">
              <a:extLst>
                <a:ext uri="{FF2B5EF4-FFF2-40B4-BE49-F238E27FC236}">
                  <a16:creationId xmlns:a16="http://schemas.microsoft.com/office/drawing/2014/main" id="{C15596DC-4BD7-F66D-8FB6-5D15B48E53AD}"/>
                </a:ext>
              </a:extLst>
            </p:cNvPr>
            <p:cNvSpPr>
              <a:spLocks/>
            </p:cNvSpPr>
            <p:nvPr/>
          </p:nvSpPr>
          <p:spPr bwMode="auto">
            <a:xfrm>
              <a:off x="9201151" y="5962651"/>
              <a:ext cx="47625" cy="41275"/>
            </a:xfrm>
            <a:custGeom>
              <a:avLst/>
              <a:gdLst>
                <a:gd name="T0" fmla="*/ 0 w 30"/>
                <a:gd name="T1" fmla="*/ 26 h 26"/>
                <a:gd name="T2" fmla="*/ 20 w 30"/>
                <a:gd name="T3" fmla="*/ 0 h 26"/>
                <a:gd name="T4" fmla="*/ 30 w 30"/>
                <a:gd name="T5" fmla="*/ 15 h 26"/>
                <a:gd name="T6" fmla="*/ 0 w 30"/>
                <a:gd name="T7" fmla="*/ 26 h 26"/>
              </a:gdLst>
              <a:ahLst/>
              <a:cxnLst>
                <a:cxn ang="0">
                  <a:pos x="T0" y="T1"/>
                </a:cxn>
                <a:cxn ang="0">
                  <a:pos x="T2" y="T3"/>
                </a:cxn>
                <a:cxn ang="0">
                  <a:pos x="T4" y="T5"/>
                </a:cxn>
                <a:cxn ang="0">
                  <a:pos x="T6" y="T7"/>
                </a:cxn>
              </a:cxnLst>
              <a:rect l="0" t="0" r="r" b="b"/>
              <a:pathLst>
                <a:path w="30" h="26">
                  <a:moveTo>
                    <a:pt x="0" y="26"/>
                  </a:moveTo>
                  <a:lnTo>
                    <a:pt x="20" y="0"/>
                  </a:lnTo>
                  <a:lnTo>
                    <a:pt x="30" y="15"/>
                  </a:lnTo>
                  <a:lnTo>
                    <a:pt x="0" y="26"/>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8" name="Rectangle 433">
              <a:extLst>
                <a:ext uri="{FF2B5EF4-FFF2-40B4-BE49-F238E27FC236}">
                  <a16:creationId xmlns:a16="http://schemas.microsoft.com/office/drawing/2014/main" id="{6180B86F-6539-832D-0ECD-042DFC86CF14}"/>
                </a:ext>
              </a:extLst>
            </p:cNvPr>
            <p:cNvSpPr>
              <a:spLocks noChangeArrowheads="1"/>
            </p:cNvSpPr>
            <p:nvPr/>
          </p:nvSpPr>
          <p:spPr bwMode="auto">
            <a:xfrm>
              <a:off x="9361488" y="6011863"/>
              <a:ext cx="207963"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Q405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 name="Rectangle 434">
              <a:extLst>
                <a:ext uri="{FF2B5EF4-FFF2-40B4-BE49-F238E27FC236}">
                  <a16:creationId xmlns:a16="http://schemas.microsoft.com/office/drawing/2014/main" id="{26EDF2A9-015D-66BE-8183-85A2C0FE03A2}"/>
                </a:ext>
              </a:extLst>
            </p:cNvPr>
            <p:cNvSpPr>
              <a:spLocks noChangeArrowheads="1"/>
            </p:cNvSpPr>
            <p:nvPr/>
          </p:nvSpPr>
          <p:spPr bwMode="auto">
            <a:xfrm>
              <a:off x="9361488" y="5930901"/>
              <a:ext cx="368300"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MMBTA56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 name="Freeform 435">
              <a:extLst>
                <a:ext uri="{FF2B5EF4-FFF2-40B4-BE49-F238E27FC236}">
                  <a16:creationId xmlns:a16="http://schemas.microsoft.com/office/drawing/2014/main" id="{50A79820-6B44-048A-7AE1-204974624D61}"/>
                </a:ext>
              </a:extLst>
            </p:cNvPr>
            <p:cNvSpPr>
              <a:spLocks/>
            </p:cNvSpPr>
            <p:nvPr/>
          </p:nvSpPr>
          <p:spPr bwMode="auto">
            <a:xfrm>
              <a:off x="9280526" y="6107113"/>
              <a:ext cx="0" cy="79375"/>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Rectangle 436">
              <a:extLst>
                <a:ext uri="{FF2B5EF4-FFF2-40B4-BE49-F238E27FC236}">
                  <a16:creationId xmlns:a16="http://schemas.microsoft.com/office/drawing/2014/main" id="{96D5A295-28A4-A650-7DBA-471E2CB2E96F}"/>
                </a:ext>
              </a:extLst>
            </p:cNvPr>
            <p:cNvSpPr>
              <a:spLocks noChangeArrowheads="1"/>
            </p:cNvSpPr>
            <p:nvPr/>
          </p:nvSpPr>
          <p:spPr bwMode="auto">
            <a:xfrm rot="16200000">
              <a:off x="9201151" y="6113463"/>
              <a:ext cx="71438"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 name="Freeform 437">
              <a:extLst>
                <a:ext uri="{FF2B5EF4-FFF2-40B4-BE49-F238E27FC236}">
                  <a16:creationId xmlns:a16="http://schemas.microsoft.com/office/drawing/2014/main" id="{A673ED9B-8C59-9F68-30A7-31EB13040646}"/>
                </a:ext>
              </a:extLst>
            </p:cNvPr>
            <p:cNvSpPr>
              <a:spLocks/>
            </p:cNvSpPr>
            <p:nvPr/>
          </p:nvSpPr>
          <p:spPr bwMode="auto">
            <a:xfrm>
              <a:off x="9280526" y="5867401"/>
              <a:ext cx="0" cy="79375"/>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Rectangle 438">
              <a:extLst>
                <a:ext uri="{FF2B5EF4-FFF2-40B4-BE49-F238E27FC236}">
                  <a16:creationId xmlns:a16="http://schemas.microsoft.com/office/drawing/2014/main" id="{AE77B06C-61F9-67AA-BF19-975842785931}"/>
                </a:ext>
              </a:extLst>
            </p:cNvPr>
            <p:cNvSpPr>
              <a:spLocks noChangeArrowheads="1"/>
            </p:cNvSpPr>
            <p:nvPr/>
          </p:nvSpPr>
          <p:spPr bwMode="auto">
            <a:xfrm rot="16200000">
              <a:off x="9201151" y="5800726"/>
              <a:ext cx="71438"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 name="Freeform 439">
              <a:extLst>
                <a:ext uri="{FF2B5EF4-FFF2-40B4-BE49-F238E27FC236}">
                  <a16:creationId xmlns:a16="http://schemas.microsoft.com/office/drawing/2014/main" id="{5494A245-484F-CC63-DFD1-39BC4F040879}"/>
                </a:ext>
              </a:extLst>
            </p:cNvPr>
            <p:cNvSpPr>
              <a:spLocks/>
            </p:cNvSpPr>
            <p:nvPr/>
          </p:nvSpPr>
          <p:spPr bwMode="auto">
            <a:xfrm>
              <a:off x="9096376" y="6003926"/>
              <a:ext cx="25400" cy="47625"/>
            </a:xfrm>
            <a:custGeom>
              <a:avLst/>
              <a:gdLst>
                <a:gd name="T0" fmla="*/ 16 w 16"/>
                <a:gd name="T1" fmla="*/ 15 h 30"/>
                <a:gd name="T2" fmla="*/ 0 w 16"/>
                <a:gd name="T3" fmla="*/ 0 h 30"/>
                <a:gd name="T4" fmla="*/ 0 w 16"/>
                <a:gd name="T5" fmla="*/ 30 h 30"/>
                <a:gd name="T6" fmla="*/ 16 w 16"/>
                <a:gd name="T7" fmla="*/ 15 h 30"/>
              </a:gdLst>
              <a:ahLst/>
              <a:cxnLst>
                <a:cxn ang="0">
                  <a:pos x="T0" y="T1"/>
                </a:cxn>
                <a:cxn ang="0">
                  <a:pos x="T2" y="T3"/>
                </a:cxn>
                <a:cxn ang="0">
                  <a:pos x="T4" y="T5"/>
                </a:cxn>
                <a:cxn ang="0">
                  <a:pos x="T6" y="T7"/>
                </a:cxn>
              </a:cxnLst>
              <a:rect l="0" t="0" r="r" b="b"/>
              <a:pathLst>
                <a:path w="16" h="30">
                  <a:moveTo>
                    <a:pt x="16" y="15"/>
                  </a:moveTo>
                  <a:lnTo>
                    <a:pt x="0" y="0"/>
                  </a:lnTo>
                  <a:lnTo>
                    <a:pt x="0" y="30"/>
                  </a:lnTo>
                  <a:lnTo>
                    <a:pt x="16" y="15"/>
                  </a:lnTo>
                  <a:close/>
                </a:path>
              </a:pathLst>
            </a:custGeom>
            <a:solidFill>
              <a:srgbClr val="AA8844"/>
            </a:solidFill>
            <a:ln w="7938">
              <a:solidFill>
                <a:srgbClr val="AA8844"/>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5" name="Freeform 440">
              <a:extLst>
                <a:ext uri="{FF2B5EF4-FFF2-40B4-BE49-F238E27FC236}">
                  <a16:creationId xmlns:a16="http://schemas.microsoft.com/office/drawing/2014/main" id="{CAFE47C7-C96F-3585-B249-E711A95A4CA6}"/>
                </a:ext>
              </a:extLst>
            </p:cNvPr>
            <p:cNvSpPr>
              <a:spLocks/>
            </p:cNvSpPr>
            <p:nvPr/>
          </p:nvSpPr>
          <p:spPr bwMode="auto">
            <a:xfrm>
              <a:off x="9040813" y="6027738"/>
              <a:ext cx="80963"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Rectangle 441">
              <a:extLst>
                <a:ext uri="{FF2B5EF4-FFF2-40B4-BE49-F238E27FC236}">
                  <a16:creationId xmlns:a16="http://schemas.microsoft.com/office/drawing/2014/main" id="{523293AD-161E-D6D7-63A2-F41C5FAC9BDC}"/>
                </a:ext>
              </a:extLst>
            </p:cNvPr>
            <p:cNvSpPr>
              <a:spLocks noChangeArrowheads="1"/>
            </p:cNvSpPr>
            <p:nvPr/>
          </p:nvSpPr>
          <p:spPr bwMode="auto">
            <a:xfrm>
              <a:off x="9024938" y="5930901"/>
              <a:ext cx="71438"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 name="Freeform 442">
              <a:extLst>
                <a:ext uri="{FF2B5EF4-FFF2-40B4-BE49-F238E27FC236}">
                  <a16:creationId xmlns:a16="http://schemas.microsoft.com/office/drawing/2014/main" id="{71F75CF5-BF40-3A08-7137-31C24B06097E}"/>
                </a:ext>
              </a:extLst>
            </p:cNvPr>
            <p:cNvSpPr>
              <a:spLocks/>
            </p:cNvSpPr>
            <p:nvPr/>
          </p:nvSpPr>
          <p:spPr bwMode="auto">
            <a:xfrm>
              <a:off x="7921626" y="4826001"/>
              <a:ext cx="79375"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Freeform 443">
              <a:extLst>
                <a:ext uri="{FF2B5EF4-FFF2-40B4-BE49-F238E27FC236}">
                  <a16:creationId xmlns:a16="http://schemas.microsoft.com/office/drawing/2014/main" id="{CBEE7FC7-9380-12CA-1D16-AC42FBB30D47}"/>
                </a:ext>
              </a:extLst>
            </p:cNvPr>
            <p:cNvSpPr>
              <a:spLocks/>
            </p:cNvSpPr>
            <p:nvPr/>
          </p:nvSpPr>
          <p:spPr bwMode="auto">
            <a:xfrm>
              <a:off x="6481763" y="3065463"/>
              <a:ext cx="239713"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Freeform 444">
              <a:extLst>
                <a:ext uri="{FF2B5EF4-FFF2-40B4-BE49-F238E27FC236}">
                  <a16:creationId xmlns:a16="http://schemas.microsoft.com/office/drawing/2014/main" id="{B57BD245-DEF0-FF5C-D9A8-5F4F855732AE}"/>
                </a:ext>
              </a:extLst>
            </p:cNvPr>
            <p:cNvSpPr>
              <a:spLocks/>
            </p:cNvSpPr>
            <p:nvPr/>
          </p:nvSpPr>
          <p:spPr bwMode="auto">
            <a:xfrm>
              <a:off x="9761538" y="2665413"/>
              <a:ext cx="400050" cy="0"/>
            </a:xfrm>
            <a:custGeom>
              <a:avLst/>
              <a:gdLst>
                <a:gd name="T0" fmla="*/ 50 w 50"/>
                <a:gd name="T1" fmla="*/ 0 w 50"/>
                <a:gd name="T2" fmla="*/ 0 w 50"/>
              </a:gdLst>
              <a:ahLst/>
              <a:cxnLst>
                <a:cxn ang="0">
                  <a:pos x="T0" y="0"/>
                </a:cxn>
                <a:cxn ang="0">
                  <a:pos x="T1" y="0"/>
                </a:cxn>
                <a:cxn ang="0">
                  <a:pos x="T2" y="0"/>
                </a:cxn>
              </a:cxnLst>
              <a:rect l="0" t="0" r="r" b="b"/>
              <a:pathLst>
                <a:path w="50">
                  <a:moveTo>
                    <a:pt x="5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Freeform 445">
              <a:extLst>
                <a:ext uri="{FF2B5EF4-FFF2-40B4-BE49-F238E27FC236}">
                  <a16:creationId xmlns:a16="http://schemas.microsoft.com/office/drawing/2014/main" id="{4EEF9A0F-671A-316B-C02E-611506FB3D9D}"/>
                </a:ext>
              </a:extLst>
            </p:cNvPr>
            <p:cNvSpPr>
              <a:spLocks/>
            </p:cNvSpPr>
            <p:nvPr/>
          </p:nvSpPr>
          <p:spPr bwMode="auto">
            <a:xfrm>
              <a:off x="10361613" y="6403976"/>
              <a:ext cx="79375"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Freeform 446">
              <a:extLst>
                <a:ext uri="{FF2B5EF4-FFF2-40B4-BE49-F238E27FC236}">
                  <a16:creationId xmlns:a16="http://schemas.microsoft.com/office/drawing/2014/main" id="{2C6E0DD4-711E-6A02-580E-9086E423C539}"/>
                </a:ext>
              </a:extLst>
            </p:cNvPr>
            <p:cNvSpPr>
              <a:spLocks/>
            </p:cNvSpPr>
            <p:nvPr/>
          </p:nvSpPr>
          <p:spPr bwMode="auto">
            <a:xfrm>
              <a:off x="10361613" y="6370638"/>
              <a:ext cx="79375"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Freeform 447">
              <a:extLst>
                <a:ext uri="{FF2B5EF4-FFF2-40B4-BE49-F238E27FC236}">
                  <a16:creationId xmlns:a16="http://schemas.microsoft.com/office/drawing/2014/main" id="{6F879BCD-CCF5-93CC-B61D-70546459AE74}"/>
                </a:ext>
              </a:extLst>
            </p:cNvPr>
            <p:cNvSpPr>
              <a:spLocks/>
            </p:cNvSpPr>
            <p:nvPr/>
          </p:nvSpPr>
          <p:spPr bwMode="auto">
            <a:xfrm>
              <a:off x="10401301" y="6346826"/>
              <a:ext cx="0" cy="23813"/>
            </a:xfrm>
            <a:custGeom>
              <a:avLst/>
              <a:gdLst>
                <a:gd name="T0" fmla="*/ 3 h 3"/>
                <a:gd name="T1" fmla="*/ 0 h 3"/>
                <a:gd name="T2" fmla="*/ 0 h 3"/>
              </a:gdLst>
              <a:ahLst/>
              <a:cxnLst>
                <a:cxn ang="0">
                  <a:pos x="0" y="T0"/>
                </a:cxn>
                <a:cxn ang="0">
                  <a:pos x="0" y="T1"/>
                </a:cxn>
                <a:cxn ang="0">
                  <a:pos x="0" y="T2"/>
                </a:cxn>
              </a:cxnLst>
              <a:rect l="0" t="0" r="r" b="b"/>
              <a:pathLst>
                <a:path h="3">
                  <a:moveTo>
                    <a:pt x="0"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Freeform 448">
              <a:extLst>
                <a:ext uri="{FF2B5EF4-FFF2-40B4-BE49-F238E27FC236}">
                  <a16:creationId xmlns:a16="http://schemas.microsoft.com/office/drawing/2014/main" id="{E734D77B-45FF-AB41-637F-A49CA29B6E5D}"/>
                </a:ext>
              </a:extLst>
            </p:cNvPr>
            <p:cNvSpPr>
              <a:spLocks/>
            </p:cNvSpPr>
            <p:nvPr/>
          </p:nvSpPr>
          <p:spPr bwMode="auto">
            <a:xfrm>
              <a:off x="10401301" y="6403976"/>
              <a:ext cx="0" cy="23813"/>
            </a:xfrm>
            <a:custGeom>
              <a:avLst/>
              <a:gdLst>
                <a:gd name="T0" fmla="*/ 3 h 3"/>
                <a:gd name="T1" fmla="*/ 0 h 3"/>
                <a:gd name="T2" fmla="*/ 0 h 3"/>
              </a:gdLst>
              <a:ahLst/>
              <a:cxnLst>
                <a:cxn ang="0">
                  <a:pos x="0" y="T0"/>
                </a:cxn>
                <a:cxn ang="0">
                  <a:pos x="0" y="T1"/>
                </a:cxn>
                <a:cxn ang="0">
                  <a:pos x="0" y="T2"/>
                </a:cxn>
              </a:cxnLst>
              <a:rect l="0" t="0" r="r" b="b"/>
              <a:pathLst>
                <a:path h="3">
                  <a:moveTo>
                    <a:pt x="0"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4" name="Rectangle 449">
              <a:extLst>
                <a:ext uri="{FF2B5EF4-FFF2-40B4-BE49-F238E27FC236}">
                  <a16:creationId xmlns:a16="http://schemas.microsoft.com/office/drawing/2014/main" id="{B967D05B-AC26-0791-2B14-D0AF1CA7812B}"/>
                </a:ext>
              </a:extLst>
            </p:cNvPr>
            <p:cNvSpPr>
              <a:spLocks noChangeArrowheads="1"/>
            </p:cNvSpPr>
            <p:nvPr/>
          </p:nvSpPr>
          <p:spPr bwMode="auto">
            <a:xfrm>
              <a:off x="10401301" y="6267451"/>
              <a:ext cx="200025"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C438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 name="Rectangle 450">
              <a:extLst>
                <a:ext uri="{FF2B5EF4-FFF2-40B4-BE49-F238E27FC236}">
                  <a16:creationId xmlns:a16="http://schemas.microsoft.com/office/drawing/2014/main" id="{EEE5D5FB-E28B-CDED-F444-02D3A7F0DB7A}"/>
                </a:ext>
              </a:extLst>
            </p:cNvPr>
            <p:cNvSpPr>
              <a:spLocks noChangeArrowheads="1"/>
            </p:cNvSpPr>
            <p:nvPr/>
          </p:nvSpPr>
          <p:spPr bwMode="auto">
            <a:xfrm>
              <a:off x="10401301" y="6427788"/>
              <a:ext cx="152400"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47n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6" name="Freeform 451">
              <a:extLst>
                <a:ext uri="{FF2B5EF4-FFF2-40B4-BE49-F238E27FC236}">
                  <a16:creationId xmlns:a16="http://schemas.microsoft.com/office/drawing/2014/main" id="{0E221B32-6A57-D09E-C452-BD534F2C2814}"/>
                </a:ext>
              </a:extLst>
            </p:cNvPr>
            <p:cNvSpPr>
              <a:spLocks/>
            </p:cNvSpPr>
            <p:nvPr/>
          </p:nvSpPr>
          <p:spPr bwMode="auto">
            <a:xfrm>
              <a:off x="10401301" y="6427788"/>
              <a:ext cx="0" cy="79375"/>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7" name="Freeform 452">
              <a:extLst>
                <a:ext uri="{FF2B5EF4-FFF2-40B4-BE49-F238E27FC236}">
                  <a16:creationId xmlns:a16="http://schemas.microsoft.com/office/drawing/2014/main" id="{51731F3E-C97E-8FD4-739D-A91DD0C32048}"/>
                </a:ext>
              </a:extLst>
            </p:cNvPr>
            <p:cNvSpPr>
              <a:spLocks/>
            </p:cNvSpPr>
            <p:nvPr/>
          </p:nvSpPr>
          <p:spPr bwMode="auto">
            <a:xfrm>
              <a:off x="10401301" y="6267451"/>
              <a:ext cx="0" cy="79375"/>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 name="Freeform 453">
              <a:extLst>
                <a:ext uri="{FF2B5EF4-FFF2-40B4-BE49-F238E27FC236}">
                  <a16:creationId xmlns:a16="http://schemas.microsoft.com/office/drawing/2014/main" id="{69B656A1-0BA4-787E-81CF-B05FA5D9557B}"/>
                </a:ext>
              </a:extLst>
            </p:cNvPr>
            <p:cNvSpPr>
              <a:spLocks/>
            </p:cNvSpPr>
            <p:nvPr/>
          </p:nvSpPr>
          <p:spPr bwMode="auto">
            <a:xfrm>
              <a:off x="9761538" y="2505076"/>
              <a:ext cx="0" cy="160338"/>
            </a:xfrm>
            <a:custGeom>
              <a:avLst/>
              <a:gdLst>
                <a:gd name="T0" fmla="*/ 0 h 20"/>
                <a:gd name="T1" fmla="*/ 20 h 20"/>
                <a:gd name="T2" fmla="*/ 20 h 20"/>
              </a:gdLst>
              <a:ahLst/>
              <a:cxnLst>
                <a:cxn ang="0">
                  <a:pos x="0" y="T0"/>
                </a:cxn>
                <a:cxn ang="0">
                  <a:pos x="0" y="T1"/>
                </a:cxn>
                <a:cxn ang="0">
                  <a:pos x="0" y="T2"/>
                </a:cxn>
              </a:cxnLst>
              <a:rect l="0" t="0" r="r" b="b"/>
              <a:pathLst>
                <a:path h="20">
                  <a:moveTo>
                    <a:pt x="0" y="0"/>
                  </a:moveTo>
                  <a:lnTo>
                    <a:pt x="0" y="20"/>
                  </a:lnTo>
                  <a:lnTo>
                    <a:pt x="0" y="2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Freeform 454">
              <a:extLst>
                <a:ext uri="{FF2B5EF4-FFF2-40B4-BE49-F238E27FC236}">
                  <a16:creationId xmlns:a16="http://schemas.microsoft.com/office/drawing/2014/main" id="{37558C77-91F3-E14C-C1FE-82B85950BA1A}"/>
                </a:ext>
              </a:extLst>
            </p:cNvPr>
            <p:cNvSpPr>
              <a:spLocks/>
            </p:cNvSpPr>
            <p:nvPr/>
          </p:nvSpPr>
          <p:spPr bwMode="auto">
            <a:xfrm>
              <a:off x="9201151" y="2905126"/>
              <a:ext cx="0" cy="241300"/>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Freeform 455">
              <a:extLst>
                <a:ext uri="{FF2B5EF4-FFF2-40B4-BE49-F238E27FC236}">
                  <a16:creationId xmlns:a16="http://schemas.microsoft.com/office/drawing/2014/main" id="{1DB7D5C3-1C25-4A18-EF9C-046F8145E8F2}"/>
                </a:ext>
              </a:extLst>
            </p:cNvPr>
            <p:cNvSpPr>
              <a:spLocks/>
            </p:cNvSpPr>
            <p:nvPr/>
          </p:nvSpPr>
          <p:spPr bwMode="auto">
            <a:xfrm>
              <a:off x="6440488" y="3281363"/>
              <a:ext cx="80963"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 name="Freeform 456">
              <a:extLst>
                <a:ext uri="{FF2B5EF4-FFF2-40B4-BE49-F238E27FC236}">
                  <a16:creationId xmlns:a16="http://schemas.microsoft.com/office/drawing/2014/main" id="{BB0DE3E1-80AA-1791-2C48-F72945DBD38E}"/>
                </a:ext>
              </a:extLst>
            </p:cNvPr>
            <p:cNvSpPr>
              <a:spLocks/>
            </p:cNvSpPr>
            <p:nvPr/>
          </p:nvSpPr>
          <p:spPr bwMode="auto">
            <a:xfrm>
              <a:off x="6440488" y="3249613"/>
              <a:ext cx="80963"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 name="Freeform 457">
              <a:extLst>
                <a:ext uri="{FF2B5EF4-FFF2-40B4-BE49-F238E27FC236}">
                  <a16:creationId xmlns:a16="http://schemas.microsoft.com/office/drawing/2014/main" id="{3D8D910F-23D0-117C-C00B-A7784E041256}"/>
                </a:ext>
              </a:extLst>
            </p:cNvPr>
            <p:cNvSpPr>
              <a:spLocks/>
            </p:cNvSpPr>
            <p:nvPr/>
          </p:nvSpPr>
          <p:spPr bwMode="auto">
            <a:xfrm>
              <a:off x="6481763" y="3225801"/>
              <a:ext cx="0" cy="23813"/>
            </a:xfrm>
            <a:custGeom>
              <a:avLst/>
              <a:gdLst>
                <a:gd name="T0" fmla="*/ 3 h 3"/>
                <a:gd name="T1" fmla="*/ 0 h 3"/>
                <a:gd name="T2" fmla="*/ 0 h 3"/>
              </a:gdLst>
              <a:ahLst/>
              <a:cxnLst>
                <a:cxn ang="0">
                  <a:pos x="0" y="T0"/>
                </a:cxn>
                <a:cxn ang="0">
                  <a:pos x="0" y="T1"/>
                </a:cxn>
                <a:cxn ang="0">
                  <a:pos x="0" y="T2"/>
                </a:cxn>
              </a:cxnLst>
              <a:rect l="0" t="0" r="r" b="b"/>
              <a:pathLst>
                <a:path h="3">
                  <a:moveTo>
                    <a:pt x="0"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Freeform 458">
              <a:extLst>
                <a:ext uri="{FF2B5EF4-FFF2-40B4-BE49-F238E27FC236}">
                  <a16:creationId xmlns:a16="http://schemas.microsoft.com/office/drawing/2014/main" id="{4E1B0CA4-AD2B-C715-CFCC-15548750D075}"/>
                </a:ext>
              </a:extLst>
            </p:cNvPr>
            <p:cNvSpPr>
              <a:spLocks/>
            </p:cNvSpPr>
            <p:nvPr/>
          </p:nvSpPr>
          <p:spPr bwMode="auto">
            <a:xfrm>
              <a:off x="6481763" y="3281363"/>
              <a:ext cx="0" cy="25400"/>
            </a:xfrm>
            <a:custGeom>
              <a:avLst/>
              <a:gdLst>
                <a:gd name="T0" fmla="*/ 3 h 3"/>
                <a:gd name="T1" fmla="*/ 0 h 3"/>
                <a:gd name="T2" fmla="*/ 0 h 3"/>
              </a:gdLst>
              <a:ahLst/>
              <a:cxnLst>
                <a:cxn ang="0">
                  <a:pos x="0" y="T0"/>
                </a:cxn>
                <a:cxn ang="0">
                  <a:pos x="0" y="T1"/>
                </a:cxn>
                <a:cxn ang="0">
                  <a:pos x="0" y="T2"/>
                </a:cxn>
              </a:cxnLst>
              <a:rect l="0" t="0" r="r" b="b"/>
              <a:pathLst>
                <a:path h="3">
                  <a:moveTo>
                    <a:pt x="0"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4" name="Rectangle 459">
              <a:extLst>
                <a:ext uri="{FF2B5EF4-FFF2-40B4-BE49-F238E27FC236}">
                  <a16:creationId xmlns:a16="http://schemas.microsoft.com/office/drawing/2014/main" id="{7D0AC045-E171-FDC0-17D5-61DFEE1A63AF}"/>
                </a:ext>
              </a:extLst>
            </p:cNvPr>
            <p:cNvSpPr>
              <a:spLocks noChangeArrowheads="1"/>
            </p:cNvSpPr>
            <p:nvPr/>
          </p:nvSpPr>
          <p:spPr bwMode="auto">
            <a:xfrm>
              <a:off x="6481763" y="3146426"/>
              <a:ext cx="200025"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C405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5" name="Rectangle 460">
              <a:extLst>
                <a:ext uri="{FF2B5EF4-FFF2-40B4-BE49-F238E27FC236}">
                  <a16:creationId xmlns:a16="http://schemas.microsoft.com/office/drawing/2014/main" id="{BF979B5F-B856-A7C8-4231-82F0F4027CB5}"/>
                </a:ext>
              </a:extLst>
            </p:cNvPr>
            <p:cNvSpPr>
              <a:spLocks noChangeArrowheads="1"/>
            </p:cNvSpPr>
            <p:nvPr/>
          </p:nvSpPr>
          <p:spPr bwMode="auto">
            <a:xfrm>
              <a:off x="6481763" y="3306763"/>
              <a:ext cx="192088"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100n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6" name="Freeform 461">
              <a:extLst>
                <a:ext uri="{FF2B5EF4-FFF2-40B4-BE49-F238E27FC236}">
                  <a16:creationId xmlns:a16="http://schemas.microsoft.com/office/drawing/2014/main" id="{70168C17-EBE4-0BCD-1A87-C94CD693A063}"/>
                </a:ext>
              </a:extLst>
            </p:cNvPr>
            <p:cNvSpPr>
              <a:spLocks/>
            </p:cNvSpPr>
            <p:nvPr/>
          </p:nvSpPr>
          <p:spPr bwMode="auto">
            <a:xfrm>
              <a:off x="6481763" y="3306763"/>
              <a:ext cx="0" cy="79375"/>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7" name="Freeform 462">
              <a:extLst>
                <a:ext uri="{FF2B5EF4-FFF2-40B4-BE49-F238E27FC236}">
                  <a16:creationId xmlns:a16="http://schemas.microsoft.com/office/drawing/2014/main" id="{F241FBB5-2EA9-0F86-E748-7493AA7E7B29}"/>
                </a:ext>
              </a:extLst>
            </p:cNvPr>
            <p:cNvSpPr>
              <a:spLocks/>
            </p:cNvSpPr>
            <p:nvPr/>
          </p:nvSpPr>
          <p:spPr bwMode="auto">
            <a:xfrm>
              <a:off x="6481763" y="3146426"/>
              <a:ext cx="0" cy="79375"/>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8" name="Freeform 463">
              <a:extLst>
                <a:ext uri="{FF2B5EF4-FFF2-40B4-BE49-F238E27FC236}">
                  <a16:creationId xmlns:a16="http://schemas.microsoft.com/office/drawing/2014/main" id="{D615CCE0-FF59-BB01-C316-675DCF789FE9}"/>
                </a:ext>
              </a:extLst>
            </p:cNvPr>
            <p:cNvSpPr>
              <a:spLocks/>
            </p:cNvSpPr>
            <p:nvPr/>
          </p:nvSpPr>
          <p:spPr bwMode="auto">
            <a:xfrm>
              <a:off x="10001251" y="4186238"/>
              <a:ext cx="0" cy="80963"/>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9" name="Freeform 464">
              <a:extLst>
                <a:ext uri="{FF2B5EF4-FFF2-40B4-BE49-F238E27FC236}">
                  <a16:creationId xmlns:a16="http://schemas.microsoft.com/office/drawing/2014/main" id="{BB918273-E70E-4B89-C265-5DEFAED9947C}"/>
                </a:ext>
              </a:extLst>
            </p:cNvPr>
            <p:cNvSpPr>
              <a:spLocks/>
            </p:cNvSpPr>
            <p:nvPr/>
          </p:nvSpPr>
          <p:spPr bwMode="auto">
            <a:xfrm>
              <a:off x="8640763" y="6427788"/>
              <a:ext cx="0" cy="160338"/>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0" name="Freeform 465">
              <a:extLst>
                <a:ext uri="{FF2B5EF4-FFF2-40B4-BE49-F238E27FC236}">
                  <a16:creationId xmlns:a16="http://schemas.microsoft.com/office/drawing/2014/main" id="{746531C5-1553-1EC3-E8AC-9102A6F80CBB}"/>
                </a:ext>
              </a:extLst>
            </p:cNvPr>
            <p:cNvSpPr>
              <a:spLocks/>
            </p:cNvSpPr>
            <p:nvPr/>
          </p:nvSpPr>
          <p:spPr bwMode="auto">
            <a:xfrm>
              <a:off x="7040563" y="4826001"/>
              <a:ext cx="560388" cy="0"/>
            </a:xfrm>
            <a:custGeom>
              <a:avLst/>
              <a:gdLst>
                <a:gd name="T0" fmla="*/ 70 w 70"/>
                <a:gd name="T1" fmla="*/ 0 w 70"/>
                <a:gd name="T2" fmla="*/ 0 w 70"/>
              </a:gdLst>
              <a:ahLst/>
              <a:cxnLst>
                <a:cxn ang="0">
                  <a:pos x="T0" y="0"/>
                </a:cxn>
                <a:cxn ang="0">
                  <a:pos x="T1" y="0"/>
                </a:cxn>
                <a:cxn ang="0">
                  <a:pos x="T2" y="0"/>
                </a:cxn>
              </a:cxnLst>
              <a:rect l="0" t="0" r="r" b="b"/>
              <a:pathLst>
                <a:path w="70">
                  <a:moveTo>
                    <a:pt x="7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1" name="Rectangle 466">
              <a:extLst>
                <a:ext uri="{FF2B5EF4-FFF2-40B4-BE49-F238E27FC236}">
                  <a16:creationId xmlns:a16="http://schemas.microsoft.com/office/drawing/2014/main" id="{5D87F6A5-3CA6-2F27-ABAA-1D9862E6536C}"/>
                </a:ext>
              </a:extLst>
            </p:cNvPr>
            <p:cNvSpPr>
              <a:spLocks noChangeArrowheads="1"/>
            </p:cNvSpPr>
            <p:nvPr/>
          </p:nvSpPr>
          <p:spPr bwMode="auto">
            <a:xfrm>
              <a:off x="7137401" y="4738688"/>
              <a:ext cx="384175"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AC_COMP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2" name="Freeform 467">
              <a:extLst>
                <a:ext uri="{FF2B5EF4-FFF2-40B4-BE49-F238E27FC236}">
                  <a16:creationId xmlns:a16="http://schemas.microsoft.com/office/drawing/2014/main" id="{EF6CC012-DD9B-725F-6909-9DB0474974A7}"/>
                </a:ext>
              </a:extLst>
            </p:cNvPr>
            <p:cNvSpPr>
              <a:spLocks/>
            </p:cNvSpPr>
            <p:nvPr/>
          </p:nvSpPr>
          <p:spPr bwMode="auto">
            <a:xfrm>
              <a:off x="6969126" y="3033713"/>
              <a:ext cx="15875" cy="31750"/>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3" name="Freeform 468">
              <a:extLst>
                <a:ext uri="{FF2B5EF4-FFF2-40B4-BE49-F238E27FC236}">
                  <a16:creationId xmlns:a16="http://schemas.microsoft.com/office/drawing/2014/main" id="{B23F1A62-AB20-C4C2-7DC7-D42AD99A2DE2}"/>
                </a:ext>
              </a:extLst>
            </p:cNvPr>
            <p:cNvSpPr>
              <a:spLocks/>
            </p:cNvSpPr>
            <p:nvPr/>
          </p:nvSpPr>
          <p:spPr bwMode="auto">
            <a:xfrm>
              <a:off x="6985001" y="3033713"/>
              <a:ext cx="23813" cy="6350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4" name="Freeform 469">
              <a:extLst>
                <a:ext uri="{FF2B5EF4-FFF2-40B4-BE49-F238E27FC236}">
                  <a16:creationId xmlns:a16="http://schemas.microsoft.com/office/drawing/2014/main" id="{3AB1D221-0A54-315C-5AFD-395DC90522FB}"/>
                </a:ext>
              </a:extLst>
            </p:cNvPr>
            <p:cNvSpPr>
              <a:spLocks/>
            </p:cNvSpPr>
            <p:nvPr/>
          </p:nvSpPr>
          <p:spPr bwMode="auto">
            <a:xfrm>
              <a:off x="7008813" y="3033713"/>
              <a:ext cx="23813" cy="63500"/>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Freeform 470">
              <a:extLst>
                <a:ext uri="{FF2B5EF4-FFF2-40B4-BE49-F238E27FC236}">
                  <a16:creationId xmlns:a16="http://schemas.microsoft.com/office/drawing/2014/main" id="{D8647E45-325A-5EF0-2C84-9B44F680D05A}"/>
                </a:ext>
              </a:extLst>
            </p:cNvPr>
            <p:cNvSpPr>
              <a:spLocks/>
            </p:cNvSpPr>
            <p:nvPr/>
          </p:nvSpPr>
          <p:spPr bwMode="auto">
            <a:xfrm>
              <a:off x="7032626" y="3033713"/>
              <a:ext cx="25400" cy="6350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6" name="Freeform 471">
              <a:extLst>
                <a:ext uri="{FF2B5EF4-FFF2-40B4-BE49-F238E27FC236}">
                  <a16:creationId xmlns:a16="http://schemas.microsoft.com/office/drawing/2014/main" id="{095B2EDB-C79F-B61E-A403-17FDBC75EB4F}"/>
                </a:ext>
              </a:extLst>
            </p:cNvPr>
            <p:cNvSpPr>
              <a:spLocks/>
            </p:cNvSpPr>
            <p:nvPr/>
          </p:nvSpPr>
          <p:spPr bwMode="auto">
            <a:xfrm>
              <a:off x="7058026" y="3033713"/>
              <a:ext cx="23813" cy="63500"/>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Freeform 472">
              <a:extLst>
                <a:ext uri="{FF2B5EF4-FFF2-40B4-BE49-F238E27FC236}">
                  <a16:creationId xmlns:a16="http://schemas.microsoft.com/office/drawing/2014/main" id="{58FDF0E7-E5CB-0327-08CA-F5B8627A5FE4}"/>
                </a:ext>
              </a:extLst>
            </p:cNvPr>
            <p:cNvSpPr>
              <a:spLocks/>
            </p:cNvSpPr>
            <p:nvPr/>
          </p:nvSpPr>
          <p:spPr bwMode="auto">
            <a:xfrm>
              <a:off x="7081838" y="3033713"/>
              <a:ext cx="23813" cy="6350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Freeform 473">
              <a:extLst>
                <a:ext uri="{FF2B5EF4-FFF2-40B4-BE49-F238E27FC236}">
                  <a16:creationId xmlns:a16="http://schemas.microsoft.com/office/drawing/2014/main" id="{3F6F1547-CC7C-BAA0-5351-685DD77ED4D1}"/>
                </a:ext>
              </a:extLst>
            </p:cNvPr>
            <p:cNvSpPr>
              <a:spLocks/>
            </p:cNvSpPr>
            <p:nvPr/>
          </p:nvSpPr>
          <p:spPr bwMode="auto">
            <a:xfrm>
              <a:off x="7105651" y="3065463"/>
              <a:ext cx="15875" cy="31750"/>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474">
              <a:extLst>
                <a:ext uri="{FF2B5EF4-FFF2-40B4-BE49-F238E27FC236}">
                  <a16:creationId xmlns:a16="http://schemas.microsoft.com/office/drawing/2014/main" id="{3F64A314-281B-B1F8-BC96-C5757736499F}"/>
                </a:ext>
              </a:extLst>
            </p:cNvPr>
            <p:cNvSpPr>
              <a:spLocks/>
            </p:cNvSpPr>
            <p:nvPr/>
          </p:nvSpPr>
          <p:spPr bwMode="auto">
            <a:xfrm>
              <a:off x="6961188" y="3065463"/>
              <a:ext cx="7938" cy="0"/>
            </a:xfrm>
            <a:custGeom>
              <a:avLst/>
              <a:gdLst>
                <a:gd name="T0" fmla="*/ 0 w 1"/>
                <a:gd name="T1" fmla="*/ 1 w 1"/>
                <a:gd name="T2" fmla="*/ 1 w 1"/>
              </a:gdLst>
              <a:ahLst/>
              <a:cxnLst>
                <a:cxn ang="0">
                  <a:pos x="T0" y="0"/>
                </a:cxn>
                <a:cxn ang="0">
                  <a:pos x="T1" y="0"/>
                </a:cxn>
                <a:cxn ang="0">
                  <a:pos x="T2" y="0"/>
                </a:cxn>
              </a:cxnLst>
              <a:rect l="0" t="0" r="r" b="b"/>
              <a:pathLst>
                <a:path w="1">
                  <a:moveTo>
                    <a:pt x="0" y="0"/>
                  </a:moveTo>
                  <a:lnTo>
                    <a:pt x="1" y="0"/>
                  </a:lnTo>
                  <a:lnTo>
                    <a:pt x="1"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Rectangle 475">
              <a:extLst>
                <a:ext uri="{FF2B5EF4-FFF2-40B4-BE49-F238E27FC236}">
                  <a16:creationId xmlns:a16="http://schemas.microsoft.com/office/drawing/2014/main" id="{10859D3D-4F6B-86DC-B473-0E154C91B332}"/>
                </a:ext>
              </a:extLst>
            </p:cNvPr>
            <p:cNvSpPr>
              <a:spLocks noChangeArrowheads="1"/>
            </p:cNvSpPr>
            <p:nvPr/>
          </p:nvSpPr>
          <p:spPr bwMode="auto">
            <a:xfrm>
              <a:off x="6800851" y="2986088"/>
              <a:ext cx="200025"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R418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1" name="Rectangle 476">
              <a:extLst>
                <a:ext uri="{FF2B5EF4-FFF2-40B4-BE49-F238E27FC236}">
                  <a16:creationId xmlns:a16="http://schemas.microsoft.com/office/drawing/2014/main" id="{2B142BDC-AF6D-EFB1-780D-EB33C331F4BE}"/>
                </a:ext>
              </a:extLst>
            </p:cNvPr>
            <p:cNvSpPr>
              <a:spLocks noChangeArrowheads="1"/>
            </p:cNvSpPr>
            <p:nvPr/>
          </p:nvSpPr>
          <p:spPr bwMode="auto">
            <a:xfrm>
              <a:off x="7121526" y="2986088"/>
              <a:ext cx="120650"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 name="Freeform 477">
              <a:extLst>
                <a:ext uri="{FF2B5EF4-FFF2-40B4-BE49-F238E27FC236}">
                  <a16:creationId xmlns:a16="http://schemas.microsoft.com/office/drawing/2014/main" id="{56AD81E5-06D3-B542-FD06-8B5A38026A04}"/>
                </a:ext>
              </a:extLst>
            </p:cNvPr>
            <p:cNvSpPr>
              <a:spLocks/>
            </p:cNvSpPr>
            <p:nvPr/>
          </p:nvSpPr>
          <p:spPr bwMode="auto">
            <a:xfrm>
              <a:off x="7121526" y="3065463"/>
              <a:ext cx="79375"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Freeform 478">
              <a:extLst>
                <a:ext uri="{FF2B5EF4-FFF2-40B4-BE49-F238E27FC236}">
                  <a16:creationId xmlns:a16="http://schemas.microsoft.com/office/drawing/2014/main" id="{2731B57B-93FD-6142-029A-F24A1A41DCD3}"/>
                </a:ext>
              </a:extLst>
            </p:cNvPr>
            <p:cNvSpPr>
              <a:spLocks/>
            </p:cNvSpPr>
            <p:nvPr/>
          </p:nvSpPr>
          <p:spPr bwMode="auto">
            <a:xfrm>
              <a:off x="6881813" y="3065463"/>
              <a:ext cx="79375"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Freeform 479">
              <a:extLst>
                <a:ext uri="{FF2B5EF4-FFF2-40B4-BE49-F238E27FC236}">
                  <a16:creationId xmlns:a16="http://schemas.microsoft.com/office/drawing/2014/main" id="{53AF3B95-1E41-0B17-BF77-63E0EB44F545}"/>
                </a:ext>
              </a:extLst>
            </p:cNvPr>
            <p:cNvSpPr>
              <a:spLocks/>
            </p:cNvSpPr>
            <p:nvPr/>
          </p:nvSpPr>
          <p:spPr bwMode="auto">
            <a:xfrm>
              <a:off x="8001001" y="4667251"/>
              <a:ext cx="0" cy="158750"/>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Freeform 480">
              <a:extLst>
                <a:ext uri="{FF2B5EF4-FFF2-40B4-BE49-F238E27FC236}">
                  <a16:creationId xmlns:a16="http://schemas.microsoft.com/office/drawing/2014/main" id="{5F4375AF-2A55-BFBD-2746-1AA05865F4E9}"/>
                </a:ext>
              </a:extLst>
            </p:cNvPr>
            <p:cNvSpPr>
              <a:spLocks/>
            </p:cNvSpPr>
            <p:nvPr/>
          </p:nvSpPr>
          <p:spPr bwMode="auto">
            <a:xfrm>
              <a:off x="6721476" y="3465513"/>
              <a:ext cx="0" cy="80963"/>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Freeform 481">
              <a:extLst>
                <a:ext uri="{FF2B5EF4-FFF2-40B4-BE49-F238E27FC236}">
                  <a16:creationId xmlns:a16="http://schemas.microsoft.com/office/drawing/2014/main" id="{2E8510C3-03C6-7900-D70D-6D641C793D07}"/>
                </a:ext>
              </a:extLst>
            </p:cNvPr>
            <p:cNvSpPr>
              <a:spLocks/>
            </p:cNvSpPr>
            <p:nvPr/>
          </p:nvSpPr>
          <p:spPr bwMode="auto">
            <a:xfrm>
              <a:off x="10401301" y="5707063"/>
              <a:ext cx="0" cy="79375"/>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Freeform 482">
              <a:extLst>
                <a:ext uri="{FF2B5EF4-FFF2-40B4-BE49-F238E27FC236}">
                  <a16:creationId xmlns:a16="http://schemas.microsoft.com/office/drawing/2014/main" id="{935CC2E4-3FAD-B774-D57C-8E506CF531F3}"/>
                </a:ext>
              </a:extLst>
            </p:cNvPr>
            <p:cNvSpPr>
              <a:spLocks/>
            </p:cNvSpPr>
            <p:nvPr/>
          </p:nvSpPr>
          <p:spPr bwMode="auto">
            <a:xfrm>
              <a:off x="9121776" y="5307013"/>
              <a:ext cx="479425" cy="0"/>
            </a:xfrm>
            <a:custGeom>
              <a:avLst/>
              <a:gdLst>
                <a:gd name="T0" fmla="*/ 0 w 60"/>
                <a:gd name="T1" fmla="*/ 60 w 60"/>
                <a:gd name="T2" fmla="*/ 60 w 60"/>
              </a:gdLst>
              <a:ahLst/>
              <a:cxnLst>
                <a:cxn ang="0">
                  <a:pos x="T0" y="0"/>
                </a:cxn>
                <a:cxn ang="0">
                  <a:pos x="T1" y="0"/>
                </a:cxn>
                <a:cxn ang="0">
                  <a:pos x="T2" y="0"/>
                </a:cxn>
              </a:cxnLst>
              <a:rect l="0" t="0" r="r" b="b"/>
              <a:pathLst>
                <a:path w="60">
                  <a:moveTo>
                    <a:pt x="0" y="0"/>
                  </a:moveTo>
                  <a:lnTo>
                    <a:pt x="60" y="0"/>
                  </a:lnTo>
                  <a:lnTo>
                    <a:pt x="6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Oval 483">
              <a:extLst>
                <a:ext uri="{FF2B5EF4-FFF2-40B4-BE49-F238E27FC236}">
                  <a16:creationId xmlns:a16="http://schemas.microsoft.com/office/drawing/2014/main" id="{D5CCE714-9A12-55B0-7722-D0526688C19C}"/>
                </a:ext>
              </a:extLst>
            </p:cNvPr>
            <p:cNvSpPr>
              <a:spLocks noChangeArrowheads="1"/>
            </p:cNvSpPr>
            <p:nvPr/>
          </p:nvSpPr>
          <p:spPr bwMode="auto">
            <a:xfrm>
              <a:off x="9105901" y="5291138"/>
              <a:ext cx="23813" cy="23813"/>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9" name="Rectangle 484">
              <a:extLst>
                <a:ext uri="{FF2B5EF4-FFF2-40B4-BE49-F238E27FC236}">
                  <a16:creationId xmlns:a16="http://schemas.microsoft.com/office/drawing/2014/main" id="{03605C4E-BD4F-A7EF-C5BC-9B20668E268D}"/>
                </a:ext>
              </a:extLst>
            </p:cNvPr>
            <p:cNvSpPr>
              <a:spLocks noChangeArrowheads="1"/>
            </p:cNvSpPr>
            <p:nvPr/>
          </p:nvSpPr>
          <p:spPr bwMode="auto">
            <a:xfrm>
              <a:off x="9296401" y="5218113"/>
              <a:ext cx="360363"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AC_VREF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0" name="Freeform 485">
              <a:extLst>
                <a:ext uri="{FF2B5EF4-FFF2-40B4-BE49-F238E27FC236}">
                  <a16:creationId xmlns:a16="http://schemas.microsoft.com/office/drawing/2014/main" id="{814F36DD-927F-04DB-0CA6-A8E8B4D16315}"/>
                </a:ext>
              </a:extLst>
            </p:cNvPr>
            <p:cNvSpPr>
              <a:spLocks/>
            </p:cNvSpPr>
            <p:nvPr/>
          </p:nvSpPr>
          <p:spPr bwMode="auto">
            <a:xfrm>
              <a:off x="9201151" y="3146426"/>
              <a:ext cx="79375"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1" name="Oval 486">
              <a:extLst>
                <a:ext uri="{FF2B5EF4-FFF2-40B4-BE49-F238E27FC236}">
                  <a16:creationId xmlns:a16="http://schemas.microsoft.com/office/drawing/2014/main" id="{5A8A02B7-63D4-9114-0865-A11B4EB0942C}"/>
                </a:ext>
              </a:extLst>
            </p:cNvPr>
            <p:cNvSpPr>
              <a:spLocks noChangeArrowheads="1"/>
            </p:cNvSpPr>
            <p:nvPr/>
          </p:nvSpPr>
          <p:spPr bwMode="auto">
            <a:xfrm>
              <a:off x="9185276" y="3130551"/>
              <a:ext cx="23813" cy="23813"/>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2" name="Freeform 487">
              <a:extLst>
                <a:ext uri="{FF2B5EF4-FFF2-40B4-BE49-F238E27FC236}">
                  <a16:creationId xmlns:a16="http://schemas.microsoft.com/office/drawing/2014/main" id="{155D2CCD-D603-4810-C7CB-B00FA02791DF}"/>
                </a:ext>
              </a:extLst>
            </p:cNvPr>
            <p:cNvSpPr>
              <a:spLocks/>
            </p:cNvSpPr>
            <p:nvPr/>
          </p:nvSpPr>
          <p:spPr bwMode="auto">
            <a:xfrm>
              <a:off x="9761538" y="4267201"/>
              <a:ext cx="239713"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3" name="Freeform 488">
              <a:extLst>
                <a:ext uri="{FF2B5EF4-FFF2-40B4-BE49-F238E27FC236}">
                  <a16:creationId xmlns:a16="http://schemas.microsoft.com/office/drawing/2014/main" id="{AB927059-279F-772A-AD7D-D03A316246B2}"/>
                </a:ext>
              </a:extLst>
            </p:cNvPr>
            <p:cNvSpPr>
              <a:spLocks/>
            </p:cNvSpPr>
            <p:nvPr/>
          </p:nvSpPr>
          <p:spPr bwMode="auto">
            <a:xfrm>
              <a:off x="6721476" y="3546476"/>
              <a:ext cx="879475" cy="0"/>
            </a:xfrm>
            <a:custGeom>
              <a:avLst/>
              <a:gdLst>
                <a:gd name="T0" fmla="*/ 110 w 110"/>
                <a:gd name="T1" fmla="*/ 0 w 110"/>
                <a:gd name="T2" fmla="*/ 0 w 110"/>
              </a:gdLst>
              <a:ahLst/>
              <a:cxnLst>
                <a:cxn ang="0">
                  <a:pos x="T0" y="0"/>
                </a:cxn>
                <a:cxn ang="0">
                  <a:pos x="T1" y="0"/>
                </a:cxn>
                <a:cxn ang="0">
                  <a:pos x="T2" y="0"/>
                </a:cxn>
              </a:cxnLst>
              <a:rect l="0" t="0" r="r" b="b"/>
              <a:pathLst>
                <a:path w="110">
                  <a:moveTo>
                    <a:pt x="1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4" name="Oval 489">
              <a:extLst>
                <a:ext uri="{FF2B5EF4-FFF2-40B4-BE49-F238E27FC236}">
                  <a16:creationId xmlns:a16="http://schemas.microsoft.com/office/drawing/2014/main" id="{1FB509FF-6C7E-679C-246B-DD3C9BC7303C}"/>
                </a:ext>
              </a:extLst>
            </p:cNvPr>
            <p:cNvSpPr>
              <a:spLocks noChangeArrowheads="1"/>
            </p:cNvSpPr>
            <p:nvPr/>
          </p:nvSpPr>
          <p:spPr bwMode="auto">
            <a:xfrm>
              <a:off x="6705601" y="3530601"/>
              <a:ext cx="23813" cy="23813"/>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5" name="Rectangle 490">
              <a:extLst>
                <a:ext uri="{FF2B5EF4-FFF2-40B4-BE49-F238E27FC236}">
                  <a16:creationId xmlns:a16="http://schemas.microsoft.com/office/drawing/2014/main" id="{313CE3D2-4CD6-8DE5-7619-5BC0D7244093}"/>
                </a:ext>
              </a:extLst>
            </p:cNvPr>
            <p:cNvSpPr>
              <a:spLocks noChangeArrowheads="1"/>
            </p:cNvSpPr>
            <p:nvPr/>
          </p:nvSpPr>
          <p:spPr bwMode="auto">
            <a:xfrm>
              <a:off x="7216776" y="3457576"/>
              <a:ext cx="487363"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ACDC_CTRL-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6" name="Freeform 491">
              <a:extLst>
                <a:ext uri="{FF2B5EF4-FFF2-40B4-BE49-F238E27FC236}">
                  <a16:creationId xmlns:a16="http://schemas.microsoft.com/office/drawing/2014/main" id="{D6A1E084-23D4-C03A-08D7-D9836050CC13}"/>
                </a:ext>
              </a:extLst>
            </p:cNvPr>
            <p:cNvSpPr>
              <a:spLocks/>
            </p:cNvSpPr>
            <p:nvPr/>
          </p:nvSpPr>
          <p:spPr bwMode="auto">
            <a:xfrm>
              <a:off x="8640763" y="6588126"/>
              <a:ext cx="639763" cy="0"/>
            </a:xfrm>
            <a:custGeom>
              <a:avLst/>
              <a:gdLst>
                <a:gd name="T0" fmla="*/ 80 w 80"/>
                <a:gd name="T1" fmla="*/ 0 w 80"/>
                <a:gd name="T2" fmla="*/ 0 w 80"/>
              </a:gdLst>
              <a:ahLst/>
              <a:cxnLst>
                <a:cxn ang="0">
                  <a:pos x="T0" y="0"/>
                </a:cxn>
                <a:cxn ang="0">
                  <a:pos x="T1" y="0"/>
                </a:cxn>
                <a:cxn ang="0">
                  <a:pos x="T2" y="0"/>
                </a:cxn>
              </a:cxnLst>
              <a:rect l="0" t="0" r="r" b="b"/>
              <a:pathLst>
                <a:path w="80">
                  <a:moveTo>
                    <a:pt x="8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7" name="Oval 492">
              <a:extLst>
                <a:ext uri="{FF2B5EF4-FFF2-40B4-BE49-F238E27FC236}">
                  <a16:creationId xmlns:a16="http://schemas.microsoft.com/office/drawing/2014/main" id="{13BDDCA0-9E05-F4FF-C305-0E8DAA490888}"/>
                </a:ext>
              </a:extLst>
            </p:cNvPr>
            <p:cNvSpPr>
              <a:spLocks noChangeArrowheads="1"/>
            </p:cNvSpPr>
            <p:nvPr/>
          </p:nvSpPr>
          <p:spPr bwMode="auto">
            <a:xfrm>
              <a:off x="8624888" y="6570663"/>
              <a:ext cx="23813" cy="25400"/>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8" name="Freeform 493">
              <a:extLst>
                <a:ext uri="{FF2B5EF4-FFF2-40B4-BE49-F238E27FC236}">
                  <a16:creationId xmlns:a16="http://schemas.microsoft.com/office/drawing/2014/main" id="{CDC7D7E7-4E38-D5FC-12AB-517EFB54C648}"/>
                </a:ext>
              </a:extLst>
            </p:cNvPr>
            <p:cNvSpPr>
              <a:spLocks/>
            </p:cNvSpPr>
            <p:nvPr/>
          </p:nvSpPr>
          <p:spPr bwMode="auto">
            <a:xfrm>
              <a:off x="10161588" y="2665413"/>
              <a:ext cx="239713"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9" name="Oval 494">
              <a:extLst>
                <a:ext uri="{FF2B5EF4-FFF2-40B4-BE49-F238E27FC236}">
                  <a16:creationId xmlns:a16="http://schemas.microsoft.com/office/drawing/2014/main" id="{E5C29830-56B5-F16E-98CE-CA2B13257069}"/>
                </a:ext>
              </a:extLst>
            </p:cNvPr>
            <p:cNvSpPr>
              <a:spLocks noChangeArrowheads="1"/>
            </p:cNvSpPr>
            <p:nvPr/>
          </p:nvSpPr>
          <p:spPr bwMode="auto">
            <a:xfrm>
              <a:off x="10145713" y="2649538"/>
              <a:ext cx="23813" cy="23813"/>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500119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0031-F5B9-C9EE-1692-2661F6007E5E}"/>
              </a:ext>
            </a:extLst>
          </p:cNvPr>
          <p:cNvSpPr>
            <a:spLocks noGrp="1"/>
          </p:cNvSpPr>
          <p:nvPr>
            <p:ph type="title"/>
          </p:nvPr>
        </p:nvSpPr>
        <p:spPr/>
        <p:txBody>
          <a:bodyPr/>
          <a:lstStyle/>
          <a:p>
            <a:r>
              <a:rPr lang="en-US" dirty="0"/>
              <a:t>Debug card Connection V4</a:t>
            </a:r>
          </a:p>
        </p:txBody>
      </p:sp>
      <p:sp>
        <p:nvSpPr>
          <p:cNvPr id="3" name="Content Placeholder 2">
            <a:extLst>
              <a:ext uri="{FF2B5EF4-FFF2-40B4-BE49-F238E27FC236}">
                <a16:creationId xmlns:a16="http://schemas.microsoft.com/office/drawing/2014/main" id="{AAC31DA8-662C-7C50-82A5-DE45AB706CB5}"/>
              </a:ext>
            </a:extLst>
          </p:cNvPr>
          <p:cNvSpPr>
            <a:spLocks noGrp="1"/>
          </p:cNvSpPr>
          <p:nvPr>
            <p:ph idx="1"/>
          </p:nvPr>
        </p:nvSpPr>
        <p:spPr/>
        <p:txBody>
          <a:bodyPr/>
          <a:lstStyle/>
          <a:p>
            <a:r>
              <a:rPr lang="en-US" dirty="0"/>
              <a:t>Debug Card is connected and used only in lab.</a:t>
            </a:r>
          </a:p>
          <a:p>
            <a:pPr lvl="1"/>
            <a:r>
              <a:rPr lang="en-US" dirty="0"/>
              <a:t>When not used SPI lines become stubs and antennas. Signal is both distorted and collects noises.</a:t>
            </a:r>
          </a:p>
        </p:txBody>
      </p:sp>
      <p:sp>
        <p:nvSpPr>
          <p:cNvPr id="4" name="Slide Number Placeholder 3">
            <a:extLst>
              <a:ext uri="{FF2B5EF4-FFF2-40B4-BE49-F238E27FC236}">
                <a16:creationId xmlns:a16="http://schemas.microsoft.com/office/drawing/2014/main" id="{3CCCDEAA-BA08-A80E-A4A8-50FC2055A0AF}"/>
              </a:ext>
            </a:extLst>
          </p:cNvPr>
          <p:cNvSpPr>
            <a:spLocks noGrp="1"/>
          </p:cNvSpPr>
          <p:nvPr>
            <p:ph type="sldNum" sz="quarter" idx="12"/>
          </p:nvPr>
        </p:nvSpPr>
        <p:spPr/>
        <p:txBody>
          <a:bodyPr/>
          <a:lstStyle/>
          <a:p>
            <a:fld id="{4055E60B-063F-7341-AAD1-65F55D97E323}" type="slidenum">
              <a:rPr lang="en-IL" smtClean="0"/>
              <a:t>14</a:t>
            </a:fld>
            <a:endParaRPr lang="en-IL"/>
          </a:p>
        </p:txBody>
      </p:sp>
      <p:grpSp>
        <p:nvGrpSpPr>
          <p:cNvPr id="43" name="Group 42">
            <a:extLst>
              <a:ext uri="{FF2B5EF4-FFF2-40B4-BE49-F238E27FC236}">
                <a16:creationId xmlns:a16="http://schemas.microsoft.com/office/drawing/2014/main" id="{63A85A22-D426-6699-1D3A-6839178F683F}"/>
              </a:ext>
            </a:extLst>
          </p:cNvPr>
          <p:cNvGrpSpPr/>
          <p:nvPr/>
        </p:nvGrpSpPr>
        <p:grpSpPr>
          <a:xfrm>
            <a:off x="2373696" y="2324100"/>
            <a:ext cx="7240204" cy="4307498"/>
            <a:chOff x="2373696" y="2324100"/>
            <a:chExt cx="7240204" cy="4307498"/>
          </a:xfrm>
        </p:grpSpPr>
        <p:grpSp>
          <p:nvGrpSpPr>
            <p:cNvPr id="12" name="Group 11">
              <a:extLst>
                <a:ext uri="{FF2B5EF4-FFF2-40B4-BE49-F238E27FC236}">
                  <a16:creationId xmlns:a16="http://schemas.microsoft.com/office/drawing/2014/main" id="{152AB72C-D952-9050-A021-D4CDC83EF258}"/>
                </a:ext>
              </a:extLst>
            </p:cNvPr>
            <p:cNvGrpSpPr/>
            <p:nvPr/>
          </p:nvGrpSpPr>
          <p:grpSpPr>
            <a:xfrm>
              <a:off x="2373696" y="2324100"/>
              <a:ext cx="7240204" cy="4307498"/>
              <a:chOff x="405196" y="1163408"/>
              <a:chExt cx="9958162" cy="5328490"/>
            </a:xfrm>
          </p:grpSpPr>
          <p:pic>
            <p:nvPicPr>
              <p:cNvPr id="6" name="Content Placeholder 5">
                <a:extLst>
                  <a:ext uri="{FF2B5EF4-FFF2-40B4-BE49-F238E27FC236}">
                    <a16:creationId xmlns:a16="http://schemas.microsoft.com/office/drawing/2014/main" id="{D5CA32CD-1CDC-B865-F5B1-993840738FCB}"/>
                  </a:ext>
                </a:extLst>
              </p:cNvPr>
              <p:cNvPicPr>
                <a:picLocks/>
              </p:cNvPicPr>
              <p:nvPr/>
            </p:nvPicPr>
            <p:blipFill>
              <a:blip r:embed="rId2"/>
              <a:stretch>
                <a:fillRect/>
              </a:stretch>
            </p:blipFill>
            <p:spPr>
              <a:xfrm>
                <a:off x="405196" y="1163408"/>
                <a:ext cx="9958162" cy="5328490"/>
              </a:xfrm>
              <a:prstGeom prst="rect">
                <a:avLst/>
              </a:prstGeom>
            </p:spPr>
          </p:pic>
          <p:grpSp>
            <p:nvGrpSpPr>
              <p:cNvPr id="7" name="Group 6">
                <a:extLst>
                  <a:ext uri="{FF2B5EF4-FFF2-40B4-BE49-F238E27FC236}">
                    <a16:creationId xmlns:a16="http://schemas.microsoft.com/office/drawing/2014/main" id="{31E65589-753A-7E21-6568-1F772DD5ABA0}"/>
                  </a:ext>
                </a:extLst>
              </p:cNvPr>
              <p:cNvGrpSpPr/>
              <p:nvPr/>
            </p:nvGrpSpPr>
            <p:grpSpPr>
              <a:xfrm>
                <a:off x="1711842" y="1687286"/>
                <a:ext cx="8537944" cy="4328615"/>
                <a:chOff x="1711842" y="1687286"/>
                <a:chExt cx="8537944" cy="4328615"/>
              </a:xfrm>
            </p:grpSpPr>
            <p:sp>
              <p:nvSpPr>
                <p:cNvPr id="8" name="Rectangle 7">
                  <a:extLst>
                    <a:ext uri="{FF2B5EF4-FFF2-40B4-BE49-F238E27FC236}">
                      <a16:creationId xmlns:a16="http://schemas.microsoft.com/office/drawing/2014/main" id="{2799A380-7197-A81B-364E-613DE6512BC5}"/>
                    </a:ext>
                  </a:extLst>
                </p:cNvPr>
                <p:cNvSpPr/>
                <p:nvPr/>
              </p:nvSpPr>
              <p:spPr>
                <a:xfrm>
                  <a:off x="3614057" y="1687286"/>
                  <a:ext cx="1338943" cy="1262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FPGA</a:t>
                  </a:r>
                </a:p>
              </p:txBody>
            </p:sp>
            <p:sp>
              <p:nvSpPr>
                <p:cNvPr id="9" name="Rectangle 8">
                  <a:extLst>
                    <a:ext uri="{FF2B5EF4-FFF2-40B4-BE49-F238E27FC236}">
                      <a16:creationId xmlns:a16="http://schemas.microsoft.com/office/drawing/2014/main" id="{DEA1E732-854A-C43B-21DB-9E7701D72FAA}"/>
                    </a:ext>
                  </a:extLst>
                </p:cNvPr>
                <p:cNvSpPr/>
                <p:nvPr/>
              </p:nvSpPr>
              <p:spPr>
                <a:xfrm>
                  <a:off x="1711842" y="4029740"/>
                  <a:ext cx="1307805" cy="1254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MNGR</a:t>
                  </a:r>
                </a:p>
              </p:txBody>
            </p:sp>
            <p:sp>
              <p:nvSpPr>
                <p:cNvPr id="10" name="Rectangle 9">
                  <a:extLst>
                    <a:ext uri="{FF2B5EF4-FFF2-40B4-BE49-F238E27FC236}">
                      <a16:creationId xmlns:a16="http://schemas.microsoft.com/office/drawing/2014/main" id="{20E3C7A0-C03C-A243-02DF-A631261CAFEA}"/>
                    </a:ext>
                  </a:extLst>
                </p:cNvPr>
                <p:cNvSpPr/>
                <p:nvPr/>
              </p:nvSpPr>
              <p:spPr>
                <a:xfrm>
                  <a:off x="5943600" y="4263656"/>
                  <a:ext cx="1382233" cy="1254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PWR</a:t>
                  </a:r>
                </a:p>
              </p:txBody>
            </p:sp>
            <p:sp>
              <p:nvSpPr>
                <p:cNvPr id="11" name="Rectangle 10">
                  <a:extLst>
                    <a:ext uri="{FF2B5EF4-FFF2-40B4-BE49-F238E27FC236}">
                      <a16:creationId xmlns:a16="http://schemas.microsoft.com/office/drawing/2014/main" id="{68E8976F-C258-13AF-285D-ECD5BC41DD2B}"/>
                    </a:ext>
                  </a:extLst>
                </p:cNvPr>
                <p:cNvSpPr/>
                <p:nvPr/>
              </p:nvSpPr>
              <p:spPr>
                <a:xfrm>
                  <a:off x="9027042" y="5284381"/>
                  <a:ext cx="1222744" cy="7315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DBG</a:t>
                  </a:r>
                </a:p>
              </p:txBody>
            </p:sp>
          </p:grpSp>
        </p:grpSp>
        <mc:AlternateContent xmlns:mc="http://schemas.openxmlformats.org/markup-compatibility/2006">
          <mc:Choice xmlns:p14="http://schemas.microsoft.com/office/powerpoint/2010/main" Requires="p14">
            <p:contentPart p14:bwMode="auto" r:id="rId3">
              <p14:nvContentPartPr>
                <p14:cNvPr id="13" name="Ink 12">
                  <a:extLst>
                    <a:ext uri="{FF2B5EF4-FFF2-40B4-BE49-F238E27FC236}">
                      <a16:creationId xmlns:a16="http://schemas.microsoft.com/office/drawing/2014/main" id="{344045DF-A333-9548-07CC-E4C9DA2E548F}"/>
                    </a:ext>
                  </a:extLst>
                </p14:cNvPr>
                <p14:cNvContentPartPr/>
                <p14:nvPr/>
              </p14:nvContentPartPr>
              <p14:xfrm>
                <a:off x="3397090" y="2921120"/>
                <a:ext cx="1289160" cy="32040"/>
              </p14:xfrm>
            </p:contentPart>
          </mc:Choice>
          <mc:Fallback>
            <p:pic>
              <p:nvPicPr>
                <p:cNvPr id="13" name="Ink 12">
                  <a:extLst>
                    <a:ext uri="{FF2B5EF4-FFF2-40B4-BE49-F238E27FC236}">
                      <a16:creationId xmlns:a16="http://schemas.microsoft.com/office/drawing/2014/main" id="{344045DF-A333-9548-07CC-E4C9DA2E548F}"/>
                    </a:ext>
                  </a:extLst>
                </p:cNvPr>
                <p:cNvPicPr/>
                <p:nvPr/>
              </p:nvPicPr>
              <p:blipFill>
                <a:blip r:embed="rId4"/>
                <a:stretch>
                  <a:fillRect/>
                </a:stretch>
              </p:blipFill>
              <p:spPr>
                <a:xfrm>
                  <a:off x="3334090" y="2858120"/>
                  <a:ext cx="141480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4" name="Ink 13">
                  <a:extLst>
                    <a:ext uri="{FF2B5EF4-FFF2-40B4-BE49-F238E27FC236}">
                      <a16:creationId xmlns:a16="http://schemas.microsoft.com/office/drawing/2014/main" id="{A7992B13-6A2E-41A3-2A89-82E5C8CE54CA}"/>
                    </a:ext>
                  </a:extLst>
                </p14:cNvPr>
                <p14:cNvContentPartPr/>
                <p14:nvPr/>
              </p14:nvContentPartPr>
              <p14:xfrm>
                <a:off x="3295570" y="2933720"/>
                <a:ext cx="360" cy="360"/>
              </p14:xfrm>
            </p:contentPart>
          </mc:Choice>
          <mc:Fallback>
            <p:pic>
              <p:nvPicPr>
                <p:cNvPr id="14" name="Ink 13">
                  <a:extLst>
                    <a:ext uri="{FF2B5EF4-FFF2-40B4-BE49-F238E27FC236}">
                      <a16:creationId xmlns:a16="http://schemas.microsoft.com/office/drawing/2014/main" id="{A7992B13-6A2E-41A3-2A89-82E5C8CE54CA}"/>
                    </a:ext>
                  </a:extLst>
                </p:cNvPr>
                <p:cNvPicPr/>
                <p:nvPr/>
              </p:nvPicPr>
              <p:blipFill>
                <a:blip r:embed="rId6"/>
                <a:stretch>
                  <a:fillRect/>
                </a:stretch>
              </p:blipFill>
              <p:spPr>
                <a:xfrm>
                  <a:off x="3232930" y="287072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6" name="Ink 15">
                  <a:extLst>
                    <a:ext uri="{FF2B5EF4-FFF2-40B4-BE49-F238E27FC236}">
                      <a16:creationId xmlns:a16="http://schemas.microsoft.com/office/drawing/2014/main" id="{CFB4D008-54CB-BBB1-26AF-D4CF1453E615}"/>
                    </a:ext>
                  </a:extLst>
                </p14:cNvPr>
                <p14:cNvContentPartPr/>
                <p14:nvPr/>
              </p14:nvContentPartPr>
              <p14:xfrm rot="21264691">
                <a:off x="3140102" y="2939840"/>
                <a:ext cx="149347" cy="1889030"/>
              </p14:xfrm>
            </p:contentPart>
          </mc:Choice>
          <mc:Fallback>
            <p:pic>
              <p:nvPicPr>
                <p:cNvPr id="16" name="Ink 15">
                  <a:extLst>
                    <a:ext uri="{FF2B5EF4-FFF2-40B4-BE49-F238E27FC236}">
                      <a16:creationId xmlns:a16="http://schemas.microsoft.com/office/drawing/2014/main" id="{CFB4D008-54CB-BBB1-26AF-D4CF1453E615}"/>
                    </a:ext>
                  </a:extLst>
                </p:cNvPr>
                <p:cNvPicPr/>
                <p:nvPr/>
              </p:nvPicPr>
              <p:blipFill>
                <a:blip r:embed="rId8"/>
                <a:stretch>
                  <a:fillRect/>
                </a:stretch>
              </p:blipFill>
              <p:spPr>
                <a:xfrm rot="21264691">
                  <a:off x="3077484" y="2877196"/>
                  <a:ext cx="274942" cy="2014677"/>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8" name="Ink 17">
                  <a:extLst>
                    <a:ext uri="{FF2B5EF4-FFF2-40B4-BE49-F238E27FC236}">
                      <a16:creationId xmlns:a16="http://schemas.microsoft.com/office/drawing/2014/main" id="{356AD7C2-161C-E6AF-7B63-A596CC2D0074}"/>
                    </a:ext>
                  </a:extLst>
                </p14:cNvPr>
                <p14:cNvContentPartPr/>
                <p14:nvPr/>
              </p14:nvContentPartPr>
              <p14:xfrm>
                <a:off x="2850970" y="6311350"/>
                <a:ext cx="6490080" cy="32400"/>
              </p14:xfrm>
            </p:contentPart>
          </mc:Choice>
          <mc:Fallback>
            <p:pic>
              <p:nvPicPr>
                <p:cNvPr id="18" name="Ink 17">
                  <a:extLst>
                    <a:ext uri="{FF2B5EF4-FFF2-40B4-BE49-F238E27FC236}">
                      <a16:creationId xmlns:a16="http://schemas.microsoft.com/office/drawing/2014/main" id="{356AD7C2-161C-E6AF-7B63-A596CC2D0074}"/>
                    </a:ext>
                  </a:extLst>
                </p:cNvPr>
                <p:cNvPicPr/>
                <p:nvPr/>
              </p:nvPicPr>
              <p:blipFill>
                <a:blip r:embed="rId10"/>
                <a:stretch>
                  <a:fillRect/>
                </a:stretch>
              </p:blipFill>
              <p:spPr>
                <a:xfrm>
                  <a:off x="2787970" y="6248710"/>
                  <a:ext cx="661572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20" name="Ink 19">
                  <a:extLst>
                    <a:ext uri="{FF2B5EF4-FFF2-40B4-BE49-F238E27FC236}">
                      <a16:creationId xmlns:a16="http://schemas.microsoft.com/office/drawing/2014/main" id="{5B6526DE-B9E2-9234-A027-C531AADF81D3}"/>
                    </a:ext>
                  </a:extLst>
                </p14:cNvPr>
                <p14:cNvContentPartPr/>
                <p14:nvPr/>
              </p14:nvContentPartPr>
              <p14:xfrm>
                <a:off x="2812810" y="5543110"/>
                <a:ext cx="720" cy="800640"/>
              </p14:xfrm>
            </p:contentPart>
          </mc:Choice>
          <mc:Fallback>
            <p:pic>
              <p:nvPicPr>
                <p:cNvPr id="20" name="Ink 19">
                  <a:extLst>
                    <a:ext uri="{FF2B5EF4-FFF2-40B4-BE49-F238E27FC236}">
                      <a16:creationId xmlns:a16="http://schemas.microsoft.com/office/drawing/2014/main" id="{5B6526DE-B9E2-9234-A027-C531AADF81D3}"/>
                    </a:ext>
                  </a:extLst>
                </p:cNvPr>
                <p:cNvPicPr/>
                <p:nvPr/>
              </p:nvPicPr>
              <p:blipFill>
                <a:blip r:embed="rId12"/>
                <a:stretch>
                  <a:fillRect/>
                </a:stretch>
              </p:blipFill>
              <p:spPr>
                <a:xfrm>
                  <a:off x="2686810" y="5480470"/>
                  <a:ext cx="252000" cy="9262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1" name="Ink 20">
                  <a:extLst>
                    <a:ext uri="{FF2B5EF4-FFF2-40B4-BE49-F238E27FC236}">
                      <a16:creationId xmlns:a16="http://schemas.microsoft.com/office/drawing/2014/main" id="{202A4EC3-1618-A5D9-1C9F-44D5E28D675F}"/>
                    </a:ext>
                  </a:extLst>
                </p14:cNvPr>
                <p14:cNvContentPartPr/>
                <p14:nvPr/>
              </p14:nvContentPartPr>
              <p14:xfrm>
                <a:off x="2825410" y="5498830"/>
                <a:ext cx="311040" cy="38880"/>
              </p14:xfrm>
            </p:contentPart>
          </mc:Choice>
          <mc:Fallback>
            <p:pic>
              <p:nvPicPr>
                <p:cNvPr id="21" name="Ink 20">
                  <a:extLst>
                    <a:ext uri="{FF2B5EF4-FFF2-40B4-BE49-F238E27FC236}">
                      <a16:creationId xmlns:a16="http://schemas.microsoft.com/office/drawing/2014/main" id="{202A4EC3-1618-A5D9-1C9F-44D5E28D675F}"/>
                    </a:ext>
                  </a:extLst>
                </p:cNvPr>
                <p:cNvPicPr/>
                <p:nvPr/>
              </p:nvPicPr>
              <p:blipFill>
                <a:blip r:embed="rId14"/>
                <a:stretch>
                  <a:fillRect/>
                </a:stretch>
              </p:blipFill>
              <p:spPr>
                <a:xfrm>
                  <a:off x="2762770" y="5435830"/>
                  <a:ext cx="436680" cy="1645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23" name="Ink 22">
                  <a:extLst>
                    <a:ext uri="{FF2B5EF4-FFF2-40B4-BE49-F238E27FC236}">
                      <a16:creationId xmlns:a16="http://schemas.microsoft.com/office/drawing/2014/main" id="{7F25225F-05D8-87F4-3ADC-6C86B0AB5BCC}"/>
                    </a:ext>
                  </a:extLst>
                </p14:cNvPr>
                <p14:cNvContentPartPr/>
                <p14:nvPr/>
              </p14:nvContentPartPr>
              <p14:xfrm>
                <a:off x="3111250" y="4844710"/>
                <a:ext cx="25920" cy="667080"/>
              </p14:xfrm>
            </p:contentPart>
          </mc:Choice>
          <mc:Fallback>
            <p:pic>
              <p:nvPicPr>
                <p:cNvPr id="23" name="Ink 22">
                  <a:extLst>
                    <a:ext uri="{FF2B5EF4-FFF2-40B4-BE49-F238E27FC236}">
                      <a16:creationId xmlns:a16="http://schemas.microsoft.com/office/drawing/2014/main" id="{7F25225F-05D8-87F4-3ADC-6C86B0AB5BCC}"/>
                    </a:ext>
                  </a:extLst>
                </p:cNvPr>
                <p:cNvPicPr/>
                <p:nvPr/>
              </p:nvPicPr>
              <p:blipFill>
                <a:blip r:embed="rId16"/>
                <a:stretch>
                  <a:fillRect/>
                </a:stretch>
              </p:blipFill>
              <p:spPr>
                <a:xfrm>
                  <a:off x="3048250" y="4782070"/>
                  <a:ext cx="151560" cy="7927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4" name="Ink 23">
                  <a:extLst>
                    <a:ext uri="{FF2B5EF4-FFF2-40B4-BE49-F238E27FC236}">
                      <a16:creationId xmlns:a16="http://schemas.microsoft.com/office/drawing/2014/main" id="{218A02A0-387F-D45A-1C35-FF34A2F112D6}"/>
                    </a:ext>
                  </a:extLst>
                </p14:cNvPr>
                <p14:cNvContentPartPr/>
                <p14:nvPr/>
              </p14:nvContentPartPr>
              <p14:xfrm>
                <a:off x="3168490" y="2914390"/>
                <a:ext cx="228240" cy="7920"/>
              </p14:xfrm>
            </p:contentPart>
          </mc:Choice>
          <mc:Fallback>
            <p:pic>
              <p:nvPicPr>
                <p:cNvPr id="24" name="Ink 23">
                  <a:extLst>
                    <a:ext uri="{FF2B5EF4-FFF2-40B4-BE49-F238E27FC236}">
                      <a16:creationId xmlns:a16="http://schemas.microsoft.com/office/drawing/2014/main" id="{218A02A0-387F-D45A-1C35-FF34A2F112D6}"/>
                    </a:ext>
                  </a:extLst>
                </p:cNvPr>
                <p:cNvPicPr/>
                <p:nvPr/>
              </p:nvPicPr>
              <p:blipFill>
                <a:blip r:embed="rId18"/>
                <a:stretch>
                  <a:fillRect/>
                </a:stretch>
              </p:blipFill>
              <p:spPr>
                <a:xfrm>
                  <a:off x="3105850" y="2851750"/>
                  <a:ext cx="353880" cy="133560"/>
                </a:xfrm>
                <a:prstGeom prst="rect">
                  <a:avLst/>
                </a:prstGeom>
              </p:spPr>
            </p:pic>
          </mc:Fallback>
        </mc:AlternateContent>
        <p:sp>
          <p:nvSpPr>
            <p:cNvPr id="26" name="TextBox 25">
              <a:extLst>
                <a:ext uri="{FF2B5EF4-FFF2-40B4-BE49-F238E27FC236}">
                  <a16:creationId xmlns:a16="http://schemas.microsoft.com/office/drawing/2014/main" id="{E6EDBB13-8B89-E94F-DED0-BEC44F9E5C04}"/>
                </a:ext>
              </a:extLst>
            </p:cNvPr>
            <p:cNvSpPr txBox="1"/>
            <p:nvPr/>
          </p:nvSpPr>
          <p:spPr>
            <a:xfrm>
              <a:off x="3619500" y="6189861"/>
              <a:ext cx="759840" cy="307777"/>
            </a:xfrm>
            <a:prstGeom prst="rect">
              <a:avLst/>
            </a:prstGeom>
            <a:noFill/>
          </p:spPr>
          <p:txBody>
            <a:bodyPr wrap="square" rtlCol="0">
              <a:spAutoFit/>
            </a:bodyPr>
            <a:lstStyle/>
            <a:p>
              <a:r>
                <a:rPr lang="en-US" sz="1400" b="1" dirty="0">
                  <a:solidFill>
                    <a:schemeClr val="bg1"/>
                  </a:solidFill>
                </a:rPr>
                <a:t>SPI</a:t>
              </a:r>
            </a:p>
          </p:txBody>
        </p:sp>
        <p:sp>
          <p:nvSpPr>
            <p:cNvPr id="41" name="TextBox 40">
              <a:extLst>
                <a:ext uri="{FF2B5EF4-FFF2-40B4-BE49-F238E27FC236}">
                  <a16:creationId xmlns:a16="http://schemas.microsoft.com/office/drawing/2014/main" id="{6ABB55FC-26BE-779D-47C3-C1FF9897E729}"/>
                </a:ext>
              </a:extLst>
            </p:cNvPr>
            <p:cNvSpPr txBox="1"/>
            <p:nvPr/>
          </p:nvSpPr>
          <p:spPr>
            <a:xfrm>
              <a:off x="6781800" y="6189860"/>
              <a:ext cx="759840" cy="307777"/>
            </a:xfrm>
            <a:prstGeom prst="rect">
              <a:avLst/>
            </a:prstGeom>
            <a:noFill/>
          </p:spPr>
          <p:txBody>
            <a:bodyPr wrap="square" rtlCol="0">
              <a:spAutoFit/>
            </a:bodyPr>
            <a:lstStyle/>
            <a:p>
              <a:r>
                <a:rPr lang="en-US" sz="1400" b="1" dirty="0">
                  <a:solidFill>
                    <a:schemeClr val="bg1"/>
                  </a:solidFill>
                </a:rPr>
                <a:t>SPI</a:t>
              </a:r>
            </a:p>
          </p:txBody>
        </p:sp>
        <p:sp>
          <p:nvSpPr>
            <p:cNvPr id="42" name="TextBox 41">
              <a:extLst>
                <a:ext uri="{FF2B5EF4-FFF2-40B4-BE49-F238E27FC236}">
                  <a16:creationId xmlns:a16="http://schemas.microsoft.com/office/drawing/2014/main" id="{5AE33CA1-8CC6-5AC7-4F96-C71E7219AE74}"/>
                </a:ext>
              </a:extLst>
            </p:cNvPr>
            <p:cNvSpPr txBox="1"/>
            <p:nvPr/>
          </p:nvSpPr>
          <p:spPr>
            <a:xfrm rot="5400000">
              <a:off x="2822445" y="3757577"/>
              <a:ext cx="759840" cy="307777"/>
            </a:xfrm>
            <a:prstGeom prst="rect">
              <a:avLst/>
            </a:prstGeom>
            <a:noFill/>
          </p:spPr>
          <p:txBody>
            <a:bodyPr wrap="square" rtlCol="0">
              <a:spAutoFit/>
            </a:bodyPr>
            <a:lstStyle/>
            <a:p>
              <a:r>
                <a:rPr lang="en-US" sz="1400" b="1" dirty="0">
                  <a:solidFill>
                    <a:schemeClr val="bg1"/>
                  </a:solidFill>
                </a:rPr>
                <a:t>SPI</a:t>
              </a:r>
            </a:p>
          </p:txBody>
        </p:sp>
      </p:grpSp>
    </p:spTree>
    <p:extLst>
      <p:ext uri="{BB962C8B-B14F-4D97-AF65-F5344CB8AC3E}">
        <p14:creationId xmlns:p14="http://schemas.microsoft.com/office/powerpoint/2010/main" val="33168273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323E7-8A54-B9A0-8D13-5F862D15AB14}"/>
              </a:ext>
            </a:extLst>
          </p:cNvPr>
          <p:cNvSpPr>
            <a:spLocks noGrp="1"/>
          </p:cNvSpPr>
          <p:nvPr>
            <p:ph type="title"/>
          </p:nvPr>
        </p:nvSpPr>
        <p:spPr/>
        <p:txBody>
          <a:bodyPr/>
          <a:lstStyle/>
          <a:p>
            <a:r>
              <a:rPr lang="en-US" dirty="0"/>
              <a:t>Example V4</a:t>
            </a:r>
          </a:p>
        </p:txBody>
      </p:sp>
      <p:sp>
        <p:nvSpPr>
          <p:cNvPr id="3" name="Content Placeholder 2">
            <a:extLst>
              <a:ext uri="{FF2B5EF4-FFF2-40B4-BE49-F238E27FC236}">
                <a16:creationId xmlns:a16="http://schemas.microsoft.com/office/drawing/2014/main" id="{A632DD06-BE7C-D80D-D779-9A2657A86705}"/>
              </a:ext>
            </a:extLst>
          </p:cNvPr>
          <p:cNvSpPr>
            <a:spLocks noGrp="1"/>
          </p:cNvSpPr>
          <p:nvPr>
            <p:ph idx="1"/>
          </p:nvPr>
        </p:nvSpPr>
        <p:spPr>
          <a:xfrm>
            <a:off x="516000" y="1474149"/>
            <a:ext cx="4056000" cy="4680000"/>
          </a:xfrm>
        </p:spPr>
        <p:txBody>
          <a:bodyPr/>
          <a:lstStyle/>
          <a:p>
            <a:r>
              <a:rPr lang="en-US" dirty="0"/>
              <a:t>MNGR to Debug connector 20cm</a:t>
            </a:r>
          </a:p>
          <a:p>
            <a:r>
              <a:rPr lang="en-US" dirty="0"/>
              <a:t>FPGA to Debug 25cm</a:t>
            </a:r>
          </a:p>
          <a:p>
            <a:r>
              <a:rPr lang="en-US" dirty="0"/>
              <a:t>Solutions:</a:t>
            </a:r>
          </a:p>
          <a:p>
            <a:pPr lvl="1"/>
            <a:r>
              <a:rPr lang="en-US" dirty="0"/>
              <a:t>Place Debug connector close to manager </a:t>
            </a:r>
          </a:p>
          <a:p>
            <a:pPr lvl="1"/>
            <a:r>
              <a:rPr lang="en-US" dirty="0"/>
              <a:t>Use 0 ohm resistors to disconnect.</a:t>
            </a:r>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EAA0C927-2488-D2B5-1AEB-FBC7B67EFDC3}"/>
              </a:ext>
            </a:extLst>
          </p:cNvPr>
          <p:cNvSpPr>
            <a:spLocks noGrp="1"/>
          </p:cNvSpPr>
          <p:nvPr>
            <p:ph type="sldNum" sz="quarter" idx="12"/>
          </p:nvPr>
        </p:nvSpPr>
        <p:spPr/>
        <p:txBody>
          <a:bodyPr/>
          <a:lstStyle/>
          <a:p>
            <a:fld id="{4055E60B-063F-7341-AAD1-65F55D97E323}" type="slidenum">
              <a:rPr lang="en-IL" smtClean="0"/>
              <a:t>15</a:t>
            </a:fld>
            <a:endParaRPr lang="en-IL"/>
          </a:p>
        </p:txBody>
      </p:sp>
      <p:grpSp>
        <p:nvGrpSpPr>
          <p:cNvPr id="12" name="Group 11">
            <a:extLst>
              <a:ext uri="{FF2B5EF4-FFF2-40B4-BE49-F238E27FC236}">
                <a16:creationId xmlns:a16="http://schemas.microsoft.com/office/drawing/2014/main" id="{6700A6D7-C0F2-D1FD-70B8-26BB75625E0B}"/>
              </a:ext>
            </a:extLst>
          </p:cNvPr>
          <p:cNvGrpSpPr/>
          <p:nvPr/>
        </p:nvGrpSpPr>
        <p:grpSpPr>
          <a:xfrm>
            <a:off x="4498830" y="1846651"/>
            <a:ext cx="7240204" cy="4307498"/>
            <a:chOff x="2373696" y="2324100"/>
            <a:chExt cx="7240204" cy="4307498"/>
          </a:xfrm>
        </p:grpSpPr>
        <p:grpSp>
          <p:nvGrpSpPr>
            <p:cNvPr id="13" name="Group 12">
              <a:extLst>
                <a:ext uri="{FF2B5EF4-FFF2-40B4-BE49-F238E27FC236}">
                  <a16:creationId xmlns:a16="http://schemas.microsoft.com/office/drawing/2014/main" id="{0CDD74B2-1045-A85A-1CDC-6A155F6B911B}"/>
                </a:ext>
              </a:extLst>
            </p:cNvPr>
            <p:cNvGrpSpPr/>
            <p:nvPr/>
          </p:nvGrpSpPr>
          <p:grpSpPr>
            <a:xfrm>
              <a:off x="2373696" y="2324100"/>
              <a:ext cx="7240204" cy="4307498"/>
              <a:chOff x="405196" y="1163408"/>
              <a:chExt cx="9958162" cy="5328490"/>
            </a:xfrm>
          </p:grpSpPr>
          <p:pic>
            <p:nvPicPr>
              <p:cNvPr id="25" name="Content Placeholder 5">
                <a:extLst>
                  <a:ext uri="{FF2B5EF4-FFF2-40B4-BE49-F238E27FC236}">
                    <a16:creationId xmlns:a16="http://schemas.microsoft.com/office/drawing/2014/main" id="{5D3BC541-9A08-16F5-EA86-D136E82F6ECA}"/>
                  </a:ext>
                </a:extLst>
              </p:cNvPr>
              <p:cNvPicPr>
                <a:picLocks/>
              </p:cNvPicPr>
              <p:nvPr/>
            </p:nvPicPr>
            <p:blipFill>
              <a:blip r:embed="rId2"/>
              <a:stretch>
                <a:fillRect/>
              </a:stretch>
            </p:blipFill>
            <p:spPr>
              <a:xfrm>
                <a:off x="405196" y="1163408"/>
                <a:ext cx="9958162" cy="5328490"/>
              </a:xfrm>
              <a:prstGeom prst="rect">
                <a:avLst/>
              </a:prstGeom>
            </p:spPr>
          </p:pic>
          <p:grpSp>
            <p:nvGrpSpPr>
              <p:cNvPr id="26" name="Group 25">
                <a:extLst>
                  <a:ext uri="{FF2B5EF4-FFF2-40B4-BE49-F238E27FC236}">
                    <a16:creationId xmlns:a16="http://schemas.microsoft.com/office/drawing/2014/main" id="{3B55111D-5A7C-F5E4-03A0-1148DC114176}"/>
                  </a:ext>
                </a:extLst>
              </p:cNvPr>
              <p:cNvGrpSpPr/>
              <p:nvPr/>
            </p:nvGrpSpPr>
            <p:grpSpPr>
              <a:xfrm>
                <a:off x="1711842" y="1687286"/>
                <a:ext cx="8537944" cy="4328615"/>
                <a:chOff x="1711842" y="1687286"/>
                <a:chExt cx="8537944" cy="4328615"/>
              </a:xfrm>
            </p:grpSpPr>
            <p:sp>
              <p:nvSpPr>
                <p:cNvPr id="27" name="Rectangle 26">
                  <a:extLst>
                    <a:ext uri="{FF2B5EF4-FFF2-40B4-BE49-F238E27FC236}">
                      <a16:creationId xmlns:a16="http://schemas.microsoft.com/office/drawing/2014/main" id="{07C46E6A-FBED-02FE-1CE3-004387336CAD}"/>
                    </a:ext>
                  </a:extLst>
                </p:cNvPr>
                <p:cNvSpPr/>
                <p:nvPr/>
              </p:nvSpPr>
              <p:spPr>
                <a:xfrm>
                  <a:off x="3614057" y="1687286"/>
                  <a:ext cx="1338943" cy="1262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FPGA</a:t>
                  </a:r>
                </a:p>
              </p:txBody>
            </p:sp>
            <p:sp>
              <p:nvSpPr>
                <p:cNvPr id="28" name="Rectangle 27">
                  <a:extLst>
                    <a:ext uri="{FF2B5EF4-FFF2-40B4-BE49-F238E27FC236}">
                      <a16:creationId xmlns:a16="http://schemas.microsoft.com/office/drawing/2014/main" id="{2B194BA9-F277-4749-C91B-921858B4D459}"/>
                    </a:ext>
                  </a:extLst>
                </p:cNvPr>
                <p:cNvSpPr/>
                <p:nvPr/>
              </p:nvSpPr>
              <p:spPr>
                <a:xfrm>
                  <a:off x="1711842" y="4029740"/>
                  <a:ext cx="1307805" cy="1254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MNGR</a:t>
                  </a:r>
                </a:p>
              </p:txBody>
            </p:sp>
            <p:sp>
              <p:nvSpPr>
                <p:cNvPr id="29" name="Rectangle 28">
                  <a:extLst>
                    <a:ext uri="{FF2B5EF4-FFF2-40B4-BE49-F238E27FC236}">
                      <a16:creationId xmlns:a16="http://schemas.microsoft.com/office/drawing/2014/main" id="{82550A33-2046-4E26-D16A-101F0370228B}"/>
                    </a:ext>
                  </a:extLst>
                </p:cNvPr>
                <p:cNvSpPr/>
                <p:nvPr/>
              </p:nvSpPr>
              <p:spPr>
                <a:xfrm>
                  <a:off x="5943600" y="4263656"/>
                  <a:ext cx="1382233" cy="1254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PWR</a:t>
                  </a:r>
                </a:p>
              </p:txBody>
            </p:sp>
            <p:sp>
              <p:nvSpPr>
                <p:cNvPr id="30" name="Rectangle 29">
                  <a:extLst>
                    <a:ext uri="{FF2B5EF4-FFF2-40B4-BE49-F238E27FC236}">
                      <a16:creationId xmlns:a16="http://schemas.microsoft.com/office/drawing/2014/main" id="{C23C7533-9B91-7DFE-99FB-96F3CAA684A9}"/>
                    </a:ext>
                  </a:extLst>
                </p:cNvPr>
                <p:cNvSpPr/>
                <p:nvPr/>
              </p:nvSpPr>
              <p:spPr>
                <a:xfrm>
                  <a:off x="9027042" y="5284381"/>
                  <a:ext cx="1222744" cy="7315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DBG</a:t>
                  </a:r>
                </a:p>
              </p:txBody>
            </p:sp>
          </p:grpSp>
        </p:grpSp>
        <mc:AlternateContent xmlns:mc="http://schemas.openxmlformats.org/markup-compatibility/2006">
          <mc:Choice xmlns:p14="http://schemas.microsoft.com/office/powerpoint/2010/main" Requires="p14">
            <p:contentPart p14:bwMode="auto" r:id="rId3">
              <p14:nvContentPartPr>
                <p14:cNvPr id="14" name="Ink 13">
                  <a:extLst>
                    <a:ext uri="{FF2B5EF4-FFF2-40B4-BE49-F238E27FC236}">
                      <a16:creationId xmlns:a16="http://schemas.microsoft.com/office/drawing/2014/main" id="{49D3AC29-AA0F-98C8-6F99-E44CBA84406B}"/>
                    </a:ext>
                  </a:extLst>
                </p14:cNvPr>
                <p14:cNvContentPartPr/>
                <p14:nvPr/>
              </p14:nvContentPartPr>
              <p14:xfrm>
                <a:off x="3397090" y="2921120"/>
                <a:ext cx="1289160" cy="32040"/>
              </p14:xfrm>
            </p:contentPart>
          </mc:Choice>
          <mc:Fallback>
            <p:pic>
              <p:nvPicPr>
                <p:cNvPr id="14" name="Ink 13">
                  <a:extLst>
                    <a:ext uri="{FF2B5EF4-FFF2-40B4-BE49-F238E27FC236}">
                      <a16:creationId xmlns:a16="http://schemas.microsoft.com/office/drawing/2014/main" id="{49D3AC29-AA0F-98C8-6F99-E44CBA84406B}"/>
                    </a:ext>
                  </a:extLst>
                </p:cNvPr>
                <p:cNvPicPr/>
                <p:nvPr/>
              </p:nvPicPr>
              <p:blipFill>
                <a:blip r:embed="rId4"/>
                <a:stretch>
                  <a:fillRect/>
                </a:stretch>
              </p:blipFill>
              <p:spPr>
                <a:xfrm>
                  <a:off x="3334090" y="2858120"/>
                  <a:ext cx="141480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5" name="Ink 14">
                  <a:extLst>
                    <a:ext uri="{FF2B5EF4-FFF2-40B4-BE49-F238E27FC236}">
                      <a16:creationId xmlns:a16="http://schemas.microsoft.com/office/drawing/2014/main" id="{5BADDFD9-4F3B-E92D-7047-2963A3CF9A2D}"/>
                    </a:ext>
                  </a:extLst>
                </p14:cNvPr>
                <p14:cNvContentPartPr/>
                <p14:nvPr/>
              </p14:nvContentPartPr>
              <p14:xfrm>
                <a:off x="3295570" y="2933720"/>
                <a:ext cx="360" cy="360"/>
              </p14:xfrm>
            </p:contentPart>
          </mc:Choice>
          <mc:Fallback>
            <p:pic>
              <p:nvPicPr>
                <p:cNvPr id="15" name="Ink 14">
                  <a:extLst>
                    <a:ext uri="{FF2B5EF4-FFF2-40B4-BE49-F238E27FC236}">
                      <a16:creationId xmlns:a16="http://schemas.microsoft.com/office/drawing/2014/main" id="{5BADDFD9-4F3B-E92D-7047-2963A3CF9A2D}"/>
                    </a:ext>
                  </a:extLst>
                </p:cNvPr>
                <p:cNvPicPr/>
                <p:nvPr/>
              </p:nvPicPr>
              <p:blipFill>
                <a:blip r:embed="rId6"/>
                <a:stretch>
                  <a:fillRect/>
                </a:stretch>
              </p:blipFill>
              <p:spPr>
                <a:xfrm>
                  <a:off x="3232930" y="287072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6" name="Ink 15">
                  <a:extLst>
                    <a:ext uri="{FF2B5EF4-FFF2-40B4-BE49-F238E27FC236}">
                      <a16:creationId xmlns:a16="http://schemas.microsoft.com/office/drawing/2014/main" id="{25629F83-56BC-39A8-1544-C6FB37BEFE63}"/>
                    </a:ext>
                  </a:extLst>
                </p14:cNvPr>
                <p14:cNvContentPartPr/>
                <p14:nvPr/>
              </p14:nvContentPartPr>
              <p14:xfrm rot="21264691">
                <a:off x="3140102" y="2939840"/>
                <a:ext cx="149347" cy="1889030"/>
              </p14:xfrm>
            </p:contentPart>
          </mc:Choice>
          <mc:Fallback>
            <p:pic>
              <p:nvPicPr>
                <p:cNvPr id="16" name="Ink 15">
                  <a:extLst>
                    <a:ext uri="{FF2B5EF4-FFF2-40B4-BE49-F238E27FC236}">
                      <a16:creationId xmlns:a16="http://schemas.microsoft.com/office/drawing/2014/main" id="{25629F83-56BC-39A8-1544-C6FB37BEFE63}"/>
                    </a:ext>
                  </a:extLst>
                </p:cNvPr>
                <p:cNvPicPr/>
                <p:nvPr/>
              </p:nvPicPr>
              <p:blipFill>
                <a:blip r:embed="rId8"/>
                <a:stretch>
                  <a:fillRect/>
                </a:stretch>
              </p:blipFill>
              <p:spPr>
                <a:xfrm rot="21264691">
                  <a:off x="3077484" y="2877196"/>
                  <a:ext cx="274942" cy="2014677"/>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7" name="Ink 16">
                  <a:extLst>
                    <a:ext uri="{FF2B5EF4-FFF2-40B4-BE49-F238E27FC236}">
                      <a16:creationId xmlns:a16="http://schemas.microsoft.com/office/drawing/2014/main" id="{6EFCAD69-9A1E-5571-D50F-BCF66BB2617C}"/>
                    </a:ext>
                  </a:extLst>
                </p14:cNvPr>
                <p14:cNvContentPartPr/>
                <p14:nvPr/>
              </p14:nvContentPartPr>
              <p14:xfrm>
                <a:off x="2850970" y="6311350"/>
                <a:ext cx="6490080" cy="32400"/>
              </p14:xfrm>
            </p:contentPart>
          </mc:Choice>
          <mc:Fallback>
            <p:pic>
              <p:nvPicPr>
                <p:cNvPr id="17" name="Ink 16">
                  <a:extLst>
                    <a:ext uri="{FF2B5EF4-FFF2-40B4-BE49-F238E27FC236}">
                      <a16:creationId xmlns:a16="http://schemas.microsoft.com/office/drawing/2014/main" id="{6EFCAD69-9A1E-5571-D50F-BCF66BB2617C}"/>
                    </a:ext>
                  </a:extLst>
                </p:cNvPr>
                <p:cNvPicPr/>
                <p:nvPr/>
              </p:nvPicPr>
              <p:blipFill>
                <a:blip r:embed="rId10"/>
                <a:stretch>
                  <a:fillRect/>
                </a:stretch>
              </p:blipFill>
              <p:spPr>
                <a:xfrm>
                  <a:off x="2787970" y="6248710"/>
                  <a:ext cx="661572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8" name="Ink 17">
                  <a:extLst>
                    <a:ext uri="{FF2B5EF4-FFF2-40B4-BE49-F238E27FC236}">
                      <a16:creationId xmlns:a16="http://schemas.microsoft.com/office/drawing/2014/main" id="{117137F3-7FC1-1B87-FD2A-03F258B8EEBF}"/>
                    </a:ext>
                  </a:extLst>
                </p14:cNvPr>
                <p14:cNvContentPartPr/>
                <p14:nvPr/>
              </p14:nvContentPartPr>
              <p14:xfrm>
                <a:off x="2812810" y="5543110"/>
                <a:ext cx="720" cy="800640"/>
              </p14:xfrm>
            </p:contentPart>
          </mc:Choice>
          <mc:Fallback>
            <p:pic>
              <p:nvPicPr>
                <p:cNvPr id="18" name="Ink 17">
                  <a:extLst>
                    <a:ext uri="{FF2B5EF4-FFF2-40B4-BE49-F238E27FC236}">
                      <a16:creationId xmlns:a16="http://schemas.microsoft.com/office/drawing/2014/main" id="{117137F3-7FC1-1B87-FD2A-03F258B8EEBF}"/>
                    </a:ext>
                  </a:extLst>
                </p:cNvPr>
                <p:cNvPicPr/>
                <p:nvPr/>
              </p:nvPicPr>
              <p:blipFill>
                <a:blip r:embed="rId12"/>
                <a:stretch>
                  <a:fillRect/>
                </a:stretch>
              </p:blipFill>
              <p:spPr>
                <a:xfrm>
                  <a:off x="2686810" y="5480470"/>
                  <a:ext cx="252000" cy="9262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9" name="Ink 18">
                  <a:extLst>
                    <a:ext uri="{FF2B5EF4-FFF2-40B4-BE49-F238E27FC236}">
                      <a16:creationId xmlns:a16="http://schemas.microsoft.com/office/drawing/2014/main" id="{586509A8-8AEB-03E2-EAC0-1DC9D7BB54C3}"/>
                    </a:ext>
                  </a:extLst>
                </p14:cNvPr>
                <p14:cNvContentPartPr/>
                <p14:nvPr/>
              </p14:nvContentPartPr>
              <p14:xfrm>
                <a:off x="2825410" y="5498830"/>
                <a:ext cx="311040" cy="38880"/>
              </p14:xfrm>
            </p:contentPart>
          </mc:Choice>
          <mc:Fallback>
            <p:pic>
              <p:nvPicPr>
                <p:cNvPr id="19" name="Ink 18">
                  <a:extLst>
                    <a:ext uri="{FF2B5EF4-FFF2-40B4-BE49-F238E27FC236}">
                      <a16:creationId xmlns:a16="http://schemas.microsoft.com/office/drawing/2014/main" id="{586509A8-8AEB-03E2-EAC0-1DC9D7BB54C3}"/>
                    </a:ext>
                  </a:extLst>
                </p:cNvPr>
                <p:cNvPicPr/>
                <p:nvPr/>
              </p:nvPicPr>
              <p:blipFill>
                <a:blip r:embed="rId14"/>
                <a:stretch>
                  <a:fillRect/>
                </a:stretch>
              </p:blipFill>
              <p:spPr>
                <a:xfrm>
                  <a:off x="2762770" y="5435830"/>
                  <a:ext cx="436680" cy="1645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20" name="Ink 19">
                  <a:extLst>
                    <a:ext uri="{FF2B5EF4-FFF2-40B4-BE49-F238E27FC236}">
                      <a16:creationId xmlns:a16="http://schemas.microsoft.com/office/drawing/2014/main" id="{59CF9F90-B62A-5F41-04B7-1AD4B541F841}"/>
                    </a:ext>
                  </a:extLst>
                </p14:cNvPr>
                <p14:cNvContentPartPr/>
                <p14:nvPr/>
              </p14:nvContentPartPr>
              <p14:xfrm>
                <a:off x="3111250" y="4844710"/>
                <a:ext cx="25920" cy="667080"/>
              </p14:xfrm>
            </p:contentPart>
          </mc:Choice>
          <mc:Fallback>
            <p:pic>
              <p:nvPicPr>
                <p:cNvPr id="20" name="Ink 19">
                  <a:extLst>
                    <a:ext uri="{FF2B5EF4-FFF2-40B4-BE49-F238E27FC236}">
                      <a16:creationId xmlns:a16="http://schemas.microsoft.com/office/drawing/2014/main" id="{59CF9F90-B62A-5F41-04B7-1AD4B541F841}"/>
                    </a:ext>
                  </a:extLst>
                </p:cNvPr>
                <p:cNvPicPr/>
                <p:nvPr/>
              </p:nvPicPr>
              <p:blipFill>
                <a:blip r:embed="rId16"/>
                <a:stretch>
                  <a:fillRect/>
                </a:stretch>
              </p:blipFill>
              <p:spPr>
                <a:xfrm>
                  <a:off x="3048250" y="4782070"/>
                  <a:ext cx="151560" cy="7927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1" name="Ink 20">
                  <a:extLst>
                    <a:ext uri="{FF2B5EF4-FFF2-40B4-BE49-F238E27FC236}">
                      <a16:creationId xmlns:a16="http://schemas.microsoft.com/office/drawing/2014/main" id="{519781F7-9C2A-7178-3624-27F7661B0CB7}"/>
                    </a:ext>
                  </a:extLst>
                </p14:cNvPr>
                <p14:cNvContentPartPr/>
                <p14:nvPr/>
              </p14:nvContentPartPr>
              <p14:xfrm>
                <a:off x="3168490" y="2914390"/>
                <a:ext cx="228240" cy="7920"/>
              </p14:xfrm>
            </p:contentPart>
          </mc:Choice>
          <mc:Fallback>
            <p:pic>
              <p:nvPicPr>
                <p:cNvPr id="21" name="Ink 20">
                  <a:extLst>
                    <a:ext uri="{FF2B5EF4-FFF2-40B4-BE49-F238E27FC236}">
                      <a16:creationId xmlns:a16="http://schemas.microsoft.com/office/drawing/2014/main" id="{519781F7-9C2A-7178-3624-27F7661B0CB7}"/>
                    </a:ext>
                  </a:extLst>
                </p:cNvPr>
                <p:cNvPicPr/>
                <p:nvPr/>
              </p:nvPicPr>
              <p:blipFill>
                <a:blip r:embed="rId18"/>
                <a:stretch>
                  <a:fillRect/>
                </a:stretch>
              </p:blipFill>
              <p:spPr>
                <a:xfrm>
                  <a:off x="3105850" y="2851750"/>
                  <a:ext cx="353880" cy="133560"/>
                </a:xfrm>
                <a:prstGeom prst="rect">
                  <a:avLst/>
                </a:prstGeom>
              </p:spPr>
            </p:pic>
          </mc:Fallback>
        </mc:AlternateContent>
        <p:sp>
          <p:nvSpPr>
            <p:cNvPr id="22" name="TextBox 21">
              <a:extLst>
                <a:ext uri="{FF2B5EF4-FFF2-40B4-BE49-F238E27FC236}">
                  <a16:creationId xmlns:a16="http://schemas.microsoft.com/office/drawing/2014/main" id="{4CB7E867-C730-67F8-D98E-76F31EA551BE}"/>
                </a:ext>
              </a:extLst>
            </p:cNvPr>
            <p:cNvSpPr txBox="1"/>
            <p:nvPr/>
          </p:nvSpPr>
          <p:spPr>
            <a:xfrm>
              <a:off x="3619500" y="6189861"/>
              <a:ext cx="759840" cy="307777"/>
            </a:xfrm>
            <a:prstGeom prst="rect">
              <a:avLst/>
            </a:prstGeom>
            <a:noFill/>
          </p:spPr>
          <p:txBody>
            <a:bodyPr wrap="square" rtlCol="0">
              <a:spAutoFit/>
            </a:bodyPr>
            <a:lstStyle/>
            <a:p>
              <a:r>
                <a:rPr lang="en-US" sz="1400" b="1" dirty="0">
                  <a:solidFill>
                    <a:schemeClr val="bg1"/>
                  </a:solidFill>
                </a:rPr>
                <a:t>SPI</a:t>
              </a:r>
            </a:p>
          </p:txBody>
        </p:sp>
        <p:sp>
          <p:nvSpPr>
            <p:cNvPr id="23" name="TextBox 22">
              <a:extLst>
                <a:ext uri="{FF2B5EF4-FFF2-40B4-BE49-F238E27FC236}">
                  <a16:creationId xmlns:a16="http://schemas.microsoft.com/office/drawing/2014/main" id="{FFD804A0-2E19-C6E2-CBF4-6C9AFFD8C624}"/>
                </a:ext>
              </a:extLst>
            </p:cNvPr>
            <p:cNvSpPr txBox="1"/>
            <p:nvPr/>
          </p:nvSpPr>
          <p:spPr>
            <a:xfrm>
              <a:off x="6781800" y="6189860"/>
              <a:ext cx="759840" cy="307777"/>
            </a:xfrm>
            <a:prstGeom prst="rect">
              <a:avLst/>
            </a:prstGeom>
            <a:noFill/>
          </p:spPr>
          <p:txBody>
            <a:bodyPr wrap="square" rtlCol="0">
              <a:spAutoFit/>
            </a:bodyPr>
            <a:lstStyle/>
            <a:p>
              <a:r>
                <a:rPr lang="en-US" sz="1400" b="1" dirty="0">
                  <a:solidFill>
                    <a:schemeClr val="bg1"/>
                  </a:solidFill>
                </a:rPr>
                <a:t>SPI</a:t>
              </a:r>
            </a:p>
          </p:txBody>
        </p:sp>
        <p:sp>
          <p:nvSpPr>
            <p:cNvPr id="24" name="TextBox 23">
              <a:extLst>
                <a:ext uri="{FF2B5EF4-FFF2-40B4-BE49-F238E27FC236}">
                  <a16:creationId xmlns:a16="http://schemas.microsoft.com/office/drawing/2014/main" id="{FFFE0C59-E484-6E03-2E16-F095063A605E}"/>
                </a:ext>
              </a:extLst>
            </p:cNvPr>
            <p:cNvSpPr txBox="1"/>
            <p:nvPr/>
          </p:nvSpPr>
          <p:spPr>
            <a:xfrm rot="5400000">
              <a:off x="2822445" y="3757577"/>
              <a:ext cx="759840" cy="307777"/>
            </a:xfrm>
            <a:prstGeom prst="rect">
              <a:avLst/>
            </a:prstGeom>
            <a:noFill/>
          </p:spPr>
          <p:txBody>
            <a:bodyPr wrap="square" rtlCol="0">
              <a:spAutoFit/>
            </a:bodyPr>
            <a:lstStyle/>
            <a:p>
              <a:r>
                <a:rPr lang="en-US" sz="1400" b="1" dirty="0">
                  <a:solidFill>
                    <a:schemeClr val="bg1"/>
                  </a:solidFill>
                </a:rPr>
                <a:t>SPI</a:t>
              </a:r>
            </a:p>
          </p:txBody>
        </p:sp>
      </p:grpSp>
    </p:spTree>
    <p:extLst>
      <p:ext uri="{BB962C8B-B14F-4D97-AF65-F5344CB8AC3E}">
        <p14:creationId xmlns:p14="http://schemas.microsoft.com/office/powerpoint/2010/main" val="4072582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FFD93-35DD-5A36-EB07-DC04314D27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E227C7-5995-5C59-607D-E0CBE581ECF5}"/>
              </a:ext>
            </a:extLst>
          </p:cNvPr>
          <p:cNvSpPr>
            <a:spLocks noGrp="1"/>
          </p:cNvSpPr>
          <p:nvPr>
            <p:ph type="title"/>
          </p:nvPr>
        </p:nvSpPr>
        <p:spPr/>
        <p:txBody>
          <a:bodyPr/>
          <a:lstStyle/>
          <a:p>
            <a:r>
              <a:rPr lang="en-US" dirty="0"/>
              <a:t>Example V4 (what we intended 🙂)</a:t>
            </a:r>
          </a:p>
        </p:txBody>
      </p:sp>
      <p:sp>
        <p:nvSpPr>
          <p:cNvPr id="3" name="Content Placeholder 2">
            <a:extLst>
              <a:ext uri="{FF2B5EF4-FFF2-40B4-BE49-F238E27FC236}">
                <a16:creationId xmlns:a16="http://schemas.microsoft.com/office/drawing/2014/main" id="{58B1C9D8-0DA0-35F5-635F-8394A80A25D1}"/>
              </a:ext>
            </a:extLst>
          </p:cNvPr>
          <p:cNvSpPr>
            <a:spLocks noGrp="1"/>
          </p:cNvSpPr>
          <p:nvPr>
            <p:ph idx="1"/>
          </p:nvPr>
        </p:nvSpPr>
        <p:spPr>
          <a:xfrm>
            <a:off x="516000" y="1474149"/>
            <a:ext cx="4056000" cy="4680000"/>
          </a:xfrm>
        </p:spPr>
        <p:txBody>
          <a:bodyPr/>
          <a:lstStyle/>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47DF9070-FEB6-8558-7EA8-8B3DFCC7C4C5}"/>
              </a:ext>
            </a:extLst>
          </p:cNvPr>
          <p:cNvSpPr>
            <a:spLocks noGrp="1"/>
          </p:cNvSpPr>
          <p:nvPr>
            <p:ph type="sldNum" sz="quarter" idx="12"/>
          </p:nvPr>
        </p:nvSpPr>
        <p:spPr/>
        <p:txBody>
          <a:bodyPr/>
          <a:lstStyle/>
          <a:p>
            <a:fld id="{4055E60B-063F-7341-AAD1-65F55D97E323}" type="slidenum">
              <a:rPr lang="en-IL" smtClean="0"/>
              <a:t>16</a:t>
            </a:fld>
            <a:endParaRPr lang="en-IL"/>
          </a:p>
        </p:txBody>
      </p:sp>
      <p:sp>
        <p:nvSpPr>
          <p:cNvPr id="13" name="Slide Number Placeholder 3">
            <a:extLst>
              <a:ext uri="{FF2B5EF4-FFF2-40B4-BE49-F238E27FC236}">
                <a16:creationId xmlns:a16="http://schemas.microsoft.com/office/drawing/2014/main" id="{963F1504-2A01-679B-E812-E1B4A1ECE5E4}"/>
              </a:ext>
            </a:extLst>
          </p:cNvPr>
          <p:cNvSpPr txBox="1">
            <a:spLocks/>
          </p:cNvSpPr>
          <p:nvPr/>
        </p:nvSpPr>
        <p:spPr>
          <a:xfrm>
            <a:off x="714967" y="6228057"/>
            <a:ext cx="348973" cy="365125"/>
          </a:xfrm>
          <a:prstGeom prst="rect">
            <a:avLst/>
          </a:prstGeom>
        </p:spPr>
        <p:txBody>
          <a:bodyPr vert="horz" lIns="91440" tIns="45720" rIns="91440" bIns="45720" rtlCol="0" anchor="ctr"/>
          <a:lstStyle>
            <a:defPPr>
              <a:defRPr lang="en-IL"/>
            </a:defPPr>
            <a:lvl1pPr marL="0" algn="l" defTabSz="914400" rtl="0" eaLnBrk="1" latinLnBrk="0" hangingPunct="1">
              <a:defRPr sz="1000" b="0" i="0" kern="1200">
                <a:solidFill>
                  <a:schemeClr val="accent4">
                    <a:alpha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055E60B-063F-7341-AAD1-65F55D97E323}" type="slidenum">
              <a:rPr lang="en-IL" smtClean="0"/>
              <a:pPr/>
              <a:t>16</a:t>
            </a:fld>
            <a:endParaRPr lang="en-IL"/>
          </a:p>
        </p:txBody>
      </p:sp>
      <p:grpSp>
        <p:nvGrpSpPr>
          <p:cNvPr id="5" name="Group 4">
            <a:extLst>
              <a:ext uri="{FF2B5EF4-FFF2-40B4-BE49-F238E27FC236}">
                <a16:creationId xmlns:a16="http://schemas.microsoft.com/office/drawing/2014/main" id="{B77BF676-421D-1384-D13F-CAC88389F803}"/>
              </a:ext>
            </a:extLst>
          </p:cNvPr>
          <p:cNvGrpSpPr/>
          <p:nvPr/>
        </p:nvGrpSpPr>
        <p:grpSpPr>
          <a:xfrm>
            <a:off x="798895" y="1076353"/>
            <a:ext cx="9623571" cy="5151704"/>
            <a:chOff x="2373696" y="2324100"/>
            <a:chExt cx="7240204" cy="4307498"/>
          </a:xfrm>
        </p:grpSpPr>
        <p:grpSp>
          <p:nvGrpSpPr>
            <p:cNvPr id="6" name="Group 5">
              <a:extLst>
                <a:ext uri="{FF2B5EF4-FFF2-40B4-BE49-F238E27FC236}">
                  <a16:creationId xmlns:a16="http://schemas.microsoft.com/office/drawing/2014/main" id="{AAB26503-ABAF-65F5-F1C5-ED2F2A63F3FF}"/>
                </a:ext>
              </a:extLst>
            </p:cNvPr>
            <p:cNvGrpSpPr/>
            <p:nvPr/>
          </p:nvGrpSpPr>
          <p:grpSpPr>
            <a:xfrm>
              <a:off x="2373696" y="2324100"/>
              <a:ext cx="7240204" cy="4307498"/>
              <a:chOff x="405196" y="1163408"/>
              <a:chExt cx="9958162" cy="5328490"/>
            </a:xfrm>
          </p:grpSpPr>
          <p:pic>
            <p:nvPicPr>
              <p:cNvPr id="25" name="Content Placeholder 5">
                <a:extLst>
                  <a:ext uri="{FF2B5EF4-FFF2-40B4-BE49-F238E27FC236}">
                    <a16:creationId xmlns:a16="http://schemas.microsoft.com/office/drawing/2014/main" id="{20017FFF-365F-4A56-CE58-5C821A53E790}"/>
                  </a:ext>
                </a:extLst>
              </p:cNvPr>
              <p:cNvPicPr>
                <a:picLocks/>
              </p:cNvPicPr>
              <p:nvPr/>
            </p:nvPicPr>
            <p:blipFill>
              <a:blip r:embed="rId2"/>
              <a:stretch>
                <a:fillRect/>
              </a:stretch>
            </p:blipFill>
            <p:spPr>
              <a:xfrm>
                <a:off x="405196" y="1163408"/>
                <a:ext cx="9958162" cy="5328490"/>
              </a:xfrm>
              <a:prstGeom prst="rect">
                <a:avLst/>
              </a:prstGeom>
            </p:spPr>
          </p:pic>
          <p:grpSp>
            <p:nvGrpSpPr>
              <p:cNvPr id="26" name="Group 25">
                <a:extLst>
                  <a:ext uri="{FF2B5EF4-FFF2-40B4-BE49-F238E27FC236}">
                    <a16:creationId xmlns:a16="http://schemas.microsoft.com/office/drawing/2014/main" id="{E2547189-EAF6-04C0-03EC-C64EEB4C3CE5}"/>
                  </a:ext>
                </a:extLst>
              </p:cNvPr>
              <p:cNvGrpSpPr/>
              <p:nvPr/>
            </p:nvGrpSpPr>
            <p:grpSpPr>
              <a:xfrm>
                <a:off x="1711842" y="1687286"/>
                <a:ext cx="8537944" cy="4328615"/>
                <a:chOff x="1711842" y="1687286"/>
                <a:chExt cx="8537944" cy="4328615"/>
              </a:xfrm>
            </p:grpSpPr>
            <p:sp>
              <p:nvSpPr>
                <p:cNvPr id="27" name="Rectangle 26">
                  <a:extLst>
                    <a:ext uri="{FF2B5EF4-FFF2-40B4-BE49-F238E27FC236}">
                      <a16:creationId xmlns:a16="http://schemas.microsoft.com/office/drawing/2014/main" id="{8088152C-A3B2-EDDB-B7C6-B34102B1A3A2}"/>
                    </a:ext>
                  </a:extLst>
                </p:cNvPr>
                <p:cNvSpPr/>
                <p:nvPr/>
              </p:nvSpPr>
              <p:spPr>
                <a:xfrm>
                  <a:off x="3614057" y="1687286"/>
                  <a:ext cx="1338943" cy="1262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FPGA</a:t>
                  </a:r>
                </a:p>
              </p:txBody>
            </p:sp>
            <p:sp>
              <p:nvSpPr>
                <p:cNvPr id="28" name="Rectangle 27">
                  <a:extLst>
                    <a:ext uri="{FF2B5EF4-FFF2-40B4-BE49-F238E27FC236}">
                      <a16:creationId xmlns:a16="http://schemas.microsoft.com/office/drawing/2014/main" id="{5A1FEA13-02A8-6CA3-6FED-C06DC32CF591}"/>
                    </a:ext>
                  </a:extLst>
                </p:cNvPr>
                <p:cNvSpPr/>
                <p:nvPr/>
              </p:nvSpPr>
              <p:spPr>
                <a:xfrm>
                  <a:off x="1711842" y="4029740"/>
                  <a:ext cx="1307805" cy="1254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MNGR</a:t>
                  </a:r>
                </a:p>
              </p:txBody>
            </p:sp>
            <p:sp>
              <p:nvSpPr>
                <p:cNvPr id="29" name="Rectangle 28">
                  <a:extLst>
                    <a:ext uri="{FF2B5EF4-FFF2-40B4-BE49-F238E27FC236}">
                      <a16:creationId xmlns:a16="http://schemas.microsoft.com/office/drawing/2014/main" id="{FB6199AA-7D52-D391-F939-455B28437030}"/>
                    </a:ext>
                  </a:extLst>
                </p:cNvPr>
                <p:cNvSpPr/>
                <p:nvPr/>
              </p:nvSpPr>
              <p:spPr>
                <a:xfrm>
                  <a:off x="5943600" y="4263656"/>
                  <a:ext cx="1382233" cy="1254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PWR</a:t>
                  </a:r>
                </a:p>
              </p:txBody>
            </p:sp>
            <p:sp>
              <p:nvSpPr>
                <p:cNvPr id="30" name="Rectangle 29">
                  <a:extLst>
                    <a:ext uri="{FF2B5EF4-FFF2-40B4-BE49-F238E27FC236}">
                      <a16:creationId xmlns:a16="http://schemas.microsoft.com/office/drawing/2014/main" id="{13C36F63-7139-745D-0830-AB1C400F56C7}"/>
                    </a:ext>
                  </a:extLst>
                </p:cNvPr>
                <p:cNvSpPr/>
                <p:nvPr/>
              </p:nvSpPr>
              <p:spPr>
                <a:xfrm>
                  <a:off x="9027042" y="5284381"/>
                  <a:ext cx="1222744" cy="7315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DBG</a:t>
                  </a:r>
                </a:p>
              </p:txBody>
            </p:sp>
          </p:grpSp>
        </p:grpSp>
        <mc:AlternateContent xmlns:mc="http://schemas.openxmlformats.org/markup-compatibility/2006">
          <mc:Choice xmlns:p14="http://schemas.microsoft.com/office/powerpoint/2010/main" Requires="p14">
            <p:contentPart p14:bwMode="auto" r:id="rId3">
              <p14:nvContentPartPr>
                <p14:cNvPr id="7" name="Ink 6">
                  <a:extLst>
                    <a:ext uri="{FF2B5EF4-FFF2-40B4-BE49-F238E27FC236}">
                      <a16:creationId xmlns:a16="http://schemas.microsoft.com/office/drawing/2014/main" id="{5FFD9CC7-D315-9017-36D2-29685BE2D767}"/>
                    </a:ext>
                  </a:extLst>
                </p14:cNvPr>
                <p14:cNvContentPartPr/>
                <p14:nvPr/>
              </p14:nvContentPartPr>
              <p14:xfrm>
                <a:off x="3397090" y="2921120"/>
                <a:ext cx="1289160" cy="32040"/>
              </p14:xfrm>
            </p:contentPart>
          </mc:Choice>
          <mc:Fallback>
            <p:pic>
              <p:nvPicPr>
                <p:cNvPr id="7" name="Ink 6">
                  <a:extLst>
                    <a:ext uri="{FF2B5EF4-FFF2-40B4-BE49-F238E27FC236}">
                      <a16:creationId xmlns:a16="http://schemas.microsoft.com/office/drawing/2014/main" id="{5FFD9CC7-D315-9017-36D2-29685BE2D767}"/>
                    </a:ext>
                  </a:extLst>
                </p:cNvPr>
                <p:cNvPicPr/>
                <p:nvPr/>
              </p:nvPicPr>
              <p:blipFill>
                <a:blip r:embed="rId4"/>
                <a:stretch>
                  <a:fillRect/>
                </a:stretch>
              </p:blipFill>
              <p:spPr>
                <a:xfrm>
                  <a:off x="3349684" y="2868224"/>
                  <a:ext cx="1383700" cy="13753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88EC9AAE-2667-F8B3-0C3A-DD458941B46B}"/>
                    </a:ext>
                  </a:extLst>
                </p14:cNvPr>
                <p14:cNvContentPartPr/>
                <p14:nvPr/>
              </p14:nvContentPartPr>
              <p14:xfrm>
                <a:off x="3295570" y="2933720"/>
                <a:ext cx="360" cy="360"/>
              </p14:xfrm>
            </p:contentPart>
          </mc:Choice>
          <mc:Fallback>
            <p:pic>
              <p:nvPicPr>
                <p:cNvPr id="8" name="Ink 7">
                  <a:extLst>
                    <a:ext uri="{FF2B5EF4-FFF2-40B4-BE49-F238E27FC236}">
                      <a16:creationId xmlns:a16="http://schemas.microsoft.com/office/drawing/2014/main" id="{88EC9AAE-2667-F8B3-0C3A-DD458941B46B}"/>
                    </a:ext>
                  </a:extLst>
                </p:cNvPr>
                <p:cNvPicPr/>
                <p:nvPr/>
              </p:nvPicPr>
              <p:blipFill>
                <a:blip r:embed="rId6"/>
                <a:stretch>
                  <a:fillRect/>
                </a:stretch>
              </p:blipFill>
              <p:spPr>
                <a:xfrm>
                  <a:off x="3232930" y="287072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9" name="Ink 8">
                  <a:extLst>
                    <a:ext uri="{FF2B5EF4-FFF2-40B4-BE49-F238E27FC236}">
                      <a16:creationId xmlns:a16="http://schemas.microsoft.com/office/drawing/2014/main" id="{2E356CBA-4AA0-E157-A927-8E4C4C53DAEB}"/>
                    </a:ext>
                  </a:extLst>
                </p14:cNvPr>
                <p14:cNvContentPartPr/>
                <p14:nvPr/>
              </p14:nvContentPartPr>
              <p14:xfrm rot="21264691">
                <a:off x="3140102" y="2939840"/>
                <a:ext cx="149347" cy="1889030"/>
              </p14:xfrm>
            </p:contentPart>
          </mc:Choice>
          <mc:Fallback>
            <p:pic>
              <p:nvPicPr>
                <p:cNvPr id="9" name="Ink 8">
                  <a:extLst>
                    <a:ext uri="{FF2B5EF4-FFF2-40B4-BE49-F238E27FC236}">
                      <a16:creationId xmlns:a16="http://schemas.microsoft.com/office/drawing/2014/main" id="{2E356CBA-4AA0-E157-A927-8E4C4C53DAEB}"/>
                    </a:ext>
                  </a:extLst>
                </p:cNvPr>
                <p:cNvPicPr/>
                <p:nvPr/>
              </p:nvPicPr>
              <p:blipFill>
                <a:blip r:embed="rId8"/>
                <a:stretch>
                  <a:fillRect/>
                </a:stretch>
              </p:blipFill>
              <p:spPr>
                <a:xfrm rot="21264691">
                  <a:off x="3092940" y="2887467"/>
                  <a:ext cx="243942" cy="1994076"/>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0" name="Ink 9">
                  <a:extLst>
                    <a:ext uri="{FF2B5EF4-FFF2-40B4-BE49-F238E27FC236}">
                      <a16:creationId xmlns:a16="http://schemas.microsoft.com/office/drawing/2014/main" id="{A982436D-8DB4-C532-9E71-C56AB2FB9EB8}"/>
                    </a:ext>
                  </a:extLst>
                </p14:cNvPr>
                <p14:cNvContentPartPr/>
                <p14:nvPr/>
              </p14:nvContentPartPr>
              <p14:xfrm>
                <a:off x="2850970" y="6311350"/>
                <a:ext cx="6490080" cy="32400"/>
              </p14:xfrm>
            </p:contentPart>
          </mc:Choice>
          <mc:Fallback>
            <p:pic>
              <p:nvPicPr>
                <p:cNvPr id="10" name="Ink 9">
                  <a:extLst>
                    <a:ext uri="{FF2B5EF4-FFF2-40B4-BE49-F238E27FC236}">
                      <a16:creationId xmlns:a16="http://schemas.microsoft.com/office/drawing/2014/main" id="{A982436D-8DB4-C532-9E71-C56AB2FB9EB8}"/>
                    </a:ext>
                  </a:extLst>
                </p:cNvPr>
                <p:cNvPicPr/>
                <p:nvPr/>
              </p:nvPicPr>
              <p:blipFill>
                <a:blip r:embed="rId10"/>
                <a:stretch>
                  <a:fillRect/>
                </a:stretch>
              </p:blipFill>
              <p:spPr>
                <a:xfrm>
                  <a:off x="2803571" y="6259150"/>
                  <a:ext cx="6584606" cy="1371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1" name="Ink 10">
                  <a:extLst>
                    <a:ext uri="{FF2B5EF4-FFF2-40B4-BE49-F238E27FC236}">
                      <a16:creationId xmlns:a16="http://schemas.microsoft.com/office/drawing/2014/main" id="{DC21430A-A7CC-4CEE-F5EE-9D4AF466AFA3}"/>
                    </a:ext>
                  </a:extLst>
                </p14:cNvPr>
                <p14:cNvContentPartPr/>
                <p14:nvPr/>
              </p14:nvContentPartPr>
              <p14:xfrm>
                <a:off x="2812810" y="5543110"/>
                <a:ext cx="720" cy="800640"/>
              </p14:xfrm>
            </p:contentPart>
          </mc:Choice>
          <mc:Fallback>
            <p:pic>
              <p:nvPicPr>
                <p:cNvPr id="11" name="Ink 10">
                  <a:extLst>
                    <a:ext uri="{FF2B5EF4-FFF2-40B4-BE49-F238E27FC236}">
                      <a16:creationId xmlns:a16="http://schemas.microsoft.com/office/drawing/2014/main" id="{DC21430A-A7CC-4CEE-F5EE-9D4AF466AFA3}"/>
                    </a:ext>
                  </a:extLst>
                </p:cNvPr>
                <p:cNvPicPr/>
                <p:nvPr/>
              </p:nvPicPr>
              <p:blipFill>
                <a:blip r:embed="rId12"/>
                <a:stretch>
                  <a:fillRect/>
                </a:stretch>
              </p:blipFill>
              <p:spPr>
                <a:xfrm>
                  <a:off x="2686810" y="5490436"/>
                  <a:ext cx="252000" cy="905686"/>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2" name="Ink 11">
                  <a:extLst>
                    <a:ext uri="{FF2B5EF4-FFF2-40B4-BE49-F238E27FC236}">
                      <a16:creationId xmlns:a16="http://schemas.microsoft.com/office/drawing/2014/main" id="{6D360DA8-ADF1-A7D9-CA81-D6EF86DF0283}"/>
                    </a:ext>
                  </a:extLst>
                </p14:cNvPr>
                <p14:cNvContentPartPr/>
                <p14:nvPr/>
              </p14:nvContentPartPr>
              <p14:xfrm>
                <a:off x="2825410" y="5498830"/>
                <a:ext cx="311040" cy="38880"/>
              </p14:xfrm>
            </p:contentPart>
          </mc:Choice>
          <mc:Fallback>
            <p:pic>
              <p:nvPicPr>
                <p:cNvPr id="12" name="Ink 11">
                  <a:extLst>
                    <a:ext uri="{FF2B5EF4-FFF2-40B4-BE49-F238E27FC236}">
                      <a16:creationId xmlns:a16="http://schemas.microsoft.com/office/drawing/2014/main" id="{6D360DA8-ADF1-A7D9-CA81-D6EF86DF0283}"/>
                    </a:ext>
                  </a:extLst>
                </p:cNvPr>
                <p:cNvPicPr/>
                <p:nvPr/>
              </p:nvPicPr>
              <p:blipFill>
                <a:blip r:embed="rId14"/>
                <a:stretch>
                  <a:fillRect/>
                </a:stretch>
              </p:blipFill>
              <p:spPr>
                <a:xfrm>
                  <a:off x="2778266" y="5446086"/>
                  <a:ext cx="405598" cy="144067"/>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5" name="Ink 14">
                  <a:extLst>
                    <a:ext uri="{FF2B5EF4-FFF2-40B4-BE49-F238E27FC236}">
                      <a16:creationId xmlns:a16="http://schemas.microsoft.com/office/drawing/2014/main" id="{F9425AA0-9C80-1682-723E-FD885EB365FC}"/>
                    </a:ext>
                  </a:extLst>
                </p14:cNvPr>
                <p14:cNvContentPartPr/>
                <p14:nvPr/>
              </p14:nvContentPartPr>
              <p14:xfrm>
                <a:off x="3111250" y="4844710"/>
                <a:ext cx="25920" cy="667080"/>
              </p14:xfrm>
            </p:contentPart>
          </mc:Choice>
          <mc:Fallback>
            <p:pic>
              <p:nvPicPr>
                <p:cNvPr id="15" name="Ink 14">
                  <a:extLst>
                    <a:ext uri="{FF2B5EF4-FFF2-40B4-BE49-F238E27FC236}">
                      <a16:creationId xmlns:a16="http://schemas.microsoft.com/office/drawing/2014/main" id="{F9425AA0-9C80-1682-723E-FD885EB365FC}"/>
                    </a:ext>
                  </a:extLst>
                </p:cNvPr>
                <p:cNvPicPr/>
                <p:nvPr/>
              </p:nvPicPr>
              <p:blipFill>
                <a:blip r:embed="rId16"/>
                <a:stretch>
                  <a:fillRect/>
                </a:stretch>
              </p:blipFill>
              <p:spPr>
                <a:xfrm>
                  <a:off x="3064000" y="4792331"/>
                  <a:ext cx="120150" cy="772139"/>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1" name="Ink 20">
                  <a:extLst>
                    <a:ext uri="{FF2B5EF4-FFF2-40B4-BE49-F238E27FC236}">
                      <a16:creationId xmlns:a16="http://schemas.microsoft.com/office/drawing/2014/main" id="{93009654-6271-0DC3-8DBE-DC82B25CD791}"/>
                    </a:ext>
                  </a:extLst>
                </p14:cNvPr>
                <p14:cNvContentPartPr/>
                <p14:nvPr/>
              </p14:nvContentPartPr>
              <p14:xfrm>
                <a:off x="3168490" y="2914390"/>
                <a:ext cx="228240" cy="7920"/>
              </p14:xfrm>
            </p:contentPart>
          </mc:Choice>
          <mc:Fallback>
            <p:pic>
              <p:nvPicPr>
                <p:cNvPr id="21" name="Ink 20">
                  <a:extLst>
                    <a:ext uri="{FF2B5EF4-FFF2-40B4-BE49-F238E27FC236}">
                      <a16:creationId xmlns:a16="http://schemas.microsoft.com/office/drawing/2014/main" id="{93009654-6271-0DC3-8DBE-DC82B25CD791}"/>
                    </a:ext>
                  </a:extLst>
                </p:cNvPr>
                <p:cNvPicPr/>
                <p:nvPr/>
              </p:nvPicPr>
              <p:blipFill>
                <a:blip r:embed="rId18"/>
                <a:stretch>
                  <a:fillRect/>
                </a:stretch>
              </p:blipFill>
              <p:spPr>
                <a:xfrm>
                  <a:off x="3121380" y="2861387"/>
                  <a:ext cx="322731" cy="114231"/>
                </a:xfrm>
                <a:prstGeom prst="rect">
                  <a:avLst/>
                </a:prstGeom>
              </p:spPr>
            </p:pic>
          </mc:Fallback>
        </mc:AlternateContent>
        <p:sp>
          <p:nvSpPr>
            <p:cNvPr id="22" name="TextBox 21">
              <a:extLst>
                <a:ext uri="{FF2B5EF4-FFF2-40B4-BE49-F238E27FC236}">
                  <a16:creationId xmlns:a16="http://schemas.microsoft.com/office/drawing/2014/main" id="{E130AE93-FBDD-89C6-089B-51068EBB3B31}"/>
                </a:ext>
              </a:extLst>
            </p:cNvPr>
            <p:cNvSpPr txBox="1"/>
            <p:nvPr/>
          </p:nvSpPr>
          <p:spPr>
            <a:xfrm>
              <a:off x="3619500" y="6189861"/>
              <a:ext cx="759840" cy="307777"/>
            </a:xfrm>
            <a:prstGeom prst="rect">
              <a:avLst/>
            </a:prstGeom>
            <a:noFill/>
          </p:spPr>
          <p:txBody>
            <a:bodyPr wrap="square" rtlCol="0">
              <a:spAutoFit/>
            </a:bodyPr>
            <a:lstStyle/>
            <a:p>
              <a:r>
                <a:rPr lang="en-US" sz="1400" b="1" dirty="0">
                  <a:solidFill>
                    <a:schemeClr val="bg1"/>
                  </a:solidFill>
                </a:rPr>
                <a:t>SPI</a:t>
              </a:r>
            </a:p>
          </p:txBody>
        </p:sp>
        <p:sp>
          <p:nvSpPr>
            <p:cNvPr id="23" name="TextBox 22">
              <a:extLst>
                <a:ext uri="{FF2B5EF4-FFF2-40B4-BE49-F238E27FC236}">
                  <a16:creationId xmlns:a16="http://schemas.microsoft.com/office/drawing/2014/main" id="{BAF02915-6AC8-6533-B357-EDA78D14DB90}"/>
                </a:ext>
              </a:extLst>
            </p:cNvPr>
            <p:cNvSpPr txBox="1"/>
            <p:nvPr/>
          </p:nvSpPr>
          <p:spPr>
            <a:xfrm>
              <a:off x="6781800" y="6189860"/>
              <a:ext cx="759840" cy="307777"/>
            </a:xfrm>
            <a:prstGeom prst="rect">
              <a:avLst/>
            </a:prstGeom>
            <a:noFill/>
          </p:spPr>
          <p:txBody>
            <a:bodyPr wrap="square" rtlCol="0">
              <a:spAutoFit/>
            </a:bodyPr>
            <a:lstStyle/>
            <a:p>
              <a:r>
                <a:rPr lang="en-US" sz="1400" b="1" dirty="0">
                  <a:solidFill>
                    <a:schemeClr val="bg1"/>
                  </a:solidFill>
                </a:rPr>
                <a:t>SPI</a:t>
              </a:r>
            </a:p>
          </p:txBody>
        </p:sp>
        <p:sp>
          <p:nvSpPr>
            <p:cNvPr id="24" name="TextBox 23">
              <a:extLst>
                <a:ext uri="{FF2B5EF4-FFF2-40B4-BE49-F238E27FC236}">
                  <a16:creationId xmlns:a16="http://schemas.microsoft.com/office/drawing/2014/main" id="{EA776A50-848F-1D32-1281-5824F49C99AE}"/>
                </a:ext>
              </a:extLst>
            </p:cNvPr>
            <p:cNvSpPr txBox="1"/>
            <p:nvPr/>
          </p:nvSpPr>
          <p:spPr>
            <a:xfrm rot="5400000">
              <a:off x="2822445" y="3757577"/>
              <a:ext cx="759840" cy="307777"/>
            </a:xfrm>
            <a:prstGeom prst="rect">
              <a:avLst/>
            </a:prstGeom>
            <a:noFill/>
          </p:spPr>
          <p:txBody>
            <a:bodyPr wrap="square" rtlCol="0">
              <a:spAutoFit/>
            </a:bodyPr>
            <a:lstStyle/>
            <a:p>
              <a:r>
                <a:rPr lang="en-US" sz="1400" b="1" dirty="0">
                  <a:solidFill>
                    <a:schemeClr val="bg1"/>
                  </a:solidFill>
                </a:rPr>
                <a:t>SPI</a:t>
              </a:r>
            </a:p>
          </p:txBody>
        </p:sp>
      </p:grpSp>
      <p:sp>
        <p:nvSpPr>
          <p:cNvPr id="20" name="Rectangle 19">
            <a:extLst>
              <a:ext uri="{FF2B5EF4-FFF2-40B4-BE49-F238E27FC236}">
                <a16:creationId xmlns:a16="http://schemas.microsoft.com/office/drawing/2014/main" id="{1995677F-8C04-73A8-78EE-C053978C8E38}"/>
              </a:ext>
            </a:extLst>
          </p:cNvPr>
          <p:cNvSpPr/>
          <p:nvPr/>
        </p:nvSpPr>
        <p:spPr>
          <a:xfrm rot="5400000">
            <a:off x="1571437" y="4194553"/>
            <a:ext cx="482600" cy="177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RES</a:t>
            </a:r>
          </a:p>
        </p:txBody>
      </p:sp>
    </p:spTree>
    <p:extLst>
      <p:ext uri="{BB962C8B-B14F-4D97-AF65-F5344CB8AC3E}">
        <p14:creationId xmlns:p14="http://schemas.microsoft.com/office/powerpoint/2010/main" val="27264114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B3AB-AF81-7A8A-3DB5-05C6C1B591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EBC592-0D6A-E127-DFF2-E1BA9A54DBE0}"/>
              </a:ext>
            </a:extLst>
          </p:cNvPr>
          <p:cNvSpPr>
            <a:spLocks noGrp="1"/>
          </p:cNvSpPr>
          <p:nvPr>
            <p:ph type="title"/>
          </p:nvPr>
        </p:nvSpPr>
        <p:spPr/>
        <p:txBody>
          <a:bodyPr/>
          <a:lstStyle/>
          <a:p>
            <a:r>
              <a:rPr lang="en-US" dirty="0"/>
              <a:t>Example V4 (What we implemented ☹ )</a:t>
            </a:r>
          </a:p>
        </p:txBody>
      </p:sp>
      <p:sp>
        <p:nvSpPr>
          <p:cNvPr id="3" name="Content Placeholder 2">
            <a:extLst>
              <a:ext uri="{FF2B5EF4-FFF2-40B4-BE49-F238E27FC236}">
                <a16:creationId xmlns:a16="http://schemas.microsoft.com/office/drawing/2014/main" id="{CD9E2210-92E4-F569-0BEE-24548B96D048}"/>
              </a:ext>
            </a:extLst>
          </p:cNvPr>
          <p:cNvSpPr>
            <a:spLocks noGrp="1"/>
          </p:cNvSpPr>
          <p:nvPr>
            <p:ph idx="1"/>
          </p:nvPr>
        </p:nvSpPr>
        <p:spPr>
          <a:xfrm>
            <a:off x="516000" y="1474149"/>
            <a:ext cx="4056000" cy="4680000"/>
          </a:xfrm>
        </p:spPr>
        <p:txBody>
          <a:bodyPr/>
          <a:lstStyle/>
          <a:p>
            <a:pPr marL="0" indent="0">
              <a:buNone/>
            </a:pPr>
            <a:endParaRPr lang="en-US" dirty="0"/>
          </a:p>
          <a:p>
            <a:r>
              <a:rPr lang="en-US" dirty="0"/>
              <a:t>Even best solutions should be implemented correctly.</a:t>
            </a:r>
          </a:p>
        </p:txBody>
      </p:sp>
      <p:sp>
        <p:nvSpPr>
          <p:cNvPr id="4" name="Slide Number Placeholder 3">
            <a:extLst>
              <a:ext uri="{FF2B5EF4-FFF2-40B4-BE49-F238E27FC236}">
                <a16:creationId xmlns:a16="http://schemas.microsoft.com/office/drawing/2014/main" id="{D674B7F7-84EF-8BA9-7D8E-2FB2197954B5}"/>
              </a:ext>
            </a:extLst>
          </p:cNvPr>
          <p:cNvSpPr>
            <a:spLocks noGrp="1"/>
          </p:cNvSpPr>
          <p:nvPr>
            <p:ph type="sldNum" sz="quarter" idx="12"/>
          </p:nvPr>
        </p:nvSpPr>
        <p:spPr/>
        <p:txBody>
          <a:bodyPr/>
          <a:lstStyle/>
          <a:p>
            <a:fld id="{4055E60B-063F-7341-AAD1-65F55D97E323}" type="slidenum">
              <a:rPr lang="en-IL" smtClean="0"/>
              <a:t>17</a:t>
            </a:fld>
            <a:endParaRPr lang="en-IL"/>
          </a:p>
        </p:txBody>
      </p:sp>
      <p:pic>
        <p:nvPicPr>
          <p:cNvPr id="23" name="Picture 22">
            <a:extLst>
              <a:ext uri="{FF2B5EF4-FFF2-40B4-BE49-F238E27FC236}">
                <a16:creationId xmlns:a16="http://schemas.microsoft.com/office/drawing/2014/main" id="{C6CFCB33-828F-6582-68C9-E0AB9BA1A3D9}"/>
              </a:ext>
            </a:extLst>
          </p:cNvPr>
          <p:cNvPicPr>
            <a:picLocks noChangeAspect="1"/>
          </p:cNvPicPr>
          <p:nvPr/>
        </p:nvPicPr>
        <p:blipFill>
          <a:blip r:embed="rId2"/>
          <a:stretch>
            <a:fillRect/>
          </a:stretch>
        </p:blipFill>
        <p:spPr>
          <a:xfrm>
            <a:off x="4019550" y="1509057"/>
            <a:ext cx="6896100" cy="4924425"/>
          </a:xfrm>
          <a:prstGeom prst="rect">
            <a:avLst/>
          </a:prstGeom>
        </p:spPr>
      </p:pic>
      <p:sp>
        <p:nvSpPr>
          <p:cNvPr id="24" name="Rectangle 23">
            <a:extLst>
              <a:ext uri="{FF2B5EF4-FFF2-40B4-BE49-F238E27FC236}">
                <a16:creationId xmlns:a16="http://schemas.microsoft.com/office/drawing/2014/main" id="{4EC55170-E289-2B5F-7221-F90541E0B616}"/>
              </a:ext>
            </a:extLst>
          </p:cNvPr>
          <p:cNvSpPr/>
          <p:nvPr/>
        </p:nvSpPr>
        <p:spPr>
          <a:xfrm>
            <a:off x="6767745" y="2174359"/>
            <a:ext cx="2223855" cy="2270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MNGR</a:t>
            </a:r>
          </a:p>
        </p:txBody>
      </p:sp>
      <p:sp>
        <p:nvSpPr>
          <p:cNvPr id="26" name="Rectangle 25">
            <a:extLst>
              <a:ext uri="{FF2B5EF4-FFF2-40B4-BE49-F238E27FC236}">
                <a16:creationId xmlns:a16="http://schemas.microsoft.com/office/drawing/2014/main" id="{82EDF6EE-6AB2-D31A-7691-C1BADBED13B1}"/>
              </a:ext>
            </a:extLst>
          </p:cNvPr>
          <p:cNvSpPr/>
          <p:nvPr/>
        </p:nvSpPr>
        <p:spPr>
          <a:xfrm>
            <a:off x="5854700" y="2416612"/>
            <a:ext cx="482600" cy="177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RES</a:t>
            </a:r>
          </a:p>
        </p:txBody>
      </p:sp>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BB7266F1-ED0F-759D-35E1-A54E1DC660ED}"/>
                  </a:ext>
                </a:extLst>
              </p14:cNvPr>
              <p14:cNvContentPartPr/>
              <p14:nvPr/>
            </p14:nvContentPartPr>
            <p14:xfrm>
              <a:off x="5519760" y="1710307"/>
              <a:ext cx="68760" cy="829800"/>
            </p14:xfrm>
          </p:contentPart>
        </mc:Choice>
        <mc:Fallback>
          <p:pic>
            <p:nvPicPr>
              <p:cNvPr id="6" name="Ink 5">
                <a:extLst>
                  <a:ext uri="{FF2B5EF4-FFF2-40B4-BE49-F238E27FC236}">
                    <a16:creationId xmlns:a16="http://schemas.microsoft.com/office/drawing/2014/main" id="{BB7266F1-ED0F-759D-35E1-A54E1DC660ED}"/>
                  </a:ext>
                </a:extLst>
              </p:cNvPr>
              <p:cNvPicPr/>
              <p:nvPr/>
            </p:nvPicPr>
            <p:blipFill>
              <a:blip r:embed="rId4"/>
              <a:stretch>
                <a:fillRect/>
              </a:stretch>
            </p:blipFill>
            <p:spPr>
              <a:xfrm>
                <a:off x="5456760" y="1647307"/>
                <a:ext cx="194400" cy="9554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B4061173-F091-1C36-FFA6-7EEC4C39B55C}"/>
                  </a:ext>
                </a:extLst>
              </p14:cNvPr>
              <p14:cNvContentPartPr/>
              <p14:nvPr/>
            </p14:nvContentPartPr>
            <p14:xfrm>
              <a:off x="5553960" y="2497267"/>
              <a:ext cx="9000" cy="3175560"/>
            </p14:xfrm>
          </p:contentPart>
        </mc:Choice>
        <mc:Fallback>
          <p:pic>
            <p:nvPicPr>
              <p:cNvPr id="8" name="Ink 7">
                <a:extLst>
                  <a:ext uri="{FF2B5EF4-FFF2-40B4-BE49-F238E27FC236}">
                    <a16:creationId xmlns:a16="http://schemas.microsoft.com/office/drawing/2014/main" id="{B4061173-F091-1C36-FFA6-7EEC4C39B55C}"/>
                  </a:ext>
                </a:extLst>
              </p:cNvPr>
              <p:cNvPicPr/>
              <p:nvPr/>
            </p:nvPicPr>
            <p:blipFill>
              <a:blip r:embed="rId6"/>
              <a:stretch>
                <a:fillRect/>
              </a:stretch>
            </p:blipFill>
            <p:spPr>
              <a:xfrm>
                <a:off x="5490960" y="2434627"/>
                <a:ext cx="134640" cy="33012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0" name="Ink 9">
                <a:extLst>
                  <a:ext uri="{FF2B5EF4-FFF2-40B4-BE49-F238E27FC236}">
                    <a16:creationId xmlns:a16="http://schemas.microsoft.com/office/drawing/2014/main" id="{BE6FCD9A-D7B3-2D3A-B769-476F468EA8DE}"/>
                  </a:ext>
                </a:extLst>
              </p14:cNvPr>
              <p14:cNvContentPartPr/>
              <p14:nvPr/>
            </p14:nvContentPartPr>
            <p14:xfrm>
              <a:off x="5596080" y="2489347"/>
              <a:ext cx="271440" cy="360"/>
            </p14:xfrm>
          </p:contentPart>
        </mc:Choice>
        <mc:Fallback>
          <p:pic>
            <p:nvPicPr>
              <p:cNvPr id="10" name="Ink 9">
                <a:extLst>
                  <a:ext uri="{FF2B5EF4-FFF2-40B4-BE49-F238E27FC236}">
                    <a16:creationId xmlns:a16="http://schemas.microsoft.com/office/drawing/2014/main" id="{BE6FCD9A-D7B3-2D3A-B769-476F468EA8DE}"/>
                  </a:ext>
                </a:extLst>
              </p:cNvPr>
              <p:cNvPicPr/>
              <p:nvPr/>
            </p:nvPicPr>
            <p:blipFill>
              <a:blip r:embed="rId8"/>
              <a:stretch>
                <a:fillRect/>
              </a:stretch>
            </p:blipFill>
            <p:spPr>
              <a:xfrm>
                <a:off x="5533080" y="2426347"/>
                <a:ext cx="39708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2" name="Ink 11">
                <a:extLst>
                  <a:ext uri="{FF2B5EF4-FFF2-40B4-BE49-F238E27FC236}">
                    <a16:creationId xmlns:a16="http://schemas.microsoft.com/office/drawing/2014/main" id="{E2FB7900-F494-CEE5-A3A6-54720AD05EC4}"/>
                  </a:ext>
                </a:extLst>
              </p14:cNvPr>
              <p14:cNvContentPartPr/>
              <p14:nvPr/>
            </p14:nvContentPartPr>
            <p14:xfrm>
              <a:off x="6383760" y="2497267"/>
              <a:ext cx="390240" cy="720"/>
            </p14:xfrm>
          </p:contentPart>
        </mc:Choice>
        <mc:Fallback>
          <p:pic>
            <p:nvPicPr>
              <p:cNvPr id="12" name="Ink 11">
                <a:extLst>
                  <a:ext uri="{FF2B5EF4-FFF2-40B4-BE49-F238E27FC236}">
                    <a16:creationId xmlns:a16="http://schemas.microsoft.com/office/drawing/2014/main" id="{E2FB7900-F494-CEE5-A3A6-54720AD05EC4}"/>
                  </a:ext>
                </a:extLst>
              </p:cNvPr>
              <p:cNvPicPr/>
              <p:nvPr/>
            </p:nvPicPr>
            <p:blipFill>
              <a:blip r:embed="rId10"/>
              <a:stretch>
                <a:fillRect/>
              </a:stretch>
            </p:blipFill>
            <p:spPr>
              <a:xfrm>
                <a:off x="6320760" y="2371267"/>
                <a:ext cx="51588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3" name="Ink 12">
                <a:extLst>
                  <a:ext uri="{FF2B5EF4-FFF2-40B4-BE49-F238E27FC236}">
                    <a16:creationId xmlns:a16="http://schemas.microsoft.com/office/drawing/2014/main" id="{1F2EE04A-C89F-0841-29BB-AF7DC488E06A}"/>
                  </a:ext>
                </a:extLst>
              </p14:cNvPr>
              <p14:cNvContentPartPr/>
              <p14:nvPr/>
            </p14:nvContentPartPr>
            <p14:xfrm>
              <a:off x="3386760" y="3107107"/>
              <a:ext cx="360" cy="360"/>
            </p14:xfrm>
          </p:contentPart>
        </mc:Choice>
        <mc:Fallback>
          <p:pic>
            <p:nvPicPr>
              <p:cNvPr id="13" name="Ink 12">
                <a:extLst>
                  <a:ext uri="{FF2B5EF4-FFF2-40B4-BE49-F238E27FC236}">
                    <a16:creationId xmlns:a16="http://schemas.microsoft.com/office/drawing/2014/main" id="{1F2EE04A-C89F-0841-29BB-AF7DC488E06A}"/>
                  </a:ext>
                </a:extLst>
              </p:cNvPr>
              <p:cNvPicPr/>
              <p:nvPr/>
            </p:nvPicPr>
            <p:blipFill>
              <a:blip r:embed="rId12"/>
              <a:stretch>
                <a:fillRect/>
              </a:stretch>
            </p:blipFill>
            <p:spPr>
              <a:xfrm>
                <a:off x="3323760" y="3044107"/>
                <a:ext cx="126000" cy="126000"/>
              </a:xfrm>
              <a:prstGeom prst="rect">
                <a:avLst/>
              </a:prstGeom>
            </p:spPr>
          </p:pic>
        </mc:Fallback>
      </mc:AlternateContent>
    </p:spTree>
    <p:extLst>
      <p:ext uri="{BB962C8B-B14F-4D97-AF65-F5344CB8AC3E}">
        <p14:creationId xmlns:p14="http://schemas.microsoft.com/office/powerpoint/2010/main" val="2201303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2668B-8FBE-DEE5-7FF6-ED2499045248}"/>
              </a:ext>
            </a:extLst>
          </p:cNvPr>
          <p:cNvSpPr>
            <a:spLocks noGrp="1"/>
          </p:cNvSpPr>
          <p:nvPr>
            <p:ph type="title"/>
          </p:nvPr>
        </p:nvSpPr>
        <p:spPr/>
        <p:txBody>
          <a:bodyPr/>
          <a:lstStyle/>
          <a:p>
            <a:r>
              <a:rPr lang="en-US" dirty="0"/>
              <a:t>JTAG</a:t>
            </a:r>
          </a:p>
        </p:txBody>
      </p:sp>
      <p:sp>
        <p:nvSpPr>
          <p:cNvPr id="4" name="Slide Number Placeholder 3">
            <a:extLst>
              <a:ext uri="{FF2B5EF4-FFF2-40B4-BE49-F238E27FC236}">
                <a16:creationId xmlns:a16="http://schemas.microsoft.com/office/drawing/2014/main" id="{F14022BB-A270-E6CA-6613-C41B2E9232FC}"/>
              </a:ext>
            </a:extLst>
          </p:cNvPr>
          <p:cNvSpPr>
            <a:spLocks noGrp="1"/>
          </p:cNvSpPr>
          <p:nvPr>
            <p:ph type="sldNum" sz="quarter" idx="12"/>
          </p:nvPr>
        </p:nvSpPr>
        <p:spPr/>
        <p:txBody>
          <a:bodyPr/>
          <a:lstStyle/>
          <a:p>
            <a:fld id="{4055E60B-063F-7341-AAD1-65F55D97E323}" type="slidenum">
              <a:rPr lang="en-IL" smtClean="0"/>
              <a:t>18</a:t>
            </a:fld>
            <a:endParaRPr lang="en-IL"/>
          </a:p>
        </p:txBody>
      </p:sp>
      <p:sp>
        <p:nvSpPr>
          <p:cNvPr id="8" name="Content Placeholder 7">
            <a:extLst>
              <a:ext uri="{FF2B5EF4-FFF2-40B4-BE49-F238E27FC236}">
                <a16:creationId xmlns:a16="http://schemas.microsoft.com/office/drawing/2014/main" id="{B3F598CB-FABA-BFAC-A06B-1B910B75DAE1}"/>
              </a:ext>
            </a:extLst>
          </p:cNvPr>
          <p:cNvSpPr>
            <a:spLocks noGrp="1"/>
          </p:cNvSpPr>
          <p:nvPr>
            <p:ph idx="1"/>
          </p:nvPr>
        </p:nvSpPr>
        <p:spPr/>
        <p:txBody>
          <a:bodyPr/>
          <a:lstStyle/>
          <a:p>
            <a:r>
              <a:rPr lang="en-US" dirty="0"/>
              <a:t> JTAG resets the DSP</a:t>
            </a:r>
          </a:p>
          <a:p>
            <a:r>
              <a:rPr lang="en-US" dirty="0"/>
              <a:t>To avoid false RESET the line should be pulled as close as possible to the DSP pin.</a:t>
            </a:r>
          </a:p>
          <a:p>
            <a:endParaRPr lang="en-US" dirty="0"/>
          </a:p>
          <a:p>
            <a:endParaRPr lang="en-US" dirty="0"/>
          </a:p>
          <a:p>
            <a:endParaRPr lang="en-US" dirty="0"/>
          </a:p>
        </p:txBody>
      </p:sp>
      <p:pic>
        <p:nvPicPr>
          <p:cNvPr id="5" name="Picture 4">
            <a:extLst>
              <a:ext uri="{FF2B5EF4-FFF2-40B4-BE49-F238E27FC236}">
                <a16:creationId xmlns:a16="http://schemas.microsoft.com/office/drawing/2014/main" id="{7A71BDCD-289E-3ABE-BCA4-F3749BEF940C}"/>
              </a:ext>
            </a:extLst>
          </p:cNvPr>
          <p:cNvPicPr>
            <a:picLocks noChangeAspect="1"/>
          </p:cNvPicPr>
          <p:nvPr/>
        </p:nvPicPr>
        <p:blipFill>
          <a:blip r:embed="rId2"/>
          <a:stretch>
            <a:fillRect/>
          </a:stretch>
        </p:blipFill>
        <p:spPr>
          <a:xfrm>
            <a:off x="317953" y="2715683"/>
            <a:ext cx="3748702" cy="3823229"/>
          </a:xfrm>
          <a:prstGeom prst="rect">
            <a:avLst/>
          </a:prstGeom>
        </p:spPr>
      </p:pic>
      <p:pic>
        <p:nvPicPr>
          <p:cNvPr id="7" name="Picture 6">
            <a:extLst>
              <a:ext uri="{FF2B5EF4-FFF2-40B4-BE49-F238E27FC236}">
                <a16:creationId xmlns:a16="http://schemas.microsoft.com/office/drawing/2014/main" id="{891B4794-8329-94D5-3F23-351CB7C9B23E}"/>
              </a:ext>
            </a:extLst>
          </p:cNvPr>
          <p:cNvPicPr>
            <a:picLocks noChangeAspect="1"/>
          </p:cNvPicPr>
          <p:nvPr/>
        </p:nvPicPr>
        <p:blipFill>
          <a:blip r:embed="rId3"/>
          <a:stretch>
            <a:fillRect/>
          </a:stretch>
        </p:blipFill>
        <p:spPr>
          <a:xfrm>
            <a:off x="4264702" y="2715683"/>
            <a:ext cx="4236374" cy="3823229"/>
          </a:xfrm>
          <a:prstGeom prst="rect">
            <a:avLst/>
          </a:prstGeom>
        </p:spPr>
      </p:pic>
      <p:sp>
        <p:nvSpPr>
          <p:cNvPr id="3" name="Oval 2">
            <a:extLst>
              <a:ext uri="{FF2B5EF4-FFF2-40B4-BE49-F238E27FC236}">
                <a16:creationId xmlns:a16="http://schemas.microsoft.com/office/drawing/2014/main" id="{BD32655E-35F5-2457-4DCA-A3E8263D47FE}"/>
              </a:ext>
            </a:extLst>
          </p:cNvPr>
          <p:cNvSpPr/>
          <p:nvPr/>
        </p:nvSpPr>
        <p:spPr>
          <a:xfrm rot="19570187">
            <a:off x="1439536" y="4353958"/>
            <a:ext cx="1067399" cy="324105"/>
          </a:xfrm>
          <a:prstGeom prst="ellipse">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7140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214DB-EB79-D2E8-61CB-3F2EB25A4B0F}"/>
              </a:ext>
            </a:extLst>
          </p:cNvPr>
          <p:cNvSpPr>
            <a:spLocks noGrp="1"/>
          </p:cNvSpPr>
          <p:nvPr>
            <p:ph type="title"/>
          </p:nvPr>
        </p:nvSpPr>
        <p:spPr/>
        <p:txBody>
          <a:bodyPr/>
          <a:lstStyle/>
          <a:p>
            <a:r>
              <a:rPr lang="en-US" dirty="0"/>
              <a:t>Design for Failure analysis and prevention</a:t>
            </a:r>
          </a:p>
        </p:txBody>
      </p:sp>
      <p:sp>
        <p:nvSpPr>
          <p:cNvPr id="3" name="Content Placeholder 2">
            <a:extLst>
              <a:ext uri="{FF2B5EF4-FFF2-40B4-BE49-F238E27FC236}">
                <a16:creationId xmlns:a16="http://schemas.microsoft.com/office/drawing/2014/main" id="{5FAFD57D-B9E0-F7CE-51D2-1143811B1B6E}"/>
              </a:ext>
            </a:extLst>
          </p:cNvPr>
          <p:cNvSpPr>
            <a:spLocks noGrp="1"/>
          </p:cNvSpPr>
          <p:nvPr>
            <p:ph idx="1"/>
          </p:nvPr>
        </p:nvSpPr>
        <p:spPr/>
        <p:txBody>
          <a:bodyPr/>
          <a:lstStyle/>
          <a:p>
            <a:pPr marL="0" indent="0">
              <a:buNone/>
            </a:pPr>
            <a:r>
              <a:rPr lang="en-US" sz="3200" b="1" dirty="0"/>
              <a:t>“There are known knowns, things we know that we know; </a:t>
            </a:r>
          </a:p>
          <a:p>
            <a:pPr marL="0" indent="0">
              <a:buNone/>
            </a:pPr>
            <a:r>
              <a:rPr lang="en-US" sz="3200" b="1" dirty="0"/>
              <a:t>and there are known unknowns, things that we know we don't know</a:t>
            </a:r>
            <a:r>
              <a:rPr lang="en-US" sz="3200" b="1"/>
              <a:t>. </a:t>
            </a:r>
          </a:p>
          <a:p>
            <a:pPr marL="0" indent="0">
              <a:buNone/>
            </a:pPr>
            <a:r>
              <a:rPr lang="en-US" sz="3200" b="1"/>
              <a:t>But </a:t>
            </a:r>
            <a:r>
              <a:rPr lang="en-US" sz="3200" b="1" dirty="0"/>
              <a:t>there are also unknown unknowns, things we do not know we don't know.” </a:t>
            </a:r>
            <a:br>
              <a:rPr lang="en-US" sz="3200" b="1" dirty="0"/>
            </a:br>
            <a:endParaRPr lang="en-US" sz="3200" b="1" dirty="0"/>
          </a:p>
          <a:p>
            <a:pPr marL="0" indent="0">
              <a:buNone/>
            </a:pPr>
            <a:r>
              <a:rPr lang="en-US" dirty="0"/>
              <a:t>Donald Rumsfeld</a:t>
            </a:r>
          </a:p>
          <a:p>
            <a:pPr marL="0" indent="0">
              <a:buNone/>
            </a:pPr>
            <a:endParaRPr lang="en-US" dirty="0"/>
          </a:p>
        </p:txBody>
      </p:sp>
      <p:sp>
        <p:nvSpPr>
          <p:cNvPr id="4" name="Slide Number Placeholder 3">
            <a:extLst>
              <a:ext uri="{FF2B5EF4-FFF2-40B4-BE49-F238E27FC236}">
                <a16:creationId xmlns:a16="http://schemas.microsoft.com/office/drawing/2014/main" id="{27947F01-E639-2E6C-3658-B9ECCF5F4C40}"/>
              </a:ext>
            </a:extLst>
          </p:cNvPr>
          <p:cNvSpPr>
            <a:spLocks noGrp="1"/>
          </p:cNvSpPr>
          <p:nvPr>
            <p:ph type="sldNum" sz="quarter" idx="12"/>
          </p:nvPr>
        </p:nvSpPr>
        <p:spPr/>
        <p:txBody>
          <a:bodyPr/>
          <a:lstStyle/>
          <a:p>
            <a:fld id="{4055E60B-063F-7341-AAD1-65F55D97E323}" type="slidenum">
              <a:rPr lang="en-IL" smtClean="0"/>
              <a:t>19</a:t>
            </a:fld>
            <a:endParaRPr lang="en-IL"/>
          </a:p>
        </p:txBody>
      </p:sp>
    </p:spTree>
    <p:extLst>
      <p:ext uri="{BB962C8B-B14F-4D97-AF65-F5344CB8AC3E}">
        <p14:creationId xmlns:p14="http://schemas.microsoft.com/office/powerpoint/2010/main" val="33996033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C98AB-3565-B9A8-DCB1-DF212A07B2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C6D06E-CF2D-02D4-27D7-AE605A634AFF}"/>
              </a:ext>
            </a:extLst>
          </p:cNvPr>
          <p:cNvSpPr>
            <a:spLocks noGrp="1"/>
          </p:cNvSpPr>
          <p:nvPr>
            <p:ph type="title"/>
          </p:nvPr>
        </p:nvSpPr>
        <p:spPr/>
        <p:txBody>
          <a:bodyPr/>
          <a:lstStyle/>
          <a:p>
            <a:r>
              <a:rPr lang="en-US" dirty="0"/>
              <a:t>Design for Failure analysis and prevention</a:t>
            </a:r>
          </a:p>
        </p:txBody>
      </p:sp>
      <p:sp>
        <p:nvSpPr>
          <p:cNvPr id="3" name="Content Placeholder 2">
            <a:extLst>
              <a:ext uri="{FF2B5EF4-FFF2-40B4-BE49-F238E27FC236}">
                <a16:creationId xmlns:a16="http://schemas.microsoft.com/office/drawing/2014/main" id="{EBCF466B-BD9B-FDC9-C3E8-542CD6BA8889}"/>
              </a:ext>
            </a:extLst>
          </p:cNvPr>
          <p:cNvSpPr>
            <a:spLocks noGrp="1"/>
          </p:cNvSpPr>
          <p:nvPr>
            <p:ph idx="1"/>
          </p:nvPr>
        </p:nvSpPr>
        <p:spPr/>
        <p:txBody>
          <a:bodyPr/>
          <a:lstStyle/>
          <a:p>
            <a:r>
              <a:rPr lang="en-US" dirty="0"/>
              <a:t>Failure cannot be predicted</a:t>
            </a:r>
          </a:p>
          <a:p>
            <a:pPr lvl="1"/>
            <a:r>
              <a:rPr lang="en-US" dirty="0"/>
              <a:t>What to measure?</a:t>
            </a:r>
          </a:p>
          <a:p>
            <a:pPr lvl="1"/>
            <a:r>
              <a:rPr lang="en-US" dirty="0"/>
              <a:t>How much money/effort/space should we invest?</a:t>
            </a:r>
          </a:p>
        </p:txBody>
      </p:sp>
      <p:sp>
        <p:nvSpPr>
          <p:cNvPr id="4" name="Slide Number Placeholder 3">
            <a:extLst>
              <a:ext uri="{FF2B5EF4-FFF2-40B4-BE49-F238E27FC236}">
                <a16:creationId xmlns:a16="http://schemas.microsoft.com/office/drawing/2014/main" id="{F640585D-6105-DBBA-D104-C24DE8ADE05D}"/>
              </a:ext>
            </a:extLst>
          </p:cNvPr>
          <p:cNvSpPr>
            <a:spLocks noGrp="1"/>
          </p:cNvSpPr>
          <p:nvPr>
            <p:ph type="sldNum" sz="quarter" idx="12"/>
          </p:nvPr>
        </p:nvSpPr>
        <p:spPr/>
        <p:txBody>
          <a:bodyPr/>
          <a:lstStyle/>
          <a:p>
            <a:fld id="{4055E60B-063F-7341-AAD1-65F55D97E323}" type="slidenum">
              <a:rPr lang="en-IL" smtClean="0"/>
              <a:t>20</a:t>
            </a:fld>
            <a:endParaRPr lang="en-IL"/>
          </a:p>
        </p:txBody>
      </p:sp>
    </p:spTree>
    <p:extLst>
      <p:ext uri="{BB962C8B-B14F-4D97-AF65-F5344CB8AC3E}">
        <p14:creationId xmlns:p14="http://schemas.microsoft.com/office/powerpoint/2010/main" val="22900663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DFD6C-2A55-B857-72B5-03B6302EEFDC}"/>
              </a:ext>
            </a:extLst>
          </p:cNvPr>
          <p:cNvSpPr>
            <a:spLocks noGrp="1"/>
          </p:cNvSpPr>
          <p:nvPr>
            <p:ph type="title"/>
          </p:nvPr>
        </p:nvSpPr>
        <p:spPr/>
        <p:txBody>
          <a:bodyPr/>
          <a:lstStyle/>
          <a:p>
            <a:r>
              <a:rPr lang="en-US" dirty="0"/>
              <a:t>Temperature</a:t>
            </a:r>
          </a:p>
        </p:txBody>
      </p:sp>
      <p:sp>
        <p:nvSpPr>
          <p:cNvPr id="3" name="Content Placeholder 2">
            <a:extLst>
              <a:ext uri="{FF2B5EF4-FFF2-40B4-BE49-F238E27FC236}">
                <a16:creationId xmlns:a16="http://schemas.microsoft.com/office/drawing/2014/main" id="{E7DAB3D3-E583-41DA-4EAF-ECEB70C9B45E}"/>
              </a:ext>
            </a:extLst>
          </p:cNvPr>
          <p:cNvSpPr>
            <a:spLocks noGrp="1"/>
          </p:cNvSpPr>
          <p:nvPr>
            <p:ph idx="1"/>
          </p:nvPr>
        </p:nvSpPr>
        <p:spPr>
          <a:xfrm>
            <a:off x="516000" y="1194816"/>
            <a:ext cx="11160000" cy="4680000"/>
          </a:xfrm>
        </p:spPr>
        <p:txBody>
          <a:bodyPr/>
          <a:lstStyle/>
          <a:p>
            <a:r>
              <a:rPr lang="en-US" dirty="0"/>
              <a:t>Temperature is a good predictor and sign for system/device failure</a:t>
            </a:r>
          </a:p>
          <a:p>
            <a:r>
              <a:rPr lang="en-US" dirty="0"/>
              <a:t>Temperature sensing is easy to implement.</a:t>
            </a:r>
          </a:p>
          <a:p>
            <a:r>
              <a:rPr lang="en-US" dirty="0"/>
              <a:t>Sense lines tend to be long from power train to DSP.</a:t>
            </a:r>
          </a:p>
          <a:p>
            <a:pPr lvl="1"/>
            <a:r>
              <a:rPr lang="en-US" dirty="0"/>
              <a:t>Noise peak-up and injection.</a:t>
            </a:r>
          </a:p>
          <a:p>
            <a:pPr lvl="1"/>
            <a:r>
              <a:rPr lang="en-US" dirty="0"/>
              <a:t>Power planes cut through.</a:t>
            </a:r>
          </a:p>
          <a:p>
            <a:r>
              <a:rPr lang="en-US" dirty="0"/>
              <a:t>Clearance/creepage: Temperature sense lines are low voltage signals that are routed in high voltage areas.</a:t>
            </a:r>
          </a:p>
          <a:p>
            <a:pPr lvl="1"/>
            <a:r>
              <a:rPr lang="en-US" dirty="0"/>
              <a:t>Solution: Use different layers for temp sense and power.</a:t>
            </a:r>
          </a:p>
          <a:p>
            <a:pPr lvl="1"/>
            <a:r>
              <a:rPr lang="en-US" dirty="0"/>
              <a:t>Downside: Wasting power layers for telemetry.</a:t>
            </a:r>
          </a:p>
          <a:p>
            <a:pPr lvl="1"/>
            <a:endParaRPr lang="en-US" dirty="0"/>
          </a:p>
          <a:p>
            <a:r>
              <a:rPr lang="en-US" dirty="0"/>
              <a:t>Need to find the correct balance between telemetries and performance.</a:t>
            </a:r>
          </a:p>
        </p:txBody>
      </p:sp>
      <p:sp>
        <p:nvSpPr>
          <p:cNvPr id="4" name="Slide Number Placeholder 3">
            <a:extLst>
              <a:ext uri="{FF2B5EF4-FFF2-40B4-BE49-F238E27FC236}">
                <a16:creationId xmlns:a16="http://schemas.microsoft.com/office/drawing/2014/main" id="{CC24F61C-B1F1-4682-13B6-D7400C5393B6}"/>
              </a:ext>
            </a:extLst>
          </p:cNvPr>
          <p:cNvSpPr>
            <a:spLocks noGrp="1"/>
          </p:cNvSpPr>
          <p:nvPr>
            <p:ph type="sldNum" sz="quarter" idx="12"/>
          </p:nvPr>
        </p:nvSpPr>
        <p:spPr/>
        <p:txBody>
          <a:bodyPr/>
          <a:lstStyle/>
          <a:p>
            <a:fld id="{4055E60B-063F-7341-AAD1-65F55D97E323}" type="slidenum">
              <a:rPr lang="en-IL" smtClean="0"/>
              <a:t>21</a:t>
            </a:fld>
            <a:endParaRPr lang="en-IL"/>
          </a:p>
        </p:txBody>
      </p:sp>
    </p:spTree>
    <p:extLst>
      <p:ext uri="{BB962C8B-B14F-4D97-AF65-F5344CB8AC3E}">
        <p14:creationId xmlns:p14="http://schemas.microsoft.com/office/powerpoint/2010/main" val="35154835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3296C-4B46-3501-CD25-E25AB2BA8DB5}"/>
              </a:ext>
            </a:extLst>
          </p:cNvPr>
          <p:cNvSpPr>
            <a:spLocks noGrp="1"/>
          </p:cNvSpPr>
          <p:nvPr>
            <p:ph type="title"/>
          </p:nvPr>
        </p:nvSpPr>
        <p:spPr/>
        <p:txBody>
          <a:bodyPr/>
          <a:lstStyle/>
          <a:p>
            <a:r>
              <a:rPr lang="en-US" dirty="0"/>
              <a:t>Temperature sensing</a:t>
            </a:r>
          </a:p>
        </p:txBody>
      </p:sp>
      <p:sp>
        <p:nvSpPr>
          <p:cNvPr id="3" name="Content Placeholder 2">
            <a:extLst>
              <a:ext uri="{FF2B5EF4-FFF2-40B4-BE49-F238E27FC236}">
                <a16:creationId xmlns:a16="http://schemas.microsoft.com/office/drawing/2014/main" id="{9EF7AF09-D317-AC0D-B3ED-6CAD2C8F7417}"/>
              </a:ext>
            </a:extLst>
          </p:cNvPr>
          <p:cNvSpPr>
            <a:spLocks noGrp="1"/>
          </p:cNvSpPr>
          <p:nvPr>
            <p:ph idx="1"/>
          </p:nvPr>
        </p:nvSpPr>
        <p:spPr/>
        <p:txBody>
          <a:bodyPr/>
          <a:lstStyle/>
          <a:p>
            <a:r>
              <a:rPr lang="en-US" dirty="0"/>
              <a:t>Place as much sensors as possible.</a:t>
            </a:r>
          </a:p>
          <a:p>
            <a:r>
              <a:rPr lang="en-US" dirty="0"/>
              <a:t>Temperature changes are slow, and signal is not sensitive.</a:t>
            </a:r>
          </a:p>
          <a:p>
            <a:r>
              <a:rPr lang="en-US" dirty="0"/>
              <a:t>Possible to use mux.</a:t>
            </a:r>
          </a:p>
          <a:p>
            <a:r>
              <a:rPr lang="en-US" dirty="0"/>
              <a:t>Standard telemetry does not support so many measurements but in case of need software may be changed and events added.</a:t>
            </a:r>
          </a:p>
        </p:txBody>
      </p:sp>
      <p:sp>
        <p:nvSpPr>
          <p:cNvPr id="4" name="Slide Number Placeholder 3">
            <a:extLst>
              <a:ext uri="{FF2B5EF4-FFF2-40B4-BE49-F238E27FC236}">
                <a16:creationId xmlns:a16="http://schemas.microsoft.com/office/drawing/2014/main" id="{A47585B8-F7DA-AEC3-E0A5-9D63A1EF329B}"/>
              </a:ext>
            </a:extLst>
          </p:cNvPr>
          <p:cNvSpPr>
            <a:spLocks noGrp="1"/>
          </p:cNvSpPr>
          <p:nvPr>
            <p:ph type="sldNum" sz="quarter" idx="12"/>
          </p:nvPr>
        </p:nvSpPr>
        <p:spPr/>
        <p:txBody>
          <a:bodyPr/>
          <a:lstStyle/>
          <a:p>
            <a:fld id="{4055E60B-063F-7341-AAD1-65F55D97E323}" type="slidenum">
              <a:rPr lang="en-IL" smtClean="0"/>
              <a:t>22</a:t>
            </a:fld>
            <a:endParaRPr lang="en-IL"/>
          </a:p>
        </p:txBody>
      </p:sp>
    </p:spTree>
    <p:extLst>
      <p:ext uri="{BB962C8B-B14F-4D97-AF65-F5344CB8AC3E}">
        <p14:creationId xmlns:p14="http://schemas.microsoft.com/office/powerpoint/2010/main" val="3863847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81565-B512-600E-BBEC-918D4745FAAA}"/>
              </a:ext>
            </a:extLst>
          </p:cNvPr>
          <p:cNvSpPr>
            <a:spLocks noGrp="1"/>
          </p:cNvSpPr>
          <p:nvPr>
            <p:ph type="title"/>
          </p:nvPr>
        </p:nvSpPr>
        <p:spPr>
          <a:xfrm>
            <a:off x="516000" y="463296"/>
            <a:ext cx="11160000" cy="731520"/>
          </a:xfrm>
        </p:spPr>
        <p:txBody>
          <a:bodyPr anchor="t">
            <a:normAutofit/>
          </a:bodyPr>
          <a:lstStyle/>
          <a:p>
            <a:r>
              <a:rPr lang="en-US" dirty="0"/>
              <a:t>Temperature sensors V4</a:t>
            </a:r>
          </a:p>
        </p:txBody>
      </p:sp>
      <p:pic>
        <p:nvPicPr>
          <p:cNvPr id="6" name="Content Placeholder 5" descr="A computer chip with many different colored parts&#10;&#10;AI-generated content may be incorrect.">
            <a:extLst>
              <a:ext uri="{FF2B5EF4-FFF2-40B4-BE49-F238E27FC236}">
                <a16:creationId xmlns:a16="http://schemas.microsoft.com/office/drawing/2014/main" id="{09F660DE-0BB7-B0DE-92E1-C7D8E5E3E842}"/>
              </a:ext>
            </a:extLst>
          </p:cNvPr>
          <p:cNvPicPr>
            <a:picLocks noGrp="1" noChangeAspect="1"/>
          </p:cNvPicPr>
          <p:nvPr>
            <p:ph idx="1"/>
          </p:nvPr>
        </p:nvPicPr>
        <p:blipFill>
          <a:blip r:embed="rId2"/>
          <a:stretch>
            <a:fillRect/>
          </a:stretch>
        </p:blipFill>
        <p:spPr>
          <a:xfrm>
            <a:off x="2396067" y="1063118"/>
            <a:ext cx="7171265" cy="5683227"/>
          </a:xfrm>
          <a:prstGeom prst="rect">
            <a:avLst/>
          </a:prstGeom>
          <a:noFill/>
        </p:spPr>
      </p:pic>
      <p:sp>
        <p:nvSpPr>
          <p:cNvPr id="4" name="Slide Number Placeholder 3">
            <a:extLst>
              <a:ext uri="{FF2B5EF4-FFF2-40B4-BE49-F238E27FC236}">
                <a16:creationId xmlns:a16="http://schemas.microsoft.com/office/drawing/2014/main" id="{C87AECF2-DD49-769D-B867-02A0C9DBB5D6}"/>
              </a:ext>
            </a:extLst>
          </p:cNvPr>
          <p:cNvSpPr>
            <a:spLocks noGrp="1"/>
          </p:cNvSpPr>
          <p:nvPr>
            <p:ph type="sldNum" sz="quarter" idx="12"/>
          </p:nvPr>
        </p:nvSpPr>
        <p:spPr>
          <a:xfrm>
            <a:off x="143467" y="6356350"/>
            <a:ext cx="348973" cy="365125"/>
          </a:xfrm>
        </p:spPr>
        <p:txBody>
          <a:bodyPr anchor="ctr">
            <a:normAutofit/>
          </a:bodyPr>
          <a:lstStyle/>
          <a:p>
            <a:pPr>
              <a:spcAft>
                <a:spcPts val="600"/>
              </a:spcAft>
            </a:pPr>
            <a:fld id="{4055E60B-063F-7341-AAD1-65F55D97E323}" type="slidenum">
              <a:rPr lang="en-IL" smtClean="0"/>
              <a:pPr>
                <a:spcAft>
                  <a:spcPts val="600"/>
                </a:spcAft>
              </a:pPr>
              <a:t>23</a:t>
            </a:fld>
            <a:endParaRPr lang="en-IL"/>
          </a:p>
        </p:txBody>
      </p:sp>
    </p:spTree>
    <p:extLst>
      <p:ext uri="{BB962C8B-B14F-4D97-AF65-F5344CB8AC3E}">
        <p14:creationId xmlns:p14="http://schemas.microsoft.com/office/powerpoint/2010/main" val="19678252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F3947-B90E-24CD-582E-ED7889CF326D}"/>
              </a:ext>
            </a:extLst>
          </p:cNvPr>
          <p:cNvSpPr>
            <a:spLocks noGrp="1"/>
          </p:cNvSpPr>
          <p:nvPr>
            <p:ph type="title"/>
          </p:nvPr>
        </p:nvSpPr>
        <p:spPr/>
        <p:txBody>
          <a:bodyPr/>
          <a:lstStyle/>
          <a:p>
            <a:r>
              <a:rPr lang="en-US" dirty="0"/>
              <a:t>Temperature sensors V4</a:t>
            </a:r>
          </a:p>
        </p:txBody>
      </p:sp>
      <p:pic>
        <p:nvPicPr>
          <p:cNvPr id="6" name="Content Placeholder 5">
            <a:extLst>
              <a:ext uri="{FF2B5EF4-FFF2-40B4-BE49-F238E27FC236}">
                <a16:creationId xmlns:a16="http://schemas.microsoft.com/office/drawing/2014/main" id="{A9AD2398-40BF-37D3-9660-FF0680BF956E}"/>
              </a:ext>
            </a:extLst>
          </p:cNvPr>
          <p:cNvPicPr>
            <a:picLocks noGrp="1" noChangeAspect="1"/>
          </p:cNvPicPr>
          <p:nvPr>
            <p:ph idx="1"/>
          </p:nvPr>
        </p:nvPicPr>
        <p:blipFill>
          <a:blip r:embed="rId2"/>
          <a:stretch>
            <a:fillRect/>
          </a:stretch>
        </p:blipFill>
        <p:spPr>
          <a:xfrm>
            <a:off x="3290316" y="1474788"/>
            <a:ext cx="5611368" cy="4679950"/>
          </a:xfrm>
          <a:prstGeom prst="rect">
            <a:avLst/>
          </a:prstGeom>
        </p:spPr>
      </p:pic>
      <p:sp>
        <p:nvSpPr>
          <p:cNvPr id="4" name="Slide Number Placeholder 3">
            <a:extLst>
              <a:ext uri="{FF2B5EF4-FFF2-40B4-BE49-F238E27FC236}">
                <a16:creationId xmlns:a16="http://schemas.microsoft.com/office/drawing/2014/main" id="{89A33A45-C3F4-AEC0-FAF3-A7CF6CDBDCE7}"/>
              </a:ext>
            </a:extLst>
          </p:cNvPr>
          <p:cNvSpPr>
            <a:spLocks noGrp="1"/>
          </p:cNvSpPr>
          <p:nvPr>
            <p:ph type="sldNum" sz="quarter" idx="12"/>
          </p:nvPr>
        </p:nvSpPr>
        <p:spPr/>
        <p:txBody>
          <a:bodyPr/>
          <a:lstStyle/>
          <a:p>
            <a:fld id="{4055E60B-063F-7341-AAD1-65F55D97E323}" type="slidenum">
              <a:rPr lang="en-IL" smtClean="0"/>
              <a:t>24</a:t>
            </a:fld>
            <a:endParaRPr lang="en-IL"/>
          </a:p>
        </p:txBody>
      </p:sp>
    </p:spTree>
    <p:extLst>
      <p:ext uri="{BB962C8B-B14F-4D97-AF65-F5344CB8AC3E}">
        <p14:creationId xmlns:p14="http://schemas.microsoft.com/office/powerpoint/2010/main" val="28368063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ACEC2-669A-70D4-7647-31E0C299D62C}"/>
              </a:ext>
            </a:extLst>
          </p:cNvPr>
          <p:cNvSpPr>
            <a:spLocks noGrp="1"/>
          </p:cNvSpPr>
          <p:nvPr>
            <p:ph type="title"/>
          </p:nvPr>
        </p:nvSpPr>
        <p:spPr/>
        <p:txBody>
          <a:bodyPr/>
          <a:lstStyle/>
          <a:p>
            <a:r>
              <a:rPr lang="en-US" dirty="0"/>
              <a:t>System Temperature measurement</a:t>
            </a:r>
          </a:p>
        </p:txBody>
      </p:sp>
      <p:sp>
        <p:nvSpPr>
          <p:cNvPr id="3" name="Content Placeholder 2">
            <a:extLst>
              <a:ext uri="{FF2B5EF4-FFF2-40B4-BE49-F238E27FC236}">
                <a16:creationId xmlns:a16="http://schemas.microsoft.com/office/drawing/2014/main" id="{C1870F8D-52A2-E6D1-AB4D-DF0ED74BF950}"/>
              </a:ext>
            </a:extLst>
          </p:cNvPr>
          <p:cNvSpPr>
            <a:spLocks noGrp="1"/>
          </p:cNvSpPr>
          <p:nvPr>
            <p:ph idx="1"/>
          </p:nvPr>
        </p:nvSpPr>
        <p:spPr>
          <a:xfrm>
            <a:off x="516000" y="1089000"/>
            <a:ext cx="11160000" cy="4680000"/>
          </a:xfrm>
        </p:spPr>
        <p:txBody>
          <a:bodyPr/>
          <a:lstStyle/>
          <a:p>
            <a:pPr marL="0" indent="0">
              <a:buNone/>
            </a:pPr>
            <a:endParaRPr lang="en-US" dirty="0"/>
          </a:p>
          <a:p>
            <a:r>
              <a:rPr lang="en-US" dirty="0"/>
              <a:t>System level testing</a:t>
            </a:r>
          </a:p>
          <a:p>
            <a:pPr lvl="1"/>
            <a:r>
              <a:rPr lang="en-US" dirty="0"/>
              <a:t>What is the root cause?</a:t>
            </a:r>
          </a:p>
          <a:p>
            <a:r>
              <a:rPr lang="en-US" dirty="0"/>
              <a:t>Performance depends on ambient</a:t>
            </a:r>
          </a:p>
          <a:p>
            <a:pPr lvl="1"/>
            <a:r>
              <a:rPr lang="en-US" dirty="0"/>
              <a:t>Need calibration temperature sensor</a:t>
            </a:r>
          </a:p>
          <a:p>
            <a:pPr lvl="1"/>
            <a:r>
              <a:rPr lang="en-US" dirty="0"/>
              <a:t>Heat-sink measurement?</a:t>
            </a:r>
          </a:p>
          <a:p>
            <a:r>
              <a:rPr lang="en-US" dirty="0"/>
              <a:t>Sensor should be located as close as possible to device in question</a:t>
            </a:r>
          </a:p>
          <a:p>
            <a:pPr lvl="1"/>
            <a:r>
              <a:rPr lang="en-US" dirty="0"/>
              <a:t>Which devices are most important?</a:t>
            </a:r>
          </a:p>
          <a:p>
            <a:pPr lvl="1"/>
            <a:r>
              <a:rPr lang="en-US" dirty="0"/>
              <a:t>Clearance creepage.</a:t>
            </a:r>
          </a:p>
          <a:p>
            <a:pPr marL="0" indent="0">
              <a:buNone/>
            </a:pPr>
            <a:endParaRPr lang="en-US" dirty="0"/>
          </a:p>
        </p:txBody>
      </p:sp>
      <p:sp>
        <p:nvSpPr>
          <p:cNvPr id="4" name="Slide Number Placeholder 3">
            <a:extLst>
              <a:ext uri="{FF2B5EF4-FFF2-40B4-BE49-F238E27FC236}">
                <a16:creationId xmlns:a16="http://schemas.microsoft.com/office/drawing/2014/main" id="{3559E891-C68D-AAD3-037A-25CC9EA8C2BF}"/>
              </a:ext>
            </a:extLst>
          </p:cNvPr>
          <p:cNvSpPr>
            <a:spLocks noGrp="1"/>
          </p:cNvSpPr>
          <p:nvPr>
            <p:ph type="sldNum" sz="quarter" idx="12"/>
          </p:nvPr>
        </p:nvSpPr>
        <p:spPr/>
        <p:txBody>
          <a:bodyPr/>
          <a:lstStyle/>
          <a:p>
            <a:fld id="{4055E60B-063F-7341-AAD1-65F55D97E323}" type="slidenum">
              <a:rPr lang="en-IL" smtClean="0"/>
              <a:t>25</a:t>
            </a:fld>
            <a:endParaRPr lang="en-IL"/>
          </a:p>
        </p:txBody>
      </p:sp>
    </p:spTree>
    <p:extLst>
      <p:ext uri="{BB962C8B-B14F-4D97-AF65-F5344CB8AC3E}">
        <p14:creationId xmlns:p14="http://schemas.microsoft.com/office/powerpoint/2010/main" val="31093164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F9E36-F99E-C861-8258-F70C99CC2328}"/>
              </a:ext>
            </a:extLst>
          </p:cNvPr>
          <p:cNvSpPr>
            <a:spLocks noGrp="1"/>
          </p:cNvSpPr>
          <p:nvPr>
            <p:ph type="title"/>
          </p:nvPr>
        </p:nvSpPr>
        <p:spPr>
          <a:xfrm>
            <a:off x="492440" y="501650"/>
            <a:ext cx="11160000" cy="731520"/>
          </a:xfrm>
        </p:spPr>
        <p:txBody>
          <a:bodyPr/>
          <a:lstStyle/>
          <a:p>
            <a:r>
              <a:rPr lang="en-US" dirty="0"/>
              <a:t>RSS2.5</a:t>
            </a:r>
          </a:p>
        </p:txBody>
      </p:sp>
      <p:sp>
        <p:nvSpPr>
          <p:cNvPr id="3" name="Content Placeholder 2">
            <a:extLst>
              <a:ext uri="{FF2B5EF4-FFF2-40B4-BE49-F238E27FC236}">
                <a16:creationId xmlns:a16="http://schemas.microsoft.com/office/drawing/2014/main" id="{D160BF60-5460-DF08-01E4-15BAD7AB91D7}"/>
              </a:ext>
            </a:extLst>
          </p:cNvPr>
          <p:cNvSpPr>
            <a:spLocks noGrp="1"/>
          </p:cNvSpPr>
          <p:nvPr>
            <p:ph idx="1"/>
          </p:nvPr>
        </p:nvSpPr>
        <p:spPr>
          <a:xfrm>
            <a:off x="492440" y="1233170"/>
            <a:ext cx="11160000" cy="4680000"/>
          </a:xfrm>
        </p:spPr>
        <p:txBody>
          <a:bodyPr/>
          <a:lstStyle/>
          <a:p>
            <a:r>
              <a:rPr lang="en-US" dirty="0"/>
              <a:t>Analog isolation</a:t>
            </a:r>
          </a:p>
          <a:p>
            <a:r>
              <a:rPr lang="en-US" dirty="0"/>
              <a:t>The driver has analog isolated port which translates high voltage domain signal to low voltage domain PWM </a:t>
            </a:r>
          </a:p>
        </p:txBody>
      </p:sp>
      <p:sp>
        <p:nvSpPr>
          <p:cNvPr id="4" name="Slide Number Placeholder 3">
            <a:extLst>
              <a:ext uri="{FF2B5EF4-FFF2-40B4-BE49-F238E27FC236}">
                <a16:creationId xmlns:a16="http://schemas.microsoft.com/office/drawing/2014/main" id="{26F019F8-5723-88FF-0583-A940ECD7CC08}"/>
              </a:ext>
            </a:extLst>
          </p:cNvPr>
          <p:cNvSpPr>
            <a:spLocks noGrp="1"/>
          </p:cNvSpPr>
          <p:nvPr>
            <p:ph type="sldNum" sz="quarter" idx="12"/>
          </p:nvPr>
        </p:nvSpPr>
        <p:spPr/>
        <p:txBody>
          <a:bodyPr/>
          <a:lstStyle/>
          <a:p>
            <a:fld id="{4055E60B-063F-7341-AAD1-65F55D97E323}" type="slidenum">
              <a:rPr lang="en-IL" smtClean="0"/>
              <a:t>26</a:t>
            </a:fld>
            <a:endParaRPr lang="en-IL"/>
          </a:p>
        </p:txBody>
      </p:sp>
      <p:pic>
        <p:nvPicPr>
          <p:cNvPr id="8" name="Picture 7">
            <a:extLst>
              <a:ext uri="{FF2B5EF4-FFF2-40B4-BE49-F238E27FC236}">
                <a16:creationId xmlns:a16="http://schemas.microsoft.com/office/drawing/2014/main" id="{A2A14D22-DB6A-C722-0909-7FDCF640A6A6}"/>
              </a:ext>
            </a:extLst>
          </p:cNvPr>
          <p:cNvPicPr>
            <a:picLocks noChangeAspect="1"/>
          </p:cNvPicPr>
          <p:nvPr/>
        </p:nvPicPr>
        <p:blipFill>
          <a:blip r:embed="rId3"/>
          <a:stretch>
            <a:fillRect/>
          </a:stretch>
        </p:blipFill>
        <p:spPr>
          <a:xfrm>
            <a:off x="5615879" y="2141529"/>
            <a:ext cx="6479502" cy="3223034"/>
          </a:xfrm>
          <a:prstGeom prst="rect">
            <a:avLst/>
          </a:prstGeom>
        </p:spPr>
      </p:pic>
      <p:pic>
        <p:nvPicPr>
          <p:cNvPr id="7" name="Picture 6">
            <a:extLst>
              <a:ext uri="{FF2B5EF4-FFF2-40B4-BE49-F238E27FC236}">
                <a16:creationId xmlns:a16="http://schemas.microsoft.com/office/drawing/2014/main" id="{05D8C478-9D9C-A2A0-F027-CF4FED927551}"/>
              </a:ext>
            </a:extLst>
          </p:cNvPr>
          <p:cNvPicPr>
            <a:picLocks noChangeAspect="1"/>
          </p:cNvPicPr>
          <p:nvPr/>
        </p:nvPicPr>
        <p:blipFill>
          <a:blip r:embed="rId4"/>
          <a:stretch>
            <a:fillRect/>
          </a:stretch>
        </p:blipFill>
        <p:spPr>
          <a:xfrm>
            <a:off x="96619" y="2421467"/>
            <a:ext cx="4502215" cy="3934883"/>
          </a:xfrm>
          <a:prstGeom prst="rect">
            <a:avLst/>
          </a:prstGeom>
        </p:spPr>
      </p:pic>
    </p:spTree>
    <p:extLst>
      <p:ext uri="{BB962C8B-B14F-4D97-AF65-F5344CB8AC3E}">
        <p14:creationId xmlns:p14="http://schemas.microsoft.com/office/powerpoint/2010/main" val="9248375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A4B6E-E960-AD28-BED4-A5798A727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F08D35-5502-CEEF-96BF-A3E8C684EB00}"/>
              </a:ext>
            </a:extLst>
          </p:cNvPr>
          <p:cNvSpPr>
            <a:spLocks noGrp="1"/>
          </p:cNvSpPr>
          <p:nvPr>
            <p:ph type="title"/>
          </p:nvPr>
        </p:nvSpPr>
        <p:spPr/>
        <p:txBody>
          <a:bodyPr/>
          <a:lstStyle/>
          <a:p>
            <a:r>
              <a:rPr lang="en-US" dirty="0"/>
              <a:t>RSS2.5</a:t>
            </a:r>
          </a:p>
        </p:txBody>
      </p:sp>
      <p:sp>
        <p:nvSpPr>
          <p:cNvPr id="3" name="Content Placeholder 2">
            <a:extLst>
              <a:ext uri="{FF2B5EF4-FFF2-40B4-BE49-F238E27FC236}">
                <a16:creationId xmlns:a16="http://schemas.microsoft.com/office/drawing/2014/main" id="{DB977280-B74F-7EB3-010C-EA0D8552F672}"/>
              </a:ext>
            </a:extLst>
          </p:cNvPr>
          <p:cNvSpPr>
            <a:spLocks noGrp="1"/>
          </p:cNvSpPr>
          <p:nvPr>
            <p:ph idx="1"/>
          </p:nvPr>
        </p:nvSpPr>
        <p:spPr/>
        <p:txBody>
          <a:bodyPr/>
          <a:lstStyle/>
          <a:p>
            <a:r>
              <a:rPr lang="en-US" dirty="0"/>
              <a:t>Analog isolation</a:t>
            </a:r>
          </a:p>
        </p:txBody>
      </p:sp>
      <p:sp>
        <p:nvSpPr>
          <p:cNvPr id="4" name="Slide Number Placeholder 3">
            <a:extLst>
              <a:ext uri="{FF2B5EF4-FFF2-40B4-BE49-F238E27FC236}">
                <a16:creationId xmlns:a16="http://schemas.microsoft.com/office/drawing/2014/main" id="{A4C44782-D9C6-B797-398D-97FA368E99FA}"/>
              </a:ext>
            </a:extLst>
          </p:cNvPr>
          <p:cNvSpPr>
            <a:spLocks noGrp="1"/>
          </p:cNvSpPr>
          <p:nvPr>
            <p:ph type="sldNum" sz="quarter" idx="12"/>
          </p:nvPr>
        </p:nvSpPr>
        <p:spPr/>
        <p:txBody>
          <a:bodyPr/>
          <a:lstStyle/>
          <a:p>
            <a:fld id="{4055E60B-063F-7341-AAD1-65F55D97E323}" type="slidenum">
              <a:rPr lang="en-IL" smtClean="0"/>
              <a:t>27</a:t>
            </a:fld>
            <a:endParaRPr lang="en-IL"/>
          </a:p>
        </p:txBody>
      </p:sp>
      <p:pic>
        <p:nvPicPr>
          <p:cNvPr id="8" name="Picture 7">
            <a:extLst>
              <a:ext uri="{FF2B5EF4-FFF2-40B4-BE49-F238E27FC236}">
                <a16:creationId xmlns:a16="http://schemas.microsoft.com/office/drawing/2014/main" id="{45F7217D-4F36-4335-0111-17D5CFF13CE0}"/>
              </a:ext>
            </a:extLst>
          </p:cNvPr>
          <p:cNvPicPr>
            <a:picLocks noChangeAspect="1"/>
          </p:cNvPicPr>
          <p:nvPr/>
        </p:nvPicPr>
        <p:blipFill>
          <a:blip r:embed="rId3"/>
          <a:stretch>
            <a:fillRect/>
          </a:stretch>
        </p:blipFill>
        <p:spPr>
          <a:xfrm>
            <a:off x="5517441" y="1752060"/>
            <a:ext cx="6479502" cy="3223034"/>
          </a:xfrm>
          <a:prstGeom prst="rect">
            <a:avLst/>
          </a:prstGeom>
        </p:spPr>
      </p:pic>
      <p:pic>
        <p:nvPicPr>
          <p:cNvPr id="6" name="Picture 5">
            <a:extLst>
              <a:ext uri="{FF2B5EF4-FFF2-40B4-BE49-F238E27FC236}">
                <a16:creationId xmlns:a16="http://schemas.microsoft.com/office/drawing/2014/main" id="{B594DB9D-F306-D9A1-0DBC-1FF8301196B3}"/>
              </a:ext>
            </a:extLst>
          </p:cNvPr>
          <p:cNvPicPr>
            <a:picLocks noChangeAspect="1"/>
          </p:cNvPicPr>
          <p:nvPr/>
        </p:nvPicPr>
        <p:blipFill>
          <a:blip r:embed="rId4"/>
          <a:stretch>
            <a:fillRect/>
          </a:stretch>
        </p:blipFill>
        <p:spPr>
          <a:xfrm>
            <a:off x="195057" y="1920875"/>
            <a:ext cx="3767343" cy="4793408"/>
          </a:xfrm>
          <a:prstGeom prst="rect">
            <a:avLst/>
          </a:prstGeom>
        </p:spPr>
      </p:pic>
    </p:spTree>
    <p:extLst>
      <p:ext uri="{BB962C8B-B14F-4D97-AF65-F5344CB8AC3E}">
        <p14:creationId xmlns:p14="http://schemas.microsoft.com/office/powerpoint/2010/main" val="6001909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A67B4-9C3C-0ECE-BE7D-D8F5D7A292D6}"/>
              </a:ext>
            </a:extLst>
          </p:cNvPr>
          <p:cNvSpPr>
            <a:spLocks noGrp="1"/>
          </p:cNvSpPr>
          <p:nvPr>
            <p:ph type="title"/>
          </p:nvPr>
        </p:nvSpPr>
        <p:spPr/>
        <p:txBody>
          <a:bodyPr/>
          <a:lstStyle/>
          <a:p>
            <a:r>
              <a:rPr lang="en-US" dirty="0"/>
              <a:t>V4</a:t>
            </a:r>
          </a:p>
        </p:txBody>
      </p:sp>
      <p:sp>
        <p:nvSpPr>
          <p:cNvPr id="3" name="Content Placeholder 2">
            <a:extLst>
              <a:ext uri="{FF2B5EF4-FFF2-40B4-BE49-F238E27FC236}">
                <a16:creationId xmlns:a16="http://schemas.microsoft.com/office/drawing/2014/main" id="{CB0DC3F7-DC9E-2BCD-2EA4-E74FF8276ACD}"/>
              </a:ext>
            </a:extLst>
          </p:cNvPr>
          <p:cNvSpPr>
            <a:spLocks noGrp="1"/>
          </p:cNvSpPr>
          <p:nvPr>
            <p:ph idx="1"/>
          </p:nvPr>
        </p:nvSpPr>
        <p:spPr/>
        <p:txBody>
          <a:bodyPr/>
          <a:lstStyle/>
          <a:p>
            <a:r>
              <a:rPr lang="en-US" dirty="0"/>
              <a:t>Clearance and creepage require larger distance. How good is the thermal coupling.</a:t>
            </a:r>
          </a:p>
        </p:txBody>
      </p:sp>
      <p:sp>
        <p:nvSpPr>
          <p:cNvPr id="4" name="Slide Number Placeholder 3">
            <a:extLst>
              <a:ext uri="{FF2B5EF4-FFF2-40B4-BE49-F238E27FC236}">
                <a16:creationId xmlns:a16="http://schemas.microsoft.com/office/drawing/2014/main" id="{43A219FB-9343-5140-FB37-D62A5B4F0801}"/>
              </a:ext>
            </a:extLst>
          </p:cNvPr>
          <p:cNvSpPr>
            <a:spLocks noGrp="1"/>
          </p:cNvSpPr>
          <p:nvPr>
            <p:ph type="sldNum" sz="quarter" idx="12"/>
          </p:nvPr>
        </p:nvSpPr>
        <p:spPr/>
        <p:txBody>
          <a:bodyPr/>
          <a:lstStyle/>
          <a:p>
            <a:fld id="{4055E60B-063F-7341-AAD1-65F55D97E323}" type="slidenum">
              <a:rPr lang="en-IL" smtClean="0"/>
              <a:t>28</a:t>
            </a:fld>
            <a:endParaRPr lang="en-IL"/>
          </a:p>
        </p:txBody>
      </p:sp>
      <p:pic>
        <p:nvPicPr>
          <p:cNvPr id="8" name="Picture 7">
            <a:extLst>
              <a:ext uri="{FF2B5EF4-FFF2-40B4-BE49-F238E27FC236}">
                <a16:creationId xmlns:a16="http://schemas.microsoft.com/office/drawing/2014/main" id="{BF0C156E-63D8-856C-77A2-DAA957A58081}"/>
              </a:ext>
            </a:extLst>
          </p:cNvPr>
          <p:cNvPicPr>
            <a:picLocks noChangeAspect="1"/>
          </p:cNvPicPr>
          <p:nvPr/>
        </p:nvPicPr>
        <p:blipFill>
          <a:blip r:embed="rId2"/>
          <a:stretch>
            <a:fillRect/>
          </a:stretch>
        </p:blipFill>
        <p:spPr>
          <a:xfrm>
            <a:off x="2462212" y="1985307"/>
            <a:ext cx="7458075" cy="4448175"/>
          </a:xfrm>
          <a:prstGeom prst="rect">
            <a:avLst/>
          </a:prstGeom>
        </p:spPr>
      </p:pic>
    </p:spTree>
    <p:extLst>
      <p:ext uri="{BB962C8B-B14F-4D97-AF65-F5344CB8AC3E}">
        <p14:creationId xmlns:p14="http://schemas.microsoft.com/office/powerpoint/2010/main" val="40943556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E578F-AF6E-D857-4171-D8E43AB921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F85529-DF66-A1C5-8FC0-4910DA0DAF78}"/>
              </a:ext>
            </a:extLst>
          </p:cNvPr>
          <p:cNvSpPr>
            <a:spLocks noGrp="1"/>
          </p:cNvSpPr>
          <p:nvPr>
            <p:ph type="title"/>
          </p:nvPr>
        </p:nvSpPr>
        <p:spPr/>
        <p:txBody>
          <a:bodyPr/>
          <a:lstStyle/>
          <a:p>
            <a:r>
              <a:rPr lang="en-US" dirty="0"/>
              <a:t>Connector Temperature</a:t>
            </a:r>
          </a:p>
        </p:txBody>
      </p:sp>
      <p:sp>
        <p:nvSpPr>
          <p:cNvPr id="3" name="Content Placeholder 2">
            <a:extLst>
              <a:ext uri="{FF2B5EF4-FFF2-40B4-BE49-F238E27FC236}">
                <a16:creationId xmlns:a16="http://schemas.microsoft.com/office/drawing/2014/main" id="{84FDB2F9-A30E-0DBF-8EAF-A98BBF70CF4D}"/>
              </a:ext>
            </a:extLst>
          </p:cNvPr>
          <p:cNvSpPr>
            <a:spLocks noGrp="1"/>
          </p:cNvSpPr>
          <p:nvPr>
            <p:ph idx="1"/>
          </p:nvPr>
        </p:nvSpPr>
        <p:spPr/>
        <p:txBody>
          <a:bodyPr/>
          <a:lstStyle/>
          <a:p>
            <a:r>
              <a:rPr lang="en-US" dirty="0"/>
              <a:t>Connectors are weak points.</a:t>
            </a:r>
          </a:p>
          <a:p>
            <a:pPr lvl="1"/>
            <a:r>
              <a:rPr lang="en-US" dirty="0"/>
              <a:t>Power connector detachment can cause fire</a:t>
            </a:r>
          </a:p>
          <a:p>
            <a:pPr lvl="1"/>
            <a:r>
              <a:rPr lang="en-US" dirty="0"/>
              <a:t>Connection deterioration is usually gradual</a:t>
            </a:r>
          </a:p>
          <a:p>
            <a:r>
              <a:rPr lang="en-US" dirty="0"/>
              <a:t>Solution:</a:t>
            </a:r>
          </a:p>
          <a:p>
            <a:pPr lvl="1"/>
            <a:r>
              <a:rPr lang="en-US" dirty="0"/>
              <a:t>Measure temperature near the connection point. </a:t>
            </a:r>
          </a:p>
          <a:p>
            <a:pPr lvl="1"/>
            <a:r>
              <a:rPr lang="en-US" dirty="0"/>
              <a:t>In case of deterioration impedance and temperature rise.</a:t>
            </a:r>
          </a:p>
          <a:p>
            <a:pPr lvl="1"/>
            <a:r>
              <a:rPr lang="en-US" dirty="0"/>
              <a:t>How can we couple the sensor to the point of interest?</a:t>
            </a:r>
          </a:p>
        </p:txBody>
      </p:sp>
      <p:sp>
        <p:nvSpPr>
          <p:cNvPr id="4" name="Slide Number Placeholder 3">
            <a:extLst>
              <a:ext uri="{FF2B5EF4-FFF2-40B4-BE49-F238E27FC236}">
                <a16:creationId xmlns:a16="http://schemas.microsoft.com/office/drawing/2014/main" id="{89C6DCD5-56D2-9F8C-3B46-32FAB22B2CEC}"/>
              </a:ext>
            </a:extLst>
          </p:cNvPr>
          <p:cNvSpPr>
            <a:spLocks noGrp="1"/>
          </p:cNvSpPr>
          <p:nvPr>
            <p:ph type="sldNum" sz="quarter" idx="12"/>
          </p:nvPr>
        </p:nvSpPr>
        <p:spPr/>
        <p:txBody>
          <a:bodyPr/>
          <a:lstStyle/>
          <a:p>
            <a:fld id="{4055E60B-063F-7341-AAD1-65F55D97E323}" type="slidenum">
              <a:rPr lang="en-IL" smtClean="0"/>
              <a:t>29</a:t>
            </a:fld>
            <a:endParaRPr lang="en-IL"/>
          </a:p>
        </p:txBody>
      </p:sp>
    </p:spTree>
    <p:extLst>
      <p:ext uri="{BB962C8B-B14F-4D97-AF65-F5344CB8AC3E}">
        <p14:creationId xmlns:p14="http://schemas.microsoft.com/office/powerpoint/2010/main" val="8192273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36969-2A1D-3568-7FE2-E9B493CFA0D0}"/>
              </a:ext>
            </a:extLst>
          </p:cNvPr>
          <p:cNvSpPr>
            <a:spLocks noGrp="1"/>
          </p:cNvSpPr>
          <p:nvPr>
            <p:ph type="title"/>
          </p:nvPr>
        </p:nvSpPr>
        <p:spPr/>
        <p:txBody>
          <a:bodyPr/>
          <a:lstStyle/>
          <a:p>
            <a:r>
              <a:rPr lang="en-US" dirty="0"/>
              <a:t>CTM</a:t>
            </a:r>
            <a:r>
              <a:rPr lang="he-IL" dirty="0"/>
              <a:t> </a:t>
            </a:r>
            <a:r>
              <a:rPr lang="en-US" dirty="0"/>
              <a:t> (H1300)</a:t>
            </a:r>
          </a:p>
        </p:txBody>
      </p:sp>
      <p:sp>
        <p:nvSpPr>
          <p:cNvPr id="4" name="Slide Number Placeholder 3">
            <a:extLst>
              <a:ext uri="{FF2B5EF4-FFF2-40B4-BE49-F238E27FC236}">
                <a16:creationId xmlns:a16="http://schemas.microsoft.com/office/drawing/2014/main" id="{A2E742B6-A4CD-7E39-22ED-67486F0355B3}"/>
              </a:ext>
            </a:extLst>
          </p:cNvPr>
          <p:cNvSpPr>
            <a:spLocks noGrp="1"/>
          </p:cNvSpPr>
          <p:nvPr>
            <p:ph type="sldNum" sz="quarter" idx="12"/>
          </p:nvPr>
        </p:nvSpPr>
        <p:spPr/>
        <p:txBody>
          <a:bodyPr/>
          <a:lstStyle/>
          <a:p>
            <a:fld id="{4055E60B-063F-7341-AAD1-65F55D97E323}" type="slidenum">
              <a:rPr lang="en-IL" smtClean="0"/>
              <a:t>30</a:t>
            </a:fld>
            <a:endParaRPr lang="en-IL"/>
          </a:p>
        </p:txBody>
      </p:sp>
      <p:pic>
        <p:nvPicPr>
          <p:cNvPr id="7" name="Picture 6">
            <a:extLst>
              <a:ext uri="{FF2B5EF4-FFF2-40B4-BE49-F238E27FC236}">
                <a16:creationId xmlns:a16="http://schemas.microsoft.com/office/drawing/2014/main" id="{31A2E6BC-B0D3-F24C-BAB4-4F3813E6916B}"/>
              </a:ext>
            </a:extLst>
          </p:cNvPr>
          <p:cNvPicPr>
            <a:picLocks noChangeAspect="1"/>
          </p:cNvPicPr>
          <p:nvPr/>
        </p:nvPicPr>
        <p:blipFill>
          <a:blip r:embed="rId2"/>
          <a:stretch>
            <a:fillRect/>
          </a:stretch>
        </p:blipFill>
        <p:spPr>
          <a:xfrm>
            <a:off x="740956" y="2615609"/>
            <a:ext cx="4291222" cy="3356233"/>
          </a:xfrm>
          <a:prstGeom prst="rect">
            <a:avLst/>
          </a:prstGeom>
        </p:spPr>
      </p:pic>
      <p:sp>
        <p:nvSpPr>
          <p:cNvPr id="9" name="Content Placeholder 8">
            <a:extLst>
              <a:ext uri="{FF2B5EF4-FFF2-40B4-BE49-F238E27FC236}">
                <a16:creationId xmlns:a16="http://schemas.microsoft.com/office/drawing/2014/main" id="{1B5760B0-BF28-7E4C-26F7-623149275F94}"/>
              </a:ext>
            </a:extLst>
          </p:cNvPr>
          <p:cNvSpPr>
            <a:spLocks noGrp="1"/>
          </p:cNvSpPr>
          <p:nvPr>
            <p:ph idx="1"/>
          </p:nvPr>
        </p:nvSpPr>
        <p:spPr/>
        <p:txBody>
          <a:bodyPr/>
          <a:lstStyle/>
          <a:p>
            <a:r>
              <a:rPr lang="en-US" dirty="0"/>
              <a:t>Maximum metal around thermistor</a:t>
            </a:r>
          </a:p>
          <a:p>
            <a:r>
              <a:rPr lang="en-US" dirty="0"/>
              <a:t>For optimizers clearance creepage requirements are low.</a:t>
            </a:r>
          </a:p>
        </p:txBody>
      </p:sp>
      <p:pic>
        <p:nvPicPr>
          <p:cNvPr id="11" name="Picture 10">
            <a:extLst>
              <a:ext uri="{FF2B5EF4-FFF2-40B4-BE49-F238E27FC236}">
                <a16:creationId xmlns:a16="http://schemas.microsoft.com/office/drawing/2014/main" id="{1C29E2F6-AC5B-E7A9-5B36-6466C3F2520E}"/>
              </a:ext>
            </a:extLst>
          </p:cNvPr>
          <p:cNvPicPr>
            <a:picLocks noChangeAspect="1"/>
          </p:cNvPicPr>
          <p:nvPr/>
        </p:nvPicPr>
        <p:blipFill>
          <a:blip r:embed="rId3"/>
          <a:stretch>
            <a:fillRect/>
          </a:stretch>
        </p:blipFill>
        <p:spPr>
          <a:xfrm>
            <a:off x="5848178" y="2615609"/>
            <a:ext cx="5062686" cy="3356233"/>
          </a:xfrm>
          <a:prstGeom prst="rect">
            <a:avLst/>
          </a:prstGeom>
        </p:spPr>
      </p:pic>
    </p:spTree>
    <p:extLst>
      <p:ext uri="{BB962C8B-B14F-4D97-AF65-F5344CB8AC3E}">
        <p14:creationId xmlns:p14="http://schemas.microsoft.com/office/powerpoint/2010/main" val="18563361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964789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75"/>
</p:tagLst>
</file>

<file path=ppt/theme/theme1.xml><?xml version="1.0" encoding="utf-8"?>
<a:theme xmlns:a="http://schemas.openxmlformats.org/drawingml/2006/main" name="SolarEdge Theme">
  <a:themeElements>
    <a:clrScheme name="SolarEdge Theme">
      <a:dk1>
        <a:srgbClr val="000000"/>
      </a:dk1>
      <a:lt1>
        <a:srgbClr val="FFFFFF"/>
      </a:lt1>
      <a:dk2>
        <a:srgbClr val="00082E"/>
      </a:dk2>
      <a:lt2>
        <a:srgbClr val="F0F0F0"/>
      </a:lt2>
      <a:accent1>
        <a:srgbClr val="2E8FD6"/>
      </a:accent1>
      <a:accent2>
        <a:srgbClr val="78BAE6"/>
      </a:accent2>
      <a:accent3>
        <a:srgbClr val="A0D3AD"/>
      </a:accent3>
      <a:accent4>
        <a:srgbClr val="696969"/>
      </a:accent4>
      <a:accent5>
        <a:srgbClr val="FFCC7F"/>
      </a:accent5>
      <a:accent6>
        <a:srgbClr val="00082E"/>
      </a:accent6>
      <a:hlink>
        <a:srgbClr val="0432FF"/>
      </a:hlink>
      <a:folHlink>
        <a:srgbClr val="932092"/>
      </a:folHlink>
    </a:clrScheme>
    <a:fontScheme name="Segoe UI">
      <a:majorFont>
        <a:latin typeface="Segoe UI Semibold"/>
        <a:ea typeface=""/>
        <a:cs typeface="Segoe UI"/>
      </a:majorFont>
      <a:minorFont>
        <a:latin typeface="Segoe UI Light"/>
        <a:ea typeface=""/>
        <a:cs typeface="Segoe U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olarEdge 2024" id="{3CC4FE8B-9F4B-0040-BBEC-0E12262FB828}" vid="{AE0FB627-1573-F047-B734-29661BEEEF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495CB41-BFA5-C944-97A4-EF83B88CB602}">
  <we:reference id="wa200001766" version="1.5.0.0" store="en-US" storeType="OMEX"/>
  <we:alternateReferences>
    <we:reference id="WA200001766" version="1.5.0.0" store="WA2000017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D9418446FF17E4ABDFF0A9FA7A58C9F" ma:contentTypeVersion="4" ma:contentTypeDescription="Create a new document." ma:contentTypeScope="" ma:versionID="a25172c7af07b736fcda7f296d3e7821">
  <xsd:schema xmlns:xsd="http://www.w3.org/2001/XMLSchema" xmlns:xs="http://www.w3.org/2001/XMLSchema" xmlns:p="http://schemas.microsoft.com/office/2006/metadata/properties" xmlns:ns2="ff996b3b-d04a-4728-a8f7-f6e099ea1070" targetNamespace="http://schemas.microsoft.com/office/2006/metadata/properties" ma:root="true" ma:fieldsID="832fa2696dc159c0a059ad8f90287c44" ns2:_="">
    <xsd:import namespace="ff996b3b-d04a-4728-a8f7-f6e099ea1070"/>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996b3b-d04a-4728-a8f7-f6e099ea10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C33F3EE-55BC-4BBB-9C7D-85575923FDF2}">
  <ds:schemaRefs>
    <ds:schemaRef ds:uri="http://schemas.microsoft.com/sharepoint/v3/contenttype/forms"/>
  </ds:schemaRefs>
</ds:datastoreItem>
</file>

<file path=customXml/itemProps2.xml><?xml version="1.0" encoding="utf-8"?>
<ds:datastoreItem xmlns:ds="http://schemas.openxmlformats.org/officeDocument/2006/customXml" ds:itemID="{39FC3F55-9DFC-4BD6-AD78-3983C97353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996b3b-d04a-4728-a8f7-f6e099ea10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b37c808-6ca7-40eb-8746-85795efcbd36}" enabled="0" method="" siteId="{fb37c808-6ca7-40eb-8746-85795efcbd36}" removed="1"/>
</clbl:labelList>
</file>

<file path=docProps/app.xml><?xml version="1.0" encoding="utf-8"?>
<Properties xmlns="http://schemas.openxmlformats.org/officeDocument/2006/extended-properties" xmlns:vt="http://schemas.openxmlformats.org/officeDocument/2006/docPropsVTypes">
  <Template>SolarEdge 2024</Template>
  <TotalTime>8682</TotalTime>
  <Words>1153</Words>
  <Application>Microsoft Office PowerPoint</Application>
  <PresentationFormat>Widescreen</PresentationFormat>
  <Paragraphs>357</Paragraphs>
  <Slides>31</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Aptos</vt:lpstr>
      <vt:lpstr>Arial</vt:lpstr>
      <vt:lpstr>Cambria Math</vt:lpstr>
      <vt:lpstr>Courier New</vt:lpstr>
      <vt:lpstr>Segoe UI</vt:lpstr>
      <vt:lpstr>Segoe UI Light</vt:lpstr>
      <vt:lpstr>Segoe UI Semibold</vt:lpstr>
      <vt:lpstr>SolarEdge Theme</vt:lpstr>
      <vt:lpstr>Design for testing and FA</vt:lpstr>
      <vt:lpstr>Design and Layout for failure</vt:lpstr>
      <vt:lpstr>Design and Layout for testing, failure analysis and failure mitigation </vt:lpstr>
      <vt:lpstr>Design and Layout for Lab testing</vt:lpstr>
      <vt:lpstr>Test points</vt:lpstr>
      <vt:lpstr>Test points</vt:lpstr>
      <vt:lpstr>Test Points</vt:lpstr>
      <vt:lpstr>Auxiliary</vt:lpstr>
      <vt:lpstr>Auxilaiary</vt:lpstr>
      <vt:lpstr>Main Auxilaiary</vt:lpstr>
      <vt:lpstr>Main Auxiliary</vt:lpstr>
      <vt:lpstr>Bode 100</vt:lpstr>
      <vt:lpstr>Auxiliary Current FB</vt:lpstr>
      <vt:lpstr>Debug card Connection V4</vt:lpstr>
      <vt:lpstr>Example V4</vt:lpstr>
      <vt:lpstr>Example V4 (what we intended 🙂)</vt:lpstr>
      <vt:lpstr>Example V4 (What we implemented ☹ )</vt:lpstr>
      <vt:lpstr>JTAG</vt:lpstr>
      <vt:lpstr>Design for Failure analysis and prevention</vt:lpstr>
      <vt:lpstr>Design for Failure analysis and prevention</vt:lpstr>
      <vt:lpstr>Temperature</vt:lpstr>
      <vt:lpstr>Temperature sensing</vt:lpstr>
      <vt:lpstr>Temperature sensors V4</vt:lpstr>
      <vt:lpstr>Temperature sensors V4</vt:lpstr>
      <vt:lpstr>System Temperature measurement</vt:lpstr>
      <vt:lpstr>RSS2.5</vt:lpstr>
      <vt:lpstr>RSS2.5</vt:lpstr>
      <vt:lpstr>V4</vt:lpstr>
      <vt:lpstr>Connector Temperature</vt:lpstr>
      <vt:lpstr>CTM  (H1300)</vt:lpstr>
      <vt:lpstr>PowerPoint Presentation</vt:lpstr>
    </vt:vector>
  </TitlesOfParts>
  <Company>Solaredge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Yariv Shlivinski</dc:creator>
  <cp:lastModifiedBy>Yariv Shlivinski</cp:lastModifiedBy>
  <cp:revision>57</cp:revision>
  <dcterms:created xsi:type="dcterms:W3CDTF">2025-02-17T07:49:25Z</dcterms:created>
  <dcterms:modified xsi:type="dcterms:W3CDTF">2025-12-31T07:41:31Z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0CEA0E78-C59B-4006-8441-D692B5019D7A</vt:lpwstr>
  </property>
  <property fmtid="{D5CDD505-2E9C-101B-9397-08002B2CF9AE}" pid="3" name="ArticulatePath">
    <vt:lpwstr>https://solaredge0-my.sharepoint.com/personal/liat_d_solaredge_com/Documents/Sharing is Caring/Corporate Presentation/Beta Testing/SolarEdge Corporate PPT repository v.5 Beta</vt:lpwstr>
  </property>
</Properties>
</file>