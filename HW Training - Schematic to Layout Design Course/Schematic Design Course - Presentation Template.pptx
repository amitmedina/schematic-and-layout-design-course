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2"/>
  </p:notesMasterIdLst>
  <p:sldIdLst>
    <p:sldId id="2147472712" r:id="rId4"/>
    <p:sldId id="257" r:id="rId5"/>
    <p:sldId id="260" r:id="rId6"/>
    <p:sldId id="2147472714" r:id="rId7"/>
    <p:sldId id="2147472713" r:id="rId8"/>
    <p:sldId id="2147472715" r:id="rId9"/>
    <p:sldId id="2147472716" r:id="rId10"/>
    <p:sldId id="2147472644" r:id="rId11"/>
  </p:sldIdLst>
  <p:sldSz cx="12192000" cy="6858000"/>
  <p:notesSz cx="6858000" cy="9144000"/>
  <p:custDataLst>
    <p:tags r:id="rId13"/>
  </p:custData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2F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7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zippi Shvili" userId="8f8f9bed-ee64-4f5f-a02b-c008b86f49ad" providerId="ADAL" clId="{E9E048BF-8511-4F62-BDD0-0AB42A34A4E4}"/>
    <pc:docChg chg="modSld">
      <pc:chgData name="Tzippi Shvili" userId="8f8f9bed-ee64-4f5f-a02b-c008b86f49ad" providerId="ADAL" clId="{E9E048BF-8511-4F62-BDD0-0AB42A34A4E4}" dt="2026-01-20T10:19:31.805" v="0" actId="20577"/>
      <pc:docMkLst>
        <pc:docMk/>
      </pc:docMkLst>
      <pc:sldChg chg="modSp mod">
        <pc:chgData name="Tzippi Shvili" userId="8f8f9bed-ee64-4f5f-a02b-c008b86f49ad" providerId="ADAL" clId="{E9E048BF-8511-4F62-BDD0-0AB42A34A4E4}" dt="2026-01-20T10:19:31.805" v="0" actId="20577"/>
        <pc:sldMkLst>
          <pc:docMk/>
          <pc:sldMk cId="1617862122" sldId="257"/>
        </pc:sldMkLst>
        <pc:spChg chg="mod">
          <ac:chgData name="Tzippi Shvili" userId="8f8f9bed-ee64-4f5f-a02b-c008b86f49ad" providerId="ADAL" clId="{E9E048BF-8511-4F62-BDD0-0AB42A34A4E4}" dt="2026-01-20T10:19:31.805" v="0" actId="20577"/>
          <ac:spMkLst>
            <pc:docMk/>
            <pc:sldMk cId="1617862122" sldId="257"/>
            <ac:spMk id="2" creationId="{E5906534-06CA-D9AC-70F4-40EABCB48B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52B3B-DE7E-AA45-8F12-61DBE76FFBA9}" type="datetimeFigureOut">
              <a:rPr lang="en-IL" smtClean="0"/>
              <a:t>20/01/2026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520AC-CA0E-224F-8D82-D2B67D1F33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73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B9867-A8D7-43CA-B62E-65ACB63F0B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7857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73DF1C-F4AA-9E9C-1253-609974D17009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D0E3BD-378B-80F3-2D20-131BC3DE9F9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05761" y="740098"/>
            <a:ext cx="2520000" cy="509371"/>
            <a:chOff x="10307382" y="4588869"/>
            <a:chExt cx="1008089" cy="2037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7D4FB8-58A8-DFCE-D26E-22DFD7BFC978}"/>
                </a:ext>
              </a:extLst>
            </p:cNvPr>
            <p:cNvSpPr/>
            <p:nvPr/>
          </p:nvSpPr>
          <p:spPr>
            <a:xfrm>
              <a:off x="10804619" y="458886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74E73EA-E9FC-1AF9-A150-E1F5ACE986CA}"/>
                </a:ext>
              </a:extLst>
            </p:cNvPr>
            <p:cNvSpPr/>
            <p:nvPr/>
          </p:nvSpPr>
          <p:spPr>
            <a:xfrm>
              <a:off x="10307382" y="458886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98D9D95-C44E-5026-FA56-4A39531CF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262180"/>
            <a:ext cx="5898291" cy="1762901"/>
          </a:xfrm>
        </p:spPr>
        <p:txBody>
          <a:bodyPr anchor="t">
            <a:noAutofit/>
          </a:bodyPr>
          <a:lstStyle>
            <a:lvl1pPr algn="l">
              <a:defRPr sz="54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81CA6-45A0-DD5E-16A3-5AA980CA8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000" y="5123934"/>
            <a:ext cx="5939480" cy="47779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B96E0-0EED-EC45-A3A6-335AE9AC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>
                    <a:alpha val="50000"/>
                  </a:schemeClr>
                </a:solidFill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8EE9470B-C5AD-0F15-8B9B-AD6021CF7E18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2671121A-1F24-9B5F-8B72-9C20570FD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95124" y="6356350"/>
            <a:ext cx="50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82000"/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algn="r" defTabSz="914400" rtl="1" eaLnBrk="1" latinLnBrk="0" hangingPunct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2418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911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305877"/>
            <a:ext cx="11160000" cy="38482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B354CA-FCBA-7A93-D38D-4AA6421A02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6000" y="1431235"/>
            <a:ext cx="11160000" cy="67537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200">
                <a:solidFill>
                  <a:schemeClr val="accent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867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26357D-2506-AD94-EDB3-970E916B89B7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91269-59A4-07DF-00FC-8E4BF8000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0" y="5123934"/>
            <a:ext cx="5884800" cy="735772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n-US" sz="2400" b="0" i="0" kern="1200" dirty="0">
                <a:solidFill>
                  <a:schemeClr val="accent2"/>
                </a:solidFill>
                <a:latin typeface="+mj-lt"/>
                <a:ea typeface="+mn-ea"/>
                <a:cs typeface="Segoe UI Semibold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585DB-4BC9-8A25-5B3F-10065DAC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482A8-7645-2E7C-72E7-CC9D22CD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D12D4400-085C-5AD2-D671-9183993FEFF6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31D58-9868-8123-6A61-454D6EC24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3260035"/>
            <a:ext cx="5898052" cy="1762539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L" sz="5400" b="0" i="0" kern="1200" dirty="0">
                <a:solidFill>
                  <a:schemeClr val="bg1"/>
                </a:solidFill>
                <a:latin typeface="+mn-lt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769BEC-8FF0-8DE9-DE3C-392ACF114B74}"/>
              </a:ext>
            </a:extLst>
          </p:cNvPr>
          <p:cNvGrpSpPr/>
          <p:nvPr userDrawn="1"/>
        </p:nvGrpSpPr>
        <p:grpSpPr>
          <a:xfrm>
            <a:off x="10654248" y="6448149"/>
            <a:ext cx="1008089" cy="203766"/>
            <a:chOff x="10654248" y="6448149"/>
            <a:chExt cx="1008089" cy="203766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A2CEBBD-0AD7-3EE5-8BC0-2B1E35483E40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09D1F7F-823A-B1A4-0B2B-DC556F233687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1644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305877"/>
            <a:ext cx="11160000" cy="38482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a:defRPr>
            </a:lvl1pPr>
          </a:lstStyle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B354CA-FCBA-7A93-D38D-4AA6421A02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6000" y="1431235"/>
            <a:ext cx="11160000" cy="67537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200">
                <a:solidFill>
                  <a:schemeClr val="accent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2395E59-618E-4D11-8C81-6FBE6E307EDC}"/>
              </a:ext>
            </a:extLst>
          </p:cNvPr>
          <p:cNvSpPr/>
          <p:nvPr userDrawn="1"/>
        </p:nvSpPr>
        <p:spPr>
          <a:xfrm>
            <a:off x="10654248" y="6448149"/>
            <a:ext cx="508352" cy="160456"/>
          </a:xfrm>
          <a:custGeom>
            <a:avLst/>
            <a:gdLst>
              <a:gd name="connsiteX0" fmla="*/ 422866 w 508352"/>
              <a:gd name="connsiteY0" fmla="*/ 47879 h 160456"/>
              <a:gd name="connsiteX1" fmla="*/ 422866 w 508352"/>
              <a:gd name="connsiteY1" fmla="*/ 158913 h 160456"/>
              <a:gd name="connsiteX2" fmla="*/ 449532 w 508352"/>
              <a:gd name="connsiteY2" fmla="*/ 158913 h 160456"/>
              <a:gd name="connsiteX3" fmla="*/ 449532 w 508352"/>
              <a:gd name="connsiteY3" fmla="*/ 90444 h 160456"/>
              <a:gd name="connsiteX4" fmla="*/ 469691 w 508352"/>
              <a:gd name="connsiteY4" fmla="*/ 66926 h 160456"/>
              <a:gd name="connsiteX5" fmla="*/ 483286 w 508352"/>
              <a:gd name="connsiteY5" fmla="*/ 84695 h 160456"/>
              <a:gd name="connsiteX6" fmla="*/ 483286 w 508352"/>
              <a:gd name="connsiteY6" fmla="*/ 90444 h 160456"/>
              <a:gd name="connsiteX7" fmla="*/ 508353 w 508352"/>
              <a:gd name="connsiteY7" fmla="*/ 90444 h 160456"/>
              <a:gd name="connsiteX8" fmla="*/ 508353 w 508352"/>
              <a:gd name="connsiteY8" fmla="*/ 81404 h 160456"/>
              <a:gd name="connsiteX9" fmla="*/ 479080 w 508352"/>
              <a:gd name="connsiteY9" fmla="*/ 46397 h 160456"/>
              <a:gd name="connsiteX10" fmla="*/ 449328 w 508352"/>
              <a:gd name="connsiteY10" fmla="*/ 62357 h 160456"/>
              <a:gd name="connsiteX11" fmla="*/ 448261 w 508352"/>
              <a:gd name="connsiteY11" fmla="*/ 62357 h 160456"/>
              <a:gd name="connsiteX12" fmla="*/ 449008 w 508352"/>
              <a:gd name="connsiteY12" fmla="*/ 47888 h 160456"/>
              <a:gd name="connsiteX13" fmla="*/ 422874 w 508352"/>
              <a:gd name="connsiteY13" fmla="*/ 47888 h 160456"/>
              <a:gd name="connsiteX14" fmla="*/ 371461 w 508352"/>
              <a:gd name="connsiteY14" fmla="*/ 158913 h 160456"/>
              <a:gd name="connsiteX15" fmla="*/ 398128 w 508352"/>
              <a:gd name="connsiteY15" fmla="*/ 158913 h 160456"/>
              <a:gd name="connsiteX16" fmla="*/ 398128 w 508352"/>
              <a:gd name="connsiteY16" fmla="*/ 89220 h 160456"/>
              <a:gd name="connsiteX17" fmla="*/ 347577 w 508352"/>
              <a:gd name="connsiteY17" fmla="*/ 46655 h 160456"/>
              <a:gd name="connsiteX18" fmla="*/ 299588 w 508352"/>
              <a:gd name="connsiteY18" fmla="*/ 80384 h 160456"/>
              <a:gd name="connsiteX19" fmla="*/ 326255 w 508352"/>
              <a:gd name="connsiteY19" fmla="*/ 80384 h 160456"/>
              <a:gd name="connsiteX20" fmla="*/ 347266 w 508352"/>
              <a:gd name="connsiteY20" fmla="*/ 64903 h 160456"/>
              <a:gd name="connsiteX21" fmla="*/ 371052 w 508352"/>
              <a:gd name="connsiteY21" fmla="*/ 89273 h 160456"/>
              <a:gd name="connsiteX22" fmla="*/ 371052 w 508352"/>
              <a:gd name="connsiteY22" fmla="*/ 103689 h 160456"/>
              <a:gd name="connsiteX23" fmla="*/ 370625 w 508352"/>
              <a:gd name="connsiteY23" fmla="*/ 103689 h 160456"/>
              <a:gd name="connsiteX24" fmla="*/ 337298 w 508352"/>
              <a:gd name="connsiteY24" fmla="*/ 90976 h 160456"/>
              <a:gd name="connsiteX25" fmla="*/ 295648 w 508352"/>
              <a:gd name="connsiteY25" fmla="*/ 125078 h 160456"/>
              <a:gd name="connsiteX26" fmla="*/ 337298 w 508352"/>
              <a:gd name="connsiteY26" fmla="*/ 160457 h 160456"/>
              <a:gd name="connsiteX27" fmla="*/ 371906 w 508352"/>
              <a:gd name="connsiteY27" fmla="*/ 145242 h 160456"/>
              <a:gd name="connsiteX28" fmla="*/ 372546 w 508352"/>
              <a:gd name="connsiteY28" fmla="*/ 145242 h 160456"/>
              <a:gd name="connsiteX29" fmla="*/ 371479 w 508352"/>
              <a:gd name="connsiteY29" fmla="*/ 158913 h 160456"/>
              <a:gd name="connsiteX30" fmla="*/ 346608 w 508352"/>
              <a:gd name="connsiteY30" fmla="*/ 108905 h 160456"/>
              <a:gd name="connsiteX31" fmla="*/ 371248 w 508352"/>
              <a:gd name="connsiteY31" fmla="*/ 124865 h 160456"/>
              <a:gd name="connsiteX32" fmla="*/ 346608 w 508352"/>
              <a:gd name="connsiteY32" fmla="*/ 142049 h 160456"/>
              <a:gd name="connsiteX33" fmla="*/ 322182 w 508352"/>
              <a:gd name="connsiteY33" fmla="*/ 124865 h 160456"/>
              <a:gd name="connsiteX34" fmla="*/ 346608 w 508352"/>
              <a:gd name="connsiteY34" fmla="*/ 108905 h 160456"/>
              <a:gd name="connsiteX35" fmla="*/ 273134 w 508352"/>
              <a:gd name="connsiteY35" fmla="*/ 0 h 160456"/>
              <a:gd name="connsiteX36" fmla="*/ 246467 w 508352"/>
              <a:gd name="connsiteY36" fmla="*/ 0 h 160456"/>
              <a:gd name="connsiteX37" fmla="*/ 246467 w 508352"/>
              <a:gd name="connsiteY37" fmla="*/ 158913 h 160456"/>
              <a:gd name="connsiteX38" fmla="*/ 273134 w 508352"/>
              <a:gd name="connsiteY38" fmla="*/ 158913 h 160456"/>
              <a:gd name="connsiteX39" fmla="*/ 273134 w 508352"/>
              <a:gd name="connsiteY39" fmla="*/ 0 h 160456"/>
              <a:gd name="connsiteX40" fmla="*/ 171179 w 508352"/>
              <a:gd name="connsiteY40" fmla="*/ 66766 h 160456"/>
              <a:gd name="connsiteX41" fmla="*/ 196886 w 508352"/>
              <a:gd name="connsiteY41" fmla="*/ 103636 h 160456"/>
              <a:gd name="connsiteX42" fmla="*/ 171179 w 508352"/>
              <a:gd name="connsiteY42" fmla="*/ 139866 h 160456"/>
              <a:gd name="connsiteX43" fmla="*/ 145472 w 508352"/>
              <a:gd name="connsiteY43" fmla="*/ 103636 h 160456"/>
              <a:gd name="connsiteX44" fmla="*/ 171179 w 508352"/>
              <a:gd name="connsiteY44" fmla="*/ 66766 h 160456"/>
              <a:gd name="connsiteX45" fmla="*/ 171179 w 508352"/>
              <a:gd name="connsiteY45" fmla="*/ 46389 h 160456"/>
              <a:gd name="connsiteX46" fmla="*/ 118708 w 508352"/>
              <a:gd name="connsiteY46" fmla="*/ 103423 h 160456"/>
              <a:gd name="connsiteX47" fmla="*/ 171179 w 508352"/>
              <a:gd name="connsiteY47" fmla="*/ 160191 h 160456"/>
              <a:gd name="connsiteX48" fmla="*/ 223650 w 508352"/>
              <a:gd name="connsiteY48" fmla="*/ 103423 h 160456"/>
              <a:gd name="connsiteX49" fmla="*/ 171179 w 508352"/>
              <a:gd name="connsiteY49" fmla="*/ 46389 h 160456"/>
              <a:gd name="connsiteX50" fmla="*/ 98763 w 508352"/>
              <a:gd name="connsiteY50" fmla="*/ 77988 h 160456"/>
              <a:gd name="connsiteX51" fmla="*/ 50773 w 508352"/>
              <a:gd name="connsiteY51" fmla="*/ 46389 h 160456"/>
              <a:gd name="connsiteX52" fmla="*/ 9 w 508352"/>
              <a:gd name="connsiteY52" fmla="*/ 77563 h 160456"/>
              <a:gd name="connsiteX53" fmla="*/ 48426 w 508352"/>
              <a:gd name="connsiteY53" fmla="*/ 112090 h 160456"/>
              <a:gd name="connsiteX54" fmla="*/ 76044 w 508352"/>
              <a:gd name="connsiteY54" fmla="*/ 127145 h 160456"/>
              <a:gd name="connsiteX55" fmla="*/ 50764 w 508352"/>
              <a:gd name="connsiteY55" fmla="*/ 141987 h 160456"/>
              <a:gd name="connsiteX56" fmla="*/ 26765 w 508352"/>
              <a:gd name="connsiteY56" fmla="*/ 123951 h 160456"/>
              <a:gd name="connsiteX57" fmla="*/ 0 w 508352"/>
              <a:gd name="connsiteY57" fmla="*/ 123951 h 160456"/>
              <a:gd name="connsiteX58" fmla="*/ 50764 w 508352"/>
              <a:gd name="connsiteY58" fmla="*/ 160182 h 160456"/>
              <a:gd name="connsiteX59" fmla="*/ 102809 w 508352"/>
              <a:gd name="connsiteY59" fmla="*/ 127145 h 160456"/>
              <a:gd name="connsiteX60" fmla="*/ 53112 w 508352"/>
              <a:gd name="connsiteY60" fmla="*/ 91766 h 160456"/>
              <a:gd name="connsiteX61" fmla="*/ 26658 w 508352"/>
              <a:gd name="connsiteY61" fmla="*/ 79266 h 160456"/>
              <a:gd name="connsiteX62" fmla="*/ 50657 w 508352"/>
              <a:gd name="connsiteY62" fmla="*/ 64637 h 160456"/>
              <a:gd name="connsiteX63" fmla="*/ 71989 w 508352"/>
              <a:gd name="connsiteY63" fmla="*/ 77988 h 160456"/>
              <a:gd name="connsiteX64" fmla="*/ 98763 w 508352"/>
              <a:gd name="connsiteY64" fmla="*/ 77988 h 16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8352" h="160456">
                <a:moveTo>
                  <a:pt x="422866" y="47879"/>
                </a:moveTo>
                <a:lnTo>
                  <a:pt x="422866" y="158913"/>
                </a:lnTo>
                <a:lnTo>
                  <a:pt x="449532" y="158913"/>
                </a:lnTo>
                <a:lnTo>
                  <a:pt x="449532" y="90444"/>
                </a:lnTo>
                <a:cubicBezTo>
                  <a:pt x="449106" y="76028"/>
                  <a:pt x="453801" y="66926"/>
                  <a:pt x="469691" y="66926"/>
                </a:cubicBezTo>
                <a:cubicBezTo>
                  <a:pt x="482219" y="66926"/>
                  <a:pt x="483286" y="73473"/>
                  <a:pt x="483286" y="84695"/>
                </a:cubicBezTo>
                <a:lnTo>
                  <a:pt x="483286" y="90444"/>
                </a:lnTo>
                <a:lnTo>
                  <a:pt x="508353" y="90444"/>
                </a:lnTo>
                <a:lnTo>
                  <a:pt x="508353" y="81404"/>
                </a:lnTo>
                <a:cubicBezTo>
                  <a:pt x="508353" y="60121"/>
                  <a:pt x="502644" y="46397"/>
                  <a:pt x="479080" y="46397"/>
                </a:cubicBezTo>
                <a:cubicBezTo>
                  <a:pt x="466125" y="46397"/>
                  <a:pt x="454654" y="50017"/>
                  <a:pt x="449328" y="62357"/>
                </a:cubicBezTo>
                <a:lnTo>
                  <a:pt x="448261" y="62357"/>
                </a:lnTo>
                <a:lnTo>
                  <a:pt x="449008" y="47888"/>
                </a:lnTo>
                <a:lnTo>
                  <a:pt x="422874" y="47888"/>
                </a:lnTo>
                <a:close/>
                <a:moveTo>
                  <a:pt x="371461" y="158913"/>
                </a:moveTo>
                <a:lnTo>
                  <a:pt x="398128" y="158913"/>
                </a:lnTo>
                <a:lnTo>
                  <a:pt x="398128" y="89220"/>
                </a:lnTo>
                <a:cubicBezTo>
                  <a:pt x="398128" y="51977"/>
                  <a:pt x="383252" y="46655"/>
                  <a:pt x="347577" y="46655"/>
                </a:cubicBezTo>
                <a:cubicBezTo>
                  <a:pt x="322084" y="46655"/>
                  <a:pt x="299588" y="47932"/>
                  <a:pt x="299588" y="80384"/>
                </a:cubicBezTo>
                <a:lnTo>
                  <a:pt x="326255" y="80384"/>
                </a:lnTo>
                <a:cubicBezTo>
                  <a:pt x="326255" y="65968"/>
                  <a:pt x="335582" y="64903"/>
                  <a:pt x="347266" y="64903"/>
                </a:cubicBezTo>
                <a:cubicBezTo>
                  <a:pt x="369558" y="64903"/>
                  <a:pt x="371052" y="71237"/>
                  <a:pt x="371052" y="89273"/>
                </a:cubicBezTo>
                <a:lnTo>
                  <a:pt x="371052" y="103689"/>
                </a:lnTo>
                <a:lnTo>
                  <a:pt x="370625" y="103689"/>
                </a:lnTo>
                <a:cubicBezTo>
                  <a:pt x="364276" y="91189"/>
                  <a:pt x="350894" y="90976"/>
                  <a:pt x="337298" y="90976"/>
                </a:cubicBezTo>
                <a:cubicBezTo>
                  <a:pt x="309680" y="90976"/>
                  <a:pt x="295648" y="98375"/>
                  <a:pt x="295648" y="125078"/>
                </a:cubicBezTo>
                <a:cubicBezTo>
                  <a:pt x="295648" y="155187"/>
                  <a:pt x="312018" y="160457"/>
                  <a:pt x="337298" y="160457"/>
                </a:cubicBezTo>
                <a:cubicBezTo>
                  <a:pt x="350254" y="160457"/>
                  <a:pt x="366624" y="160031"/>
                  <a:pt x="371906" y="145242"/>
                </a:cubicBezTo>
                <a:lnTo>
                  <a:pt x="372546" y="145242"/>
                </a:lnTo>
                <a:lnTo>
                  <a:pt x="371479" y="158913"/>
                </a:lnTo>
                <a:close/>
                <a:moveTo>
                  <a:pt x="346608" y="108905"/>
                </a:moveTo>
                <a:cubicBezTo>
                  <a:pt x="359777" y="108905"/>
                  <a:pt x="371248" y="109331"/>
                  <a:pt x="371248" y="124865"/>
                </a:cubicBezTo>
                <a:cubicBezTo>
                  <a:pt x="371248" y="140399"/>
                  <a:pt x="360586" y="142049"/>
                  <a:pt x="346608" y="142049"/>
                </a:cubicBezTo>
                <a:cubicBezTo>
                  <a:pt x="328584" y="142049"/>
                  <a:pt x="322182" y="140558"/>
                  <a:pt x="322182" y="124865"/>
                </a:cubicBezTo>
                <a:cubicBezTo>
                  <a:pt x="322182" y="109171"/>
                  <a:pt x="332843" y="108905"/>
                  <a:pt x="346608" y="108905"/>
                </a:cubicBezTo>
                <a:moveTo>
                  <a:pt x="273134" y="0"/>
                </a:moveTo>
                <a:lnTo>
                  <a:pt x="246467" y="0"/>
                </a:lnTo>
                <a:lnTo>
                  <a:pt x="246467" y="158913"/>
                </a:lnTo>
                <a:lnTo>
                  <a:pt x="273134" y="158913"/>
                </a:lnTo>
                <a:lnTo>
                  <a:pt x="273134" y="0"/>
                </a:lnTo>
                <a:close/>
                <a:moveTo>
                  <a:pt x="171179" y="66766"/>
                </a:moveTo>
                <a:cubicBezTo>
                  <a:pt x="194965" y="66766"/>
                  <a:pt x="196886" y="73526"/>
                  <a:pt x="196886" y="103636"/>
                </a:cubicBezTo>
                <a:cubicBezTo>
                  <a:pt x="196886" y="133745"/>
                  <a:pt x="194965" y="139866"/>
                  <a:pt x="171179" y="139866"/>
                </a:cubicBezTo>
                <a:cubicBezTo>
                  <a:pt x="147393" y="139866"/>
                  <a:pt x="145472" y="133266"/>
                  <a:pt x="145472" y="103636"/>
                </a:cubicBezTo>
                <a:cubicBezTo>
                  <a:pt x="145472" y="74005"/>
                  <a:pt x="147393" y="66766"/>
                  <a:pt x="171179" y="66766"/>
                </a:cubicBezTo>
                <a:moveTo>
                  <a:pt x="171179" y="46389"/>
                </a:moveTo>
                <a:cubicBezTo>
                  <a:pt x="124683" y="46389"/>
                  <a:pt x="118708" y="60166"/>
                  <a:pt x="118708" y="103423"/>
                </a:cubicBezTo>
                <a:cubicBezTo>
                  <a:pt x="118708" y="146680"/>
                  <a:pt x="124683" y="160191"/>
                  <a:pt x="171179" y="160191"/>
                </a:cubicBezTo>
                <a:cubicBezTo>
                  <a:pt x="217675" y="160191"/>
                  <a:pt x="223650" y="146413"/>
                  <a:pt x="223650" y="103423"/>
                </a:cubicBezTo>
                <a:cubicBezTo>
                  <a:pt x="223650" y="60432"/>
                  <a:pt x="217728" y="46389"/>
                  <a:pt x="171179" y="46389"/>
                </a:cubicBezTo>
                <a:moveTo>
                  <a:pt x="98763" y="77988"/>
                </a:moveTo>
                <a:cubicBezTo>
                  <a:pt x="98763" y="46814"/>
                  <a:pt x="72629" y="46389"/>
                  <a:pt x="50773" y="46389"/>
                </a:cubicBezTo>
                <a:cubicBezTo>
                  <a:pt x="22088" y="46389"/>
                  <a:pt x="9" y="47027"/>
                  <a:pt x="9" y="77563"/>
                </a:cubicBezTo>
                <a:cubicBezTo>
                  <a:pt x="9" y="105969"/>
                  <a:pt x="7425" y="111717"/>
                  <a:pt x="48426" y="112090"/>
                </a:cubicBezTo>
                <a:cubicBezTo>
                  <a:pt x="75404" y="112516"/>
                  <a:pt x="76044" y="117413"/>
                  <a:pt x="76044" y="127145"/>
                </a:cubicBezTo>
                <a:cubicBezTo>
                  <a:pt x="76044" y="142412"/>
                  <a:pt x="66716" y="141987"/>
                  <a:pt x="50764" y="141987"/>
                </a:cubicBezTo>
                <a:cubicBezTo>
                  <a:pt x="30980" y="141987"/>
                  <a:pt x="27192" y="140070"/>
                  <a:pt x="26765" y="123951"/>
                </a:cubicBezTo>
                <a:lnTo>
                  <a:pt x="0" y="123951"/>
                </a:lnTo>
                <a:cubicBezTo>
                  <a:pt x="0" y="160182"/>
                  <a:pt x="20371" y="160182"/>
                  <a:pt x="50764" y="160182"/>
                </a:cubicBezTo>
                <a:cubicBezTo>
                  <a:pt x="78969" y="160182"/>
                  <a:pt x="102809" y="157254"/>
                  <a:pt x="102809" y="127145"/>
                </a:cubicBezTo>
                <a:cubicBezTo>
                  <a:pt x="102809" y="91127"/>
                  <a:pt x="79450" y="93043"/>
                  <a:pt x="53112" y="91766"/>
                </a:cubicBezTo>
                <a:cubicBezTo>
                  <a:pt x="29752" y="90701"/>
                  <a:pt x="26658" y="90435"/>
                  <a:pt x="26658" y="79266"/>
                </a:cubicBezTo>
                <a:cubicBezTo>
                  <a:pt x="26658" y="64637"/>
                  <a:pt x="36413" y="64637"/>
                  <a:pt x="50657" y="64637"/>
                </a:cubicBezTo>
                <a:cubicBezTo>
                  <a:pt x="64902" y="64637"/>
                  <a:pt x="71989" y="64637"/>
                  <a:pt x="71989" y="77988"/>
                </a:cubicBezTo>
                <a:lnTo>
                  <a:pt x="98763" y="77988"/>
                </a:lnTo>
                <a:close/>
              </a:path>
            </a:pathLst>
          </a:custGeom>
          <a:solidFill>
            <a:schemeClr val="bg1"/>
          </a:solidFill>
          <a:ln w="882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247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3852045"/>
            <a:ext cx="3600000" cy="2330093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0" y="3863163"/>
            <a:ext cx="7380000" cy="2279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A5E8B33C-41D5-C601-28DC-EB67316E3A4C}"/>
              </a:ext>
            </a:extLst>
          </p:cNvPr>
          <p:cNvSpPr/>
          <p:nvPr userDrawn="1"/>
        </p:nvSpPr>
        <p:spPr>
          <a:xfrm>
            <a:off x="592865" y="3770895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038852B-0D31-BB0D-A4CC-B5B8777F3F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429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0856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00" y="463296"/>
            <a:ext cx="5427600" cy="731520"/>
          </a:xfrm>
        </p:spPr>
        <p:txBody>
          <a:bodyPr/>
          <a:lstStyle/>
          <a:p>
            <a:r>
              <a:rPr lang="en-US" dirty="0"/>
              <a:t>Click to edit title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1474149"/>
            <a:ext cx="54276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44F1283-EEBE-41D7-8302-9E97D40C0998}"/>
              </a:ext>
            </a:extLst>
          </p:cNvPr>
          <p:cNvSpPr/>
          <p:nvPr userDrawn="1"/>
        </p:nvSpPr>
        <p:spPr>
          <a:xfrm>
            <a:off x="592865" y="388644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7C32B4B0-C302-1C77-FFC3-D812528EF5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175" y="0"/>
            <a:ext cx="6184900" cy="6858000"/>
          </a:xfrm>
          <a:custGeom>
            <a:avLst/>
            <a:gdLst>
              <a:gd name="connsiteX0" fmla="*/ 4813416 w 6096000"/>
              <a:gd name="connsiteY0" fmla="*/ 6557054 h 6858000"/>
              <a:gd name="connsiteX1" fmla="*/ 4838056 w 6096000"/>
              <a:gd name="connsiteY1" fmla="*/ 6573014 h 6858000"/>
              <a:gd name="connsiteX2" fmla="*/ 4813416 w 6096000"/>
              <a:gd name="connsiteY2" fmla="*/ 6590198 h 6858000"/>
              <a:gd name="connsiteX3" fmla="*/ 4788990 w 6096000"/>
              <a:gd name="connsiteY3" fmla="*/ 6573014 h 6858000"/>
              <a:gd name="connsiteX4" fmla="*/ 4813416 w 6096000"/>
              <a:gd name="connsiteY4" fmla="*/ 6557054 h 6858000"/>
              <a:gd name="connsiteX5" fmla="*/ 5371794 w 6096000"/>
              <a:gd name="connsiteY5" fmla="*/ 6556469 h 6858000"/>
              <a:gd name="connsiteX6" fmla="*/ 5396487 w 6096000"/>
              <a:gd name="connsiteY6" fmla="*/ 6588015 h 6858000"/>
              <a:gd name="connsiteX7" fmla="*/ 5421714 w 6096000"/>
              <a:gd name="connsiteY7" fmla="*/ 6571683 h 6858000"/>
              <a:gd name="connsiteX8" fmla="*/ 5436528 w 6096000"/>
              <a:gd name="connsiteY8" fmla="*/ 6571683 h 6858000"/>
              <a:gd name="connsiteX9" fmla="*/ 5441863 w 6096000"/>
              <a:gd name="connsiteY9" fmla="*/ 6556469 h 6858000"/>
              <a:gd name="connsiteX10" fmla="*/ 5396487 w 6096000"/>
              <a:gd name="connsiteY10" fmla="*/ 6515181 h 6858000"/>
              <a:gd name="connsiteX11" fmla="*/ 5371794 w 6096000"/>
              <a:gd name="connsiteY11" fmla="*/ 6539764 h 6858000"/>
              <a:gd name="connsiteX12" fmla="*/ 5371803 w 6096000"/>
              <a:gd name="connsiteY12" fmla="*/ 6539764 h 6858000"/>
              <a:gd name="connsiteX13" fmla="*/ 5421714 w 6096000"/>
              <a:gd name="connsiteY13" fmla="*/ 6539764 h 6858000"/>
              <a:gd name="connsiteX14" fmla="*/ 5396487 w 6096000"/>
              <a:gd name="connsiteY14" fmla="*/ 6515181 h 6858000"/>
              <a:gd name="connsiteX15" fmla="*/ 5277344 w 6096000"/>
              <a:gd name="connsiteY15" fmla="*/ 6514915 h 6858000"/>
              <a:gd name="connsiteX16" fmla="*/ 5253558 w 6096000"/>
              <a:gd name="connsiteY16" fmla="*/ 6548165 h 6858000"/>
              <a:gd name="connsiteX17" fmla="*/ 5277344 w 6096000"/>
              <a:gd name="connsiteY17" fmla="*/ 6588015 h 6858000"/>
              <a:gd name="connsiteX18" fmla="*/ 5304011 w 6096000"/>
              <a:gd name="connsiteY18" fmla="*/ 6548165 h 6858000"/>
              <a:gd name="connsiteX19" fmla="*/ 5277344 w 6096000"/>
              <a:gd name="connsiteY19" fmla="*/ 6514915 h 6858000"/>
              <a:gd name="connsiteX20" fmla="*/ 5158974 w 6096000"/>
              <a:gd name="connsiteY20" fmla="*/ 6514915 h 6858000"/>
              <a:gd name="connsiteX21" fmla="*/ 5135188 w 6096000"/>
              <a:gd name="connsiteY21" fmla="*/ 6548165 h 6858000"/>
              <a:gd name="connsiteX22" fmla="*/ 5158974 w 6096000"/>
              <a:gd name="connsiteY22" fmla="*/ 6588015 h 6858000"/>
              <a:gd name="connsiteX23" fmla="*/ 5185321 w 6096000"/>
              <a:gd name="connsiteY23" fmla="*/ 6548165 h 6858000"/>
              <a:gd name="connsiteX24" fmla="*/ 5158974 w 6096000"/>
              <a:gd name="connsiteY24" fmla="*/ 6514915 h 6858000"/>
              <a:gd name="connsiteX25" fmla="*/ 5042188 w 6096000"/>
              <a:gd name="connsiteY25" fmla="*/ 6514915 h 6858000"/>
              <a:gd name="connsiteX26" fmla="*/ 5042193 w 6096000"/>
              <a:gd name="connsiteY26" fmla="*/ 6514916 h 6858000"/>
              <a:gd name="connsiteX27" fmla="*/ 5021177 w 6096000"/>
              <a:gd name="connsiteY27" fmla="*/ 6519805 h 6858000"/>
              <a:gd name="connsiteX28" fmla="*/ 5017557 w 6096000"/>
              <a:gd name="connsiteY28" fmla="*/ 6539498 h 6858000"/>
              <a:gd name="connsiteX29" fmla="*/ 5067467 w 6096000"/>
              <a:gd name="connsiteY29" fmla="*/ 6539498 h 6858000"/>
              <a:gd name="connsiteX30" fmla="*/ 5063027 w 6096000"/>
              <a:gd name="connsiteY30" fmla="*/ 6518627 h 6858000"/>
              <a:gd name="connsiteX31" fmla="*/ 5042193 w 6096000"/>
              <a:gd name="connsiteY31" fmla="*/ 6514916 h 6858000"/>
              <a:gd name="connsiteX32" fmla="*/ 5042197 w 6096000"/>
              <a:gd name="connsiteY32" fmla="*/ 6514915 h 6858000"/>
              <a:gd name="connsiteX33" fmla="*/ 4637987 w 6096000"/>
              <a:gd name="connsiteY33" fmla="*/ 6514915 h 6858000"/>
              <a:gd name="connsiteX34" fmla="*/ 4663694 w 6096000"/>
              <a:gd name="connsiteY34" fmla="*/ 6551785 h 6858000"/>
              <a:gd name="connsiteX35" fmla="*/ 4637987 w 6096000"/>
              <a:gd name="connsiteY35" fmla="*/ 6588015 h 6858000"/>
              <a:gd name="connsiteX36" fmla="*/ 4612280 w 6096000"/>
              <a:gd name="connsiteY36" fmla="*/ 6551785 h 6858000"/>
              <a:gd name="connsiteX37" fmla="*/ 4637987 w 6096000"/>
              <a:gd name="connsiteY37" fmla="*/ 6514915 h 6858000"/>
              <a:gd name="connsiteX38" fmla="*/ 4814385 w 6096000"/>
              <a:gd name="connsiteY38" fmla="*/ 6494804 h 6858000"/>
              <a:gd name="connsiteX39" fmla="*/ 4766396 w 6096000"/>
              <a:gd name="connsiteY39" fmla="*/ 6528533 h 6858000"/>
              <a:gd name="connsiteX40" fmla="*/ 4793063 w 6096000"/>
              <a:gd name="connsiteY40" fmla="*/ 6528533 h 6858000"/>
              <a:gd name="connsiteX41" fmla="*/ 4814074 w 6096000"/>
              <a:gd name="connsiteY41" fmla="*/ 6513052 h 6858000"/>
              <a:gd name="connsiteX42" fmla="*/ 4837860 w 6096000"/>
              <a:gd name="connsiteY42" fmla="*/ 6537422 h 6858000"/>
              <a:gd name="connsiteX43" fmla="*/ 4837860 w 6096000"/>
              <a:gd name="connsiteY43" fmla="*/ 6551838 h 6858000"/>
              <a:gd name="connsiteX44" fmla="*/ 4837433 w 6096000"/>
              <a:gd name="connsiteY44" fmla="*/ 6551838 h 6858000"/>
              <a:gd name="connsiteX45" fmla="*/ 4804106 w 6096000"/>
              <a:gd name="connsiteY45" fmla="*/ 6539125 h 6858000"/>
              <a:gd name="connsiteX46" fmla="*/ 4762456 w 6096000"/>
              <a:gd name="connsiteY46" fmla="*/ 6573227 h 6858000"/>
              <a:gd name="connsiteX47" fmla="*/ 4804106 w 6096000"/>
              <a:gd name="connsiteY47" fmla="*/ 6608606 h 6858000"/>
              <a:gd name="connsiteX48" fmla="*/ 4838714 w 6096000"/>
              <a:gd name="connsiteY48" fmla="*/ 6593391 h 6858000"/>
              <a:gd name="connsiteX49" fmla="*/ 4839354 w 6096000"/>
              <a:gd name="connsiteY49" fmla="*/ 6593391 h 6858000"/>
              <a:gd name="connsiteX50" fmla="*/ 4838287 w 6096000"/>
              <a:gd name="connsiteY50" fmla="*/ 6607062 h 6858000"/>
              <a:gd name="connsiteX51" fmla="*/ 4864936 w 6096000"/>
              <a:gd name="connsiteY51" fmla="*/ 6607062 h 6858000"/>
              <a:gd name="connsiteX52" fmla="*/ 4864936 w 6096000"/>
              <a:gd name="connsiteY52" fmla="*/ 6537369 h 6858000"/>
              <a:gd name="connsiteX53" fmla="*/ 4814385 w 6096000"/>
              <a:gd name="connsiteY53" fmla="*/ 6494804 h 6858000"/>
              <a:gd name="connsiteX54" fmla="*/ 4945888 w 6096000"/>
              <a:gd name="connsiteY54" fmla="*/ 6494546 h 6858000"/>
              <a:gd name="connsiteX55" fmla="*/ 4916136 w 6096000"/>
              <a:gd name="connsiteY55" fmla="*/ 6510506 h 6858000"/>
              <a:gd name="connsiteX56" fmla="*/ 4915069 w 6096000"/>
              <a:gd name="connsiteY56" fmla="*/ 6510506 h 6858000"/>
              <a:gd name="connsiteX57" fmla="*/ 4915816 w 6096000"/>
              <a:gd name="connsiteY57" fmla="*/ 6496037 h 6858000"/>
              <a:gd name="connsiteX58" fmla="*/ 4889682 w 6096000"/>
              <a:gd name="connsiteY58" fmla="*/ 6496037 h 6858000"/>
              <a:gd name="connsiteX59" fmla="*/ 4889674 w 6096000"/>
              <a:gd name="connsiteY59" fmla="*/ 6496028 h 6858000"/>
              <a:gd name="connsiteX60" fmla="*/ 4889674 w 6096000"/>
              <a:gd name="connsiteY60" fmla="*/ 6607062 h 6858000"/>
              <a:gd name="connsiteX61" fmla="*/ 4916340 w 6096000"/>
              <a:gd name="connsiteY61" fmla="*/ 6607062 h 6858000"/>
              <a:gd name="connsiteX62" fmla="*/ 4916340 w 6096000"/>
              <a:gd name="connsiteY62" fmla="*/ 6538593 h 6858000"/>
              <a:gd name="connsiteX63" fmla="*/ 4936499 w 6096000"/>
              <a:gd name="connsiteY63" fmla="*/ 6515075 h 6858000"/>
              <a:gd name="connsiteX64" fmla="*/ 4950094 w 6096000"/>
              <a:gd name="connsiteY64" fmla="*/ 6532844 h 6858000"/>
              <a:gd name="connsiteX65" fmla="*/ 4950094 w 6096000"/>
              <a:gd name="connsiteY65" fmla="*/ 6538593 h 6858000"/>
              <a:gd name="connsiteX66" fmla="*/ 4975161 w 6096000"/>
              <a:gd name="connsiteY66" fmla="*/ 6538593 h 6858000"/>
              <a:gd name="connsiteX67" fmla="*/ 4975161 w 6096000"/>
              <a:gd name="connsiteY67" fmla="*/ 6529553 h 6858000"/>
              <a:gd name="connsiteX68" fmla="*/ 4945888 w 6096000"/>
              <a:gd name="connsiteY68" fmla="*/ 6494546 h 6858000"/>
              <a:gd name="connsiteX69" fmla="*/ 4637987 w 6096000"/>
              <a:gd name="connsiteY69" fmla="*/ 6494538 h 6858000"/>
              <a:gd name="connsiteX70" fmla="*/ 4585516 w 6096000"/>
              <a:gd name="connsiteY70" fmla="*/ 6551572 h 6858000"/>
              <a:gd name="connsiteX71" fmla="*/ 4637987 w 6096000"/>
              <a:gd name="connsiteY71" fmla="*/ 6608340 h 6858000"/>
              <a:gd name="connsiteX72" fmla="*/ 4690458 w 6096000"/>
              <a:gd name="connsiteY72" fmla="*/ 6551572 h 6858000"/>
              <a:gd name="connsiteX73" fmla="*/ 4637987 w 6096000"/>
              <a:gd name="connsiteY73" fmla="*/ 6494538 h 6858000"/>
              <a:gd name="connsiteX74" fmla="*/ 4517581 w 6096000"/>
              <a:gd name="connsiteY74" fmla="*/ 6494538 h 6858000"/>
              <a:gd name="connsiteX75" fmla="*/ 4466817 w 6096000"/>
              <a:gd name="connsiteY75" fmla="*/ 6525712 h 6858000"/>
              <a:gd name="connsiteX76" fmla="*/ 4515234 w 6096000"/>
              <a:gd name="connsiteY76" fmla="*/ 6560239 h 6858000"/>
              <a:gd name="connsiteX77" fmla="*/ 4542852 w 6096000"/>
              <a:gd name="connsiteY77" fmla="*/ 6575294 h 6858000"/>
              <a:gd name="connsiteX78" fmla="*/ 4517572 w 6096000"/>
              <a:gd name="connsiteY78" fmla="*/ 6590136 h 6858000"/>
              <a:gd name="connsiteX79" fmla="*/ 4493573 w 6096000"/>
              <a:gd name="connsiteY79" fmla="*/ 6572100 h 6858000"/>
              <a:gd name="connsiteX80" fmla="*/ 4466808 w 6096000"/>
              <a:gd name="connsiteY80" fmla="*/ 6572100 h 6858000"/>
              <a:gd name="connsiteX81" fmla="*/ 4517572 w 6096000"/>
              <a:gd name="connsiteY81" fmla="*/ 6608331 h 6858000"/>
              <a:gd name="connsiteX82" fmla="*/ 4569617 w 6096000"/>
              <a:gd name="connsiteY82" fmla="*/ 6575294 h 6858000"/>
              <a:gd name="connsiteX83" fmla="*/ 4519920 w 6096000"/>
              <a:gd name="connsiteY83" fmla="*/ 6539915 h 6858000"/>
              <a:gd name="connsiteX84" fmla="*/ 4493466 w 6096000"/>
              <a:gd name="connsiteY84" fmla="*/ 6527415 h 6858000"/>
              <a:gd name="connsiteX85" fmla="*/ 4517465 w 6096000"/>
              <a:gd name="connsiteY85" fmla="*/ 6512786 h 6858000"/>
              <a:gd name="connsiteX86" fmla="*/ 4538797 w 6096000"/>
              <a:gd name="connsiteY86" fmla="*/ 6526137 h 6858000"/>
              <a:gd name="connsiteX87" fmla="*/ 4565571 w 6096000"/>
              <a:gd name="connsiteY87" fmla="*/ 6526137 h 6858000"/>
              <a:gd name="connsiteX88" fmla="*/ 4517581 w 6096000"/>
              <a:gd name="connsiteY88" fmla="*/ 6494538 h 6858000"/>
              <a:gd name="connsiteX89" fmla="*/ 5045967 w 6096000"/>
              <a:gd name="connsiteY89" fmla="*/ 6448149 h 6858000"/>
              <a:gd name="connsiteX90" fmla="*/ 5025488 w 6096000"/>
              <a:gd name="connsiteY90" fmla="*/ 6462725 h 6858000"/>
              <a:gd name="connsiteX91" fmla="*/ 5013120 w 6096000"/>
              <a:gd name="connsiteY91" fmla="*/ 6498689 h 6858000"/>
              <a:gd name="connsiteX92" fmla="*/ 5042179 w 6096000"/>
              <a:gd name="connsiteY92" fmla="*/ 6494538 h 6858000"/>
              <a:gd name="connsiteX93" fmla="*/ 5094223 w 6096000"/>
              <a:gd name="connsiteY93" fmla="*/ 6556469 h 6858000"/>
              <a:gd name="connsiteX94" fmla="*/ 5017539 w 6096000"/>
              <a:gd name="connsiteY94" fmla="*/ 6556469 h 6858000"/>
              <a:gd name="connsiteX95" fmla="*/ 5042179 w 6096000"/>
              <a:gd name="connsiteY95" fmla="*/ 6588015 h 6858000"/>
              <a:gd name="connsiteX96" fmla="*/ 5067459 w 6096000"/>
              <a:gd name="connsiteY96" fmla="*/ 6571683 h 6858000"/>
              <a:gd name="connsiteX97" fmla="*/ 5094125 w 6096000"/>
              <a:gd name="connsiteY97" fmla="*/ 6571683 h 6858000"/>
              <a:gd name="connsiteX98" fmla="*/ 5042081 w 6096000"/>
              <a:gd name="connsiteY98" fmla="*/ 6608340 h 6858000"/>
              <a:gd name="connsiteX99" fmla="*/ 4990890 w 6096000"/>
              <a:gd name="connsiteY99" fmla="*/ 6562377 h 6858000"/>
              <a:gd name="connsiteX100" fmla="*/ 4964917 w 6096000"/>
              <a:gd name="connsiteY100" fmla="*/ 6637394 h 6858000"/>
              <a:gd name="connsiteX101" fmla="*/ 4975311 w 6096000"/>
              <a:gd name="connsiteY101" fmla="*/ 6651916 h 6858000"/>
              <a:gd name="connsiteX102" fmla="*/ 5247271 w 6096000"/>
              <a:gd name="connsiteY102" fmla="*/ 6651916 h 6858000"/>
              <a:gd name="connsiteX103" fmla="*/ 5231275 w 6096000"/>
              <a:gd name="connsiteY103" fmla="*/ 6618560 h 6858000"/>
              <a:gd name="connsiteX104" fmla="*/ 5256341 w 6096000"/>
              <a:gd name="connsiteY104" fmla="*/ 6618560 h 6858000"/>
              <a:gd name="connsiteX105" fmla="*/ 5277140 w 6096000"/>
              <a:gd name="connsiteY105" fmla="*/ 6636116 h 6858000"/>
              <a:gd name="connsiteX106" fmla="*/ 5304758 w 6096000"/>
              <a:gd name="connsiteY106" fmla="*/ 6612385 h 6858000"/>
              <a:gd name="connsiteX107" fmla="*/ 5304758 w 6096000"/>
              <a:gd name="connsiteY107" fmla="*/ 6591103 h 6858000"/>
              <a:gd name="connsiteX108" fmla="*/ 5304118 w 6096000"/>
              <a:gd name="connsiteY108" fmla="*/ 6591103 h 6858000"/>
              <a:gd name="connsiteX109" fmla="*/ 5269297 w 6096000"/>
              <a:gd name="connsiteY109" fmla="*/ 6608233 h 6858000"/>
              <a:gd name="connsiteX110" fmla="*/ 5226633 w 6096000"/>
              <a:gd name="connsiteY110" fmla="*/ 6554659 h 6858000"/>
              <a:gd name="connsiteX111" fmla="*/ 5269297 w 6096000"/>
              <a:gd name="connsiteY111" fmla="*/ 6494431 h 6858000"/>
              <a:gd name="connsiteX112" fmla="*/ 5304118 w 6096000"/>
              <a:gd name="connsiteY112" fmla="*/ 6512467 h 6858000"/>
              <a:gd name="connsiteX113" fmla="*/ 5304971 w 6096000"/>
              <a:gd name="connsiteY113" fmla="*/ 6512467 h 6858000"/>
              <a:gd name="connsiteX114" fmla="*/ 5304011 w 6096000"/>
              <a:gd name="connsiteY114" fmla="*/ 6496028 h 6858000"/>
              <a:gd name="connsiteX115" fmla="*/ 5330678 w 6096000"/>
              <a:gd name="connsiteY115" fmla="*/ 6496028 h 6858000"/>
              <a:gd name="connsiteX116" fmla="*/ 5330678 w 6096000"/>
              <a:gd name="connsiteY116" fmla="*/ 6606849 h 6858000"/>
              <a:gd name="connsiteX117" fmla="*/ 5310467 w 6096000"/>
              <a:gd name="connsiteY117" fmla="*/ 6651907 h 6858000"/>
              <a:gd name="connsiteX118" fmla="*/ 5393117 w 6096000"/>
              <a:gd name="connsiteY118" fmla="*/ 6651907 h 6858000"/>
              <a:gd name="connsiteX119" fmla="*/ 5413595 w 6096000"/>
              <a:gd name="connsiteY119" fmla="*/ 6637385 h 6858000"/>
              <a:gd name="connsiteX120" fmla="*/ 5424257 w 6096000"/>
              <a:gd name="connsiteY120" fmla="*/ 6606477 h 6858000"/>
              <a:gd name="connsiteX121" fmla="*/ 5396265 w 6096000"/>
              <a:gd name="connsiteY121" fmla="*/ 6608340 h 6858000"/>
              <a:gd name="connsiteX122" fmla="*/ 5344861 w 6096000"/>
              <a:gd name="connsiteY122" fmla="*/ 6551785 h 6858000"/>
              <a:gd name="connsiteX123" fmla="*/ 5396265 w 6096000"/>
              <a:gd name="connsiteY123" fmla="*/ 6494538 h 6858000"/>
              <a:gd name="connsiteX124" fmla="*/ 5447829 w 6096000"/>
              <a:gd name="connsiteY124" fmla="*/ 6538540 h 6858000"/>
              <a:gd name="connsiteX125" fmla="*/ 5474016 w 6096000"/>
              <a:gd name="connsiteY125" fmla="*/ 6462938 h 6858000"/>
              <a:gd name="connsiteX126" fmla="*/ 5463995 w 6096000"/>
              <a:gd name="connsiteY126" fmla="*/ 6448149 h 6858000"/>
              <a:gd name="connsiteX127" fmla="*/ 5463986 w 6096000"/>
              <a:gd name="connsiteY127" fmla="*/ 6448149 h 6858000"/>
              <a:gd name="connsiteX128" fmla="*/ 5212504 w 6096000"/>
              <a:gd name="connsiteY128" fmla="*/ 6448149 h 6858000"/>
              <a:gd name="connsiteX129" fmla="*/ 5212504 w 6096000"/>
              <a:gd name="connsiteY129" fmla="*/ 6607062 h 6858000"/>
              <a:gd name="connsiteX130" fmla="*/ 5185837 w 6096000"/>
              <a:gd name="connsiteY130" fmla="*/ 6607062 h 6858000"/>
              <a:gd name="connsiteX131" fmla="*/ 5186904 w 6096000"/>
              <a:gd name="connsiteY131" fmla="*/ 6590357 h 6858000"/>
              <a:gd name="connsiteX132" fmla="*/ 5186050 w 6096000"/>
              <a:gd name="connsiteY132" fmla="*/ 6590357 h 6858000"/>
              <a:gd name="connsiteX133" fmla="*/ 5151230 w 6096000"/>
              <a:gd name="connsiteY133" fmla="*/ 6608340 h 6858000"/>
              <a:gd name="connsiteX134" fmla="*/ 5108566 w 6096000"/>
              <a:gd name="connsiteY134" fmla="*/ 6548165 h 6858000"/>
              <a:gd name="connsiteX135" fmla="*/ 5151230 w 6096000"/>
              <a:gd name="connsiteY135" fmla="*/ 6494538 h 6858000"/>
              <a:gd name="connsiteX136" fmla="*/ 5184770 w 6096000"/>
              <a:gd name="connsiteY136" fmla="*/ 6510497 h 6858000"/>
              <a:gd name="connsiteX137" fmla="*/ 5185837 w 6096000"/>
              <a:gd name="connsiteY137" fmla="*/ 6510497 h 6858000"/>
              <a:gd name="connsiteX138" fmla="*/ 5185837 w 6096000"/>
              <a:gd name="connsiteY138" fmla="*/ 6448149 h 6858000"/>
              <a:gd name="connsiteX139" fmla="*/ 4713275 w 6096000"/>
              <a:gd name="connsiteY139" fmla="*/ 6448149 h 6858000"/>
              <a:gd name="connsiteX140" fmla="*/ 4713275 w 6096000"/>
              <a:gd name="connsiteY140" fmla="*/ 6607062 h 6858000"/>
              <a:gd name="connsiteX141" fmla="*/ 4739942 w 6096000"/>
              <a:gd name="connsiteY141" fmla="*/ 6607062 h 6858000"/>
              <a:gd name="connsiteX142" fmla="*/ 4739942 w 6096000"/>
              <a:gd name="connsiteY142" fmla="*/ 6448149 h 6858000"/>
              <a:gd name="connsiteX143" fmla="*/ 0 w 6096000"/>
              <a:gd name="connsiteY143" fmla="*/ 0 h 6858000"/>
              <a:gd name="connsiteX144" fmla="*/ 6096000 w 6096000"/>
              <a:gd name="connsiteY144" fmla="*/ 0 h 6858000"/>
              <a:gd name="connsiteX145" fmla="*/ 6096000 w 6096000"/>
              <a:gd name="connsiteY145" fmla="*/ 6858000 h 6858000"/>
              <a:gd name="connsiteX146" fmla="*/ 0 w 6096000"/>
              <a:gd name="connsiteY146" fmla="*/ 6858000 h 6858000"/>
              <a:gd name="connsiteX0" fmla="*/ 4902316 w 6184900"/>
              <a:gd name="connsiteY0" fmla="*/ 6557054 h 6858000"/>
              <a:gd name="connsiteX1" fmla="*/ 4926956 w 6184900"/>
              <a:gd name="connsiteY1" fmla="*/ 6573014 h 6858000"/>
              <a:gd name="connsiteX2" fmla="*/ 4902316 w 6184900"/>
              <a:gd name="connsiteY2" fmla="*/ 6590198 h 6858000"/>
              <a:gd name="connsiteX3" fmla="*/ 4877890 w 6184900"/>
              <a:gd name="connsiteY3" fmla="*/ 6573014 h 6858000"/>
              <a:gd name="connsiteX4" fmla="*/ 4902316 w 6184900"/>
              <a:gd name="connsiteY4" fmla="*/ 6557054 h 6858000"/>
              <a:gd name="connsiteX5" fmla="*/ 5460694 w 6184900"/>
              <a:gd name="connsiteY5" fmla="*/ 6556469 h 6858000"/>
              <a:gd name="connsiteX6" fmla="*/ 5485387 w 6184900"/>
              <a:gd name="connsiteY6" fmla="*/ 6588015 h 6858000"/>
              <a:gd name="connsiteX7" fmla="*/ 5510614 w 6184900"/>
              <a:gd name="connsiteY7" fmla="*/ 6571683 h 6858000"/>
              <a:gd name="connsiteX8" fmla="*/ 5525428 w 6184900"/>
              <a:gd name="connsiteY8" fmla="*/ 6571683 h 6858000"/>
              <a:gd name="connsiteX9" fmla="*/ 5530763 w 6184900"/>
              <a:gd name="connsiteY9" fmla="*/ 6556469 h 6858000"/>
              <a:gd name="connsiteX10" fmla="*/ 5460694 w 6184900"/>
              <a:gd name="connsiteY10" fmla="*/ 6556469 h 6858000"/>
              <a:gd name="connsiteX11" fmla="*/ 5485387 w 6184900"/>
              <a:gd name="connsiteY11" fmla="*/ 6515181 h 6858000"/>
              <a:gd name="connsiteX12" fmla="*/ 5460694 w 6184900"/>
              <a:gd name="connsiteY12" fmla="*/ 6539764 h 6858000"/>
              <a:gd name="connsiteX13" fmla="*/ 5460703 w 6184900"/>
              <a:gd name="connsiteY13" fmla="*/ 6539764 h 6858000"/>
              <a:gd name="connsiteX14" fmla="*/ 5510614 w 6184900"/>
              <a:gd name="connsiteY14" fmla="*/ 6539764 h 6858000"/>
              <a:gd name="connsiteX15" fmla="*/ 5485387 w 6184900"/>
              <a:gd name="connsiteY15" fmla="*/ 6515181 h 6858000"/>
              <a:gd name="connsiteX16" fmla="*/ 5366244 w 6184900"/>
              <a:gd name="connsiteY16" fmla="*/ 6514915 h 6858000"/>
              <a:gd name="connsiteX17" fmla="*/ 5342458 w 6184900"/>
              <a:gd name="connsiteY17" fmla="*/ 6548165 h 6858000"/>
              <a:gd name="connsiteX18" fmla="*/ 5366244 w 6184900"/>
              <a:gd name="connsiteY18" fmla="*/ 6588015 h 6858000"/>
              <a:gd name="connsiteX19" fmla="*/ 5392911 w 6184900"/>
              <a:gd name="connsiteY19" fmla="*/ 6548165 h 6858000"/>
              <a:gd name="connsiteX20" fmla="*/ 5366244 w 6184900"/>
              <a:gd name="connsiteY20" fmla="*/ 6514915 h 6858000"/>
              <a:gd name="connsiteX21" fmla="*/ 5247874 w 6184900"/>
              <a:gd name="connsiteY21" fmla="*/ 6514915 h 6858000"/>
              <a:gd name="connsiteX22" fmla="*/ 5224088 w 6184900"/>
              <a:gd name="connsiteY22" fmla="*/ 6548165 h 6858000"/>
              <a:gd name="connsiteX23" fmla="*/ 5247874 w 6184900"/>
              <a:gd name="connsiteY23" fmla="*/ 6588015 h 6858000"/>
              <a:gd name="connsiteX24" fmla="*/ 5274221 w 6184900"/>
              <a:gd name="connsiteY24" fmla="*/ 6548165 h 6858000"/>
              <a:gd name="connsiteX25" fmla="*/ 5247874 w 6184900"/>
              <a:gd name="connsiteY25" fmla="*/ 6514915 h 6858000"/>
              <a:gd name="connsiteX26" fmla="*/ 5131088 w 6184900"/>
              <a:gd name="connsiteY26" fmla="*/ 6514915 h 6858000"/>
              <a:gd name="connsiteX27" fmla="*/ 5131093 w 6184900"/>
              <a:gd name="connsiteY27" fmla="*/ 6514916 h 6858000"/>
              <a:gd name="connsiteX28" fmla="*/ 5110077 w 6184900"/>
              <a:gd name="connsiteY28" fmla="*/ 6519805 h 6858000"/>
              <a:gd name="connsiteX29" fmla="*/ 5106457 w 6184900"/>
              <a:gd name="connsiteY29" fmla="*/ 6539498 h 6858000"/>
              <a:gd name="connsiteX30" fmla="*/ 5156367 w 6184900"/>
              <a:gd name="connsiteY30" fmla="*/ 6539498 h 6858000"/>
              <a:gd name="connsiteX31" fmla="*/ 5151927 w 6184900"/>
              <a:gd name="connsiteY31" fmla="*/ 6518627 h 6858000"/>
              <a:gd name="connsiteX32" fmla="*/ 5131093 w 6184900"/>
              <a:gd name="connsiteY32" fmla="*/ 6514916 h 6858000"/>
              <a:gd name="connsiteX33" fmla="*/ 5131097 w 6184900"/>
              <a:gd name="connsiteY33" fmla="*/ 6514915 h 6858000"/>
              <a:gd name="connsiteX34" fmla="*/ 5131088 w 6184900"/>
              <a:gd name="connsiteY34" fmla="*/ 6514915 h 6858000"/>
              <a:gd name="connsiteX35" fmla="*/ 4726887 w 6184900"/>
              <a:gd name="connsiteY35" fmla="*/ 6514915 h 6858000"/>
              <a:gd name="connsiteX36" fmla="*/ 4752594 w 6184900"/>
              <a:gd name="connsiteY36" fmla="*/ 6551785 h 6858000"/>
              <a:gd name="connsiteX37" fmla="*/ 4726887 w 6184900"/>
              <a:gd name="connsiteY37" fmla="*/ 6588015 h 6858000"/>
              <a:gd name="connsiteX38" fmla="*/ 4701180 w 6184900"/>
              <a:gd name="connsiteY38" fmla="*/ 6551785 h 6858000"/>
              <a:gd name="connsiteX39" fmla="*/ 4726887 w 6184900"/>
              <a:gd name="connsiteY39" fmla="*/ 6514915 h 6858000"/>
              <a:gd name="connsiteX40" fmla="*/ 4903285 w 6184900"/>
              <a:gd name="connsiteY40" fmla="*/ 6494804 h 6858000"/>
              <a:gd name="connsiteX41" fmla="*/ 4855296 w 6184900"/>
              <a:gd name="connsiteY41" fmla="*/ 6528533 h 6858000"/>
              <a:gd name="connsiteX42" fmla="*/ 4881963 w 6184900"/>
              <a:gd name="connsiteY42" fmla="*/ 6528533 h 6858000"/>
              <a:gd name="connsiteX43" fmla="*/ 4902974 w 6184900"/>
              <a:gd name="connsiteY43" fmla="*/ 6513052 h 6858000"/>
              <a:gd name="connsiteX44" fmla="*/ 4926760 w 6184900"/>
              <a:gd name="connsiteY44" fmla="*/ 6537422 h 6858000"/>
              <a:gd name="connsiteX45" fmla="*/ 4926760 w 6184900"/>
              <a:gd name="connsiteY45" fmla="*/ 6551838 h 6858000"/>
              <a:gd name="connsiteX46" fmla="*/ 4926333 w 6184900"/>
              <a:gd name="connsiteY46" fmla="*/ 6551838 h 6858000"/>
              <a:gd name="connsiteX47" fmla="*/ 4893006 w 6184900"/>
              <a:gd name="connsiteY47" fmla="*/ 6539125 h 6858000"/>
              <a:gd name="connsiteX48" fmla="*/ 4851356 w 6184900"/>
              <a:gd name="connsiteY48" fmla="*/ 6573227 h 6858000"/>
              <a:gd name="connsiteX49" fmla="*/ 4893006 w 6184900"/>
              <a:gd name="connsiteY49" fmla="*/ 6608606 h 6858000"/>
              <a:gd name="connsiteX50" fmla="*/ 4927614 w 6184900"/>
              <a:gd name="connsiteY50" fmla="*/ 6593391 h 6858000"/>
              <a:gd name="connsiteX51" fmla="*/ 4928254 w 6184900"/>
              <a:gd name="connsiteY51" fmla="*/ 6593391 h 6858000"/>
              <a:gd name="connsiteX52" fmla="*/ 4927187 w 6184900"/>
              <a:gd name="connsiteY52" fmla="*/ 6607062 h 6858000"/>
              <a:gd name="connsiteX53" fmla="*/ 4953836 w 6184900"/>
              <a:gd name="connsiteY53" fmla="*/ 6607062 h 6858000"/>
              <a:gd name="connsiteX54" fmla="*/ 4953836 w 6184900"/>
              <a:gd name="connsiteY54" fmla="*/ 6537369 h 6858000"/>
              <a:gd name="connsiteX55" fmla="*/ 4903285 w 6184900"/>
              <a:gd name="connsiteY55" fmla="*/ 6494804 h 6858000"/>
              <a:gd name="connsiteX56" fmla="*/ 5034788 w 6184900"/>
              <a:gd name="connsiteY56" fmla="*/ 6494546 h 6858000"/>
              <a:gd name="connsiteX57" fmla="*/ 5005036 w 6184900"/>
              <a:gd name="connsiteY57" fmla="*/ 6510506 h 6858000"/>
              <a:gd name="connsiteX58" fmla="*/ 5003969 w 6184900"/>
              <a:gd name="connsiteY58" fmla="*/ 6510506 h 6858000"/>
              <a:gd name="connsiteX59" fmla="*/ 5004716 w 6184900"/>
              <a:gd name="connsiteY59" fmla="*/ 6496037 h 6858000"/>
              <a:gd name="connsiteX60" fmla="*/ 4978582 w 6184900"/>
              <a:gd name="connsiteY60" fmla="*/ 6496037 h 6858000"/>
              <a:gd name="connsiteX61" fmla="*/ 4978574 w 6184900"/>
              <a:gd name="connsiteY61" fmla="*/ 6496028 h 6858000"/>
              <a:gd name="connsiteX62" fmla="*/ 4978574 w 6184900"/>
              <a:gd name="connsiteY62" fmla="*/ 6607062 h 6858000"/>
              <a:gd name="connsiteX63" fmla="*/ 5005240 w 6184900"/>
              <a:gd name="connsiteY63" fmla="*/ 6607062 h 6858000"/>
              <a:gd name="connsiteX64" fmla="*/ 5005240 w 6184900"/>
              <a:gd name="connsiteY64" fmla="*/ 6538593 h 6858000"/>
              <a:gd name="connsiteX65" fmla="*/ 5025399 w 6184900"/>
              <a:gd name="connsiteY65" fmla="*/ 6515075 h 6858000"/>
              <a:gd name="connsiteX66" fmla="*/ 5038994 w 6184900"/>
              <a:gd name="connsiteY66" fmla="*/ 6532844 h 6858000"/>
              <a:gd name="connsiteX67" fmla="*/ 5038994 w 6184900"/>
              <a:gd name="connsiteY67" fmla="*/ 6538593 h 6858000"/>
              <a:gd name="connsiteX68" fmla="*/ 5064061 w 6184900"/>
              <a:gd name="connsiteY68" fmla="*/ 6538593 h 6858000"/>
              <a:gd name="connsiteX69" fmla="*/ 5064061 w 6184900"/>
              <a:gd name="connsiteY69" fmla="*/ 6529553 h 6858000"/>
              <a:gd name="connsiteX70" fmla="*/ 5034788 w 6184900"/>
              <a:gd name="connsiteY70" fmla="*/ 6494546 h 6858000"/>
              <a:gd name="connsiteX71" fmla="*/ 4726887 w 6184900"/>
              <a:gd name="connsiteY71" fmla="*/ 6494538 h 6858000"/>
              <a:gd name="connsiteX72" fmla="*/ 4674416 w 6184900"/>
              <a:gd name="connsiteY72" fmla="*/ 6551572 h 6858000"/>
              <a:gd name="connsiteX73" fmla="*/ 4726887 w 6184900"/>
              <a:gd name="connsiteY73" fmla="*/ 6608340 h 6858000"/>
              <a:gd name="connsiteX74" fmla="*/ 4779358 w 6184900"/>
              <a:gd name="connsiteY74" fmla="*/ 6551572 h 6858000"/>
              <a:gd name="connsiteX75" fmla="*/ 4726887 w 6184900"/>
              <a:gd name="connsiteY75" fmla="*/ 6494538 h 6858000"/>
              <a:gd name="connsiteX76" fmla="*/ 4606481 w 6184900"/>
              <a:gd name="connsiteY76" fmla="*/ 6494538 h 6858000"/>
              <a:gd name="connsiteX77" fmla="*/ 4555717 w 6184900"/>
              <a:gd name="connsiteY77" fmla="*/ 6525712 h 6858000"/>
              <a:gd name="connsiteX78" fmla="*/ 4604134 w 6184900"/>
              <a:gd name="connsiteY78" fmla="*/ 6560239 h 6858000"/>
              <a:gd name="connsiteX79" fmla="*/ 4631752 w 6184900"/>
              <a:gd name="connsiteY79" fmla="*/ 6575294 h 6858000"/>
              <a:gd name="connsiteX80" fmla="*/ 4606472 w 6184900"/>
              <a:gd name="connsiteY80" fmla="*/ 6590136 h 6858000"/>
              <a:gd name="connsiteX81" fmla="*/ 4582473 w 6184900"/>
              <a:gd name="connsiteY81" fmla="*/ 6572100 h 6858000"/>
              <a:gd name="connsiteX82" fmla="*/ 4555708 w 6184900"/>
              <a:gd name="connsiteY82" fmla="*/ 6572100 h 6858000"/>
              <a:gd name="connsiteX83" fmla="*/ 4606472 w 6184900"/>
              <a:gd name="connsiteY83" fmla="*/ 6608331 h 6858000"/>
              <a:gd name="connsiteX84" fmla="*/ 4658517 w 6184900"/>
              <a:gd name="connsiteY84" fmla="*/ 6575294 h 6858000"/>
              <a:gd name="connsiteX85" fmla="*/ 4608820 w 6184900"/>
              <a:gd name="connsiteY85" fmla="*/ 6539915 h 6858000"/>
              <a:gd name="connsiteX86" fmla="*/ 4582366 w 6184900"/>
              <a:gd name="connsiteY86" fmla="*/ 6527415 h 6858000"/>
              <a:gd name="connsiteX87" fmla="*/ 4606365 w 6184900"/>
              <a:gd name="connsiteY87" fmla="*/ 6512786 h 6858000"/>
              <a:gd name="connsiteX88" fmla="*/ 4627697 w 6184900"/>
              <a:gd name="connsiteY88" fmla="*/ 6526137 h 6858000"/>
              <a:gd name="connsiteX89" fmla="*/ 4654471 w 6184900"/>
              <a:gd name="connsiteY89" fmla="*/ 6526137 h 6858000"/>
              <a:gd name="connsiteX90" fmla="*/ 4606481 w 6184900"/>
              <a:gd name="connsiteY90" fmla="*/ 6494538 h 6858000"/>
              <a:gd name="connsiteX91" fmla="*/ 5134867 w 6184900"/>
              <a:gd name="connsiteY91" fmla="*/ 6448149 h 6858000"/>
              <a:gd name="connsiteX92" fmla="*/ 5114388 w 6184900"/>
              <a:gd name="connsiteY92" fmla="*/ 6462725 h 6858000"/>
              <a:gd name="connsiteX93" fmla="*/ 5102020 w 6184900"/>
              <a:gd name="connsiteY93" fmla="*/ 6498689 h 6858000"/>
              <a:gd name="connsiteX94" fmla="*/ 5131079 w 6184900"/>
              <a:gd name="connsiteY94" fmla="*/ 6494538 h 6858000"/>
              <a:gd name="connsiteX95" fmla="*/ 5183123 w 6184900"/>
              <a:gd name="connsiteY95" fmla="*/ 6556469 h 6858000"/>
              <a:gd name="connsiteX96" fmla="*/ 5106439 w 6184900"/>
              <a:gd name="connsiteY96" fmla="*/ 6556469 h 6858000"/>
              <a:gd name="connsiteX97" fmla="*/ 5131079 w 6184900"/>
              <a:gd name="connsiteY97" fmla="*/ 6588015 h 6858000"/>
              <a:gd name="connsiteX98" fmla="*/ 5156359 w 6184900"/>
              <a:gd name="connsiteY98" fmla="*/ 6571683 h 6858000"/>
              <a:gd name="connsiteX99" fmla="*/ 5183025 w 6184900"/>
              <a:gd name="connsiteY99" fmla="*/ 6571683 h 6858000"/>
              <a:gd name="connsiteX100" fmla="*/ 5130981 w 6184900"/>
              <a:gd name="connsiteY100" fmla="*/ 6608340 h 6858000"/>
              <a:gd name="connsiteX101" fmla="*/ 5079790 w 6184900"/>
              <a:gd name="connsiteY101" fmla="*/ 6562377 h 6858000"/>
              <a:gd name="connsiteX102" fmla="*/ 5053817 w 6184900"/>
              <a:gd name="connsiteY102" fmla="*/ 6637394 h 6858000"/>
              <a:gd name="connsiteX103" fmla="*/ 5064211 w 6184900"/>
              <a:gd name="connsiteY103" fmla="*/ 6651916 h 6858000"/>
              <a:gd name="connsiteX104" fmla="*/ 5336171 w 6184900"/>
              <a:gd name="connsiteY104" fmla="*/ 6651916 h 6858000"/>
              <a:gd name="connsiteX105" fmla="*/ 5320175 w 6184900"/>
              <a:gd name="connsiteY105" fmla="*/ 6618560 h 6858000"/>
              <a:gd name="connsiteX106" fmla="*/ 5345241 w 6184900"/>
              <a:gd name="connsiteY106" fmla="*/ 6618560 h 6858000"/>
              <a:gd name="connsiteX107" fmla="*/ 5366040 w 6184900"/>
              <a:gd name="connsiteY107" fmla="*/ 6636116 h 6858000"/>
              <a:gd name="connsiteX108" fmla="*/ 5393658 w 6184900"/>
              <a:gd name="connsiteY108" fmla="*/ 6612385 h 6858000"/>
              <a:gd name="connsiteX109" fmla="*/ 5393658 w 6184900"/>
              <a:gd name="connsiteY109" fmla="*/ 6591103 h 6858000"/>
              <a:gd name="connsiteX110" fmla="*/ 5393018 w 6184900"/>
              <a:gd name="connsiteY110" fmla="*/ 6591103 h 6858000"/>
              <a:gd name="connsiteX111" fmla="*/ 5358197 w 6184900"/>
              <a:gd name="connsiteY111" fmla="*/ 6608233 h 6858000"/>
              <a:gd name="connsiteX112" fmla="*/ 5315533 w 6184900"/>
              <a:gd name="connsiteY112" fmla="*/ 6554659 h 6858000"/>
              <a:gd name="connsiteX113" fmla="*/ 5358197 w 6184900"/>
              <a:gd name="connsiteY113" fmla="*/ 6494431 h 6858000"/>
              <a:gd name="connsiteX114" fmla="*/ 5393018 w 6184900"/>
              <a:gd name="connsiteY114" fmla="*/ 6512467 h 6858000"/>
              <a:gd name="connsiteX115" fmla="*/ 5393871 w 6184900"/>
              <a:gd name="connsiteY115" fmla="*/ 6512467 h 6858000"/>
              <a:gd name="connsiteX116" fmla="*/ 5392911 w 6184900"/>
              <a:gd name="connsiteY116" fmla="*/ 6496028 h 6858000"/>
              <a:gd name="connsiteX117" fmla="*/ 5419578 w 6184900"/>
              <a:gd name="connsiteY117" fmla="*/ 6496028 h 6858000"/>
              <a:gd name="connsiteX118" fmla="*/ 5419578 w 6184900"/>
              <a:gd name="connsiteY118" fmla="*/ 6606849 h 6858000"/>
              <a:gd name="connsiteX119" fmla="*/ 5399367 w 6184900"/>
              <a:gd name="connsiteY119" fmla="*/ 6651907 h 6858000"/>
              <a:gd name="connsiteX120" fmla="*/ 5482017 w 6184900"/>
              <a:gd name="connsiteY120" fmla="*/ 6651907 h 6858000"/>
              <a:gd name="connsiteX121" fmla="*/ 5502495 w 6184900"/>
              <a:gd name="connsiteY121" fmla="*/ 6637385 h 6858000"/>
              <a:gd name="connsiteX122" fmla="*/ 5513157 w 6184900"/>
              <a:gd name="connsiteY122" fmla="*/ 6606477 h 6858000"/>
              <a:gd name="connsiteX123" fmla="*/ 5485165 w 6184900"/>
              <a:gd name="connsiteY123" fmla="*/ 6608340 h 6858000"/>
              <a:gd name="connsiteX124" fmla="*/ 5433761 w 6184900"/>
              <a:gd name="connsiteY124" fmla="*/ 6551785 h 6858000"/>
              <a:gd name="connsiteX125" fmla="*/ 5485165 w 6184900"/>
              <a:gd name="connsiteY125" fmla="*/ 6494538 h 6858000"/>
              <a:gd name="connsiteX126" fmla="*/ 5536729 w 6184900"/>
              <a:gd name="connsiteY126" fmla="*/ 6538540 h 6858000"/>
              <a:gd name="connsiteX127" fmla="*/ 5562916 w 6184900"/>
              <a:gd name="connsiteY127" fmla="*/ 6462938 h 6858000"/>
              <a:gd name="connsiteX128" fmla="*/ 5552895 w 6184900"/>
              <a:gd name="connsiteY128" fmla="*/ 6448149 h 6858000"/>
              <a:gd name="connsiteX129" fmla="*/ 5552886 w 6184900"/>
              <a:gd name="connsiteY129" fmla="*/ 6448149 h 6858000"/>
              <a:gd name="connsiteX130" fmla="*/ 5301404 w 6184900"/>
              <a:gd name="connsiteY130" fmla="*/ 6448149 h 6858000"/>
              <a:gd name="connsiteX131" fmla="*/ 5301404 w 6184900"/>
              <a:gd name="connsiteY131" fmla="*/ 6607062 h 6858000"/>
              <a:gd name="connsiteX132" fmla="*/ 5274737 w 6184900"/>
              <a:gd name="connsiteY132" fmla="*/ 6607062 h 6858000"/>
              <a:gd name="connsiteX133" fmla="*/ 5275804 w 6184900"/>
              <a:gd name="connsiteY133" fmla="*/ 6590357 h 6858000"/>
              <a:gd name="connsiteX134" fmla="*/ 5274950 w 6184900"/>
              <a:gd name="connsiteY134" fmla="*/ 6590357 h 6858000"/>
              <a:gd name="connsiteX135" fmla="*/ 5240130 w 6184900"/>
              <a:gd name="connsiteY135" fmla="*/ 6608340 h 6858000"/>
              <a:gd name="connsiteX136" fmla="*/ 5197466 w 6184900"/>
              <a:gd name="connsiteY136" fmla="*/ 6548165 h 6858000"/>
              <a:gd name="connsiteX137" fmla="*/ 5240130 w 6184900"/>
              <a:gd name="connsiteY137" fmla="*/ 6494538 h 6858000"/>
              <a:gd name="connsiteX138" fmla="*/ 5273670 w 6184900"/>
              <a:gd name="connsiteY138" fmla="*/ 6510497 h 6858000"/>
              <a:gd name="connsiteX139" fmla="*/ 5274737 w 6184900"/>
              <a:gd name="connsiteY139" fmla="*/ 6510497 h 6858000"/>
              <a:gd name="connsiteX140" fmla="*/ 5274737 w 6184900"/>
              <a:gd name="connsiteY140" fmla="*/ 6448149 h 6858000"/>
              <a:gd name="connsiteX141" fmla="*/ 5134867 w 6184900"/>
              <a:gd name="connsiteY141" fmla="*/ 6448149 h 6858000"/>
              <a:gd name="connsiteX142" fmla="*/ 4802175 w 6184900"/>
              <a:gd name="connsiteY142" fmla="*/ 6448149 h 6858000"/>
              <a:gd name="connsiteX143" fmla="*/ 4802175 w 6184900"/>
              <a:gd name="connsiteY143" fmla="*/ 6607062 h 6858000"/>
              <a:gd name="connsiteX144" fmla="*/ 4828842 w 6184900"/>
              <a:gd name="connsiteY144" fmla="*/ 6607062 h 6858000"/>
              <a:gd name="connsiteX145" fmla="*/ 4828842 w 6184900"/>
              <a:gd name="connsiteY145" fmla="*/ 6448149 h 6858000"/>
              <a:gd name="connsiteX146" fmla="*/ 4802175 w 6184900"/>
              <a:gd name="connsiteY146" fmla="*/ 6448149 h 6858000"/>
              <a:gd name="connsiteX147" fmla="*/ 0 w 6184900"/>
              <a:gd name="connsiteY147" fmla="*/ 0 h 6858000"/>
              <a:gd name="connsiteX148" fmla="*/ 6184900 w 6184900"/>
              <a:gd name="connsiteY148" fmla="*/ 0 h 6858000"/>
              <a:gd name="connsiteX149" fmla="*/ 6184900 w 6184900"/>
              <a:gd name="connsiteY149" fmla="*/ 6858000 h 6858000"/>
              <a:gd name="connsiteX150" fmla="*/ 88900 w 6184900"/>
              <a:gd name="connsiteY150" fmla="*/ 6858000 h 6858000"/>
              <a:gd name="connsiteX151" fmla="*/ 0 w 6184900"/>
              <a:gd name="connsiteY151" fmla="*/ 0 h 6858000"/>
              <a:gd name="connsiteX0" fmla="*/ 4902316 w 6184900"/>
              <a:gd name="connsiteY0" fmla="*/ 6557054 h 6858000"/>
              <a:gd name="connsiteX1" fmla="*/ 4926956 w 6184900"/>
              <a:gd name="connsiteY1" fmla="*/ 6573014 h 6858000"/>
              <a:gd name="connsiteX2" fmla="*/ 4902316 w 6184900"/>
              <a:gd name="connsiteY2" fmla="*/ 6590198 h 6858000"/>
              <a:gd name="connsiteX3" fmla="*/ 4877890 w 6184900"/>
              <a:gd name="connsiteY3" fmla="*/ 6573014 h 6858000"/>
              <a:gd name="connsiteX4" fmla="*/ 4902316 w 6184900"/>
              <a:gd name="connsiteY4" fmla="*/ 6557054 h 6858000"/>
              <a:gd name="connsiteX5" fmla="*/ 5460694 w 6184900"/>
              <a:gd name="connsiteY5" fmla="*/ 6556469 h 6858000"/>
              <a:gd name="connsiteX6" fmla="*/ 5485387 w 6184900"/>
              <a:gd name="connsiteY6" fmla="*/ 6588015 h 6858000"/>
              <a:gd name="connsiteX7" fmla="*/ 5510614 w 6184900"/>
              <a:gd name="connsiteY7" fmla="*/ 6571683 h 6858000"/>
              <a:gd name="connsiteX8" fmla="*/ 5525428 w 6184900"/>
              <a:gd name="connsiteY8" fmla="*/ 6571683 h 6858000"/>
              <a:gd name="connsiteX9" fmla="*/ 5530763 w 6184900"/>
              <a:gd name="connsiteY9" fmla="*/ 6556469 h 6858000"/>
              <a:gd name="connsiteX10" fmla="*/ 5460694 w 6184900"/>
              <a:gd name="connsiteY10" fmla="*/ 6556469 h 6858000"/>
              <a:gd name="connsiteX11" fmla="*/ 5485387 w 6184900"/>
              <a:gd name="connsiteY11" fmla="*/ 6515181 h 6858000"/>
              <a:gd name="connsiteX12" fmla="*/ 5460694 w 6184900"/>
              <a:gd name="connsiteY12" fmla="*/ 6539764 h 6858000"/>
              <a:gd name="connsiteX13" fmla="*/ 5460703 w 6184900"/>
              <a:gd name="connsiteY13" fmla="*/ 6539764 h 6858000"/>
              <a:gd name="connsiteX14" fmla="*/ 5510614 w 6184900"/>
              <a:gd name="connsiteY14" fmla="*/ 6539764 h 6858000"/>
              <a:gd name="connsiteX15" fmla="*/ 5485387 w 6184900"/>
              <a:gd name="connsiteY15" fmla="*/ 6515181 h 6858000"/>
              <a:gd name="connsiteX16" fmla="*/ 5366244 w 6184900"/>
              <a:gd name="connsiteY16" fmla="*/ 6514915 h 6858000"/>
              <a:gd name="connsiteX17" fmla="*/ 5342458 w 6184900"/>
              <a:gd name="connsiteY17" fmla="*/ 6548165 h 6858000"/>
              <a:gd name="connsiteX18" fmla="*/ 5366244 w 6184900"/>
              <a:gd name="connsiteY18" fmla="*/ 6588015 h 6858000"/>
              <a:gd name="connsiteX19" fmla="*/ 5392911 w 6184900"/>
              <a:gd name="connsiteY19" fmla="*/ 6548165 h 6858000"/>
              <a:gd name="connsiteX20" fmla="*/ 5366244 w 6184900"/>
              <a:gd name="connsiteY20" fmla="*/ 6514915 h 6858000"/>
              <a:gd name="connsiteX21" fmla="*/ 5247874 w 6184900"/>
              <a:gd name="connsiteY21" fmla="*/ 6514915 h 6858000"/>
              <a:gd name="connsiteX22" fmla="*/ 5224088 w 6184900"/>
              <a:gd name="connsiteY22" fmla="*/ 6548165 h 6858000"/>
              <a:gd name="connsiteX23" fmla="*/ 5247874 w 6184900"/>
              <a:gd name="connsiteY23" fmla="*/ 6588015 h 6858000"/>
              <a:gd name="connsiteX24" fmla="*/ 5274221 w 6184900"/>
              <a:gd name="connsiteY24" fmla="*/ 6548165 h 6858000"/>
              <a:gd name="connsiteX25" fmla="*/ 5247874 w 6184900"/>
              <a:gd name="connsiteY25" fmla="*/ 6514915 h 6858000"/>
              <a:gd name="connsiteX26" fmla="*/ 5131088 w 6184900"/>
              <a:gd name="connsiteY26" fmla="*/ 6514915 h 6858000"/>
              <a:gd name="connsiteX27" fmla="*/ 5131093 w 6184900"/>
              <a:gd name="connsiteY27" fmla="*/ 6514916 h 6858000"/>
              <a:gd name="connsiteX28" fmla="*/ 5110077 w 6184900"/>
              <a:gd name="connsiteY28" fmla="*/ 6519805 h 6858000"/>
              <a:gd name="connsiteX29" fmla="*/ 5106457 w 6184900"/>
              <a:gd name="connsiteY29" fmla="*/ 6539498 h 6858000"/>
              <a:gd name="connsiteX30" fmla="*/ 5156367 w 6184900"/>
              <a:gd name="connsiteY30" fmla="*/ 6539498 h 6858000"/>
              <a:gd name="connsiteX31" fmla="*/ 5151927 w 6184900"/>
              <a:gd name="connsiteY31" fmla="*/ 6518627 h 6858000"/>
              <a:gd name="connsiteX32" fmla="*/ 5131093 w 6184900"/>
              <a:gd name="connsiteY32" fmla="*/ 6514916 h 6858000"/>
              <a:gd name="connsiteX33" fmla="*/ 5131097 w 6184900"/>
              <a:gd name="connsiteY33" fmla="*/ 6514915 h 6858000"/>
              <a:gd name="connsiteX34" fmla="*/ 5131088 w 6184900"/>
              <a:gd name="connsiteY34" fmla="*/ 6514915 h 6858000"/>
              <a:gd name="connsiteX35" fmla="*/ 4726887 w 6184900"/>
              <a:gd name="connsiteY35" fmla="*/ 6514915 h 6858000"/>
              <a:gd name="connsiteX36" fmla="*/ 4752594 w 6184900"/>
              <a:gd name="connsiteY36" fmla="*/ 6551785 h 6858000"/>
              <a:gd name="connsiteX37" fmla="*/ 4726887 w 6184900"/>
              <a:gd name="connsiteY37" fmla="*/ 6588015 h 6858000"/>
              <a:gd name="connsiteX38" fmla="*/ 4701180 w 6184900"/>
              <a:gd name="connsiteY38" fmla="*/ 6551785 h 6858000"/>
              <a:gd name="connsiteX39" fmla="*/ 4726887 w 6184900"/>
              <a:gd name="connsiteY39" fmla="*/ 6514915 h 6858000"/>
              <a:gd name="connsiteX40" fmla="*/ 4903285 w 6184900"/>
              <a:gd name="connsiteY40" fmla="*/ 6494804 h 6858000"/>
              <a:gd name="connsiteX41" fmla="*/ 4855296 w 6184900"/>
              <a:gd name="connsiteY41" fmla="*/ 6528533 h 6858000"/>
              <a:gd name="connsiteX42" fmla="*/ 4881963 w 6184900"/>
              <a:gd name="connsiteY42" fmla="*/ 6528533 h 6858000"/>
              <a:gd name="connsiteX43" fmla="*/ 4902974 w 6184900"/>
              <a:gd name="connsiteY43" fmla="*/ 6513052 h 6858000"/>
              <a:gd name="connsiteX44" fmla="*/ 4926760 w 6184900"/>
              <a:gd name="connsiteY44" fmla="*/ 6537422 h 6858000"/>
              <a:gd name="connsiteX45" fmla="*/ 4926760 w 6184900"/>
              <a:gd name="connsiteY45" fmla="*/ 6551838 h 6858000"/>
              <a:gd name="connsiteX46" fmla="*/ 4926333 w 6184900"/>
              <a:gd name="connsiteY46" fmla="*/ 6551838 h 6858000"/>
              <a:gd name="connsiteX47" fmla="*/ 4893006 w 6184900"/>
              <a:gd name="connsiteY47" fmla="*/ 6539125 h 6858000"/>
              <a:gd name="connsiteX48" fmla="*/ 4851356 w 6184900"/>
              <a:gd name="connsiteY48" fmla="*/ 6573227 h 6858000"/>
              <a:gd name="connsiteX49" fmla="*/ 4893006 w 6184900"/>
              <a:gd name="connsiteY49" fmla="*/ 6608606 h 6858000"/>
              <a:gd name="connsiteX50" fmla="*/ 4927614 w 6184900"/>
              <a:gd name="connsiteY50" fmla="*/ 6593391 h 6858000"/>
              <a:gd name="connsiteX51" fmla="*/ 4928254 w 6184900"/>
              <a:gd name="connsiteY51" fmla="*/ 6593391 h 6858000"/>
              <a:gd name="connsiteX52" fmla="*/ 4927187 w 6184900"/>
              <a:gd name="connsiteY52" fmla="*/ 6607062 h 6858000"/>
              <a:gd name="connsiteX53" fmla="*/ 4953836 w 6184900"/>
              <a:gd name="connsiteY53" fmla="*/ 6607062 h 6858000"/>
              <a:gd name="connsiteX54" fmla="*/ 4953836 w 6184900"/>
              <a:gd name="connsiteY54" fmla="*/ 6537369 h 6858000"/>
              <a:gd name="connsiteX55" fmla="*/ 4903285 w 6184900"/>
              <a:gd name="connsiteY55" fmla="*/ 6494804 h 6858000"/>
              <a:gd name="connsiteX56" fmla="*/ 5034788 w 6184900"/>
              <a:gd name="connsiteY56" fmla="*/ 6494546 h 6858000"/>
              <a:gd name="connsiteX57" fmla="*/ 5005036 w 6184900"/>
              <a:gd name="connsiteY57" fmla="*/ 6510506 h 6858000"/>
              <a:gd name="connsiteX58" fmla="*/ 5003969 w 6184900"/>
              <a:gd name="connsiteY58" fmla="*/ 6510506 h 6858000"/>
              <a:gd name="connsiteX59" fmla="*/ 5004716 w 6184900"/>
              <a:gd name="connsiteY59" fmla="*/ 6496037 h 6858000"/>
              <a:gd name="connsiteX60" fmla="*/ 4978582 w 6184900"/>
              <a:gd name="connsiteY60" fmla="*/ 6496037 h 6858000"/>
              <a:gd name="connsiteX61" fmla="*/ 4978574 w 6184900"/>
              <a:gd name="connsiteY61" fmla="*/ 6496028 h 6858000"/>
              <a:gd name="connsiteX62" fmla="*/ 4978574 w 6184900"/>
              <a:gd name="connsiteY62" fmla="*/ 6607062 h 6858000"/>
              <a:gd name="connsiteX63" fmla="*/ 5005240 w 6184900"/>
              <a:gd name="connsiteY63" fmla="*/ 6607062 h 6858000"/>
              <a:gd name="connsiteX64" fmla="*/ 5005240 w 6184900"/>
              <a:gd name="connsiteY64" fmla="*/ 6538593 h 6858000"/>
              <a:gd name="connsiteX65" fmla="*/ 5025399 w 6184900"/>
              <a:gd name="connsiteY65" fmla="*/ 6515075 h 6858000"/>
              <a:gd name="connsiteX66" fmla="*/ 5038994 w 6184900"/>
              <a:gd name="connsiteY66" fmla="*/ 6532844 h 6858000"/>
              <a:gd name="connsiteX67" fmla="*/ 5038994 w 6184900"/>
              <a:gd name="connsiteY67" fmla="*/ 6538593 h 6858000"/>
              <a:gd name="connsiteX68" fmla="*/ 5064061 w 6184900"/>
              <a:gd name="connsiteY68" fmla="*/ 6538593 h 6858000"/>
              <a:gd name="connsiteX69" fmla="*/ 5064061 w 6184900"/>
              <a:gd name="connsiteY69" fmla="*/ 6529553 h 6858000"/>
              <a:gd name="connsiteX70" fmla="*/ 5034788 w 6184900"/>
              <a:gd name="connsiteY70" fmla="*/ 6494546 h 6858000"/>
              <a:gd name="connsiteX71" fmla="*/ 4726887 w 6184900"/>
              <a:gd name="connsiteY71" fmla="*/ 6494538 h 6858000"/>
              <a:gd name="connsiteX72" fmla="*/ 4674416 w 6184900"/>
              <a:gd name="connsiteY72" fmla="*/ 6551572 h 6858000"/>
              <a:gd name="connsiteX73" fmla="*/ 4726887 w 6184900"/>
              <a:gd name="connsiteY73" fmla="*/ 6608340 h 6858000"/>
              <a:gd name="connsiteX74" fmla="*/ 4779358 w 6184900"/>
              <a:gd name="connsiteY74" fmla="*/ 6551572 h 6858000"/>
              <a:gd name="connsiteX75" fmla="*/ 4726887 w 6184900"/>
              <a:gd name="connsiteY75" fmla="*/ 6494538 h 6858000"/>
              <a:gd name="connsiteX76" fmla="*/ 4606481 w 6184900"/>
              <a:gd name="connsiteY76" fmla="*/ 6494538 h 6858000"/>
              <a:gd name="connsiteX77" fmla="*/ 4555717 w 6184900"/>
              <a:gd name="connsiteY77" fmla="*/ 6525712 h 6858000"/>
              <a:gd name="connsiteX78" fmla="*/ 4604134 w 6184900"/>
              <a:gd name="connsiteY78" fmla="*/ 6560239 h 6858000"/>
              <a:gd name="connsiteX79" fmla="*/ 4631752 w 6184900"/>
              <a:gd name="connsiteY79" fmla="*/ 6575294 h 6858000"/>
              <a:gd name="connsiteX80" fmla="*/ 4606472 w 6184900"/>
              <a:gd name="connsiteY80" fmla="*/ 6590136 h 6858000"/>
              <a:gd name="connsiteX81" fmla="*/ 4582473 w 6184900"/>
              <a:gd name="connsiteY81" fmla="*/ 6572100 h 6858000"/>
              <a:gd name="connsiteX82" fmla="*/ 4555708 w 6184900"/>
              <a:gd name="connsiteY82" fmla="*/ 6572100 h 6858000"/>
              <a:gd name="connsiteX83" fmla="*/ 4606472 w 6184900"/>
              <a:gd name="connsiteY83" fmla="*/ 6608331 h 6858000"/>
              <a:gd name="connsiteX84" fmla="*/ 4658517 w 6184900"/>
              <a:gd name="connsiteY84" fmla="*/ 6575294 h 6858000"/>
              <a:gd name="connsiteX85" fmla="*/ 4608820 w 6184900"/>
              <a:gd name="connsiteY85" fmla="*/ 6539915 h 6858000"/>
              <a:gd name="connsiteX86" fmla="*/ 4582366 w 6184900"/>
              <a:gd name="connsiteY86" fmla="*/ 6527415 h 6858000"/>
              <a:gd name="connsiteX87" fmla="*/ 4606365 w 6184900"/>
              <a:gd name="connsiteY87" fmla="*/ 6512786 h 6858000"/>
              <a:gd name="connsiteX88" fmla="*/ 4627697 w 6184900"/>
              <a:gd name="connsiteY88" fmla="*/ 6526137 h 6858000"/>
              <a:gd name="connsiteX89" fmla="*/ 4654471 w 6184900"/>
              <a:gd name="connsiteY89" fmla="*/ 6526137 h 6858000"/>
              <a:gd name="connsiteX90" fmla="*/ 4606481 w 6184900"/>
              <a:gd name="connsiteY90" fmla="*/ 6494538 h 6858000"/>
              <a:gd name="connsiteX91" fmla="*/ 5134867 w 6184900"/>
              <a:gd name="connsiteY91" fmla="*/ 6448149 h 6858000"/>
              <a:gd name="connsiteX92" fmla="*/ 5114388 w 6184900"/>
              <a:gd name="connsiteY92" fmla="*/ 6462725 h 6858000"/>
              <a:gd name="connsiteX93" fmla="*/ 5102020 w 6184900"/>
              <a:gd name="connsiteY93" fmla="*/ 6498689 h 6858000"/>
              <a:gd name="connsiteX94" fmla="*/ 5131079 w 6184900"/>
              <a:gd name="connsiteY94" fmla="*/ 6494538 h 6858000"/>
              <a:gd name="connsiteX95" fmla="*/ 5183123 w 6184900"/>
              <a:gd name="connsiteY95" fmla="*/ 6556469 h 6858000"/>
              <a:gd name="connsiteX96" fmla="*/ 5106439 w 6184900"/>
              <a:gd name="connsiteY96" fmla="*/ 6556469 h 6858000"/>
              <a:gd name="connsiteX97" fmla="*/ 5131079 w 6184900"/>
              <a:gd name="connsiteY97" fmla="*/ 6588015 h 6858000"/>
              <a:gd name="connsiteX98" fmla="*/ 5156359 w 6184900"/>
              <a:gd name="connsiteY98" fmla="*/ 6571683 h 6858000"/>
              <a:gd name="connsiteX99" fmla="*/ 5183025 w 6184900"/>
              <a:gd name="connsiteY99" fmla="*/ 6571683 h 6858000"/>
              <a:gd name="connsiteX100" fmla="*/ 5130981 w 6184900"/>
              <a:gd name="connsiteY100" fmla="*/ 6608340 h 6858000"/>
              <a:gd name="connsiteX101" fmla="*/ 5079790 w 6184900"/>
              <a:gd name="connsiteY101" fmla="*/ 6562377 h 6858000"/>
              <a:gd name="connsiteX102" fmla="*/ 5053817 w 6184900"/>
              <a:gd name="connsiteY102" fmla="*/ 6637394 h 6858000"/>
              <a:gd name="connsiteX103" fmla="*/ 5064211 w 6184900"/>
              <a:gd name="connsiteY103" fmla="*/ 6651916 h 6858000"/>
              <a:gd name="connsiteX104" fmla="*/ 5336171 w 6184900"/>
              <a:gd name="connsiteY104" fmla="*/ 6651916 h 6858000"/>
              <a:gd name="connsiteX105" fmla="*/ 5320175 w 6184900"/>
              <a:gd name="connsiteY105" fmla="*/ 6618560 h 6858000"/>
              <a:gd name="connsiteX106" fmla="*/ 5345241 w 6184900"/>
              <a:gd name="connsiteY106" fmla="*/ 6618560 h 6858000"/>
              <a:gd name="connsiteX107" fmla="*/ 5366040 w 6184900"/>
              <a:gd name="connsiteY107" fmla="*/ 6636116 h 6858000"/>
              <a:gd name="connsiteX108" fmla="*/ 5393658 w 6184900"/>
              <a:gd name="connsiteY108" fmla="*/ 6612385 h 6858000"/>
              <a:gd name="connsiteX109" fmla="*/ 5393658 w 6184900"/>
              <a:gd name="connsiteY109" fmla="*/ 6591103 h 6858000"/>
              <a:gd name="connsiteX110" fmla="*/ 5393018 w 6184900"/>
              <a:gd name="connsiteY110" fmla="*/ 6591103 h 6858000"/>
              <a:gd name="connsiteX111" fmla="*/ 5358197 w 6184900"/>
              <a:gd name="connsiteY111" fmla="*/ 6608233 h 6858000"/>
              <a:gd name="connsiteX112" fmla="*/ 5315533 w 6184900"/>
              <a:gd name="connsiteY112" fmla="*/ 6554659 h 6858000"/>
              <a:gd name="connsiteX113" fmla="*/ 5358197 w 6184900"/>
              <a:gd name="connsiteY113" fmla="*/ 6494431 h 6858000"/>
              <a:gd name="connsiteX114" fmla="*/ 5393018 w 6184900"/>
              <a:gd name="connsiteY114" fmla="*/ 6512467 h 6858000"/>
              <a:gd name="connsiteX115" fmla="*/ 5393871 w 6184900"/>
              <a:gd name="connsiteY115" fmla="*/ 6512467 h 6858000"/>
              <a:gd name="connsiteX116" fmla="*/ 5392911 w 6184900"/>
              <a:gd name="connsiteY116" fmla="*/ 6496028 h 6858000"/>
              <a:gd name="connsiteX117" fmla="*/ 5419578 w 6184900"/>
              <a:gd name="connsiteY117" fmla="*/ 6496028 h 6858000"/>
              <a:gd name="connsiteX118" fmla="*/ 5419578 w 6184900"/>
              <a:gd name="connsiteY118" fmla="*/ 6606849 h 6858000"/>
              <a:gd name="connsiteX119" fmla="*/ 5399367 w 6184900"/>
              <a:gd name="connsiteY119" fmla="*/ 6651907 h 6858000"/>
              <a:gd name="connsiteX120" fmla="*/ 5482017 w 6184900"/>
              <a:gd name="connsiteY120" fmla="*/ 6651907 h 6858000"/>
              <a:gd name="connsiteX121" fmla="*/ 5502495 w 6184900"/>
              <a:gd name="connsiteY121" fmla="*/ 6637385 h 6858000"/>
              <a:gd name="connsiteX122" fmla="*/ 5513157 w 6184900"/>
              <a:gd name="connsiteY122" fmla="*/ 6606477 h 6858000"/>
              <a:gd name="connsiteX123" fmla="*/ 5485165 w 6184900"/>
              <a:gd name="connsiteY123" fmla="*/ 6608340 h 6858000"/>
              <a:gd name="connsiteX124" fmla="*/ 5433761 w 6184900"/>
              <a:gd name="connsiteY124" fmla="*/ 6551785 h 6858000"/>
              <a:gd name="connsiteX125" fmla="*/ 5485165 w 6184900"/>
              <a:gd name="connsiteY125" fmla="*/ 6494538 h 6858000"/>
              <a:gd name="connsiteX126" fmla="*/ 5536729 w 6184900"/>
              <a:gd name="connsiteY126" fmla="*/ 6538540 h 6858000"/>
              <a:gd name="connsiteX127" fmla="*/ 5562916 w 6184900"/>
              <a:gd name="connsiteY127" fmla="*/ 6462938 h 6858000"/>
              <a:gd name="connsiteX128" fmla="*/ 5552895 w 6184900"/>
              <a:gd name="connsiteY128" fmla="*/ 6448149 h 6858000"/>
              <a:gd name="connsiteX129" fmla="*/ 5552886 w 6184900"/>
              <a:gd name="connsiteY129" fmla="*/ 6448149 h 6858000"/>
              <a:gd name="connsiteX130" fmla="*/ 5301404 w 6184900"/>
              <a:gd name="connsiteY130" fmla="*/ 6448149 h 6858000"/>
              <a:gd name="connsiteX131" fmla="*/ 5301404 w 6184900"/>
              <a:gd name="connsiteY131" fmla="*/ 6607062 h 6858000"/>
              <a:gd name="connsiteX132" fmla="*/ 5274737 w 6184900"/>
              <a:gd name="connsiteY132" fmla="*/ 6607062 h 6858000"/>
              <a:gd name="connsiteX133" fmla="*/ 5275804 w 6184900"/>
              <a:gd name="connsiteY133" fmla="*/ 6590357 h 6858000"/>
              <a:gd name="connsiteX134" fmla="*/ 5274950 w 6184900"/>
              <a:gd name="connsiteY134" fmla="*/ 6590357 h 6858000"/>
              <a:gd name="connsiteX135" fmla="*/ 5240130 w 6184900"/>
              <a:gd name="connsiteY135" fmla="*/ 6608340 h 6858000"/>
              <a:gd name="connsiteX136" fmla="*/ 5197466 w 6184900"/>
              <a:gd name="connsiteY136" fmla="*/ 6548165 h 6858000"/>
              <a:gd name="connsiteX137" fmla="*/ 5240130 w 6184900"/>
              <a:gd name="connsiteY137" fmla="*/ 6494538 h 6858000"/>
              <a:gd name="connsiteX138" fmla="*/ 5273670 w 6184900"/>
              <a:gd name="connsiteY138" fmla="*/ 6510497 h 6858000"/>
              <a:gd name="connsiteX139" fmla="*/ 5274737 w 6184900"/>
              <a:gd name="connsiteY139" fmla="*/ 6510497 h 6858000"/>
              <a:gd name="connsiteX140" fmla="*/ 5274737 w 6184900"/>
              <a:gd name="connsiteY140" fmla="*/ 6448149 h 6858000"/>
              <a:gd name="connsiteX141" fmla="*/ 5134867 w 6184900"/>
              <a:gd name="connsiteY141" fmla="*/ 6448149 h 6858000"/>
              <a:gd name="connsiteX142" fmla="*/ 4802175 w 6184900"/>
              <a:gd name="connsiteY142" fmla="*/ 6448149 h 6858000"/>
              <a:gd name="connsiteX143" fmla="*/ 4802175 w 6184900"/>
              <a:gd name="connsiteY143" fmla="*/ 6607062 h 6858000"/>
              <a:gd name="connsiteX144" fmla="*/ 4828842 w 6184900"/>
              <a:gd name="connsiteY144" fmla="*/ 6607062 h 6858000"/>
              <a:gd name="connsiteX145" fmla="*/ 4828842 w 6184900"/>
              <a:gd name="connsiteY145" fmla="*/ 6448149 h 6858000"/>
              <a:gd name="connsiteX146" fmla="*/ 4802175 w 6184900"/>
              <a:gd name="connsiteY146" fmla="*/ 6448149 h 6858000"/>
              <a:gd name="connsiteX147" fmla="*/ 0 w 6184900"/>
              <a:gd name="connsiteY147" fmla="*/ 0 h 6858000"/>
              <a:gd name="connsiteX148" fmla="*/ 6184900 w 6184900"/>
              <a:gd name="connsiteY148" fmla="*/ 0 h 6858000"/>
              <a:gd name="connsiteX149" fmla="*/ 6184900 w 6184900"/>
              <a:gd name="connsiteY149" fmla="*/ 6858000 h 6858000"/>
              <a:gd name="connsiteX150" fmla="*/ 0 w 6184900"/>
              <a:gd name="connsiteY150" fmla="*/ 6858000 h 6858000"/>
              <a:gd name="connsiteX151" fmla="*/ 0 w 6184900"/>
              <a:gd name="connsiteY1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6184900" h="6858000">
                <a:moveTo>
                  <a:pt x="4902316" y="6557054"/>
                </a:moveTo>
                <a:lnTo>
                  <a:pt x="4926956" y="6573014"/>
                </a:lnTo>
                <a:cubicBezTo>
                  <a:pt x="4926956" y="6588548"/>
                  <a:pt x="4916294" y="6590198"/>
                  <a:pt x="4902316" y="6590198"/>
                </a:cubicBezTo>
                <a:cubicBezTo>
                  <a:pt x="4884292" y="6590198"/>
                  <a:pt x="4877890" y="6588707"/>
                  <a:pt x="4877890" y="6573014"/>
                </a:cubicBezTo>
                <a:cubicBezTo>
                  <a:pt x="4877890" y="6557320"/>
                  <a:pt x="4888551" y="6557054"/>
                  <a:pt x="4902316" y="6557054"/>
                </a:cubicBezTo>
                <a:close/>
                <a:moveTo>
                  <a:pt x="5460694" y="6556469"/>
                </a:moveTo>
                <a:cubicBezTo>
                  <a:pt x="5460694" y="6580413"/>
                  <a:pt x="5461335" y="6588015"/>
                  <a:pt x="5485387" y="6588015"/>
                </a:cubicBezTo>
                <a:cubicBezTo>
                  <a:pt x="5500210" y="6588015"/>
                  <a:pt x="5510614" y="6588015"/>
                  <a:pt x="5510614" y="6571683"/>
                </a:cubicBezTo>
                <a:lnTo>
                  <a:pt x="5525428" y="6571683"/>
                </a:lnTo>
                <a:lnTo>
                  <a:pt x="5530763" y="6556469"/>
                </a:lnTo>
                <a:lnTo>
                  <a:pt x="5460694" y="6556469"/>
                </a:lnTo>
                <a:close/>
                <a:moveTo>
                  <a:pt x="5485387" y="6515181"/>
                </a:moveTo>
                <a:cubicBezTo>
                  <a:pt x="5462188" y="6515181"/>
                  <a:pt x="5460694" y="6520025"/>
                  <a:pt x="5460694" y="6539764"/>
                </a:cubicBezTo>
                <a:lnTo>
                  <a:pt x="5460703" y="6539764"/>
                </a:lnTo>
                <a:lnTo>
                  <a:pt x="5510614" y="6539764"/>
                </a:lnTo>
                <a:cubicBezTo>
                  <a:pt x="5510614" y="6516885"/>
                  <a:pt x="5507253" y="6515181"/>
                  <a:pt x="5485387" y="6515181"/>
                </a:cubicBezTo>
                <a:close/>
                <a:moveTo>
                  <a:pt x="5366244" y="6514915"/>
                </a:moveTo>
                <a:cubicBezTo>
                  <a:pt x="5347793" y="6514915"/>
                  <a:pt x="5342458" y="6520238"/>
                  <a:pt x="5342458" y="6548165"/>
                </a:cubicBezTo>
                <a:cubicBezTo>
                  <a:pt x="5342458" y="6573386"/>
                  <a:pt x="5342458" y="6588015"/>
                  <a:pt x="5366244" y="6588015"/>
                </a:cubicBezTo>
                <a:cubicBezTo>
                  <a:pt x="5392911" y="6588015"/>
                  <a:pt x="5392911" y="6574664"/>
                  <a:pt x="5392911" y="6548165"/>
                </a:cubicBezTo>
                <a:cubicBezTo>
                  <a:pt x="5392911" y="6524434"/>
                  <a:pt x="5389283" y="6514915"/>
                  <a:pt x="5366244" y="6514915"/>
                </a:cubicBezTo>
                <a:close/>
                <a:moveTo>
                  <a:pt x="5247874" y="6514915"/>
                </a:moveTo>
                <a:cubicBezTo>
                  <a:pt x="5229424" y="6514915"/>
                  <a:pt x="5224088" y="6520238"/>
                  <a:pt x="5224088" y="6548165"/>
                </a:cubicBezTo>
                <a:cubicBezTo>
                  <a:pt x="5224088" y="6573386"/>
                  <a:pt x="5223448" y="6588015"/>
                  <a:pt x="5247874" y="6588015"/>
                </a:cubicBezTo>
                <a:cubicBezTo>
                  <a:pt x="5275279" y="6588015"/>
                  <a:pt x="5274221" y="6574664"/>
                  <a:pt x="5274221" y="6548165"/>
                </a:cubicBezTo>
                <a:cubicBezTo>
                  <a:pt x="5274221" y="6524434"/>
                  <a:pt x="5271074" y="6514915"/>
                  <a:pt x="5247874" y="6514915"/>
                </a:cubicBezTo>
                <a:close/>
                <a:moveTo>
                  <a:pt x="5131088" y="6514915"/>
                </a:moveTo>
                <a:cubicBezTo>
                  <a:pt x="5131090" y="6514915"/>
                  <a:pt x="5131091" y="6514916"/>
                  <a:pt x="5131093" y="6514916"/>
                </a:cubicBezTo>
                <a:lnTo>
                  <a:pt x="5110077" y="6519805"/>
                </a:lnTo>
                <a:cubicBezTo>
                  <a:pt x="5106817" y="6523483"/>
                  <a:pt x="5106457" y="6529629"/>
                  <a:pt x="5106457" y="6539498"/>
                </a:cubicBezTo>
                <a:lnTo>
                  <a:pt x="5156367" y="6539498"/>
                </a:lnTo>
                <a:cubicBezTo>
                  <a:pt x="5156367" y="6528058"/>
                  <a:pt x="5155513" y="6521913"/>
                  <a:pt x="5151927" y="6518627"/>
                </a:cubicBezTo>
                <a:lnTo>
                  <a:pt x="5131093" y="6514916"/>
                </a:lnTo>
                <a:cubicBezTo>
                  <a:pt x="5131094" y="6514916"/>
                  <a:pt x="5131096" y="6514915"/>
                  <a:pt x="5131097" y="6514915"/>
                </a:cubicBezTo>
                <a:lnTo>
                  <a:pt x="5131088" y="6514915"/>
                </a:lnTo>
                <a:close/>
                <a:moveTo>
                  <a:pt x="4726887" y="6514915"/>
                </a:moveTo>
                <a:cubicBezTo>
                  <a:pt x="4750673" y="6514915"/>
                  <a:pt x="4752594" y="6521675"/>
                  <a:pt x="4752594" y="6551785"/>
                </a:cubicBezTo>
                <a:cubicBezTo>
                  <a:pt x="4752594" y="6581894"/>
                  <a:pt x="4750673" y="6588015"/>
                  <a:pt x="4726887" y="6588015"/>
                </a:cubicBezTo>
                <a:cubicBezTo>
                  <a:pt x="4703101" y="6588015"/>
                  <a:pt x="4701180" y="6581415"/>
                  <a:pt x="4701180" y="6551785"/>
                </a:cubicBezTo>
                <a:cubicBezTo>
                  <a:pt x="4701180" y="6522154"/>
                  <a:pt x="4703101" y="6514915"/>
                  <a:pt x="4726887" y="6514915"/>
                </a:cubicBezTo>
                <a:close/>
                <a:moveTo>
                  <a:pt x="4903285" y="6494804"/>
                </a:moveTo>
                <a:cubicBezTo>
                  <a:pt x="4877792" y="6494804"/>
                  <a:pt x="4855296" y="6496081"/>
                  <a:pt x="4855296" y="6528533"/>
                </a:cubicBezTo>
                <a:lnTo>
                  <a:pt x="4881963" y="6528533"/>
                </a:lnTo>
                <a:cubicBezTo>
                  <a:pt x="4881963" y="6514117"/>
                  <a:pt x="4891290" y="6513052"/>
                  <a:pt x="4902974" y="6513052"/>
                </a:cubicBezTo>
                <a:cubicBezTo>
                  <a:pt x="4925266" y="6513052"/>
                  <a:pt x="4926760" y="6519386"/>
                  <a:pt x="4926760" y="6537422"/>
                </a:cubicBezTo>
                <a:lnTo>
                  <a:pt x="4926760" y="6551838"/>
                </a:lnTo>
                <a:lnTo>
                  <a:pt x="4926333" y="6551838"/>
                </a:lnTo>
                <a:cubicBezTo>
                  <a:pt x="4919984" y="6539338"/>
                  <a:pt x="4906602" y="6539125"/>
                  <a:pt x="4893006" y="6539125"/>
                </a:cubicBezTo>
                <a:cubicBezTo>
                  <a:pt x="4865388" y="6539125"/>
                  <a:pt x="4851356" y="6546524"/>
                  <a:pt x="4851356" y="6573227"/>
                </a:cubicBezTo>
                <a:cubicBezTo>
                  <a:pt x="4851356" y="6603336"/>
                  <a:pt x="4867726" y="6608606"/>
                  <a:pt x="4893006" y="6608606"/>
                </a:cubicBezTo>
                <a:cubicBezTo>
                  <a:pt x="4905962" y="6608606"/>
                  <a:pt x="4922332" y="6608180"/>
                  <a:pt x="4927614" y="6593391"/>
                </a:cubicBezTo>
                <a:lnTo>
                  <a:pt x="4928254" y="6593391"/>
                </a:lnTo>
                <a:cubicBezTo>
                  <a:pt x="4927898" y="6597948"/>
                  <a:pt x="4927543" y="6602505"/>
                  <a:pt x="4927187" y="6607062"/>
                </a:cubicBezTo>
                <a:lnTo>
                  <a:pt x="4953836" y="6607062"/>
                </a:lnTo>
                <a:lnTo>
                  <a:pt x="4953836" y="6537369"/>
                </a:lnTo>
                <a:cubicBezTo>
                  <a:pt x="4953836" y="6500126"/>
                  <a:pt x="4938960" y="6494804"/>
                  <a:pt x="4903285" y="6494804"/>
                </a:cubicBezTo>
                <a:close/>
                <a:moveTo>
                  <a:pt x="5034788" y="6494546"/>
                </a:moveTo>
                <a:cubicBezTo>
                  <a:pt x="5021833" y="6494546"/>
                  <a:pt x="5010362" y="6498166"/>
                  <a:pt x="5005036" y="6510506"/>
                </a:cubicBezTo>
                <a:lnTo>
                  <a:pt x="5003969" y="6510506"/>
                </a:lnTo>
                <a:lnTo>
                  <a:pt x="5004716" y="6496037"/>
                </a:lnTo>
                <a:lnTo>
                  <a:pt x="4978582" y="6496037"/>
                </a:lnTo>
                <a:cubicBezTo>
                  <a:pt x="4978579" y="6496034"/>
                  <a:pt x="4978577" y="6496031"/>
                  <a:pt x="4978574" y="6496028"/>
                </a:cubicBezTo>
                <a:lnTo>
                  <a:pt x="4978574" y="6607062"/>
                </a:lnTo>
                <a:lnTo>
                  <a:pt x="5005240" y="6607062"/>
                </a:lnTo>
                <a:lnTo>
                  <a:pt x="5005240" y="6538593"/>
                </a:lnTo>
                <a:cubicBezTo>
                  <a:pt x="5004814" y="6524177"/>
                  <a:pt x="5009509" y="6515075"/>
                  <a:pt x="5025399" y="6515075"/>
                </a:cubicBezTo>
                <a:cubicBezTo>
                  <a:pt x="5037927" y="6515075"/>
                  <a:pt x="5038994" y="6521622"/>
                  <a:pt x="5038994" y="6532844"/>
                </a:cubicBezTo>
                <a:lnTo>
                  <a:pt x="5038994" y="6538593"/>
                </a:lnTo>
                <a:lnTo>
                  <a:pt x="5064061" y="6538593"/>
                </a:lnTo>
                <a:lnTo>
                  <a:pt x="5064061" y="6529553"/>
                </a:lnTo>
                <a:cubicBezTo>
                  <a:pt x="5064061" y="6508270"/>
                  <a:pt x="5058352" y="6494546"/>
                  <a:pt x="5034788" y="6494546"/>
                </a:cubicBezTo>
                <a:close/>
                <a:moveTo>
                  <a:pt x="4726887" y="6494538"/>
                </a:moveTo>
                <a:cubicBezTo>
                  <a:pt x="4680391" y="6494538"/>
                  <a:pt x="4674416" y="6508315"/>
                  <a:pt x="4674416" y="6551572"/>
                </a:cubicBezTo>
                <a:cubicBezTo>
                  <a:pt x="4674416" y="6594829"/>
                  <a:pt x="4680391" y="6608340"/>
                  <a:pt x="4726887" y="6608340"/>
                </a:cubicBezTo>
                <a:cubicBezTo>
                  <a:pt x="4773383" y="6608340"/>
                  <a:pt x="4779358" y="6594562"/>
                  <a:pt x="4779358" y="6551572"/>
                </a:cubicBezTo>
                <a:cubicBezTo>
                  <a:pt x="4779358" y="6508581"/>
                  <a:pt x="4773436" y="6494538"/>
                  <a:pt x="4726887" y="6494538"/>
                </a:cubicBezTo>
                <a:close/>
                <a:moveTo>
                  <a:pt x="4606481" y="6494538"/>
                </a:moveTo>
                <a:cubicBezTo>
                  <a:pt x="4577796" y="6494538"/>
                  <a:pt x="4555717" y="6495176"/>
                  <a:pt x="4555717" y="6525712"/>
                </a:cubicBezTo>
                <a:cubicBezTo>
                  <a:pt x="4555717" y="6554118"/>
                  <a:pt x="4563133" y="6559866"/>
                  <a:pt x="4604134" y="6560239"/>
                </a:cubicBezTo>
                <a:cubicBezTo>
                  <a:pt x="4631112" y="6560665"/>
                  <a:pt x="4631752" y="6565562"/>
                  <a:pt x="4631752" y="6575294"/>
                </a:cubicBezTo>
                <a:cubicBezTo>
                  <a:pt x="4631752" y="6590561"/>
                  <a:pt x="4622424" y="6590136"/>
                  <a:pt x="4606472" y="6590136"/>
                </a:cubicBezTo>
                <a:cubicBezTo>
                  <a:pt x="4586688" y="6590136"/>
                  <a:pt x="4582900" y="6588219"/>
                  <a:pt x="4582473" y="6572100"/>
                </a:cubicBezTo>
                <a:lnTo>
                  <a:pt x="4555708" y="6572100"/>
                </a:lnTo>
                <a:cubicBezTo>
                  <a:pt x="4555708" y="6608331"/>
                  <a:pt x="4576079" y="6608331"/>
                  <a:pt x="4606472" y="6608331"/>
                </a:cubicBezTo>
                <a:cubicBezTo>
                  <a:pt x="4634677" y="6608331"/>
                  <a:pt x="4658517" y="6605403"/>
                  <a:pt x="4658517" y="6575294"/>
                </a:cubicBezTo>
                <a:cubicBezTo>
                  <a:pt x="4658517" y="6539276"/>
                  <a:pt x="4635158" y="6541192"/>
                  <a:pt x="4608820" y="6539915"/>
                </a:cubicBezTo>
                <a:cubicBezTo>
                  <a:pt x="4585460" y="6538850"/>
                  <a:pt x="4582366" y="6538584"/>
                  <a:pt x="4582366" y="6527415"/>
                </a:cubicBezTo>
                <a:cubicBezTo>
                  <a:pt x="4582366" y="6512786"/>
                  <a:pt x="4592121" y="6512786"/>
                  <a:pt x="4606365" y="6512786"/>
                </a:cubicBezTo>
                <a:cubicBezTo>
                  <a:pt x="4620610" y="6512786"/>
                  <a:pt x="4627697" y="6512786"/>
                  <a:pt x="4627697" y="6526137"/>
                </a:cubicBezTo>
                <a:lnTo>
                  <a:pt x="4654471" y="6526137"/>
                </a:lnTo>
                <a:cubicBezTo>
                  <a:pt x="4654471" y="6494963"/>
                  <a:pt x="4628337" y="6494538"/>
                  <a:pt x="4606481" y="6494538"/>
                </a:cubicBezTo>
                <a:close/>
                <a:moveTo>
                  <a:pt x="5134867" y="6448149"/>
                </a:moveTo>
                <a:cubicBezTo>
                  <a:pt x="5125690" y="6448362"/>
                  <a:pt x="5117581" y="6454137"/>
                  <a:pt x="5114388" y="6462725"/>
                </a:cubicBezTo>
                <a:lnTo>
                  <a:pt x="5102020" y="6498689"/>
                </a:lnTo>
                <a:cubicBezTo>
                  <a:pt x="5111374" y="6495567"/>
                  <a:pt x="5121226" y="6494165"/>
                  <a:pt x="5131079" y="6494538"/>
                </a:cubicBezTo>
                <a:cubicBezTo>
                  <a:pt x="5176934" y="6494538"/>
                  <a:pt x="5183123" y="6507889"/>
                  <a:pt x="5183123" y="6556469"/>
                </a:cubicBezTo>
                <a:lnTo>
                  <a:pt x="5106439" y="6556469"/>
                </a:lnTo>
                <a:cubicBezTo>
                  <a:pt x="5106439" y="6580413"/>
                  <a:pt x="5107079" y="6588015"/>
                  <a:pt x="5131079" y="6588015"/>
                </a:cubicBezTo>
                <a:cubicBezTo>
                  <a:pt x="5145955" y="6588015"/>
                  <a:pt x="5156359" y="6588015"/>
                  <a:pt x="5156359" y="6571683"/>
                </a:cubicBezTo>
                <a:lnTo>
                  <a:pt x="5183025" y="6571683"/>
                </a:lnTo>
                <a:cubicBezTo>
                  <a:pt x="5183025" y="6606690"/>
                  <a:pt x="5162814" y="6608340"/>
                  <a:pt x="5130981" y="6608340"/>
                </a:cubicBezTo>
                <a:cubicBezTo>
                  <a:pt x="5092052" y="6608340"/>
                  <a:pt x="5081390" y="6597011"/>
                  <a:pt x="5079790" y="6562377"/>
                </a:cubicBezTo>
                <a:lnTo>
                  <a:pt x="5053817" y="6637394"/>
                </a:lnTo>
                <a:cubicBezTo>
                  <a:pt x="5053817" y="6637394"/>
                  <a:pt x="5048481" y="6651916"/>
                  <a:pt x="5064211" y="6651916"/>
                </a:cubicBezTo>
                <a:lnTo>
                  <a:pt x="5336171" y="6651916"/>
                </a:lnTo>
                <a:cubicBezTo>
                  <a:pt x="5325510" y="6647072"/>
                  <a:pt x="5319428" y="6637447"/>
                  <a:pt x="5320175" y="6618560"/>
                </a:cubicBezTo>
                <a:lnTo>
                  <a:pt x="5345241" y="6618560"/>
                </a:lnTo>
                <a:cubicBezTo>
                  <a:pt x="5345241" y="6633774"/>
                  <a:pt x="5350950" y="6636116"/>
                  <a:pt x="5366040" y="6636116"/>
                </a:cubicBezTo>
                <a:cubicBezTo>
                  <a:pt x="5388758" y="6636116"/>
                  <a:pt x="5393658" y="6631432"/>
                  <a:pt x="5393658" y="6612385"/>
                </a:cubicBezTo>
                <a:lnTo>
                  <a:pt x="5393658" y="6591103"/>
                </a:lnTo>
                <a:lnTo>
                  <a:pt x="5393018" y="6591103"/>
                </a:lnTo>
                <a:cubicBezTo>
                  <a:pt x="5385975" y="6605678"/>
                  <a:pt x="5371686" y="6608233"/>
                  <a:pt x="5358197" y="6608233"/>
                </a:cubicBezTo>
                <a:cubicBezTo>
                  <a:pt x="5319961" y="6608233"/>
                  <a:pt x="5315533" y="6587270"/>
                  <a:pt x="5315533" y="6554659"/>
                </a:cubicBezTo>
                <a:cubicBezTo>
                  <a:pt x="5315533" y="6522048"/>
                  <a:pt x="5316814" y="6494431"/>
                  <a:pt x="5358197" y="6494431"/>
                </a:cubicBezTo>
                <a:cubicBezTo>
                  <a:pt x="5373873" y="6494431"/>
                  <a:pt x="5386189" y="6497838"/>
                  <a:pt x="5393018" y="6512467"/>
                </a:cubicBezTo>
                <a:lnTo>
                  <a:pt x="5393871" y="6512467"/>
                </a:lnTo>
                <a:lnTo>
                  <a:pt x="5392911" y="6496028"/>
                </a:lnTo>
                <a:lnTo>
                  <a:pt x="5419578" y="6496028"/>
                </a:lnTo>
                <a:lnTo>
                  <a:pt x="5419578" y="6606849"/>
                </a:lnTo>
                <a:cubicBezTo>
                  <a:pt x="5419578" y="6632763"/>
                  <a:pt x="5414243" y="6645901"/>
                  <a:pt x="5399367" y="6651907"/>
                </a:cubicBezTo>
                <a:lnTo>
                  <a:pt x="5482017" y="6651907"/>
                </a:lnTo>
                <a:cubicBezTo>
                  <a:pt x="5491176" y="6651703"/>
                  <a:pt x="5499285" y="6645946"/>
                  <a:pt x="5502495" y="6637385"/>
                </a:cubicBezTo>
                <a:lnTo>
                  <a:pt x="5513157" y="6606477"/>
                </a:lnTo>
                <a:cubicBezTo>
                  <a:pt x="5503909" y="6608020"/>
                  <a:pt x="5494528" y="6608641"/>
                  <a:pt x="5485165" y="6608340"/>
                </a:cubicBezTo>
                <a:cubicBezTo>
                  <a:pt x="5442501" y="6608340"/>
                  <a:pt x="5433761" y="6594775"/>
                  <a:pt x="5433761" y="6551785"/>
                </a:cubicBezTo>
                <a:cubicBezTo>
                  <a:pt x="5433761" y="6511934"/>
                  <a:pt x="5440109" y="6494538"/>
                  <a:pt x="5485165" y="6494538"/>
                </a:cubicBezTo>
                <a:cubicBezTo>
                  <a:pt x="5524734" y="6494538"/>
                  <a:pt x="5534755" y="6504536"/>
                  <a:pt x="5536729" y="6538540"/>
                </a:cubicBezTo>
                <a:lnTo>
                  <a:pt x="5562916" y="6462938"/>
                </a:lnTo>
                <a:cubicBezTo>
                  <a:pt x="5562916" y="6462938"/>
                  <a:pt x="5568198" y="6448149"/>
                  <a:pt x="5552895" y="6448149"/>
                </a:cubicBezTo>
                <a:lnTo>
                  <a:pt x="5552886" y="6448149"/>
                </a:lnTo>
                <a:lnTo>
                  <a:pt x="5301404" y="6448149"/>
                </a:lnTo>
                <a:lnTo>
                  <a:pt x="5301404" y="6607062"/>
                </a:lnTo>
                <a:lnTo>
                  <a:pt x="5274737" y="6607062"/>
                </a:lnTo>
                <a:cubicBezTo>
                  <a:pt x="5275093" y="6601494"/>
                  <a:pt x="5275448" y="6595925"/>
                  <a:pt x="5275804" y="6590357"/>
                </a:cubicBezTo>
                <a:lnTo>
                  <a:pt x="5274950" y="6590357"/>
                </a:lnTo>
                <a:cubicBezTo>
                  <a:pt x="5268175" y="6604986"/>
                  <a:pt x="5255859" y="6608340"/>
                  <a:pt x="5240130" y="6608340"/>
                </a:cubicBezTo>
                <a:cubicBezTo>
                  <a:pt x="5198693" y="6608340"/>
                  <a:pt x="5197466" y="6582267"/>
                  <a:pt x="5197466" y="6548165"/>
                </a:cubicBezTo>
                <a:cubicBezTo>
                  <a:pt x="5197466" y="6514063"/>
                  <a:pt x="5201948" y="6494538"/>
                  <a:pt x="5240130" y="6494538"/>
                </a:cubicBezTo>
                <a:cubicBezTo>
                  <a:pt x="5253725" y="6494538"/>
                  <a:pt x="5267961" y="6497092"/>
                  <a:pt x="5273670" y="6510497"/>
                </a:cubicBezTo>
                <a:lnTo>
                  <a:pt x="5274737" y="6510497"/>
                </a:lnTo>
                <a:lnTo>
                  <a:pt x="5274737" y="6448149"/>
                </a:lnTo>
                <a:lnTo>
                  <a:pt x="5134867" y="6448149"/>
                </a:lnTo>
                <a:close/>
                <a:moveTo>
                  <a:pt x="4802175" y="6448149"/>
                </a:moveTo>
                <a:lnTo>
                  <a:pt x="4802175" y="6607062"/>
                </a:lnTo>
                <a:lnTo>
                  <a:pt x="4828842" y="6607062"/>
                </a:lnTo>
                <a:lnTo>
                  <a:pt x="4828842" y="6448149"/>
                </a:lnTo>
                <a:lnTo>
                  <a:pt x="4802175" y="6448149"/>
                </a:lnTo>
                <a:close/>
                <a:moveTo>
                  <a:pt x="0" y="0"/>
                </a:moveTo>
                <a:lnTo>
                  <a:pt x="6184900" y="0"/>
                </a:lnTo>
                <a:lnTo>
                  <a:pt x="61849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0546" y="6356350"/>
            <a:ext cx="5040000" cy="365125"/>
          </a:xfrm>
        </p:spPr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86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1917E99-AB11-B164-8391-B4BBD8F84C70}"/>
              </a:ext>
            </a:extLst>
          </p:cNvPr>
          <p:cNvGrpSpPr/>
          <p:nvPr userDrawn="1"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665DDE-92C2-A272-A795-9FD903344FF8}"/>
                </a:ext>
              </a:extLst>
            </p:cNvPr>
            <p:cNvSpPr/>
            <p:nvPr/>
          </p:nvSpPr>
          <p:spPr>
            <a:xfrm>
              <a:off x="6096000" y="0"/>
              <a:ext cx="609600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DF29C92-28FE-9D8D-0BB2-09F4F241EC2E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664D957-A473-1F45-51E8-88C5A302C759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9C007F-BD8B-09BA-F328-D72DF6B18B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01" y="463296"/>
            <a:ext cx="5364000" cy="1067330"/>
          </a:xfrm>
        </p:spPr>
        <p:txBody>
          <a:bodyPr/>
          <a:lstStyle/>
          <a:p>
            <a:r>
              <a:rPr lang="en-US" dirty="0"/>
              <a:t>Click to edit title style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A8CEB-8694-EA37-7BA0-FDAD45965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1" y="1681163"/>
            <a:ext cx="5400000" cy="823912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EA84F-FD1F-BAC2-8046-898329908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001" y="2505075"/>
            <a:ext cx="54000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DBF64-FDEA-B621-4A52-5A1EC7D87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00" y="1681163"/>
            <a:ext cx="5400000" cy="823912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C6ABF-8EC2-A975-58E5-887C9D96A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00" y="2505075"/>
            <a:ext cx="5400000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3FDF2E-A52A-6137-A0DA-310FD435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1ED1D-EC77-FD5D-38C5-FE40F4AD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108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5"/>
            <a:ext cx="4334296" cy="130586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045155"/>
            <a:ext cx="4334296" cy="3907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33FC7A-6F25-BD5D-6C1C-94F77D5722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72063" y="1076325"/>
            <a:ext cx="6357937" cy="4095749"/>
          </a:xfrm>
          <a:prstGeom prst="roundRect">
            <a:avLst>
              <a:gd name="adj" fmla="val 2501"/>
            </a:avLst>
          </a:prstGeom>
          <a:solidFill>
            <a:schemeClr val="bg2"/>
          </a:solidFill>
        </p:spPr>
        <p:txBody>
          <a:bodyPr lIns="90000" tIns="1080000"/>
          <a:lstStyle>
            <a:lvl1pPr marL="0" indent="0" algn="ctr">
              <a:buFontTx/>
              <a:buNone/>
              <a:defRPr sz="105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Drag &amp; drop photo here or 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26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99" y="463295"/>
            <a:ext cx="6401635" cy="13058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99" y="2045155"/>
            <a:ext cx="6401635" cy="3907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4" name="Рисунок 13">
            <a:extLst>
              <a:ext uri="{FF2B5EF4-FFF2-40B4-BE49-F238E27FC236}">
                <a16:creationId xmlns:a16="http://schemas.microsoft.com/office/drawing/2014/main" id="{703DF917-C371-2EE1-EEC8-B1EF6E5FFAE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895965" y="554724"/>
            <a:ext cx="2689989" cy="5748552"/>
          </a:xfrm>
          <a:custGeom>
            <a:avLst/>
            <a:gdLst>
              <a:gd name="connsiteX0" fmla="*/ 466924 w 4408266"/>
              <a:gd name="connsiteY0" fmla="*/ 0 h 9420405"/>
              <a:gd name="connsiteX1" fmla="*/ 1057794 w 4408266"/>
              <a:gd name="connsiteY1" fmla="*/ 0 h 9420405"/>
              <a:gd name="connsiteX2" fmla="*/ 1057794 w 4408266"/>
              <a:gd name="connsiteY2" fmla="*/ 111037 h 9420405"/>
              <a:gd name="connsiteX3" fmla="*/ 1248692 w 4408266"/>
              <a:gd name="connsiteY3" fmla="*/ 301936 h 9420405"/>
              <a:gd name="connsiteX4" fmla="*/ 3161000 w 4408266"/>
              <a:gd name="connsiteY4" fmla="*/ 301936 h 9420405"/>
              <a:gd name="connsiteX5" fmla="*/ 3351900 w 4408266"/>
              <a:gd name="connsiteY5" fmla="*/ 111037 h 9420405"/>
              <a:gd name="connsiteX6" fmla="*/ 3351900 w 4408266"/>
              <a:gd name="connsiteY6" fmla="*/ 0 h 9420405"/>
              <a:gd name="connsiteX7" fmla="*/ 3941342 w 4408266"/>
              <a:gd name="connsiteY7" fmla="*/ 0 h 9420405"/>
              <a:gd name="connsiteX8" fmla="*/ 4408266 w 4408266"/>
              <a:gd name="connsiteY8" fmla="*/ 466923 h 9420405"/>
              <a:gd name="connsiteX9" fmla="*/ 4408266 w 4408266"/>
              <a:gd name="connsiteY9" fmla="*/ 8953482 h 9420405"/>
              <a:gd name="connsiteX10" fmla="*/ 3941342 w 4408266"/>
              <a:gd name="connsiteY10" fmla="*/ 9420405 h 9420405"/>
              <a:gd name="connsiteX11" fmla="*/ 466924 w 4408266"/>
              <a:gd name="connsiteY11" fmla="*/ 9420405 h 9420405"/>
              <a:gd name="connsiteX12" fmla="*/ 0 w 4408266"/>
              <a:gd name="connsiteY12" fmla="*/ 8953482 h 9420405"/>
              <a:gd name="connsiteX13" fmla="*/ 0 w 4408266"/>
              <a:gd name="connsiteY13" fmla="*/ 466923 h 9420405"/>
              <a:gd name="connsiteX14" fmla="*/ 466924 w 4408266"/>
              <a:gd name="connsiteY14" fmla="*/ 0 h 9420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08266" h="9420405">
                <a:moveTo>
                  <a:pt x="466924" y="0"/>
                </a:moveTo>
                <a:lnTo>
                  <a:pt x="1057794" y="0"/>
                </a:lnTo>
                <a:lnTo>
                  <a:pt x="1057794" y="111037"/>
                </a:lnTo>
                <a:cubicBezTo>
                  <a:pt x="1057794" y="216468"/>
                  <a:pt x="1143262" y="301936"/>
                  <a:pt x="1248692" y="301936"/>
                </a:cubicBezTo>
                <a:lnTo>
                  <a:pt x="3161000" y="301936"/>
                </a:lnTo>
                <a:cubicBezTo>
                  <a:pt x="3266430" y="301936"/>
                  <a:pt x="3351900" y="216468"/>
                  <a:pt x="3351900" y="111037"/>
                </a:cubicBezTo>
                <a:lnTo>
                  <a:pt x="3351900" y="0"/>
                </a:lnTo>
                <a:lnTo>
                  <a:pt x="3941342" y="0"/>
                </a:lnTo>
                <a:cubicBezTo>
                  <a:pt x="4199216" y="0"/>
                  <a:pt x="4408266" y="209049"/>
                  <a:pt x="4408266" y="466923"/>
                </a:cubicBezTo>
                <a:lnTo>
                  <a:pt x="4408266" y="8953482"/>
                </a:lnTo>
                <a:cubicBezTo>
                  <a:pt x="4408266" y="9211356"/>
                  <a:pt x="4199216" y="9420405"/>
                  <a:pt x="3941342" y="9420405"/>
                </a:cubicBezTo>
                <a:lnTo>
                  <a:pt x="466924" y="9420405"/>
                </a:lnTo>
                <a:cubicBezTo>
                  <a:pt x="209050" y="9420405"/>
                  <a:pt x="0" y="9211356"/>
                  <a:pt x="0" y="8953482"/>
                </a:cubicBezTo>
                <a:lnTo>
                  <a:pt x="0" y="466923"/>
                </a:lnTo>
                <a:cubicBezTo>
                  <a:pt x="0" y="209049"/>
                  <a:pt x="209050" y="0"/>
                  <a:pt x="466924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0" tIns="2015999" rIns="360000" bIns="0" rtlCol="0" anchor="t">
            <a:noAutofit/>
          </a:bodyPr>
          <a:lstStyle>
            <a:lvl1pPr marL="0" indent="0" algn="ctr">
              <a:buFontTx/>
              <a:buNone/>
              <a:defRPr lang="en-US" sz="1050" b="1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Drag &amp; drop photo here or 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908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6843-798F-9528-D4D9-3655F6C0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617FA-3534-F19B-98B2-AE7DCF46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68E83-62E0-E2E2-274E-E676247B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0687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59DDDC-957F-114E-5FCD-A9EC022B3109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D0E3BD-378B-80F3-2D20-131BC3DE9F9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85274" y="4830420"/>
            <a:ext cx="1692000" cy="342004"/>
            <a:chOff x="10307382" y="4588869"/>
            <a:chExt cx="1008089" cy="2037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7D4FB8-58A8-DFCE-D26E-22DFD7BFC978}"/>
                </a:ext>
              </a:extLst>
            </p:cNvPr>
            <p:cNvSpPr/>
            <p:nvPr/>
          </p:nvSpPr>
          <p:spPr>
            <a:xfrm>
              <a:off x="10804619" y="458886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74E73EA-E9FC-1AF9-A150-E1F5ACE986CA}"/>
                </a:ext>
              </a:extLst>
            </p:cNvPr>
            <p:cNvSpPr/>
            <p:nvPr/>
          </p:nvSpPr>
          <p:spPr>
            <a:xfrm>
              <a:off x="10307382" y="458886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>
                <a:solidFill>
                  <a:schemeClr val="bg1"/>
                </a:solidFill>
              </a:endParaRPr>
            </a:p>
          </p:txBody>
        </p:sp>
      </p:grp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8EE9470B-C5AD-0F15-8B9B-AD6021CF7E18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D15FC0-C4CE-0F9E-269E-25052389689C}"/>
              </a:ext>
            </a:extLst>
          </p:cNvPr>
          <p:cNvSpPr txBox="1"/>
          <p:nvPr userDrawn="1"/>
        </p:nvSpPr>
        <p:spPr>
          <a:xfrm>
            <a:off x="516834" y="3160643"/>
            <a:ext cx="5148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54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0248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6D6CD-E275-52E5-E5E5-CA6ED5C1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12A79-011F-0DE4-6069-17488F04A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0" y="1474149"/>
            <a:ext cx="11160000" cy="4680000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B7779-FFBD-F7C5-6561-BCF406F51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95124" y="6356350"/>
            <a:ext cx="50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0" i="0">
                <a:solidFill>
                  <a:schemeClr val="accent4"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08AB0-89D8-CED5-6B2A-58F67C789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467" y="6356350"/>
            <a:ext cx="348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accent4"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6BDAF46-1CFB-C32B-89A2-46BC182FCE6D}"/>
              </a:ext>
            </a:extLst>
          </p:cNvPr>
          <p:cNvSpPr/>
          <p:nvPr userDrawn="1"/>
        </p:nvSpPr>
        <p:spPr>
          <a:xfrm>
            <a:off x="592865" y="388644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7FC6D1-A5C0-8E8A-9549-29A37B9EDE15}"/>
              </a:ext>
            </a:extLst>
          </p:cNvPr>
          <p:cNvGrpSpPr/>
          <p:nvPr userDrawn="1"/>
        </p:nvGrpSpPr>
        <p:grpSpPr>
          <a:xfrm>
            <a:off x="10654248" y="6448149"/>
            <a:ext cx="1008089" cy="203766"/>
            <a:chOff x="10654248" y="6448149"/>
            <a:chExt cx="1008089" cy="20376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6EE7C6F-0807-B49E-1E40-B6469F7F0A3A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BE81851-DE74-F229-8630-9E3E96D18699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rgbClr val="000000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8356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1" r:id="rId5"/>
    <p:sldLayoutId id="2147483662" r:id="rId6"/>
    <p:sldLayoutId id="2147483663" r:id="rId7"/>
    <p:sldLayoutId id="2147483653" r:id="rId8"/>
    <p:sldLayoutId id="2147483664" r:id="rId9"/>
    <p:sldLayoutId id="2147483665" r:id="rId10"/>
    <p:sldLayoutId id="2147483654" r:id="rId11"/>
    <p:sldLayoutId id="214748366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+mj-lt"/>
          <a:ea typeface="+mj-ea"/>
          <a:cs typeface="Segoe UI Semibold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8563F50-B2C5-2D45-F8C3-54E78FED93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55" b="2290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90A3A5-964D-9897-EA00-195D04C547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6984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A52CC-36D0-7501-21F1-E233521D1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Schematic Design:</a:t>
            </a:r>
            <a:br>
              <a:rPr lang="en-US" dirty="0"/>
            </a:br>
            <a:r>
              <a:rPr lang="en-US" dirty="0"/>
              <a:t>Title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D4605-133B-0312-2F01-F891955455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L" dirty="0">
                <a:ea typeface="+mn-ea"/>
              </a:rPr>
              <a:t>Cover slide sub-title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7B848F-90A5-2BB2-D1F7-72B916DF47E8}"/>
              </a:ext>
            </a:extLst>
          </p:cNvPr>
          <p:cNvGrpSpPr/>
          <p:nvPr/>
        </p:nvGrpSpPr>
        <p:grpSpPr>
          <a:xfrm>
            <a:off x="621293" y="6167448"/>
            <a:ext cx="3893004" cy="432000"/>
            <a:chOff x="7379155" y="4451087"/>
            <a:chExt cx="2339037" cy="4320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6B515A-4E2A-797F-CEE0-AEC8B640B5B4}"/>
                </a:ext>
              </a:extLst>
            </p:cNvPr>
            <p:cNvSpPr txBox="1"/>
            <p:nvPr/>
          </p:nvSpPr>
          <p:spPr>
            <a:xfrm>
              <a:off x="7379155" y="4451087"/>
              <a:ext cx="2339037" cy="430887"/>
            </a:xfrm>
            <a:prstGeom prst="rect">
              <a:avLst/>
            </a:prstGeom>
            <a:gradFill>
              <a:gsLst>
                <a:gs pos="35000">
                  <a:schemeClr val="tx2">
                    <a:alpha val="65000"/>
                  </a:schemeClr>
                </a:gs>
                <a:gs pos="86000">
                  <a:schemeClr val="tx2">
                    <a:alpha val="25000"/>
                  </a:schemeClr>
                </a:gs>
                <a:gs pos="99000">
                  <a:schemeClr val="tx2">
                    <a:alpha val="0"/>
                  </a:schemeClr>
                </a:gs>
              </a:gsLst>
              <a:lin ang="0" scaled="0"/>
            </a:gradFill>
          </p:spPr>
          <p:txBody>
            <a:bodyPr wrap="square" rtlCol="0">
              <a:spAutoFit/>
            </a:bodyPr>
            <a:lstStyle/>
            <a:p>
              <a:r>
                <a:rPr lang="fr-FR" sz="1100" dirty="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13MW </a:t>
              </a:r>
              <a:r>
                <a:rPr lang="fr-FR" sz="1100" dirty="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Floating</a:t>
              </a:r>
              <a:r>
                <a:rPr lang="fr-FR" sz="1100" dirty="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 PV, Wu Shan </a:t>
              </a:r>
              <a:r>
                <a:rPr lang="fr-FR" sz="1100" dirty="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Tou</a:t>
              </a:r>
              <a:r>
                <a:rPr lang="fr-FR" sz="1100" dirty="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fr-FR" sz="1100" dirty="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Reservoir</a:t>
              </a:r>
              <a:r>
                <a:rPr lang="fr-FR" sz="1100" dirty="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, Tainan City, Taiwan</a:t>
              </a:r>
              <a:br>
                <a:rPr lang="fr-FR" sz="1100" dirty="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</a:br>
              <a:r>
                <a:rPr lang="fr-FR" sz="1100" dirty="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Installed</a:t>
              </a:r>
              <a:r>
                <a:rPr lang="fr-FR" sz="1100" dirty="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 by Star Energy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71CEDF3-0D7A-076D-DB9A-FEBAFAF727D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155" y="4451087"/>
              <a:ext cx="0" cy="432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FC3C4E-E34E-AEDE-4840-80269CFDEF5B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605761" y="740098"/>
            <a:ext cx="2520000" cy="509371"/>
            <a:chOff x="10307382" y="4588869"/>
            <a:chExt cx="1008089" cy="203766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2BE0361-46A1-59B8-913C-CB2D505251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804619" y="458886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170209E-C586-B025-74B3-E321066B8E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307382" y="458886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>
                <a:solidFill>
                  <a:schemeClr val="bg1"/>
                </a:solidFill>
              </a:endParaRPr>
            </a:p>
          </p:txBody>
        </p:sp>
      </p:grp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178F4467-417B-AB71-1D8B-9FC0691A8A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17ECB-2326-D7EF-7F2F-95A1D4BC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pPr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3650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06534-06CA-D9AC-70F4-40EABCB48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B03AC-83FB-FA5E-19FC-2C18C4DDC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IL" dirty="0"/>
              <a:t>Project Overview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0EA54F0-921A-D037-D72A-AF01974C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AD5E-5C12-304A-8807-2EE9CF852A19}" type="slidenum">
              <a:rPr lang="en-IL" smtClean="0"/>
              <a:pPr/>
              <a:t>2</a:t>
            </a:fld>
            <a:endParaRPr lang="en-IL"/>
          </a:p>
        </p:txBody>
      </p:sp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DE515573-89E7-1D1F-A835-385AEBF8649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4638" r="24638"/>
          <a:stretch/>
        </p:blipFill>
        <p:spPr/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232F72-39DD-737D-3398-A6AF299B4581}"/>
              </a:ext>
            </a:extLst>
          </p:cNvPr>
          <p:cNvCxnSpPr>
            <a:cxnSpLocks/>
          </p:cNvCxnSpPr>
          <p:nvPr/>
        </p:nvCxnSpPr>
        <p:spPr>
          <a:xfrm>
            <a:off x="516000" y="2009084"/>
            <a:ext cx="4357278" cy="0"/>
          </a:xfrm>
          <a:prstGeom prst="line">
            <a:avLst/>
          </a:prstGeom>
          <a:ln w="127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A4648B-EE5B-B020-864E-ED07E830DD85}"/>
              </a:ext>
            </a:extLst>
          </p:cNvPr>
          <p:cNvCxnSpPr>
            <a:cxnSpLocks/>
          </p:cNvCxnSpPr>
          <p:nvPr/>
        </p:nvCxnSpPr>
        <p:spPr>
          <a:xfrm>
            <a:off x="516000" y="2654855"/>
            <a:ext cx="4357278" cy="0"/>
          </a:xfrm>
          <a:prstGeom prst="line">
            <a:avLst/>
          </a:prstGeom>
          <a:ln w="127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84CE6C-7A65-872F-9AE0-7198B7AE6535}"/>
              </a:ext>
            </a:extLst>
          </p:cNvPr>
          <p:cNvCxnSpPr>
            <a:cxnSpLocks/>
          </p:cNvCxnSpPr>
          <p:nvPr/>
        </p:nvCxnSpPr>
        <p:spPr>
          <a:xfrm>
            <a:off x="516000" y="3946397"/>
            <a:ext cx="4357278" cy="0"/>
          </a:xfrm>
          <a:prstGeom prst="line">
            <a:avLst/>
          </a:prstGeom>
          <a:ln w="127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EA25C3-9C46-DC1C-6BAE-96BF279CC182}"/>
              </a:ext>
            </a:extLst>
          </p:cNvPr>
          <p:cNvCxnSpPr>
            <a:cxnSpLocks/>
          </p:cNvCxnSpPr>
          <p:nvPr/>
        </p:nvCxnSpPr>
        <p:spPr>
          <a:xfrm>
            <a:off x="516000" y="3300626"/>
            <a:ext cx="4357278" cy="0"/>
          </a:xfrm>
          <a:prstGeom prst="line">
            <a:avLst/>
          </a:prstGeom>
          <a:ln w="127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4906DC-9D34-C280-C5C8-C2CB44B4C0C5}"/>
              </a:ext>
            </a:extLst>
          </p:cNvPr>
          <p:cNvGrpSpPr/>
          <p:nvPr/>
        </p:nvGrpSpPr>
        <p:grpSpPr>
          <a:xfrm>
            <a:off x="6408511" y="6234573"/>
            <a:ext cx="1721076" cy="432000"/>
            <a:chOff x="7379155" y="4451087"/>
            <a:chExt cx="1034076" cy="4320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5D692C-3A25-0F3A-6C5B-38A4D43BF432}"/>
                </a:ext>
              </a:extLst>
            </p:cNvPr>
            <p:cNvSpPr txBox="1"/>
            <p:nvPr/>
          </p:nvSpPr>
          <p:spPr>
            <a:xfrm>
              <a:off x="7379156" y="4451087"/>
              <a:ext cx="1034075" cy="430887"/>
            </a:xfrm>
            <a:prstGeom prst="rect">
              <a:avLst/>
            </a:prstGeom>
            <a:gradFill>
              <a:gsLst>
                <a:gs pos="35000">
                  <a:schemeClr val="tx2">
                    <a:alpha val="65000"/>
                  </a:schemeClr>
                </a:gs>
                <a:gs pos="86000">
                  <a:schemeClr val="tx2">
                    <a:alpha val="25000"/>
                  </a:schemeClr>
                </a:gs>
                <a:gs pos="99000">
                  <a:schemeClr val="tx2">
                    <a:alpha val="0"/>
                  </a:schemeClr>
                </a:gs>
              </a:gsLst>
              <a:lin ang="0" scaled="0"/>
            </a:gradFill>
          </p:spPr>
          <p:txBody>
            <a:bodyPr wrap="square" rtlCol="0">
              <a:spAutoFit/>
            </a:bodyPr>
            <a:lstStyle/>
            <a:p>
              <a:r>
                <a:rPr lang="fr-FR" sz="110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2MW, </a:t>
              </a:r>
              <a:r>
                <a:rPr lang="fr-FR" sz="110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Kllund</a:t>
              </a:r>
              <a:r>
                <a:rPr lang="fr-FR" sz="110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, </a:t>
              </a:r>
              <a:r>
                <a:rPr lang="fr-FR" sz="110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Denmark</a:t>
              </a:r>
              <a:endParaRPr lang="fr-FR" sz="1100">
                <a:solidFill>
                  <a:schemeClr val="bg1"/>
                </a:solidFill>
                <a:ea typeface="Segoe UI Historic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fr-FR" sz="110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Installed</a:t>
              </a:r>
              <a:r>
                <a:rPr lang="fr-FR" sz="110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 by </a:t>
              </a:r>
              <a:r>
                <a:rPr lang="fr-FR" sz="110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Sveigaard</a:t>
              </a:r>
              <a:endParaRPr lang="fr-FR" sz="1100">
                <a:solidFill>
                  <a:schemeClr val="bg1"/>
                </a:solidFill>
                <a:ea typeface="Segoe UI Historic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F24D41-BE3D-8E9F-7096-785B02B20153}"/>
                </a:ext>
              </a:extLst>
            </p:cNvPr>
            <p:cNvCxnSpPr>
              <a:cxnSpLocks/>
            </p:cNvCxnSpPr>
            <p:nvPr/>
          </p:nvCxnSpPr>
          <p:spPr>
            <a:xfrm>
              <a:off x="7379155" y="4451087"/>
              <a:ext cx="0" cy="432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7D8B7C8-E26B-A350-F97B-C4853C20232B}"/>
              </a:ext>
            </a:extLst>
          </p:cNvPr>
          <p:cNvSpPr txBox="1">
            <a:spLocks/>
          </p:cNvSpPr>
          <p:nvPr/>
        </p:nvSpPr>
        <p:spPr>
          <a:xfrm>
            <a:off x="516000" y="2119920"/>
            <a:ext cx="5427600" cy="424099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IL" dirty="0"/>
              <a:t>Calculations and Components Selection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3A8B2A1-A5A9-CAC3-F963-5481DA30AD61}"/>
              </a:ext>
            </a:extLst>
          </p:cNvPr>
          <p:cNvSpPr txBox="1">
            <a:spLocks/>
          </p:cNvSpPr>
          <p:nvPr/>
        </p:nvSpPr>
        <p:spPr>
          <a:xfrm>
            <a:off x="516000" y="2765691"/>
            <a:ext cx="5427600" cy="424099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677CE78-555E-A03D-D74A-5C0D11C7FADD}"/>
              </a:ext>
            </a:extLst>
          </p:cNvPr>
          <p:cNvSpPr txBox="1">
            <a:spLocks/>
          </p:cNvSpPr>
          <p:nvPr/>
        </p:nvSpPr>
        <p:spPr>
          <a:xfrm>
            <a:off x="516000" y="3411462"/>
            <a:ext cx="5427600" cy="424099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IL" dirty="0"/>
              <a:t>Layout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AD122457-C902-F4F3-D684-44EFC9B7E9A1}"/>
              </a:ext>
            </a:extLst>
          </p:cNvPr>
          <p:cNvSpPr txBox="1">
            <a:spLocks/>
          </p:cNvSpPr>
          <p:nvPr/>
        </p:nvSpPr>
        <p:spPr>
          <a:xfrm>
            <a:off x="516000" y="4057233"/>
            <a:ext cx="5427600" cy="424099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Summary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2829B03-871F-AA96-9777-C144702B8231}"/>
              </a:ext>
            </a:extLst>
          </p:cNvPr>
          <p:cNvSpPr txBox="1">
            <a:spLocks/>
          </p:cNvSpPr>
          <p:nvPr/>
        </p:nvSpPr>
        <p:spPr>
          <a:xfrm>
            <a:off x="516000" y="2775315"/>
            <a:ext cx="5427600" cy="424099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Schema</a:t>
            </a:r>
          </a:p>
        </p:txBody>
      </p:sp>
    </p:spTree>
    <p:extLst>
      <p:ext uri="{BB962C8B-B14F-4D97-AF65-F5344CB8AC3E}">
        <p14:creationId xmlns:p14="http://schemas.microsoft.com/office/powerpoint/2010/main" val="1617862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9">
            <a:extLst>
              <a:ext uri="{FF2B5EF4-FFF2-40B4-BE49-F238E27FC236}">
                <a16:creationId xmlns:a16="http://schemas.microsoft.com/office/drawing/2014/main" id="{EDA2FFBB-C703-550E-4C63-5DDCE733C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L" dirty="0"/>
              <a:t>Project Overview</a:t>
            </a:r>
          </a:p>
        </p:txBody>
      </p:sp>
      <p:sp>
        <p:nvSpPr>
          <p:cNvPr id="19458" name="Content Placeholder 10">
            <a:extLst>
              <a:ext uri="{FF2B5EF4-FFF2-40B4-BE49-F238E27FC236}">
                <a16:creationId xmlns:a16="http://schemas.microsoft.com/office/drawing/2014/main" id="{AE4B0924-F7FF-555B-9CA9-84B50AAADA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IL" dirty="0"/>
              <a:t>Present group members</a:t>
            </a:r>
          </a:p>
          <a:p>
            <a:r>
              <a:rPr lang="en-US" altLang="en-IL" dirty="0"/>
              <a:t>Present workshop task</a:t>
            </a:r>
          </a:p>
          <a:p>
            <a:pPr lvl="1"/>
            <a:endParaRPr lang="en-US" alt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58F98B-3D55-8CB2-DCA9-B7354457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5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C8AA9-6DD5-5DC0-D0EF-9A0DFB8B0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9">
            <a:extLst>
              <a:ext uri="{FF2B5EF4-FFF2-40B4-BE49-F238E27FC236}">
                <a16:creationId xmlns:a16="http://schemas.microsoft.com/office/drawing/2014/main" id="{28FC0E37-B16E-0DE6-8CE2-44C4662C93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L" dirty="0"/>
              <a:t>Calculations and Components Selection</a:t>
            </a:r>
          </a:p>
        </p:txBody>
      </p:sp>
      <p:sp>
        <p:nvSpPr>
          <p:cNvPr id="19458" name="Content Placeholder 10">
            <a:extLst>
              <a:ext uri="{FF2B5EF4-FFF2-40B4-BE49-F238E27FC236}">
                <a16:creationId xmlns:a16="http://schemas.microsoft.com/office/drawing/2014/main" id="{39230842-8332-E774-6AD3-39B5B1C317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IL" dirty="0"/>
              <a:t>Calculations</a:t>
            </a:r>
          </a:p>
          <a:p>
            <a:pPr lvl="1"/>
            <a:r>
              <a:rPr lang="en-US" altLang="en-IL" dirty="0"/>
              <a:t>What did you calculate</a:t>
            </a:r>
          </a:p>
          <a:p>
            <a:r>
              <a:rPr lang="en-US" altLang="en-IL" dirty="0"/>
              <a:t>Component selection – </a:t>
            </a:r>
          </a:p>
          <a:p>
            <a:pPr lvl="1"/>
            <a:r>
              <a:rPr lang="en-US" altLang="en-IL" dirty="0"/>
              <a:t>Criteria - Explain why you choose these components – which criteria's guide you (Reliability, Size, Cost…)?</a:t>
            </a:r>
          </a:p>
          <a:p>
            <a:r>
              <a:rPr lang="en-US" altLang="en-IL" dirty="0"/>
              <a:t>BOM Cost</a:t>
            </a:r>
          </a:p>
          <a:p>
            <a:pPr lvl="1"/>
            <a:endParaRPr lang="en-US" altLang="en-IL" dirty="0"/>
          </a:p>
          <a:p>
            <a:endParaRPr lang="en-US" altLang="en-IL" dirty="0"/>
          </a:p>
          <a:p>
            <a:pPr lvl="1"/>
            <a:endParaRPr lang="en-US" alt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C90843-F37F-6842-EADC-E1580D01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516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47333-B712-84E8-B71E-24F2B12D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9">
            <a:extLst>
              <a:ext uri="{FF2B5EF4-FFF2-40B4-BE49-F238E27FC236}">
                <a16:creationId xmlns:a16="http://schemas.microsoft.com/office/drawing/2014/main" id="{1E03C8BA-1D04-8E67-C816-57BADAFFE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L" dirty="0"/>
              <a:t>Schema</a:t>
            </a:r>
          </a:p>
        </p:txBody>
      </p:sp>
      <p:sp>
        <p:nvSpPr>
          <p:cNvPr id="19458" name="Content Placeholder 10">
            <a:extLst>
              <a:ext uri="{FF2B5EF4-FFF2-40B4-BE49-F238E27FC236}">
                <a16:creationId xmlns:a16="http://schemas.microsoft.com/office/drawing/2014/main" id="{6E721BF4-6FEF-C25C-B9A3-1748835AF3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IL" dirty="0"/>
              <a:t>Explain implementation according to course’ guidelines </a:t>
            </a:r>
          </a:p>
          <a:p>
            <a:r>
              <a:rPr lang="en-US" altLang="en-IL" dirty="0"/>
              <a:t>Add pictures </a:t>
            </a:r>
          </a:p>
          <a:p>
            <a:pPr marL="457200" lvl="1" indent="0">
              <a:buNone/>
            </a:pPr>
            <a:endParaRPr lang="en-US" alt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289618-1ACD-2F10-BAA8-D589DF22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6972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AE9C-1655-31CC-6C57-4B6E0E95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9">
            <a:extLst>
              <a:ext uri="{FF2B5EF4-FFF2-40B4-BE49-F238E27FC236}">
                <a16:creationId xmlns:a16="http://schemas.microsoft.com/office/drawing/2014/main" id="{EB6D7389-3283-CF4C-EFDD-F3AF0D7EE2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L" dirty="0"/>
              <a:t>Layout</a:t>
            </a:r>
          </a:p>
        </p:txBody>
      </p:sp>
      <p:sp>
        <p:nvSpPr>
          <p:cNvPr id="19458" name="Content Placeholder 10">
            <a:extLst>
              <a:ext uri="{FF2B5EF4-FFF2-40B4-BE49-F238E27FC236}">
                <a16:creationId xmlns:a16="http://schemas.microsoft.com/office/drawing/2014/main" id="{8EA6DD50-D4BD-177E-5CED-D6980F0D25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IL" dirty="0"/>
              <a:t>Explain implementation according to course’ guidelines</a:t>
            </a:r>
          </a:p>
          <a:p>
            <a:pPr lvl="1"/>
            <a:r>
              <a:rPr lang="en-US" altLang="en-IL" dirty="0"/>
              <a:t>Placement Guidelines</a:t>
            </a:r>
          </a:p>
          <a:p>
            <a:pPr lvl="1"/>
            <a:r>
              <a:rPr lang="en-US" altLang="en-IL" dirty="0"/>
              <a:t>Routing Guidelines</a:t>
            </a:r>
          </a:p>
          <a:p>
            <a:pPr lvl="1"/>
            <a:r>
              <a:rPr lang="en-US" altLang="en-IL" dirty="0"/>
              <a:t>Constrains Table</a:t>
            </a:r>
          </a:p>
          <a:p>
            <a:r>
              <a:rPr lang="en-US" altLang="en-IL" dirty="0"/>
              <a:t>Add Pictures</a:t>
            </a:r>
          </a:p>
          <a:p>
            <a:pPr marL="457200" lvl="1" indent="0">
              <a:buNone/>
            </a:pPr>
            <a:endParaRPr lang="en-US" alt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9D5CA2-D5AC-DD40-21D6-A625DE32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013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EE7C-3DBB-5993-EE31-0A7E35BE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9">
            <a:extLst>
              <a:ext uri="{FF2B5EF4-FFF2-40B4-BE49-F238E27FC236}">
                <a16:creationId xmlns:a16="http://schemas.microsoft.com/office/drawing/2014/main" id="{B694F502-F133-EF16-6C94-76CD77EC90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L" dirty="0"/>
              <a:t>Summary and additional inputs</a:t>
            </a:r>
          </a:p>
        </p:txBody>
      </p:sp>
      <p:sp>
        <p:nvSpPr>
          <p:cNvPr id="19458" name="Content Placeholder 10">
            <a:extLst>
              <a:ext uri="{FF2B5EF4-FFF2-40B4-BE49-F238E27FC236}">
                <a16:creationId xmlns:a16="http://schemas.microsoft.com/office/drawing/2014/main" id="{E1F01C3D-9F50-341A-2422-2826B94749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IL" dirty="0"/>
              <a:t>Text</a:t>
            </a:r>
          </a:p>
          <a:p>
            <a:pPr marL="457200" lvl="1" indent="0">
              <a:buNone/>
            </a:pPr>
            <a:endParaRPr lang="en-US" alt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4CC83B-1A79-7F03-1531-A00638CE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8733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9D851-1D4B-1F6E-0665-82174D10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000" y="6356350"/>
            <a:ext cx="348973" cy="365125"/>
          </a:xfrm>
        </p:spPr>
        <p:txBody>
          <a:bodyPr/>
          <a:lstStyle/>
          <a:p>
            <a:fld id="{EBBBAD5E-5C12-304A-8807-2EE9CF852A19}" type="slidenum">
              <a:rPr lang="en-IL" smtClean="0"/>
              <a:pPr/>
              <a:t>8</a:t>
            </a:fld>
            <a:endParaRPr lang="en-IL"/>
          </a:p>
        </p:txBody>
      </p:sp>
      <p:pic>
        <p:nvPicPr>
          <p:cNvPr id="4" name="Picture Placeholder 3" descr="A group of white electrical boxes&#10;&#10;Description automatically generated">
            <a:extLst>
              <a:ext uri="{FF2B5EF4-FFF2-40B4-BE49-F238E27FC236}">
                <a16:creationId xmlns:a16="http://schemas.microsoft.com/office/drawing/2014/main" id="{E69149D4-841E-7990-4FA4-A0A30A2D58D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 r="680"/>
          <a:stretch/>
        </p:blipFill>
        <p:spPr>
          <a:xfrm>
            <a:off x="0" y="0"/>
            <a:ext cx="12192000" cy="3429000"/>
          </a:xfrm>
          <a:solidFill>
            <a:schemeClr val="bg1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DDC8E5-FDA3-C8AC-7C77-9990C29EDD54}"/>
              </a:ext>
            </a:extLst>
          </p:cNvPr>
          <p:cNvSpPr/>
          <p:nvPr/>
        </p:nvSpPr>
        <p:spPr>
          <a:xfrm>
            <a:off x="1" y="0"/>
            <a:ext cx="12192000" cy="3406877"/>
          </a:xfrm>
          <a:prstGeom prst="rect">
            <a:avLst/>
          </a:prstGeom>
          <a:gradFill>
            <a:gsLst>
              <a:gs pos="0">
                <a:schemeClr val="tx2">
                  <a:alpha val="19992"/>
                </a:schemeClr>
              </a:gs>
              <a:gs pos="100000">
                <a:schemeClr val="tx2">
                  <a:alpha val="19677"/>
                </a:schemeClr>
              </a:gs>
              <a:gs pos="75000">
                <a:srgbClr val="00082E">
                  <a:alpha val="0"/>
                </a:srgbClr>
              </a:gs>
              <a:gs pos="25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C7DC11-E6C7-1B55-AB0A-D5DFE262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99" y="3852045"/>
            <a:ext cx="8210557" cy="233009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36550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75"/>
</p:tagLst>
</file>

<file path=ppt/theme/theme1.xml><?xml version="1.0" encoding="utf-8"?>
<a:theme xmlns:a="http://schemas.openxmlformats.org/drawingml/2006/main" name="SolarEdge Theme">
  <a:themeElements>
    <a:clrScheme name="SolarEdge Theme">
      <a:dk1>
        <a:srgbClr val="000000"/>
      </a:dk1>
      <a:lt1>
        <a:srgbClr val="FFFFFF"/>
      </a:lt1>
      <a:dk2>
        <a:srgbClr val="00082E"/>
      </a:dk2>
      <a:lt2>
        <a:srgbClr val="F0F0F0"/>
      </a:lt2>
      <a:accent1>
        <a:srgbClr val="2E8FD6"/>
      </a:accent1>
      <a:accent2>
        <a:srgbClr val="78BAE6"/>
      </a:accent2>
      <a:accent3>
        <a:srgbClr val="A0D3AD"/>
      </a:accent3>
      <a:accent4>
        <a:srgbClr val="696969"/>
      </a:accent4>
      <a:accent5>
        <a:srgbClr val="FFCC7F"/>
      </a:accent5>
      <a:accent6>
        <a:srgbClr val="00082E"/>
      </a:accent6>
      <a:hlink>
        <a:srgbClr val="0432FF"/>
      </a:hlink>
      <a:folHlink>
        <a:srgbClr val="932092"/>
      </a:folHlink>
    </a:clrScheme>
    <a:fontScheme name="Segoe UI">
      <a:majorFont>
        <a:latin typeface="Segoe UI Semibold"/>
        <a:ea typeface=""/>
        <a:cs typeface="Segoe UI"/>
      </a:majorFont>
      <a:minorFont>
        <a:latin typeface="Segoe UI Light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Nov3" id="{7E9F8C1D-413D-6C47-A3B5-BF8F7C57BC88}" vid="{A65ECD5B-2103-0248-8CD1-E996A069D5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495CB41-BFA5-C944-97A4-EF83B88CB602}">
  <we:reference id="wa200001766" version="1.5.0.0" store="en-US" storeType="OMEX"/>
  <we:alternateReferences>
    <we:reference id="WA200001766" version="1.5.0.0" store="WA2000017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9418446FF17E4ABDFF0A9FA7A58C9F" ma:contentTypeVersion="4" ma:contentTypeDescription="Create a new document." ma:contentTypeScope="" ma:versionID="a25172c7af07b736fcda7f296d3e7821">
  <xsd:schema xmlns:xsd="http://www.w3.org/2001/XMLSchema" xmlns:xs="http://www.w3.org/2001/XMLSchema" xmlns:p="http://schemas.microsoft.com/office/2006/metadata/properties" xmlns:ns2="ff996b3b-d04a-4728-a8f7-f6e099ea1070" targetNamespace="http://schemas.microsoft.com/office/2006/metadata/properties" ma:root="true" ma:fieldsID="832fa2696dc159c0a059ad8f90287c44" ns2:_="">
    <xsd:import namespace="ff996b3b-d04a-4728-a8f7-f6e099ea1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96b3b-d04a-4728-a8f7-f6e099ea10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FC3F55-9DFC-4BD6-AD78-3983C9735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996b3b-d04a-4728-a8f7-f6e099ea10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33F3EE-55BC-4BBB-9C7D-85575923FD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b37c808-6ca7-40eb-8746-85795efcbd36}" enabled="0" method="" siteId="{fb37c808-6ca7-40eb-8746-85795efcbd3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SolarEdge Repository 2024</Template>
  <TotalTime>18</TotalTime>
  <Words>128</Words>
  <Application>Microsoft Office PowerPoint</Application>
  <PresentationFormat>Widescreen</PresentationFormat>
  <Paragraphs>42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Segoe UI</vt:lpstr>
      <vt:lpstr>Segoe UI Historic</vt:lpstr>
      <vt:lpstr>Segoe UI Light</vt:lpstr>
      <vt:lpstr>Segoe UI Semibold</vt:lpstr>
      <vt:lpstr>SolarEdge Theme</vt:lpstr>
      <vt:lpstr>Schematic Design: Title</vt:lpstr>
      <vt:lpstr>Agenda</vt:lpstr>
      <vt:lpstr>Project Overview</vt:lpstr>
      <vt:lpstr>Calculations and Components Selection</vt:lpstr>
      <vt:lpstr>Schema</vt:lpstr>
      <vt:lpstr>Layout</vt:lpstr>
      <vt:lpstr>Summary and additional inputs</vt:lpstr>
      <vt:lpstr>Thank You</vt:lpstr>
    </vt:vector>
  </TitlesOfParts>
  <Company>Solaredge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Tzippi Shvili</dc:creator>
  <cp:lastModifiedBy>Tzippi Shvili</cp:lastModifiedBy>
  <cp:revision>1</cp:revision>
  <dcterms:created xsi:type="dcterms:W3CDTF">2026-01-20T10:01:17Z</dcterms:created>
  <dcterms:modified xsi:type="dcterms:W3CDTF">2026-01-20T10:19:34Z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0CEA0E78-C59B-4006-8441-D692B5019D7A</vt:lpwstr>
  </property>
  <property fmtid="{D5CDD505-2E9C-101B-9397-08002B2CF9AE}" pid="3" name="ArticulatePath">
    <vt:lpwstr>https://solaredge0-my.sharepoint.com/personal/liat_d_solaredge_com/Documents/Sharing is Caring/Corporate Presentation/Beta Testing/SolarEdge Corporate PPT repository v.5 Beta</vt:lpwstr>
  </property>
</Properties>
</file>