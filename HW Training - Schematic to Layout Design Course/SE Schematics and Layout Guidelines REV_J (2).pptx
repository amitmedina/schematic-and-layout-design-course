
<file path=[Content_Types].xml><?xml version="1.0" encoding="utf-8"?>
<Types xmlns="http://schemas.openxmlformats.org/package/2006/content-types">
  <Default Extension="emf" ContentType="image/x-emf"/>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903" r:id="rId4"/>
  </p:sldMasterIdLst>
  <p:notesMasterIdLst>
    <p:notesMasterId r:id="rId67"/>
  </p:notesMasterIdLst>
  <p:sldIdLst>
    <p:sldId id="282" r:id="rId5"/>
    <p:sldId id="950" r:id="rId6"/>
    <p:sldId id="1002" r:id="rId7"/>
    <p:sldId id="942" r:id="rId8"/>
    <p:sldId id="936" r:id="rId9"/>
    <p:sldId id="938" r:id="rId10"/>
    <p:sldId id="952" r:id="rId11"/>
    <p:sldId id="957" r:id="rId12"/>
    <p:sldId id="958" r:id="rId13"/>
    <p:sldId id="959" r:id="rId14"/>
    <p:sldId id="960" r:id="rId15"/>
    <p:sldId id="961" r:id="rId16"/>
    <p:sldId id="962" r:id="rId17"/>
    <p:sldId id="963" r:id="rId18"/>
    <p:sldId id="964" r:id="rId19"/>
    <p:sldId id="965" r:id="rId20"/>
    <p:sldId id="966" r:id="rId21"/>
    <p:sldId id="967" r:id="rId22"/>
    <p:sldId id="968" r:id="rId23"/>
    <p:sldId id="969" r:id="rId24"/>
    <p:sldId id="1000" r:id="rId25"/>
    <p:sldId id="970" r:id="rId26"/>
    <p:sldId id="971" r:id="rId27"/>
    <p:sldId id="972" r:id="rId28"/>
    <p:sldId id="973" r:id="rId29"/>
    <p:sldId id="974" r:id="rId30"/>
    <p:sldId id="975" r:id="rId31"/>
    <p:sldId id="976" r:id="rId32"/>
    <p:sldId id="1007" r:id="rId33"/>
    <p:sldId id="997" r:id="rId34"/>
    <p:sldId id="977" r:id="rId35"/>
    <p:sldId id="998" r:id="rId36"/>
    <p:sldId id="1012" r:id="rId37"/>
    <p:sldId id="1011" r:id="rId38"/>
    <p:sldId id="999" r:id="rId39"/>
    <p:sldId id="1001" r:id="rId40"/>
    <p:sldId id="1003" r:id="rId41"/>
    <p:sldId id="1004" r:id="rId42"/>
    <p:sldId id="1005" r:id="rId43"/>
    <p:sldId id="1008" r:id="rId44"/>
    <p:sldId id="996" r:id="rId45"/>
    <p:sldId id="978" r:id="rId46"/>
    <p:sldId id="979" r:id="rId47"/>
    <p:sldId id="980" r:id="rId48"/>
    <p:sldId id="981" r:id="rId49"/>
    <p:sldId id="982" r:id="rId50"/>
    <p:sldId id="983" r:id="rId51"/>
    <p:sldId id="995" r:id="rId52"/>
    <p:sldId id="994" r:id="rId53"/>
    <p:sldId id="984" r:id="rId54"/>
    <p:sldId id="985" r:id="rId55"/>
    <p:sldId id="986" r:id="rId56"/>
    <p:sldId id="987" r:id="rId57"/>
    <p:sldId id="988" r:id="rId58"/>
    <p:sldId id="989" r:id="rId59"/>
    <p:sldId id="990" r:id="rId60"/>
    <p:sldId id="991" r:id="rId61"/>
    <p:sldId id="992" r:id="rId62"/>
    <p:sldId id="993" r:id="rId63"/>
    <p:sldId id="1009" r:id="rId64"/>
    <p:sldId id="1010" r:id="rId65"/>
    <p:sldId id="824" r:id="rId66"/>
  </p:sldIdLst>
  <p:sldSz cx="12192000" cy="6858000"/>
  <p:notesSz cx="7315200" cy="9601200"/>
  <p:defaultTextStyle>
    <a:defPPr>
      <a:defRPr lang="he-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2" pos="3817" userDrawn="1">
          <p15:clr>
            <a:srgbClr val="A4A3A4"/>
          </p15:clr>
        </p15:guide>
        <p15:guide id="3" orient="horz" pos="3498" userDrawn="1">
          <p15:clr>
            <a:srgbClr val="A4A3A4"/>
          </p15:clr>
        </p15:guide>
        <p15:guide id="4" pos="869" userDrawn="1">
          <p15:clr>
            <a:srgbClr val="A4A3A4"/>
          </p15:clr>
        </p15:guide>
        <p15:guide id="5" pos="2570" userDrawn="1">
          <p15:clr>
            <a:srgbClr val="A4A3A4"/>
          </p15:clr>
        </p15:guide>
        <p15:guide id="6" orient="horz" pos="4319">
          <p15:clr>
            <a:srgbClr val="A4A3A4"/>
          </p15:clr>
        </p15:guide>
        <p15:guide id="7" pos="7679">
          <p15:clr>
            <a:srgbClr val="A4A3A4"/>
          </p15:clr>
        </p15:guide>
        <p15:guide id="8" orient="horz" pos="4178" userDrawn="1">
          <p15:clr>
            <a:srgbClr val="A4A3A4"/>
          </p15:clr>
        </p15:guide>
        <p15:guide id="9" orient="horz" pos="3113"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1446"/>
    <a:srgbClr val="FF3232"/>
    <a:srgbClr val="3F4873"/>
    <a:srgbClr val="9E9E9E"/>
    <a:srgbClr val="B0B0B0"/>
    <a:srgbClr val="D9D9D9"/>
    <a:srgbClr val="696969"/>
    <a:srgbClr val="929292"/>
    <a:srgbClr val="F2F2F2"/>
    <a:srgbClr val="FFFF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376C552-BFC8-ECE3-EBF9-C49660D2DE27}" v="11" dt="2025-10-30T11:20:47.956"/>
  </p1510:revLst>
</p1510:revInfo>
</file>

<file path=ppt/tableStyles.xml><?xml version="1.0" encoding="utf-8"?>
<a:tblStyleLst xmlns:a="http://schemas.openxmlformats.org/drawingml/2006/main" def="{85BE263C-DBD7-4A20-BB59-AAB30ACAA65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00A15C55-8517-42AA-B614-E9B94910E393}" styleName="Medium Style 2 - Accent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85BE263C-DBD7-4A20-BB59-AAB30ACAA65A}" styleName="Medium Style 3 - Accent 2">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2"/>
          </a:solidFill>
        </a:fill>
      </a:tcStyle>
    </a:lastCol>
    <a:firstCol>
      <a:tcTxStyle b="on">
        <a:fontRef idx="minor">
          <a:scrgbClr r="0" g="0" b="0"/>
        </a:fontRef>
        <a:schemeClr val="lt1"/>
      </a:tcTxStyle>
      <a:tcStyle>
        <a:tcBdr/>
        <a:fill>
          <a:solidFill>
            <a:schemeClr val="accent2"/>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8025" autoAdjust="0"/>
    <p:restoredTop sz="87656" autoAdjust="0"/>
  </p:normalViewPr>
  <p:slideViewPr>
    <p:cSldViewPr snapToGrid="0" snapToObjects="1" showGuides="1">
      <p:cViewPr varScale="1">
        <p:scale>
          <a:sx n="137" d="100"/>
          <a:sy n="137" d="100"/>
        </p:scale>
        <p:origin x="312" y="150"/>
      </p:cViewPr>
      <p:guideLst>
        <p:guide pos="3817"/>
        <p:guide orient="horz" pos="3498"/>
        <p:guide pos="869"/>
        <p:guide pos="2570"/>
        <p:guide orient="horz" pos="4319"/>
        <p:guide pos="7679"/>
        <p:guide orient="horz" pos="4178"/>
        <p:guide orient="horz" pos="3113"/>
      </p:guideLst>
    </p:cSldViewPr>
  </p:slideViewPr>
  <p:notesTextViewPr>
    <p:cViewPr>
      <p:scale>
        <a:sx n="1" d="1"/>
        <a:sy n="1" d="1"/>
      </p:scale>
      <p:origin x="0" y="0"/>
    </p:cViewPr>
  </p:notesTextViewPr>
  <p:sorterViewPr>
    <p:cViewPr>
      <p:scale>
        <a:sx n="100" d="100"/>
        <a:sy n="100" d="100"/>
      </p:scale>
      <p:origin x="0" y="-14328"/>
    </p:cViewPr>
  </p:sorter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2.xml"/><Relationship Id="rId21" Type="http://schemas.openxmlformats.org/officeDocument/2006/relationships/slide" Target="slides/slide17.xml"/><Relationship Id="rId42" Type="http://schemas.openxmlformats.org/officeDocument/2006/relationships/slide" Target="slides/slide38.xml"/><Relationship Id="rId47" Type="http://schemas.openxmlformats.org/officeDocument/2006/relationships/slide" Target="slides/slide43.xml"/><Relationship Id="rId63" Type="http://schemas.openxmlformats.org/officeDocument/2006/relationships/slide" Target="slides/slide59.xml"/><Relationship Id="rId68" Type="http://schemas.openxmlformats.org/officeDocument/2006/relationships/presProps" Target="presProps.xml"/><Relationship Id="rId7" Type="http://schemas.openxmlformats.org/officeDocument/2006/relationships/slide" Target="slides/slide3.xml"/><Relationship Id="rId71" Type="http://schemas.openxmlformats.org/officeDocument/2006/relationships/tableStyles" Target="tableStyles.xml"/><Relationship Id="rId2" Type="http://schemas.openxmlformats.org/officeDocument/2006/relationships/customXml" Target="../customXml/item2.xml"/><Relationship Id="rId16" Type="http://schemas.openxmlformats.org/officeDocument/2006/relationships/slide" Target="slides/slide12.xml"/><Relationship Id="rId29" Type="http://schemas.openxmlformats.org/officeDocument/2006/relationships/slide" Target="slides/slide25.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slide" Target="slides/slide33.xml"/><Relationship Id="rId40" Type="http://schemas.openxmlformats.org/officeDocument/2006/relationships/slide" Target="slides/slide36.xml"/><Relationship Id="rId45" Type="http://schemas.openxmlformats.org/officeDocument/2006/relationships/slide" Target="slides/slide41.xml"/><Relationship Id="rId53" Type="http://schemas.openxmlformats.org/officeDocument/2006/relationships/slide" Target="slides/slide49.xml"/><Relationship Id="rId58" Type="http://schemas.openxmlformats.org/officeDocument/2006/relationships/slide" Target="slides/slide54.xml"/><Relationship Id="rId66" Type="http://schemas.openxmlformats.org/officeDocument/2006/relationships/slide" Target="slides/slide62.xml"/><Relationship Id="rId5" Type="http://schemas.openxmlformats.org/officeDocument/2006/relationships/slide" Target="slides/slide1.xml"/><Relationship Id="rId61" Type="http://schemas.openxmlformats.org/officeDocument/2006/relationships/slide" Target="slides/slide57.xml"/><Relationship Id="rId19" Type="http://schemas.openxmlformats.org/officeDocument/2006/relationships/slide" Target="slides/slide1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slide" Target="slides/slide39.xml"/><Relationship Id="rId48" Type="http://schemas.openxmlformats.org/officeDocument/2006/relationships/slide" Target="slides/slide44.xml"/><Relationship Id="rId56" Type="http://schemas.openxmlformats.org/officeDocument/2006/relationships/slide" Target="slides/slide52.xml"/><Relationship Id="rId64" Type="http://schemas.openxmlformats.org/officeDocument/2006/relationships/slide" Target="slides/slide60.xml"/><Relationship Id="rId69" Type="http://schemas.openxmlformats.org/officeDocument/2006/relationships/viewProps" Target="viewProps.xml"/><Relationship Id="rId8" Type="http://schemas.openxmlformats.org/officeDocument/2006/relationships/slide" Target="slides/slide4.xml"/><Relationship Id="rId51" Type="http://schemas.openxmlformats.org/officeDocument/2006/relationships/slide" Target="slides/slide47.xml"/><Relationship Id="rId72" Type="http://schemas.microsoft.com/office/2015/10/relationships/revisionInfo" Target="revisionInfo.xml"/><Relationship Id="rId3" Type="http://schemas.openxmlformats.org/officeDocument/2006/relationships/customXml" Target="../customXml/item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slide" Target="slides/slide34.xml"/><Relationship Id="rId46" Type="http://schemas.openxmlformats.org/officeDocument/2006/relationships/slide" Target="slides/slide42.xml"/><Relationship Id="rId59" Type="http://schemas.openxmlformats.org/officeDocument/2006/relationships/slide" Target="slides/slide55.xml"/><Relationship Id="rId67" Type="http://schemas.openxmlformats.org/officeDocument/2006/relationships/notesMaster" Target="notesMasters/notesMaster1.xml"/><Relationship Id="rId20" Type="http://schemas.openxmlformats.org/officeDocument/2006/relationships/slide" Target="slides/slide16.xml"/><Relationship Id="rId41" Type="http://schemas.openxmlformats.org/officeDocument/2006/relationships/slide" Target="slides/slide37.xml"/><Relationship Id="rId54" Type="http://schemas.openxmlformats.org/officeDocument/2006/relationships/slide" Target="slides/slide50.xml"/><Relationship Id="rId62" Type="http://schemas.openxmlformats.org/officeDocument/2006/relationships/slide" Target="slides/slide58.xml"/><Relationship Id="rId70"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49" Type="http://schemas.openxmlformats.org/officeDocument/2006/relationships/slide" Target="slides/slide45.xml"/><Relationship Id="rId57" Type="http://schemas.openxmlformats.org/officeDocument/2006/relationships/slide" Target="slides/slide53.xml"/><Relationship Id="rId10" Type="http://schemas.openxmlformats.org/officeDocument/2006/relationships/slide" Target="slides/slide6.xml"/><Relationship Id="rId31" Type="http://schemas.openxmlformats.org/officeDocument/2006/relationships/slide" Target="slides/slide27.xml"/><Relationship Id="rId44" Type="http://schemas.openxmlformats.org/officeDocument/2006/relationships/slide" Target="slides/slide40.xml"/><Relationship Id="rId52" Type="http://schemas.openxmlformats.org/officeDocument/2006/relationships/slide" Target="slides/slide48.xml"/><Relationship Id="rId60" Type="http://schemas.openxmlformats.org/officeDocument/2006/relationships/slide" Target="slides/slide56.xml"/><Relationship Id="rId65" Type="http://schemas.openxmlformats.org/officeDocument/2006/relationships/slide" Target="slides/slide61.xml"/><Relationship Id="rId4" Type="http://schemas.openxmlformats.org/officeDocument/2006/relationships/slideMaster" Target="slideMasters/slideMaster1.xml"/><Relationship Id="rId9" Type="http://schemas.openxmlformats.org/officeDocument/2006/relationships/slide" Target="slides/slide5.xml"/><Relationship Id="rId13" Type="http://schemas.openxmlformats.org/officeDocument/2006/relationships/slide" Target="slides/slide9.xml"/><Relationship Id="rId18" Type="http://schemas.openxmlformats.org/officeDocument/2006/relationships/slide" Target="slides/slide14.xml"/><Relationship Id="rId39" Type="http://schemas.openxmlformats.org/officeDocument/2006/relationships/slide" Target="slides/slide35.xml"/><Relationship Id="rId34" Type="http://schemas.openxmlformats.org/officeDocument/2006/relationships/slide" Target="slides/slide30.xml"/><Relationship Id="rId50" Type="http://schemas.openxmlformats.org/officeDocument/2006/relationships/slide" Target="slides/slide46.xml"/><Relationship Id="rId55"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169920" cy="481727"/>
          </a:xfrm>
          <a:prstGeom prst="rect">
            <a:avLst/>
          </a:prstGeom>
        </p:spPr>
        <p:txBody>
          <a:bodyPr vert="horz" lIns="96661" tIns="48331" rIns="96661" bIns="48331" rtlCol="0"/>
          <a:lstStyle>
            <a:lvl1pPr algn="l">
              <a:defRPr sz="1300"/>
            </a:lvl1pPr>
          </a:lstStyle>
          <a:p>
            <a:endParaRPr lang="en-US"/>
          </a:p>
        </p:txBody>
      </p:sp>
      <p:sp>
        <p:nvSpPr>
          <p:cNvPr id="3" name="Date Placeholder 2"/>
          <p:cNvSpPr>
            <a:spLocks noGrp="1"/>
          </p:cNvSpPr>
          <p:nvPr>
            <p:ph type="dt" idx="1"/>
          </p:nvPr>
        </p:nvSpPr>
        <p:spPr>
          <a:xfrm>
            <a:off x="4143587" y="0"/>
            <a:ext cx="3169920" cy="481727"/>
          </a:xfrm>
          <a:prstGeom prst="rect">
            <a:avLst/>
          </a:prstGeom>
        </p:spPr>
        <p:txBody>
          <a:bodyPr vert="horz" lIns="96661" tIns="48331" rIns="96661" bIns="48331" rtlCol="0"/>
          <a:lstStyle>
            <a:lvl1pPr algn="r">
              <a:defRPr sz="1300"/>
            </a:lvl1pPr>
          </a:lstStyle>
          <a:p>
            <a:fld id="{C1B74076-60CB-254F-8F00-06C64509B90D}" type="datetimeFigureOut">
              <a:rPr lang="en-US" smtClean="0"/>
              <a:t>10/30/2025</a:t>
            </a:fld>
            <a:endParaRPr lang="en-US"/>
          </a:p>
        </p:txBody>
      </p:sp>
      <p:sp>
        <p:nvSpPr>
          <p:cNvPr id="4" name="Slide Image Placeholder 3"/>
          <p:cNvSpPr>
            <a:spLocks noGrp="1" noRot="1" noChangeAspect="1"/>
          </p:cNvSpPr>
          <p:nvPr>
            <p:ph type="sldImg" idx="2"/>
          </p:nvPr>
        </p:nvSpPr>
        <p:spPr>
          <a:xfrm>
            <a:off x="777875" y="1200150"/>
            <a:ext cx="5759450" cy="3240088"/>
          </a:xfrm>
          <a:prstGeom prst="rect">
            <a:avLst/>
          </a:prstGeom>
          <a:noFill/>
          <a:ln w="12700">
            <a:solidFill>
              <a:prstClr val="black"/>
            </a:solidFill>
          </a:ln>
        </p:spPr>
        <p:txBody>
          <a:bodyPr vert="horz" lIns="96661" tIns="48331" rIns="96661" bIns="48331" rtlCol="0" anchor="ctr"/>
          <a:lstStyle/>
          <a:p>
            <a:endParaRPr lang="en-US"/>
          </a:p>
        </p:txBody>
      </p:sp>
      <p:sp>
        <p:nvSpPr>
          <p:cNvPr id="5" name="Notes Placeholder 4"/>
          <p:cNvSpPr>
            <a:spLocks noGrp="1"/>
          </p:cNvSpPr>
          <p:nvPr>
            <p:ph type="body" sz="quarter" idx="3"/>
          </p:nvPr>
        </p:nvSpPr>
        <p:spPr>
          <a:xfrm>
            <a:off x="731520" y="4620577"/>
            <a:ext cx="5852160" cy="3780473"/>
          </a:xfrm>
          <a:prstGeom prst="rect">
            <a:avLst/>
          </a:prstGeom>
        </p:spPr>
        <p:txBody>
          <a:bodyPr vert="horz" lIns="96661" tIns="48331" rIns="96661" bIns="48331"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9119474"/>
            <a:ext cx="3169920" cy="481726"/>
          </a:xfrm>
          <a:prstGeom prst="rect">
            <a:avLst/>
          </a:prstGeom>
        </p:spPr>
        <p:txBody>
          <a:bodyPr vert="horz" lIns="96661" tIns="48331" rIns="96661" bIns="48331" rtlCol="0" anchor="b"/>
          <a:lstStyle>
            <a:lvl1pPr algn="l">
              <a:defRPr sz="1300"/>
            </a:lvl1pPr>
          </a:lstStyle>
          <a:p>
            <a:endParaRPr lang="en-US"/>
          </a:p>
        </p:txBody>
      </p:sp>
      <p:sp>
        <p:nvSpPr>
          <p:cNvPr id="7" name="Slide Number Placeholder 6"/>
          <p:cNvSpPr>
            <a:spLocks noGrp="1"/>
          </p:cNvSpPr>
          <p:nvPr>
            <p:ph type="sldNum" sz="quarter" idx="5"/>
          </p:nvPr>
        </p:nvSpPr>
        <p:spPr>
          <a:xfrm>
            <a:off x="4143587" y="9119474"/>
            <a:ext cx="3169920" cy="481726"/>
          </a:xfrm>
          <a:prstGeom prst="rect">
            <a:avLst/>
          </a:prstGeom>
        </p:spPr>
        <p:txBody>
          <a:bodyPr vert="horz" lIns="96661" tIns="48331" rIns="96661" bIns="48331" rtlCol="0" anchor="b"/>
          <a:lstStyle>
            <a:lvl1pPr algn="r">
              <a:defRPr sz="1300"/>
            </a:lvl1pPr>
          </a:lstStyle>
          <a:p>
            <a:fld id="{F70160CA-A255-8D4A-A6FC-EA92349537E5}" type="slidenum">
              <a:rPr lang="en-US" smtClean="0"/>
              <a:t>‹#›</a:t>
            </a:fld>
            <a:endParaRPr lang="en-US"/>
          </a:p>
        </p:txBody>
      </p:sp>
    </p:spTree>
    <p:extLst>
      <p:ext uri="{BB962C8B-B14F-4D97-AF65-F5344CB8AC3E}">
        <p14:creationId xmlns:p14="http://schemas.microsoft.com/office/powerpoint/2010/main" val="150038675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160CA-A255-8D4A-A6FC-EA92349537E5}" type="slidenum">
              <a:rPr lang="en-US" smtClean="0"/>
              <a:t>1</a:t>
            </a:fld>
            <a:endParaRPr lang="en-US"/>
          </a:p>
        </p:txBody>
      </p:sp>
    </p:spTree>
    <p:extLst>
      <p:ext uri="{BB962C8B-B14F-4D97-AF65-F5344CB8AC3E}">
        <p14:creationId xmlns:p14="http://schemas.microsoft.com/office/powerpoint/2010/main" val="287146066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861C7A0-4F30-4191-BB9C-72C1380D886A}" type="slidenum">
              <a:rPr lang="en-US" smtClean="0"/>
              <a:pPr/>
              <a:t>2</a:t>
            </a:fld>
            <a:endParaRPr lang="en-US"/>
          </a:p>
        </p:txBody>
      </p:sp>
    </p:spTree>
    <p:extLst>
      <p:ext uri="{BB962C8B-B14F-4D97-AF65-F5344CB8AC3E}">
        <p14:creationId xmlns:p14="http://schemas.microsoft.com/office/powerpoint/2010/main" val="9900435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861C7A0-4F30-4191-BB9C-72C1380D886A}" type="slidenum">
              <a:rPr lang="en-US" smtClean="0"/>
              <a:pPr/>
              <a:t>3</a:t>
            </a:fld>
            <a:endParaRPr lang="en-US"/>
          </a:p>
        </p:txBody>
      </p:sp>
    </p:spTree>
    <p:extLst>
      <p:ext uri="{BB962C8B-B14F-4D97-AF65-F5344CB8AC3E}">
        <p14:creationId xmlns:p14="http://schemas.microsoft.com/office/powerpoint/2010/main" val="14790838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160CA-A255-8D4A-A6FC-EA92349537E5}" type="slidenum">
              <a:rPr lang="en-US" smtClean="0"/>
              <a:t>5</a:t>
            </a:fld>
            <a:endParaRPr lang="en-US"/>
          </a:p>
        </p:txBody>
      </p:sp>
    </p:spTree>
    <p:extLst>
      <p:ext uri="{BB962C8B-B14F-4D97-AF65-F5344CB8AC3E}">
        <p14:creationId xmlns:p14="http://schemas.microsoft.com/office/powerpoint/2010/main" val="284829233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22</a:t>
            </a:fld>
            <a:endParaRPr lang="en-US"/>
          </a:p>
        </p:txBody>
      </p:sp>
    </p:spTree>
    <p:extLst>
      <p:ext uri="{BB962C8B-B14F-4D97-AF65-F5344CB8AC3E}">
        <p14:creationId xmlns:p14="http://schemas.microsoft.com/office/powerpoint/2010/main" val="149876502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F70160CA-A255-8D4A-A6FC-EA92349537E5}" type="slidenum">
              <a:rPr lang="en-US" smtClean="0"/>
              <a:t>26</a:t>
            </a:fld>
            <a:endParaRPr lang="en-US"/>
          </a:p>
        </p:txBody>
      </p:sp>
    </p:spTree>
    <p:extLst>
      <p:ext uri="{BB962C8B-B14F-4D97-AF65-F5344CB8AC3E}">
        <p14:creationId xmlns:p14="http://schemas.microsoft.com/office/powerpoint/2010/main" val="195555913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30</a:t>
            </a:fld>
            <a:endParaRPr lang="en-US"/>
          </a:p>
        </p:txBody>
      </p:sp>
    </p:spTree>
    <p:extLst>
      <p:ext uri="{BB962C8B-B14F-4D97-AF65-F5344CB8AC3E}">
        <p14:creationId xmlns:p14="http://schemas.microsoft.com/office/powerpoint/2010/main" val="208914650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35</a:t>
            </a:fld>
            <a:endParaRPr lang="en-US"/>
          </a:p>
        </p:txBody>
      </p:sp>
    </p:spTree>
    <p:extLst>
      <p:ext uri="{BB962C8B-B14F-4D97-AF65-F5344CB8AC3E}">
        <p14:creationId xmlns:p14="http://schemas.microsoft.com/office/powerpoint/2010/main" val="134536167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36</a:t>
            </a:fld>
            <a:endParaRPr lang="en-US"/>
          </a:p>
        </p:txBody>
      </p:sp>
    </p:spTree>
    <p:extLst>
      <p:ext uri="{BB962C8B-B14F-4D97-AF65-F5344CB8AC3E}">
        <p14:creationId xmlns:p14="http://schemas.microsoft.com/office/powerpoint/2010/main" val="26078160"/>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38</a:t>
            </a:fld>
            <a:endParaRPr lang="en-US"/>
          </a:p>
        </p:txBody>
      </p:sp>
    </p:spTree>
    <p:extLst>
      <p:ext uri="{BB962C8B-B14F-4D97-AF65-F5344CB8AC3E}">
        <p14:creationId xmlns:p14="http://schemas.microsoft.com/office/powerpoint/2010/main" val="145240955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39</a:t>
            </a:fld>
            <a:endParaRPr lang="en-US"/>
          </a:p>
        </p:txBody>
      </p:sp>
    </p:spTree>
    <p:extLst>
      <p:ext uri="{BB962C8B-B14F-4D97-AF65-F5344CB8AC3E}">
        <p14:creationId xmlns:p14="http://schemas.microsoft.com/office/powerpoint/2010/main" val="302175109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47</a:t>
            </a:fld>
            <a:endParaRPr lang="en-US"/>
          </a:p>
        </p:txBody>
      </p:sp>
    </p:spTree>
    <p:extLst>
      <p:ext uri="{BB962C8B-B14F-4D97-AF65-F5344CB8AC3E}">
        <p14:creationId xmlns:p14="http://schemas.microsoft.com/office/powerpoint/2010/main" val="8723520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70160CA-A255-8D4A-A6FC-EA92349537E5}" type="slidenum">
              <a:rPr lang="en-US" smtClean="0"/>
              <a:t>61</a:t>
            </a:fld>
            <a:endParaRPr lang="en-US"/>
          </a:p>
        </p:txBody>
      </p:sp>
    </p:spTree>
    <p:extLst>
      <p:ext uri="{BB962C8B-B14F-4D97-AF65-F5344CB8AC3E}">
        <p14:creationId xmlns:p14="http://schemas.microsoft.com/office/powerpoint/2010/main" val="336731778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19.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7.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8.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8.jp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31.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32.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_rels/slideLayout3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3" Type="http://schemas.openxmlformats.org/officeDocument/2006/relationships/image" Target="../media/image6.gif"/><Relationship Id="rId2" Type="http://schemas.openxmlformats.org/officeDocument/2006/relationships/image" Target="../media/image5.emf"/><Relationship Id="rId1" Type="http://schemas.openxmlformats.org/officeDocument/2006/relationships/slideMaster" Target="../slideMasters/slideMaster1.xml"/><Relationship Id="rId4" Type="http://schemas.openxmlformats.org/officeDocument/2006/relationships/image" Target="../media/image7.gif"/></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Cover Slide">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C98F9756-9908-4E23-B9D6-FEBF61A567C3}"/>
              </a:ext>
            </a:extLst>
          </p:cNvPr>
          <p:cNvSpPr>
            <a:spLocks noGrp="1"/>
          </p:cNvSpPr>
          <p:nvPr>
            <p:ph type="pic" sz="quarter" idx="13"/>
          </p:nvPr>
        </p:nvSpPr>
        <p:spPr>
          <a:xfrm>
            <a:off x="-2616200" y="0"/>
            <a:ext cx="8712200" cy="6858000"/>
          </a:xfrm>
          <a:prstGeom prst="parallelogram">
            <a:avLst>
              <a:gd name="adj" fmla="val 35856"/>
            </a:avLst>
          </a:prstGeom>
        </p:spPr>
        <p:txBody>
          <a:bodyPr/>
          <a:lstStyle>
            <a:lvl1pPr>
              <a:defRPr>
                <a:latin typeface="+mn-lt"/>
              </a:defRPr>
            </a:lvl1pPr>
          </a:lstStyle>
          <a:p>
            <a:endParaRPr lang="he-IL" dirty="0"/>
          </a:p>
        </p:txBody>
      </p:sp>
      <p:sp>
        <p:nvSpPr>
          <p:cNvPr id="10" name="Manual Input 9"/>
          <p:cNvSpPr/>
          <p:nvPr userDrawn="1"/>
        </p:nvSpPr>
        <p:spPr>
          <a:xfrm rot="5400000" flipV="1">
            <a:off x="4478338" y="-855660"/>
            <a:ext cx="6858001" cy="856932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2856"/>
                </a:moveTo>
                <a:lnTo>
                  <a:pt x="10000" y="0"/>
                </a:lnTo>
                <a:lnTo>
                  <a:pt x="10000" y="10000"/>
                </a:lnTo>
                <a:lnTo>
                  <a:pt x="0" y="10000"/>
                </a:lnTo>
                <a:lnTo>
                  <a:pt x="0" y="28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a:t> </a:t>
            </a:r>
            <a:endParaRPr lang="en-US" dirty="0"/>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30400" y="6256421"/>
            <a:ext cx="1285676" cy="259992"/>
          </a:xfrm>
          <a:prstGeom prst="rect">
            <a:avLst/>
          </a:prstGeom>
        </p:spPr>
      </p:pic>
      <p:sp>
        <p:nvSpPr>
          <p:cNvPr id="8" name="Title 1">
            <a:extLst>
              <a:ext uri="{FF2B5EF4-FFF2-40B4-BE49-F238E27FC236}">
                <a16:creationId xmlns:a16="http://schemas.microsoft.com/office/drawing/2014/main" id="{3C811EFD-F6EF-1045-A8C1-A80E16EB62BD}"/>
              </a:ext>
            </a:extLst>
          </p:cNvPr>
          <p:cNvSpPr>
            <a:spLocks noGrp="1"/>
          </p:cNvSpPr>
          <p:nvPr>
            <p:ph type="ctrTitle" hasCustomPrompt="1"/>
          </p:nvPr>
        </p:nvSpPr>
        <p:spPr>
          <a:xfrm>
            <a:off x="7060556" y="1801367"/>
            <a:ext cx="4655519" cy="2840579"/>
          </a:xfrm>
          <a:prstGeom prst="rect">
            <a:avLst/>
          </a:prstGeom>
        </p:spPr>
        <p:txBody>
          <a:bodyPr anchor="t">
            <a:normAutofit/>
          </a:bodyPr>
          <a:lstStyle>
            <a:lvl1pPr algn="l">
              <a:lnSpc>
                <a:spcPct val="80000"/>
              </a:lnSpc>
              <a:defRPr sz="5900" b="0" spc="-100" baseline="0">
                <a:solidFill>
                  <a:schemeClr val="bg2"/>
                </a:solidFill>
                <a:latin typeface="+mn-lt"/>
              </a:defRPr>
            </a:lvl1pPr>
          </a:lstStyle>
          <a:p>
            <a:r>
              <a:rPr lang="en-US" dirty="0"/>
              <a:t>Presentation Title Here</a:t>
            </a:r>
          </a:p>
        </p:txBody>
      </p:sp>
      <p:sp>
        <p:nvSpPr>
          <p:cNvPr id="9" name="Text Placeholder 2"/>
          <p:cNvSpPr>
            <a:spLocks noGrp="1"/>
          </p:cNvSpPr>
          <p:nvPr>
            <p:ph type="body" sz="quarter" idx="11"/>
          </p:nvPr>
        </p:nvSpPr>
        <p:spPr>
          <a:xfrm>
            <a:off x="7061200" y="4641850"/>
            <a:ext cx="5130800" cy="659270"/>
          </a:xfrm>
          <a:prstGeom prst="rect">
            <a:avLst/>
          </a:prstGeom>
        </p:spPr>
        <p:txBody>
          <a:bodyPr/>
          <a:lstStyle>
            <a:lvl1pPr marL="0" indent="0">
              <a:buFontTx/>
              <a:buNone/>
              <a:defRPr sz="2800">
                <a:solidFill>
                  <a:schemeClr val="bg2"/>
                </a:solidFill>
                <a:latin typeface="+mn-lt"/>
              </a:defRPr>
            </a:lvl1pPr>
            <a:lvl2pPr marL="503237" indent="0">
              <a:buFontTx/>
              <a:buNone/>
              <a:defRPr>
                <a:solidFill>
                  <a:schemeClr val="bg1"/>
                </a:solidFill>
              </a:defRPr>
            </a:lvl2pPr>
            <a:lvl3pPr marL="960438" indent="0">
              <a:buFontTx/>
              <a:buNone/>
              <a:defRPr>
                <a:solidFill>
                  <a:schemeClr val="bg1"/>
                </a:solidFill>
              </a:defRPr>
            </a:lvl3pPr>
            <a:lvl4pPr marL="1417638" indent="0">
              <a:buFontTx/>
              <a:buNone/>
              <a:defRPr>
                <a:solidFill>
                  <a:schemeClr val="bg1"/>
                </a:solidFill>
              </a:defRPr>
            </a:lvl4pPr>
            <a:lvl5pPr marL="1874838" indent="0">
              <a:buFontTx/>
              <a:buNone/>
              <a:defRPr>
                <a:solidFill>
                  <a:schemeClr val="bg1"/>
                </a:solidFill>
              </a:defRPr>
            </a:lvl5pPr>
          </a:lstStyle>
          <a:p>
            <a:pPr lvl="0"/>
            <a:r>
              <a:rPr lang="en-US" dirty="0"/>
              <a:t>Click to edit Master text styles</a:t>
            </a:r>
          </a:p>
        </p:txBody>
      </p:sp>
      <p:sp>
        <p:nvSpPr>
          <p:cNvPr id="16" name="Text Placeholder 4"/>
          <p:cNvSpPr>
            <a:spLocks noGrp="1"/>
          </p:cNvSpPr>
          <p:nvPr>
            <p:ph type="body" sz="quarter" idx="12" hasCustomPrompt="1"/>
          </p:nvPr>
        </p:nvSpPr>
        <p:spPr>
          <a:xfrm>
            <a:off x="7061199" y="5317898"/>
            <a:ext cx="2376415" cy="365125"/>
          </a:xfrm>
          <a:prstGeom prst="rect">
            <a:avLst/>
          </a:prstGeom>
        </p:spPr>
        <p:txBody>
          <a:bodyPr/>
          <a:lstStyle>
            <a:lvl1pPr marL="0" indent="0" algn="l" defTabSz="457200" rtl="0" eaLnBrk="1" latinLnBrk="0" hangingPunct="1">
              <a:buFontTx/>
              <a:buNone/>
              <a:defRPr lang="en-US" sz="1600" kern="1200" dirty="0">
                <a:solidFill>
                  <a:srgbClr val="FF3232"/>
                </a:solidFill>
                <a:latin typeface="+mn-lt"/>
                <a:ea typeface="+mn-ea"/>
                <a:cs typeface="+mn-cs"/>
              </a:defRPr>
            </a:lvl1pPr>
            <a:lvl2pPr marL="503237" indent="0">
              <a:buFontTx/>
              <a:buNone/>
              <a:defRPr>
                <a:solidFill>
                  <a:schemeClr val="bg1"/>
                </a:solidFill>
              </a:defRPr>
            </a:lvl2pPr>
            <a:lvl3pPr marL="960438" indent="0">
              <a:buFontTx/>
              <a:buNone/>
              <a:defRPr>
                <a:solidFill>
                  <a:schemeClr val="bg1"/>
                </a:solidFill>
              </a:defRPr>
            </a:lvl3pPr>
            <a:lvl4pPr marL="1417638" indent="0">
              <a:buFontTx/>
              <a:buNone/>
              <a:defRPr>
                <a:solidFill>
                  <a:schemeClr val="bg1"/>
                </a:solidFill>
              </a:defRPr>
            </a:lvl4pPr>
            <a:lvl5pPr marL="1874838" indent="0">
              <a:buFontTx/>
              <a:buNone/>
              <a:defRPr>
                <a:solidFill>
                  <a:schemeClr val="bg1"/>
                </a:solidFill>
              </a:defRPr>
            </a:lvl5pPr>
          </a:lstStyle>
          <a:p>
            <a:pPr lvl="0"/>
            <a:r>
              <a:rPr lang="en-US" dirty="0"/>
              <a:t>Date:</a:t>
            </a:r>
          </a:p>
        </p:txBody>
      </p:sp>
    </p:spTree>
    <p:extLst>
      <p:ext uri="{BB962C8B-B14F-4D97-AF65-F5344CB8AC3E}">
        <p14:creationId xmlns:p14="http://schemas.microsoft.com/office/powerpoint/2010/main" val="230467662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7" y="430599"/>
            <a:ext cx="9972000" cy="656705"/>
          </a:xfrm>
          <a:prstGeom prst="rect">
            <a:avLst/>
          </a:prstGeom>
        </p:spPr>
        <p:txBody>
          <a:bodyPr/>
          <a:lstStyle>
            <a:lvl1pPr>
              <a:defRPr b="0">
                <a:solidFill>
                  <a:schemeClr val="bg2"/>
                </a:solidFill>
              </a:defRPr>
            </a:lvl1pPr>
          </a:lstStyle>
          <a:p>
            <a:r>
              <a:rPr lang="en-US" dirty="0"/>
              <a:t>Primary Headline</a:t>
            </a:r>
          </a:p>
        </p:txBody>
      </p:sp>
      <p:sp>
        <p:nvSpPr>
          <p:cNvPr id="3" name="Content Placeholder 2"/>
          <p:cNvSpPr>
            <a:spLocks noGrp="1"/>
          </p:cNvSpPr>
          <p:nvPr>
            <p:ph idx="1" hasCustomPrompt="1"/>
          </p:nvPr>
        </p:nvSpPr>
        <p:spPr>
          <a:xfrm>
            <a:off x="405318" y="1288472"/>
            <a:ext cx="11412000" cy="4696275"/>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Tree>
    <p:extLst>
      <p:ext uri="{BB962C8B-B14F-4D97-AF65-F5344CB8AC3E}">
        <p14:creationId xmlns:p14="http://schemas.microsoft.com/office/powerpoint/2010/main" val="415771368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abl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9" y="430599"/>
            <a:ext cx="9972000" cy="656705"/>
          </a:xfrm>
          <a:prstGeom prst="rect">
            <a:avLst/>
          </a:prstGeom>
        </p:spPr>
        <p:txBody>
          <a:bodyPr/>
          <a:lstStyle>
            <a:lvl1pPr>
              <a:defRPr b="0">
                <a:solidFill>
                  <a:schemeClr val="bg2"/>
                </a:solidFill>
              </a:defRPr>
            </a:lvl1pPr>
          </a:lstStyle>
          <a:p>
            <a:r>
              <a:rPr lang="en-US" dirty="0"/>
              <a:t>Primary Headline</a:t>
            </a:r>
          </a:p>
        </p:txBody>
      </p:sp>
      <p:sp>
        <p:nvSpPr>
          <p:cNvPr id="3" name="Content Placeholder 2"/>
          <p:cNvSpPr>
            <a:spLocks noGrp="1"/>
          </p:cNvSpPr>
          <p:nvPr>
            <p:ph idx="1" hasCustomPrompt="1"/>
          </p:nvPr>
        </p:nvSpPr>
        <p:spPr>
          <a:xfrm>
            <a:off x="3462419" y="1288472"/>
            <a:ext cx="8350754" cy="4696275"/>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6" name="מציין מיקום תוכן 5"/>
          <p:cNvSpPr>
            <a:spLocks noGrp="1"/>
          </p:cNvSpPr>
          <p:nvPr>
            <p:ph sz="quarter" idx="13" hasCustomPrompt="1"/>
          </p:nvPr>
        </p:nvSpPr>
        <p:spPr>
          <a:xfrm>
            <a:off x="390986" y="1289050"/>
            <a:ext cx="2797175" cy="4695825"/>
          </a:xfrm>
        </p:spPr>
        <p:txBody>
          <a:bodyPr/>
          <a:lstStyle/>
          <a:p>
            <a:pPr lvl="0"/>
            <a:r>
              <a:rPr lang="en-US" dirty="0"/>
              <a:t>List Bullet Items</a:t>
            </a:r>
          </a:p>
          <a:p>
            <a:pPr lvl="1"/>
            <a:r>
              <a:rPr lang="en-US" dirty="0"/>
              <a:t>Second level</a:t>
            </a:r>
          </a:p>
          <a:p>
            <a:pPr lvl="2"/>
            <a:r>
              <a:rPr lang="en-US" dirty="0"/>
              <a:t>Third level</a:t>
            </a:r>
          </a:p>
        </p:txBody>
      </p:sp>
    </p:spTree>
    <p:extLst>
      <p:ext uri="{BB962C8B-B14F-4D97-AF65-F5344CB8AC3E}">
        <p14:creationId xmlns:p14="http://schemas.microsoft.com/office/powerpoint/2010/main" val="272703381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Table 0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9" y="430599"/>
            <a:ext cx="9972000" cy="656705"/>
          </a:xfrm>
          <a:prstGeom prst="rect">
            <a:avLst/>
          </a:prstGeom>
        </p:spPr>
        <p:txBody>
          <a:bodyPr/>
          <a:lstStyle>
            <a:lvl1pPr>
              <a:defRPr b="0">
                <a:solidFill>
                  <a:schemeClr val="bg2"/>
                </a:solidFill>
              </a:defRPr>
            </a:lvl1pPr>
          </a:lstStyle>
          <a:p>
            <a:r>
              <a:rPr lang="en-US" dirty="0"/>
              <a:t>Primary Headline</a:t>
            </a:r>
          </a:p>
        </p:txBody>
      </p:sp>
      <p:sp>
        <p:nvSpPr>
          <p:cNvPr id="3" name="Content Placeholder 2"/>
          <p:cNvSpPr>
            <a:spLocks noGrp="1"/>
          </p:cNvSpPr>
          <p:nvPr>
            <p:ph idx="1" hasCustomPrompt="1"/>
          </p:nvPr>
        </p:nvSpPr>
        <p:spPr>
          <a:xfrm>
            <a:off x="390985" y="2728380"/>
            <a:ext cx="11412000" cy="3256368"/>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6" name="מציין מיקום תוכן 5"/>
          <p:cNvSpPr>
            <a:spLocks noGrp="1"/>
          </p:cNvSpPr>
          <p:nvPr>
            <p:ph sz="quarter" idx="13" hasCustomPrompt="1"/>
          </p:nvPr>
        </p:nvSpPr>
        <p:spPr>
          <a:xfrm>
            <a:off x="390985" y="1289051"/>
            <a:ext cx="11412000" cy="1237581"/>
          </a:xfrm>
        </p:spPr>
        <p:txBody>
          <a:bodyPr/>
          <a:lstStyle/>
          <a:p>
            <a:pPr lvl="0"/>
            <a:r>
              <a:rPr lang="en-US" dirty="0"/>
              <a:t>List Bullet Items</a:t>
            </a:r>
          </a:p>
          <a:p>
            <a:pPr lvl="1"/>
            <a:r>
              <a:rPr lang="en-US" dirty="0"/>
              <a:t>Second level</a:t>
            </a:r>
          </a:p>
          <a:p>
            <a:pPr lvl="2"/>
            <a:r>
              <a:rPr lang="en-US" dirty="0"/>
              <a:t>Third level</a:t>
            </a:r>
          </a:p>
        </p:txBody>
      </p:sp>
    </p:spTree>
    <p:extLst>
      <p:ext uri="{BB962C8B-B14F-4D97-AF65-F5344CB8AC3E}">
        <p14:creationId xmlns:p14="http://schemas.microsoft.com/office/powerpoint/2010/main" val="324166027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itle, paragraph and bullets">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9" y="430599"/>
            <a:ext cx="9972000" cy="656705"/>
          </a:xfrm>
          <a:prstGeom prst="rect">
            <a:avLst/>
          </a:prstGeom>
        </p:spPr>
        <p:txBody>
          <a:bodyPr>
            <a:noAutofit/>
          </a:bodyPr>
          <a:lstStyle>
            <a:lvl1pPr>
              <a:defRPr b="0">
                <a:solidFill>
                  <a:schemeClr val="bg2"/>
                </a:solidFill>
              </a:defRPr>
            </a:lvl1pPr>
          </a:lstStyle>
          <a:p>
            <a:r>
              <a:rPr lang="en-US" dirty="0"/>
              <a:t>Primary Headline</a:t>
            </a:r>
          </a:p>
        </p:txBody>
      </p:sp>
      <p:sp>
        <p:nvSpPr>
          <p:cNvPr id="7" name="Slide Number Placeholder 5">
            <a:extLst>
              <a:ext uri="{FF2B5EF4-FFF2-40B4-BE49-F238E27FC236}">
                <a16:creationId xmlns:a16="http://schemas.microsoft.com/office/drawing/2014/main" id="{ECBBC327-EB34-9745-84F7-9FAEFA5C6953}"/>
              </a:ext>
            </a:extLst>
          </p:cNvPr>
          <p:cNvSpPr>
            <a:spLocks noGrp="1"/>
          </p:cNvSpPr>
          <p:nvPr>
            <p:ph type="sldNum" sz="quarter" idx="12"/>
          </p:nvPr>
        </p:nvSpPr>
        <p:spPr>
          <a:xfrm>
            <a:off x="405317"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4" name="Text Placeholder 3"/>
          <p:cNvSpPr>
            <a:spLocks noGrp="1"/>
          </p:cNvSpPr>
          <p:nvPr>
            <p:ph type="body" sz="quarter" idx="16" hasCustomPrompt="1"/>
          </p:nvPr>
        </p:nvSpPr>
        <p:spPr>
          <a:xfrm>
            <a:off x="405317" y="1255714"/>
            <a:ext cx="11412000" cy="631809"/>
          </a:xfrm>
          <a:prstGeom prst="rect">
            <a:avLst/>
          </a:prstGeom>
        </p:spPr>
        <p:txBody>
          <a:bodyPr/>
          <a:lstStyle>
            <a:lvl1pPr marL="0" indent="0">
              <a:buFontTx/>
              <a:buNone/>
              <a:defRPr sz="2400">
                <a:solidFill>
                  <a:schemeClr val="tx1"/>
                </a:solidFill>
              </a:defRPr>
            </a:lvl1pPr>
          </a:lstStyle>
          <a:p>
            <a:pPr lvl="0"/>
            <a:r>
              <a:rPr lang="en-US" dirty="0"/>
              <a:t>Secondary Headline</a:t>
            </a:r>
          </a:p>
        </p:txBody>
      </p:sp>
      <p:sp>
        <p:nvSpPr>
          <p:cNvPr id="5" name="Text Placeholder 4">
            <a:extLst>
              <a:ext uri="{FF2B5EF4-FFF2-40B4-BE49-F238E27FC236}">
                <a16:creationId xmlns:a16="http://schemas.microsoft.com/office/drawing/2014/main" id="{26CA8865-076F-4A0A-9E91-F75813466726}"/>
              </a:ext>
            </a:extLst>
          </p:cNvPr>
          <p:cNvSpPr>
            <a:spLocks noGrp="1"/>
          </p:cNvSpPr>
          <p:nvPr>
            <p:ph type="body" sz="quarter" idx="17"/>
          </p:nvPr>
        </p:nvSpPr>
        <p:spPr>
          <a:xfrm>
            <a:off x="405316" y="1982788"/>
            <a:ext cx="11412000" cy="3833812"/>
          </a:xfrm>
        </p:spPr>
        <p:txBody>
          <a:bodyPr/>
          <a:lstStyle>
            <a:lvl1pPr>
              <a:defRPr>
                <a:solidFill>
                  <a:schemeClr val="tx1"/>
                </a:solidFill>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latin typeface="+mn-lt"/>
              </a:defRPr>
            </a:lvl5pPr>
          </a:lstStyle>
          <a:p>
            <a:pPr lvl="0"/>
            <a:r>
              <a:rPr lang="en-US" dirty="0"/>
              <a:t>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he-IL" dirty="0"/>
          </a:p>
        </p:txBody>
      </p:sp>
    </p:spTree>
    <p:extLst>
      <p:ext uri="{BB962C8B-B14F-4D97-AF65-F5344CB8AC3E}">
        <p14:creationId xmlns:p14="http://schemas.microsoft.com/office/powerpoint/2010/main" val="196947942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ntent and Image">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05319" y="430599"/>
            <a:ext cx="9972000" cy="656705"/>
          </a:xfrm>
          <a:prstGeom prst="rect">
            <a:avLst/>
          </a:prstGeom>
        </p:spPr>
        <p:txBody>
          <a:bodyPr/>
          <a:lstStyle>
            <a:lvl1pPr>
              <a:defRPr b="0">
                <a:solidFill>
                  <a:schemeClr val="bg2"/>
                </a:solidFill>
              </a:defRPr>
            </a:lvl1pPr>
          </a:lstStyle>
          <a:p>
            <a:r>
              <a:rPr lang="en-US" dirty="0"/>
              <a:t>Primary Headline</a:t>
            </a:r>
          </a:p>
        </p:txBody>
      </p:sp>
      <p:sp>
        <p:nvSpPr>
          <p:cNvPr id="3" name="Content Placeholder 2"/>
          <p:cNvSpPr>
            <a:spLocks noGrp="1"/>
          </p:cNvSpPr>
          <p:nvPr>
            <p:ph idx="1" hasCustomPrompt="1"/>
          </p:nvPr>
        </p:nvSpPr>
        <p:spPr>
          <a:xfrm>
            <a:off x="405320" y="1288472"/>
            <a:ext cx="6084380" cy="4696275"/>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6" name="Picture Placeholder 4">
            <a:extLst>
              <a:ext uri="{FF2B5EF4-FFF2-40B4-BE49-F238E27FC236}">
                <a16:creationId xmlns:a16="http://schemas.microsoft.com/office/drawing/2014/main" id="{37799C4F-C059-424D-B141-D9F00A12754B}"/>
              </a:ext>
            </a:extLst>
          </p:cNvPr>
          <p:cNvSpPr>
            <a:spLocks noGrp="1"/>
          </p:cNvSpPr>
          <p:nvPr>
            <p:ph type="pic" sz="quarter" idx="13"/>
          </p:nvPr>
        </p:nvSpPr>
        <p:spPr>
          <a:xfrm>
            <a:off x="6400800" y="1087304"/>
            <a:ext cx="8712200" cy="5770696"/>
          </a:xfrm>
          <a:prstGeom prst="parallelogram">
            <a:avLst>
              <a:gd name="adj" fmla="val 35856"/>
            </a:avLst>
          </a:prstGeom>
        </p:spPr>
        <p:txBody>
          <a:bodyPr/>
          <a:lstStyle>
            <a:lvl1pPr>
              <a:defRPr>
                <a:latin typeface="+mn-lt"/>
              </a:defRPr>
            </a:lvl1pPr>
          </a:lstStyle>
          <a:p>
            <a:endParaRPr lang="he-IL" dirty="0"/>
          </a:p>
        </p:txBody>
      </p:sp>
    </p:spTree>
    <p:extLst>
      <p:ext uri="{BB962C8B-B14F-4D97-AF65-F5344CB8AC3E}">
        <p14:creationId xmlns:p14="http://schemas.microsoft.com/office/powerpoint/2010/main" val="248610050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Content with Caption">
    <p:spTree>
      <p:nvGrpSpPr>
        <p:cNvPr id="1" name=""/>
        <p:cNvGrpSpPr/>
        <p:nvPr/>
      </p:nvGrpSpPr>
      <p:grpSpPr>
        <a:xfrm>
          <a:off x="0" y="0"/>
          <a:ext cx="0" cy="0"/>
          <a:chOff x="0" y="0"/>
          <a:chExt cx="0" cy="0"/>
        </a:xfrm>
      </p:grpSpPr>
      <p:sp>
        <p:nvSpPr>
          <p:cNvPr id="8" name="Manual Input 9">
            <a:extLst>
              <a:ext uri="{FF2B5EF4-FFF2-40B4-BE49-F238E27FC236}">
                <a16:creationId xmlns:a16="http://schemas.microsoft.com/office/drawing/2014/main" id="{CB9346C7-FD9B-4AB4-9E80-5EDA98BEDBDE}"/>
              </a:ext>
            </a:extLst>
          </p:cNvPr>
          <p:cNvSpPr/>
          <p:nvPr userDrawn="1"/>
        </p:nvSpPr>
        <p:spPr>
          <a:xfrm rot="5400000" flipV="1">
            <a:off x="855661" y="-855660"/>
            <a:ext cx="6858001" cy="8569322"/>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l" defTabSz="457200" rtl="0" eaLnBrk="1" latinLnBrk="0" hangingPunct="1"/>
            <a:r>
              <a:rPr lang="he-IL"/>
              <a:t> </a:t>
            </a:r>
            <a:endParaRPr lang="en-US" dirty="0"/>
          </a:p>
        </p:txBody>
      </p:sp>
      <p:sp>
        <p:nvSpPr>
          <p:cNvPr id="3" name="Content Placeholder 2"/>
          <p:cNvSpPr>
            <a:spLocks noGrp="1"/>
          </p:cNvSpPr>
          <p:nvPr>
            <p:ph idx="1" hasCustomPrompt="1"/>
          </p:nvPr>
        </p:nvSpPr>
        <p:spPr>
          <a:xfrm>
            <a:off x="405320" y="482600"/>
            <a:ext cx="4979480" cy="5502147"/>
          </a:xfrm>
          <a:prstGeom prst="rect">
            <a:avLst/>
          </a:prstGeom>
        </p:spPr>
        <p:txBody>
          <a:bodyPr/>
          <a:lstStyle>
            <a:lvl1pPr>
              <a:defRPr baseline="0">
                <a:solidFill>
                  <a:schemeClr val="tx1"/>
                </a:solidFill>
              </a:defRPr>
            </a:lvl1pPr>
            <a:lvl2pPr>
              <a:defRPr>
                <a:solidFill>
                  <a:schemeClr val="tx1"/>
                </a:solidFill>
              </a:defRPr>
            </a:lvl2pPr>
            <a:lvl3pPr>
              <a:defRPr>
                <a:solidFill>
                  <a:schemeClr val="tx1"/>
                </a:solidFill>
              </a:defRPr>
            </a:lvl3pPr>
          </a:lstStyle>
          <a:p>
            <a:pPr lvl="0"/>
            <a:r>
              <a:rPr lang="en-US" dirty="0"/>
              <a:t>List Bullet Items</a:t>
            </a:r>
          </a:p>
          <a:p>
            <a:pPr lvl="1"/>
            <a:r>
              <a:rPr lang="en-US" dirty="0"/>
              <a:t>Second level</a:t>
            </a:r>
          </a:p>
          <a:p>
            <a:pPr lvl="2"/>
            <a:r>
              <a:rPr lang="en-US" dirty="0"/>
              <a:t>Third level</a:t>
            </a:r>
          </a:p>
        </p:txBody>
      </p:sp>
      <p:sp>
        <p:nvSpPr>
          <p:cNvPr id="5" name="Slide Number Placeholder 5">
            <a:extLst>
              <a:ext uri="{FF2B5EF4-FFF2-40B4-BE49-F238E27FC236}">
                <a16:creationId xmlns:a16="http://schemas.microsoft.com/office/drawing/2014/main" id="{C51CBBEC-2309-DC4C-AD76-3B5DF93A414C}"/>
              </a:ext>
            </a:extLst>
          </p:cNvPr>
          <p:cNvSpPr>
            <a:spLocks noGrp="1"/>
          </p:cNvSpPr>
          <p:nvPr>
            <p:ph type="sldNum" sz="quarter" idx="12"/>
          </p:nvPr>
        </p:nvSpPr>
        <p:spPr>
          <a:xfrm>
            <a:off x="405320" y="6217805"/>
            <a:ext cx="515939" cy="365125"/>
          </a:xfrm>
          <a:prstGeom prst="rect">
            <a:avLst/>
          </a:prstGeom>
        </p:spPr>
        <p:txBody>
          <a:bodyPr anchor="ctr"/>
          <a:lstStyle>
            <a:lvl1pPr algn="l">
              <a:defRPr sz="1400"/>
            </a:lvl1pPr>
          </a:lstStyle>
          <a:p>
            <a:fld id="{4FAB73BC-B049-4115-A692-8D63A059BFB8}" type="slidenum">
              <a:rPr lang="en-US" smtClean="0"/>
              <a:pPr/>
              <a:t>‹#›</a:t>
            </a:fld>
            <a:endParaRPr lang="en-US" dirty="0"/>
          </a:p>
        </p:txBody>
      </p:sp>
      <p:sp>
        <p:nvSpPr>
          <p:cNvPr id="6" name="Manual Input 9">
            <a:extLst>
              <a:ext uri="{FF2B5EF4-FFF2-40B4-BE49-F238E27FC236}">
                <a16:creationId xmlns:a16="http://schemas.microsoft.com/office/drawing/2014/main" id="{B8531F73-E185-4775-9145-6E295574E6D4}"/>
              </a:ext>
            </a:extLst>
          </p:cNvPr>
          <p:cNvSpPr/>
          <p:nvPr userDrawn="1"/>
        </p:nvSpPr>
        <p:spPr>
          <a:xfrm rot="5400000" flipV="1">
            <a:off x="5297436" y="-61855"/>
            <a:ext cx="6858687" cy="698240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 name="connsiteX0" fmla="*/ 0 w 10000"/>
              <a:gd name="connsiteY0" fmla="*/ 2856 h 10000"/>
              <a:gd name="connsiteX1" fmla="*/ 10000 w 10000"/>
              <a:gd name="connsiteY1" fmla="*/ 0 h 10000"/>
              <a:gd name="connsiteX2" fmla="*/ 10000 w 10000"/>
              <a:gd name="connsiteY2" fmla="*/ 10000 h 10000"/>
              <a:gd name="connsiteX3" fmla="*/ 0 w 10000"/>
              <a:gd name="connsiteY3" fmla="*/ 5317 h 10000"/>
              <a:gd name="connsiteX4" fmla="*/ 0 w 10000"/>
              <a:gd name="connsiteY4" fmla="*/ 2856 h 10000"/>
              <a:gd name="connsiteX0" fmla="*/ 0 w 10000"/>
              <a:gd name="connsiteY0" fmla="*/ 2856 h 6947"/>
              <a:gd name="connsiteX1" fmla="*/ 10000 w 10000"/>
              <a:gd name="connsiteY1" fmla="*/ 0 h 6947"/>
              <a:gd name="connsiteX2" fmla="*/ 9259 w 10000"/>
              <a:gd name="connsiteY2" fmla="*/ 6947 h 6947"/>
              <a:gd name="connsiteX3" fmla="*/ 0 w 10000"/>
              <a:gd name="connsiteY3" fmla="*/ 5317 h 6947"/>
              <a:gd name="connsiteX4" fmla="*/ 0 w 10000"/>
              <a:gd name="connsiteY4" fmla="*/ 2856 h 6947"/>
              <a:gd name="connsiteX0" fmla="*/ 0 w 10000"/>
              <a:gd name="connsiteY0" fmla="*/ 4111 h 11664"/>
              <a:gd name="connsiteX1" fmla="*/ 10000 w 10000"/>
              <a:gd name="connsiteY1" fmla="*/ 0 h 11664"/>
              <a:gd name="connsiteX2" fmla="*/ 9981 w 10000"/>
              <a:gd name="connsiteY2" fmla="*/ 11664 h 11664"/>
              <a:gd name="connsiteX3" fmla="*/ 0 w 10000"/>
              <a:gd name="connsiteY3" fmla="*/ 7654 h 11664"/>
              <a:gd name="connsiteX4" fmla="*/ 0 w 10000"/>
              <a:gd name="connsiteY4" fmla="*/ 4111 h 11664"/>
              <a:gd name="connsiteX0" fmla="*/ 0 w 10000"/>
              <a:gd name="connsiteY0" fmla="*/ 4111 h 11729"/>
              <a:gd name="connsiteX1" fmla="*/ 10000 w 10000"/>
              <a:gd name="connsiteY1" fmla="*/ 0 h 11729"/>
              <a:gd name="connsiteX2" fmla="*/ 9981 w 10000"/>
              <a:gd name="connsiteY2" fmla="*/ 11664 h 11729"/>
              <a:gd name="connsiteX3" fmla="*/ 0 w 10000"/>
              <a:gd name="connsiteY3" fmla="*/ 11729 h 11729"/>
              <a:gd name="connsiteX4" fmla="*/ 0 w 10000"/>
              <a:gd name="connsiteY4" fmla="*/ 4111 h 11729"/>
              <a:gd name="connsiteX0" fmla="*/ 0 w 10001"/>
              <a:gd name="connsiteY0" fmla="*/ 4111 h 11729"/>
              <a:gd name="connsiteX1" fmla="*/ 10000 w 10001"/>
              <a:gd name="connsiteY1" fmla="*/ 0 h 11729"/>
              <a:gd name="connsiteX2" fmla="*/ 10000 w 10001"/>
              <a:gd name="connsiteY2" fmla="*/ 11685 h 11729"/>
              <a:gd name="connsiteX3" fmla="*/ 0 w 10001"/>
              <a:gd name="connsiteY3" fmla="*/ 11729 h 11729"/>
              <a:gd name="connsiteX4" fmla="*/ 0 w 10001"/>
              <a:gd name="connsiteY4" fmla="*/ 4111 h 1172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1" h="11729">
                <a:moveTo>
                  <a:pt x="0" y="4111"/>
                </a:moveTo>
                <a:lnTo>
                  <a:pt x="10000" y="0"/>
                </a:lnTo>
                <a:cubicBezTo>
                  <a:pt x="9994" y="3888"/>
                  <a:pt x="10006" y="7797"/>
                  <a:pt x="10000" y="11685"/>
                </a:cubicBezTo>
                <a:lnTo>
                  <a:pt x="0" y="11729"/>
                </a:lnTo>
                <a:lnTo>
                  <a:pt x="0" y="411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a:t> </a:t>
            </a:r>
            <a:endParaRPr lang="en-US" dirty="0"/>
          </a:p>
        </p:txBody>
      </p:sp>
      <p:sp>
        <p:nvSpPr>
          <p:cNvPr id="9" name="Content Placeholder 2">
            <a:extLst>
              <a:ext uri="{FF2B5EF4-FFF2-40B4-BE49-F238E27FC236}">
                <a16:creationId xmlns:a16="http://schemas.microsoft.com/office/drawing/2014/main" id="{BBA8F3C8-A7A9-46EC-9034-00D670FD6C13}"/>
              </a:ext>
            </a:extLst>
          </p:cNvPr>
          <p:cNvSpPr>
            <a:spLocks noGrp="1"/>
          </p:cNvSpPr>
          <p:nvPr>
            <p:ph idx="13" hasCustomPrompt="1"/>
          </p:nvPr>
        </p:nvSpPr>
        <p:spPr>
          <a:xfrm>
            <a:off x="7720520" y="482600"/>
            <a:ext cx="3569780" cy="5502147"/>
          </a:xfrm>
          <a:prstGeom prst="rect">
            <a:avLst/>
          </a:prstGeom>
        </p:spPr>
        <p:txBody>
          <a:bodyPr anchor="ctr" anchorCtr="0"/>
          <a:lstStyle>
            <a:lvl1pPr marL="0" indent="0" rtl="0">
              <a:buFont typeface="Arial" panose="020B0604020202020204" pitchFamily="34" charset="0"/>
              <a:buNone/>
              <a:defRPr sz="3200" baseline="0">
                <a:solidFill>
                  <a:schemeClr val="bg2"/>
                </a:solidFill>
              </a:defRPr>
            </a:lvl1pPr>
            <a:lvl2pPr rtl="0">
              <a:defRPr>
                <a:solidFill>
                  <a:schemeClr val="bg1"/>
                </a:solidFill>
              </a:defRPr>
            </a:lvl2pPr>
            <a:lvl3pPr rtl="0">
              <a:defRPr>
                <a:solidFill>
                  <a:schemeClr val="bg1"/>
                </a:solidFill>
              </a:defRPr>
            </a:lvl3pPr>
          </a:lstStyle>
          <a:p>
            <a:pPr lvl="0"/>
            <a:r>
              <a:rPr lang="en-US" dirty="0"/>
              <a:t>Header</a:t>
            </a:r>
          </a:p>
        </p:txBody>
      </p:sp>
    </p:spTree>
    <p:extLst>
      <p:ext uri="{BB962C8B-B14F-4D97-AF65-F5344CB8AC3E}">
        <p14:creationId xmlns:p14="http://schemas.microsoft.com/office/powerpoint/2010/main" val="213571887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Section divider">
    <p:spTree>
      <p:nvGrpSpPr>
        <p:cNvPr id="1" name=""/>
        <p:cNvGrpSpPr/>
        <p:nvPr/>
      </p:nvGrpSpPr>
      <p:grpSpPr>
        <a:xfrm>
          <a:off x="0" y="0"/>
          <a:ext cx="0" cy="0"/>
          <a:chOff x="0" y="0"/>
          <a:chExt cx="0" cy="0"/>
        </a:xfrm>
      </p:grpSpPr>
      <p:sp>
        <p:nvSpPr>
          <p:cNvPr id="8" name="Rectangle 4">
            <a:extLst>
              <a:ext uri="{FF2B5EF4-FFF2-40B4-BE49-F238E27FC236}">
                <a16:creationId xmlns:a16="http://schemas.microsoft.com/office/drawing/2014/main" id="{955475DE-83A7-43F3-9BDA-EA9F3762556E}"/>
              </a:ext>
            </a:extLst>
          </p:cNvPr>
          <p:cNvSpPr/>
          <p:nvPr userDrawn="1"/>
        </p:nvSpPr>
        <p:spPr>
          <a:xfrm>
            <a:off x="3624765" y="-16779"/>
            <a:ext cx="8584013" cy="6934285"/>
          </a:xfrm>
          <a:custGeom>
            <a:avLst/>
            <a:gdLst>
              <a:gd name="connsiteX0" fmla="*/ 0 w 6096000"/>
              <a:gd name="connsiteY0" fmla="*/ 0 h 6825695"/>
              <a:gd name="connsiteX1" fmla="*/ 6096000 w 6096000"/>
              <a:gd name="connsiteY1" fmla="*/ 0 h 6825695"/>
              <a:gd name="connsiteX2" fmla="*/ 6096000 w 6096000"/>
              <a:gd name="connsiteY2" fmla="*/ 6825695 h 6825695"/>
              <a:gd name="connsiteX3" fmla="*/ 0 w 6096000"/>
              <a:gd name="connsiteY3" fmla="*/ 6825695 h 6825695"/>
              <a:gd name="connsiteX4" fmla="*/ 0 w 6096000"/>
              <a:gd name="connsiteY4" fmla="*/ 0 h 6825695"/>
              <a:gd name="connsiteX0" fmla="*/ 2778707 w 8874707"/>
              <a:gd name="connsiteY0" fmla="*/ 0 h 6851265"/>
              <a:gd name="connsiteX1" fmla="*/ 8874707 w 8874707"/>
              <a:gd name="connsiteY1" fmla="*/ 0 h 6851265"/>
              <a:gd name="connsiteX2" fmla="*/ 8874707 w 8874707"/>
              <a:gd name="connsiteY2" fmla="*/ 6825695 h 6851265"/>
              <a:gd name="connsiteX3" fmla="*/ 0 w 8874707"/>
              <a:gd name="connsiteY3" fmla="*/ 6851265 h 6851265"/>
              <a:gd name="connsiteX4" fmla="*/ 2778707 w 8874707"/>
              <a:gd name="connsiteY4" fmla="*/ 0 h 6851265"/>
              <a:gd name="connsiteX0" fmla="*/ 2543287 w 8874707"/>
              <a:gd name="connsiteY0" fmla="*/ 13305 h 6851265"/>
              <a:gd name="connsiteX1" fmla="*/ 8874707 w 8874707"/>
              <a:gd name="connsiteY1" fmla="*/ 0 h 6851265"/>
              <a:gd name="connsiteX2" fmla="*/ 8874707 w 8874707"/>
              <a:gd name="connsiteY2" fmla="*/ 6825695 h 6851265"/>
              <a:gd name="connsiteX3" fmla="*/ 0 w 8874707"/>
              <a:gd name="connsiteY3" fmla="*/ 6851265 h 6851265"/>
              <a:gd name="connsiteX4" fmla="*/ 2543287 w 8874707"/>
              <a:gd name="connsiteY4" fmla="*/ 13305 h 6851265"/>
              <a:gd name="connsiteX0" fmla="*/ 2543287 w 8892087"/>
              <a:gd name="connsiteY0" fmla="*/ 13305 h 6942574"/>
              <a:gd name="connsiteX1" fmla="*/ 8874707 w 8892087"/>
              <a:gd name="connsiteY1" fmla="*/ 0 h 6942574"/>
              <a:gd name="connsiteX2" fmla="*/ 8892087 w 8892087"/>
              <a:gd name="connsiteY2" fmla="*/ 6942574 h 6942574"/>
              <a:gd name="connsiteX3" fmla="*/ 0 w 8892087"/>
              <a:gd name="connsiteY3" fmla="*/ 6851265 h 6942574"/>
              <a:gd name="connsiteX4" fmla="*/ 2543287 w 8892087"/>
              <a:gd name="connsiteY4" fmla="*/ 13305 h 6942574"/>
              <a:gd name="connsiteX0" fmla="*/ 2543287 w 8892087"/>
              <a:gd name="connsiteY0" fmla="*/ 13305 h 6900831"/>
              <a:gd name="connsiteX1" fmla="*/ 8874707 w 8892087"/>
              <a:gd name="connsiteY1" fmla="*/ 0 h 6900831"/>
              <a:gd name="connsiteX2" fmla="*/ 8892087 w 8892087"/>
              <a:gd name="connsiteY2" fmla="*/ 6900831 h 6900831"/>
              <a:gd name="connsiteX3" fmla="*/ 0 w 8892087"/>
              <a:gd name="connsiteY3" fmla="*/ 6851265 h 6900831"/>
              <a:gd name="connsiteX4" fmla="*/ 2543287 w 8892087"/>
              <a:gd name="connsiteY4" fmla="*/ 13305 h 690083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892087" h="6900831">
                <a:moveTo>
                  <a:pt x="2543287" y="13305"/>
                </a:moveTo>
                <a:lnTo>
                  <a:pt x="8874707" y="0"/>
                </a:lnTo>
                <a:cubicBezTo>
                  <a:pt x="8880500" y="2314191"/>
                  <a:pt x="8886294" y="4586640"/>
                  <a:pt x="8892087" y="6900831"/>
                </a:cubicBezTo>
                <a:lnTo>
                  <a:pt x="0" y="6851265"/>
                </a:lnTo>
                <a:lnTo>
                  <a:pt x="2543287" y="13305"/>
                </a:lnTo>
                <a:close/>
              </a:path>
            </a:pathLst>
          </a:custGeom>
          <a:gradFill flip="none" rotWithShape="1">
            <a:gsLst>
              <a:gs pos="9000">
                <a:srgbClr val="FF4100"/>
              </a:gs>
              <a:gs pos="0">
                <a:srgbClr val="FF6E1E"/>
              </a:gs>
              <a:gs pos="61000">
                <a:srgbClr val="FF3232"/>
              </a:gs>
            </a:gsLst>
            <a:lin ang="189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800" b="0" i="0" u="none" strike="noStrike" kern="1200" cap="none" spc="0" normalizeH="0" baseline="0" noProof="0" dirty="0">
                <a:ln>
                  <a:noFill/>
                </a:ln>
                <a:solidFill>
                  <a:srgbClr val="FFFFFF"/>
                </a:solidFill>
                <a:effectLst/>
                <a:uLnTx/>
                <a:uFillTx/>
                <a:latin typeface="Arial"/>
                <a:ea typeface="+mn-ea"/>
                <a:cs typeface="+mn-cs"/>
              </a:rPr>
              <a:t> </a:t>
            </a:r>
          </a:p>
        </p:txBody>
      </p:sp>
      <p:sp>
        <p:nvSpPr>
          <p:cNvPr id="9" name="Title 1">
            <a:extLst>
              <a:ext uri="{FF2B5EF4-FFF2-40B4-BE49-F238E27FC236}">
                <a16:creationId xmlns:a16="http://schemas.microsoft.com/office/drawing/2014/main" id="{2F8D65F3-98BC-3F47-AD4F-872DF321CD89}"/>
              </a:ext>
            </a:extLst>
          </p:cNvPr>
          <p:cNvSpPr>
            <a:spLocks noGrp="1"/>
          </p:cNvSpPr>
          <p:nvPr>
            <p:ph type="ctrTitle" hasCustomPrompt="1"/>
          </p:nvPr>
        </p:nvSpPr>
        <p:spPr>
          <a:xfrm>
            <a:off x="7060556" y="1960759"/>
            <a:ext cx="4655519" cy="1763954"/>
          </a:xfrm>
          <a:prstGeom prst="rect">
            <a:avLst/>
          </a:prstGeom>
        </p:spPr>
        <p:txBody>
          <a:bodyPr anchor="t">
            <a:normAutofit/>
          </a:bodyPr>
          <a:lstStyle>
            <a:lvl1pPr algn="l">
              <a:lnSpc>
                <a:spcPct val="80000"/>
              </a:lnSpc>
              <a:defRPr sz="5900" b="0" spc="-100" baseline="0">
                <a:solidFill>
                  <a:schemeClr val="bg2"/>
                </a:solidFill>
                <a:latin typeface="Segoe UI" panose="020B0502040204020203" pitchFamily="34" charset="0"/>
                <a:ea typeface="Segoe UI Historic" panose="020B0502040204020203" pitchFamily="34" charset="0"/>
                <a:cs typeface="Segoe UI" panose="020B0502040204020203" pitchFamily="34" charset="0"/>
              </a:defRPr>
            </a:lvl1pPr>
          </a:lstStyle>
          <a:p>
            <a:r>
              <a:rPr lang="en-US" dirty="0"/>
              <a:t>Divider </a:t>
            </a:r>
            <a:br>
              <a:rPr lang="en-US" dirty="0"/>
            </a:br>
            <a:r>
              <a:rPr lang="en-US" dirty="0"/>
              <a:t>Title</a:t>
            </a:r>
          </a:p>
        </p:txBody>
      </p:sp>
      <p:pic>
        <p:nvPicPr>
          <p:cNvPr id="12" name="Picture 11"/>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30400" y="6256421"/>
            <a:ext cx="1285676" cy="259992"/>
          </a:xfrm>
          <a:prstGeom prst="rect">
            <a:avLst/>
          </a:prstGeom>
        </p:spPr>
      </p:pic>
      <p:sp>
        <p:nvSpPr>
          <p:cNvPr id="13" name="Text Placeholder 12"/>
          <p:cNvSpPr>
            <a:spLocks noGrp="1"/>
          </p:cNvSpPr>
          <p:nvPr>
            <p:ph type="body" sz="quarter" idx="10"/>
          </p:nvPr>
        </p:nvSpPr>
        <p:spPr>
          <a:xfrm>
            <a:off x="7061200" y="4463468"/>
            <a:ext cx="4654550" cy="1216025"/>
          </a:xfrm>
          <a:prstGeom prst="rect">
            <a:avLst/>
          </a:prstGeom>
        </p:spPr>
        <p:txBody>
          <a:bodyPr/>
          <a:lstStyle>
            <a:lvl1pPr marL="0" indent="0">
              <a:buFontTx/>
              <a:buNone/>
              <a:defRPr sz="2800">
                <a:solidFill>
                  <a:schemeClr val="bg2"/>
                </a:solidFill>
              </a:defRPr>
            </a:lvl1pPr>
          </a:lstStyle>
          <a:p>
            <a:pPr lvl="0"/>
            <a:r>
              <a:rPr lang="en-US" dirty="0"/>
              <a:t>Click to edit Master text styles</a:t>
            </a:r>
          </a:p>
        </p:txBody>
      </p:sp>
      <p:sp>
        <p:nvSpPr>
          <p:cNvPr id="10" name="Picture Placeholder 4">
            <a:extLst>
              <a:ext uri="{FF2B5EF4-FFF2-40B4-BE49-F238E27FC236}">
                <a16:creationId xmlns:a16="http://schemas.microsoft.com/office/drawing/2014/main" id="{6D9687D8-7C43-45EA-8DEE-C43B042B9EB8}"/>
              </a:ext>
            </a:extLst>
          </p:cNvPr>
          <p:cNvSpPr>
            <a:spLocks noGrp="1"/>
          </p:cNvSpPr>
          <p:nvPr>
            <p:ph type="pic" sz="quarter" idx="13"/>
          </p:nvPr>
        </p:nvSpPr>
        <p:spPr>
          <a:xfrm>
            <a:off x="-2616200" y="0"/>
            <a:ext cx="8712200" cy="6858000"/>
          </a:xfrm>
          <a:prstGeom prst="parallelogram">
            <a:avLst>
              <a:gd name="adj" fmla="val 35856"/>
            </a:avLst>
          </a:prstGeom>
        </p:spPr>
        <p:txBody>
          <a:bodyPr/>
          <a:lstStyle>
            <a:lvl1pPr>
              <a:defRPr>
                <a:latin typeface="+mn-lt"/>
              </a:defRPr>
            </a:lvl1pPr>
          </a:lstStyle>
          <a:p>
            <a:endParaRPr lang="he-IL" dirty="0"/>
          </a:p>
        </p:txBody>
      </p:sp>
    </p:spTree>
    <p:extLst>
      <p:ext uri="{BB962C8B-B14F-4D97-AF65-F5344CB8AC3E}">
        <p14:creationId xmlns:p14="http://schemas.microsoft.com/office/powerpoint/2010/main" val="31716435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Thank you slide">
    <p:spTree>
      <p:nvGrpSpPr>
        <p:cNvPr id="1" name=""/>
        <p:cNvGrpSpPr/>
        <p:nvPr/>
      </p:nvGrpSpPr>
      <p:grpSpPr>
        <a:xfrm>
          <a:off x="0" y="0"/>
          <a:ext cx="0" cy="0"/>
          <a:chOff x="0" y="0"/>
          <a:chExt cx="0" cy="0"/>
        </a:xfrm>
      </p:grpSpPr>
      <p:sp>
        <p:nvSpPr>
          <p:cNvPr id="10" name="Manual Input 9"/>
          <p:cNvSpPr/>
          <p:nvPr userDrawn="1"/>
        </p:nvSpPr>
        <p:spPr>
          <a:xfrm rot="5400000" flipV="1">
            <a:off x="5795961" y="-855660"/>
            <a:ext cx="6858001" cy="8569322"/>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2856"/>
                </a:moveTo>
                <a:lnTo>
                  <a:pt x="10000" y="0"/>
                </a:lnTo>
                <a:lnTo>
                  <a:pt x="10000" y="10000"/>
                </a:lnTo>
                <a:lnTo>
                  <a:pt x="0" y="10000"/>
                </a:lnTo>
                <a:lnTo>
                  <a:pt x="0" y="28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a:solidFill>
                  <a:srgbClr val="011545"/>
                </a:solidFill>
              </a:rPr>
              <a:t> </a:t>
            </a:r>
            <a:endParaRPr lang="en-US" dirty="0">
              <a:solidFill>
                <a:srgbClr val="011545"/>
              </a:solidFill>
            </a:endParaRPr>
          </a:p>
        </p:txBody>
      </p:sp>
      <p:pic>
        <p:nvPicPr>
          <p:cNvPr id="14" name="Picture 13"/>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a:off x="10430400" y="6256421"/>
            <a:ext cx="1285676" cy="259992"/>
          </a:xfrm>
          <a:prstGeom prst="rect">
            <a:avLst/>
          </a:prstGeom>
        </p:spPr>
      </p:pic>
      <p:sp>
        <p:nvSpPr>
          <p:cNvPr id="3" name="TextBox 2">
            <a:extLst>
              <a:ext uri="{FF2B5EF4-FFF2-40B4-BE49-F238E27FC236}">
                <a16:creationId xmlns:a16="http://schemas.microsoft.com/office/drawing/2014/main" id="{34153142-D2D6-9741-8D57-80F0BB39329C}"/>
              </a:ext>
            </a:extLst>
          </p:cNvPr>
          <p:cNvSpPr txBox="1"/>
          <p:nvPr userDrawn="1"/>
        </p:nvSpPr>
        <p:spPr>
          <a:xfrm>
            <a:off x="405319" y="5623302"/>
            <a:ext cx="4534981" cy="1077218"/>
          </a:xfrm>
          <a:prstGeom prst="rect">
            <a:avLst/>
          </a:prstGeom>
          <a:noFill/>
        </p:spPr>
        <p:txBody>
          <a:bodyPr wrap="square" rtlCol="0">
            <a:spAutoFit/>
          </a:bodyPr>
          <a:lstStyle/>
          <a:p>
            <a:pPr marL="0" marR="0" lvl="0" indent="0" algn="just" defTabSz="457200" rtl="0" eaLnBrk="1" fontAlgn="auto" latinLnBrk="0" hangingPunct="1">
              <a:lnSpc>
                <a:spcPct val="100000"/>
              </a:lnSpc>
              <a:spcBef>
                <a:spcPts val="0"/>
              </a:spcBef>
              <a:spcAft>
                <a:spcPts val="0"/>
              </a:spcAft>
              <a:buClrTx/>
              <a:buSzTx/>
              <a:buFontTx/>
              <a:buNone/>
              <a:tabLst/>
              <a:defRPr/>
            </a:pPr>
            <a:r>
              <a:rPr lang="en-US" sz="800">
                <a:solidFill>
                  <a:schemeClr val="tx1"/>
                </a:solidFill>
                <a:latin typeface="+mn-lt"/>
                <a:cs typeface="Segoe UI" panose="020B0502040204020203" pitchFamily="34" charset="0"/>
              </a:rPr>
              <a:t>This power point presentation contains market data and industry forecasts from certain third-party sources. This information is based on industry surveys and the preparer’s expertise in the industry and there can be no assurance that any such market data is accurate or that any such industry forecasts will be achieved. Although we have not independently verified the accuracy of such market data and industry forecasts, we believe that the market data is reliable and that the industry forecasts are reasonable.</a:t>
            </a:r>
          </a:p>
          <a:p>
            <a:pPr marL="0" marR="0" lvl="0" indent="0" algn="just" defTabSz="457200" rtl="0" eaLnBrk="1" fontAlgn="auto" latinLnBrk="0" hangingPunct="1">
              <a:lnSpc>
                <a:spcPct val="100000"/>
              </a:lnSpc>
              <a:spcBef>
                <a:spcPts val="0"/>
              </a:spcBef>
              <a:spcAft>
                <a:spcPts val="0"/>
              </a:spcAft>
              <a:buClrTx/>
              <a:buSzTx/>
              <a:buFontTx/>
              <a:buNone/>
              <a:tabLst/>
              <a:defRPr/>
            </a:pPr>
            <a:endParaRPr lang="en-US" sz="800">
              <a:solidFill>
                <a:schemeClr val="tx1"/>
              </a:solidFill>
              <a:latin typeface="+mn-lt"/>
              <a:cs typeface="Segoe UI" panose="020B0502040204020203" pitchFamily="34" charset="0"/>
            </a:endParaRPr>
          </a:p>
          <a:p>
            <a:pPr marL="0" marR="0" lvl="0" indent="0" algn="just" defTabSz="457200" rtl="0" eaLnBrk="1" fontAlgn="auto" latinLnBrk="0" hangingPunct="1">
              <a:lnSpc>
                <a:spcPct val="100000"/>
              </a:lnSpc>
              <a:spcBef>
                <a:spcPts val="0"/>
              </a:spcBef>
              <a:spcAft>
                <a:spcPts val="0"/>
              </a:spcAft>
              <a:buClrTx/>
              <a:buSzTx/>
              <a:buFontTx/>
              <a:buNone/>
              <a:tabLst/>
              <a:defRPr/>
            </a:pPr>
            <a:r>
              <a:rPr lang="en-US" sz="800">
                <a:solidFill>
                  <a:schemeClr val="tx1"/>
                </a:solidFill>
                <a:latin typeface="+mn-lt"/>
                <a:cs typeface="Segoe UI" panose="020B0502040204020203" pitchFamily="34" charset="0"/>
              </a:rPr>
              <a:t>Version</a:t>
            </a:r>
            <a:r>
              <a:rPr lang="en-US" sz="800" baseline="0">
                <a:solidFill>
                  <a:schemeClr val="tx1"/>
                </a:solidFill>
                <a:latin typeface="+mn-lt"/>
                <a:cs typeface="Segoe UI" panose="020B0502040204020203" pitchFamily="34" charset="0"/>
              </a:rPr>
              <a:t> #: </a:t>
            </a:r>
            <a:r>
              <a:rPr lang="en-US" sz="800" kern="1200">
                <a:solidFill>
                  <a:schemeClr val="tx1"/>
                </a:solidFill>
                <a:latin typeface="+mn-lt"/>
                <a:ea typeface="+mn-ea"/>
                <a:cs typeface="Segoe UI" panose="020B0502040204020203" pitchFamily="34" charset="0"/>
              </a:rPr>
              <a:t>V.1.0</a:t>
            </a:r>
            <a:endParaRPr lang="en-US" sz="800" kern="1200" dirty="0">
              <a:solidFill>
                <a:schemeClr val="tx1"/>
              </a:solidFill>
              <a:latin typeface="+mn-lt"/>
              <a:ea typeface="+mn-ea"/>
              <a:cs typeface="Segoe UI" panose="020B0502040204020203" pitchFamily="34" charset="0"/>
            </a:endParaRPr>
          </a:p>
        </p:txBody>
      </p:sp>
      <p:sp>
        <p:nvSpPr>
          <p:cNvPr id="4" name="TextBox 3">
            <a:extLst>
              <a:ext uri="{FF2B5EF4-FFF2-40B4-BE49-F238E27FC236}">
                <a16:creationId xmlns:a16="http://schemas.microsoft.com/office/drawing/2014/main" id="{10E49AC0-DF2D-4A42-A0C1-71302026EDB1}"/>
              </a:ext>
            </a:extLst>
          </p:cNvPr>
          <p:cNvSpPr txBox="1"/>
          <p:nvPr userDrawn="1"/>
        </p:nvSpPr>
        <p:spPr>
          <a:xfrm>
            <a:off x="405319" y="5378823"/>
            <a:ext cx="4534981" cy="261610"/>
          </a:xfrm>
          <a:prstGeom prst="rect">
            <a:avLst/>
          </a:prstGeom>
          <a:noFill/>
        </p:spPr>
        <p:txBody>
          <a:bodyPr wrap="squar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sz="1100" b="0" i="0" dirty="0">
                <a:solidFill>
                  <a:schemeClr val="tx1"/>
                </a:solidFill>
                <a:latin typeface="+mn-lt"/>
                <a:cs typeface="Segoe UI" panose="020B0502040204020203" pitchFamily="34" charset="0"/>
              </a:rPr>
              <a:t>Cautionary Note Regarding Market Data &amp; Industry Forecasts</a:t>
            </a:r>
          </a:p>
        </p:txBody>
      </p:sp>
      <p:sp>
        <p:nvSpPr>
          <p:cNvPr id="7" name="TextBox 6">
            <a:extLst>
              <a:ext uri="{FF2B5EF4-FFF2-40B4-BE49-F238E27FC236}">
                <a16:creationId xmlns:a16="http://schemas.microsoft.com/office/drawing/2014/main" id="{34153142-D2D6-9741-8D57-80F0BB39329C}"/>
              </a:ext>
            </a:extLst>
          </p:cNvPr>
          <p:cNvSpPr txBox="1"/>
          <p:nvPr userDrawn="1"/>
        </p:nvSpPr>
        <p:spPr>
          <a:xfrm>
            <a:off x="7103039" y="3259777"/>
            <a:ext cx="4613037" cy="1089529"/>
          </a:xfrm>
          <a:prstGeom prst="rect">
            <a:avLst/>
          </a:prstGeom>
          <a:noFill/>
        </p:spPr>
        <p:txBody>
          <a:bodyPr wrap="square" rtlCol="0">
            <a:spAutoFit/>
          </a:bodyPr>
          <a:lstStyle/>
          <a:p>
            <a:pPr marL="0" marR="0" lvl="0" indent="0" algn="just" defTabSz="457200" rtl="0" eaLnBrk="1" fontAlgn="auto" latinLnBrk="0" hangingPunct="1">
              <a:lnSpc>
                <a:spcPct val="90000"/>
              </a:lnSpc>
              <a:spcBef>
                <a:spcPts val="0"/>
              </a:spcBef>
              <a:spcAft>
                <a:spcPts val="0"/>
              </a:spcAft>
              <a:buClrTx/>
              <a:buSzTx/>
              <a:buFontTx/>
              <a:buNone/>
              <a:tabLst/>
              <a:defRPr/>
            </a:pPr>
            <a:r>
              <a:rPr kumimoji="0" lang="en-US" sz="7200" b="0" i="0" u="none" strike="noStrike" kern="1200" cap="none" spc="-60" normalizeH="0" baseline="0" noProof="0" dirty="0">
                <a:ln>
                  <a:noFill/>
                </a:ln>
                <a:solidFill>
                  <a:srgbClr val="F1F1F1"/>
                </a:solidFill>
                <a:effectLst/>
                <a:uLnTx/>
                <a:uFillTx/>
                <a:latin typeface="+mn-lt"/>
                <a:ea typeface="Segoe UI Historic" panose="020B0502040204020203" pitchFamily="34" charset="0"/>
                <a:cs typeface="Segoe UI" panose="020B0502040204020203" pitchFamily="34" charset="0"/>
              </a:rPr>
              <a:t>Thank You!</a:t>
            </a:r>
            <a:endParaRPr lang="en-US" sz="7200" kern="1200" dirty="0">
              <a:solidFill>
                <a:schemeClr val="tx1"/>
              </a:solidFill>
              <a:latin typeface="+mn-lt"/>
              <a:ea typeface="+mn-ea"/>
              <a:cs typeface="Segoe UI" panose="020B0502040204020203" pitchFamily="34" charset="0"/>
            </a:endParaRPr>
          </a:p>
        </p:txBody>
      </p:sp>
    </p:spTree>
    <p:extLst>
      <p:ext uri="{BB962C8B-B14F-4D97-AF65-F5344CB8AC3E}">
        <p14:creationId xmlns:p14="http://schemas.microsoft.com/office/powerpoint/2010/main" val="100223790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cSld name="1_Content and Image">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2" y="116621"/>
            <a:ext cx="9515447" cy="855160"/>
          </a:xfrm>
          <a:prstGeom prst="rect">
            <a:avLst/>
          </a:prstGeom>
        </p:spPr>
        <p:txBody>
          <a:bodyPr anchor="ctr">
            <a:normAutofit/>
          </a:bodyPr>
          <a:lstStyle>
            <a:lvl1pPr marL="26246" algn="l" rtl="0">
              <a:lnSpc>
                <a:spcPct val="100000"/>
              </a:lnSpc>
              <a:defRPr lang="en-US" sz="3700"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8" y="6387468"/>
            <a:ext cx="1912109" cy="365125"/>
          </a:xfrm>
          <a:prstGeom prst="rect">
            <a:avLst/>
          </a:prstGeom>
        </p:spPr>
        <p:txBody>
          <a:bodyPr vert="horz" lIns="121917" tIns="60958" rIns="121917" bIns="60958"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pc="27" dirty="0"/>
              <a:t>©</a:t>
            </a:r>
            <a:r>
              <a:rPr lang="en-US" spc="-87" dirty="0"/>
              <a:t> </a:t>
            </a:r>
            <a:r>
              <a:rPr lang="en-US" spc="7" dirty="0"/>
              <a:t>SolarEdge</a:t>
            </a:r>
          </a:p>
        </p:txBody>
      </p:sp>
      <p:sp>
        <p:nvSpPr>
          <p:cNvPr id="12" name="מציין מיקום של תמונה 2"/>
          <p:cNvSpPr>
            <a:spLocks noGrp="1"/>
          </p:cNvSpPr>
          <p:nvPr>
            <p:ph type="pic" idx="1" hasCustomPrompt="1"/>
          </p:nvPr>
        </p:nvSpPr>
        <p:spPr>
          <a:xfrm>
            <a:off x="6480632" y="1904999"/>
            <a:ext cx="5233987" cy="3103607"/>
          </a:xfrm>
          <a:prstGeom prst="rect">
            <a:avLst/>
          </a:prstGeom>
          <a:ln>
            <a:solidFill>
              <a:schemeClr val="tx2">
                <a:lumMod val="40000"/>
                <a:lumOff val="60000"/>
              </a:schemeClr>
            </a:solidFill>
          </a:ln>
          <a:effectLst>
            <a:reflection blurRad="10160" stA="10000" endPos="20000" dir="5400000" sy="-100000" algn="bl" rotWithShape="0"/>
          </a:effectLst>
        </p:spPr>
        <p:txBody>
          <a:bodyPr>
            <a:normAutofit/>
          </a:bodyPr>
          <a:lstStyle>
            <a:lvl1pPr marL="0" indent="0" algn="l" rtl="0">
              <a:buNone/>
              <a:defRPr lang="en-US" sz="1900" b="0" kern="1200" spc="-20" dirty="0">
                <a:solidFill>
                  <a:srgbClr val="666666"/>
                </a:solidFill>
                <a:latin typeface="Calibri Light"/>
                <a:ea typeface="+mn-ea"/>
                <a:cs typeface="Calibri Light"/>
              </a:defRPr>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dirty="0"/>
              <a:t>Select image</a:t>
            </a:r>
          </a:p>
        </p:txBody>
      </p:sp>
      <p:sp>
        <p:nvSpPr>
          <p:cNvPr id="13" name="Text Placeholder 2"/>
          <p:cNvSpPr>
            <a:spLocks noGrp="1"/>
          </p:cNvSpPr>
          <p:nvPr>
            <p:ph type="body" sz="quarter" idx="15" hasCustomPrompt="1"/>
          </p:nvPr>
        </p:nvSpPr>
        <p:spPr>
          <a:xfrm>
            <a:off x="6481233" y="1480157"/>
            <a:ext cx="5232400" cy="292388"/>
          </a:xfrm>
          <a:prstGeom prst="rect">
            <a:avLst/>
          </a:prstGeom>
        </p:spPr>
        <p:txBody>
          <a:bodyPr vert="horz" wrap="square" lIns="0" tIns="0" rIns="0" bIns="0" rtlCol="0">
            <a:spAutoFit/>
          </a:bodyPr>
          <a:lstStyle>
            <a:lvl1pPr marL="0" indent="0" algn="ctr">
              <a:buNone/>
              <a:defRPr lang="en-US" sz="1900" b="0" spc="-20" dirty="0" smtClean="0">
                <a:solidFill>
                  <a:srgbClr val="666666"/>
                </a:solidFill>
                <a:latin typeface="Calibri Light"/>
                <a:cs typeface="Calibri Light"/>
              </a:defRPr>
            </a:lvl1pPr>
            <a:lvl2pPr>
              <a:defRPr lang="en-US" sz="1800" dirty="0" smtClean="0"/>
            </a:lvl2pPr>
            <a:lvl3pPr>
              <a:defRPr lang="en-US" sz="1800" dirty="0" smtClean="0"/>
            </a:lvl3pPr>
            <a:lvl4pPr>
              <a:defRPr lang="en-US" dirty="0" smtClean="0"/>
            </a:lvl4pPr>
            <a:lvl5pPr>
              <a:defRPr lang="en-US" dirty="0"/>
            </a:lvl5pPr>
          </a:lstStyle>
          <a:p>
            <a:pPr marL="16933" lvl="0" algn="ctr" rtl="0">
              <a:lnSpc>
                <a:spcPct val="100000"/>
              </a:lnSpc>
            </a:pPr>
            <a:r>
              <a:rPr lang="en-US" dirty="0"/>
              <a:t>Insert image caption</a:t>
            </a:r>
          </a:p>
        </p:txBody>
      </p:sp>
      <p:sp>
        <p:nvSpPr>
          <p:cNvPr id="14" name="Rectangle 13"/>
          <p:cNvSpPr/>
          <p:nvPr/>
        </p:nvSpPr>
        <p:spPr>
          <a:xfrm>
            <a:off x="347705" y="6389605"/>
            <a:ext cx="447132" cy="328295"/>
          </a:xfrm>
          <a:prstGeom prst="rect">
            <a:avLst/>
          </a:prstGeom>
        </p:spPr>
        <p:txBody>
          <a:bodyPr wrap="none" lIns="121917" tIns="60958" rIns="121917" bIns="60958">
            <a:spAutoFit/>
          </a:bodyPr>
          <a:lstStyle/>
          <a:p>
            <a:pPr algn="ctr" rtl="0"/>
            <a:fld id="{8E9A482E-2A80-4894-A669-9D4E7D7F4257}" type="slidenum">
              <a:rPr lang="en-US" sz="1300" kern="1200" smtClean="0">
                <a:solidFill>
                  <a:schemeClr val="tx1">
                    <a:lumMod val="50000"/>
                    <a:lumOff val="50000"/>
                  </a:schemeClr>
                </a:solidFill>
                <a:latin typeface="+mn-lt"/>
                <a:ea typeface="+mn-ea"/>
                <a:cs typeface="+mn-cs"/>
              </a:rPr>
              <a:pPr algn="ctr" rtl="0"/>
              <a:t>‹#›</a:t>
            </a:fld>
            <a:endParaRPr lang="en-US" sz="1300" kern="1200" dirty="0">
              <a:solidFill>
                <a:schemeClr val="tx1">
                  <a:lumMod val="50000"/>
                  <a:lumOff val="50000"/>
                </a:schemeClr>
              </a:solidFill>
              <a:latin typeface="+mn-lt"/>
              <a:ea typeface="+mn-ea"/>
              <a:cs typeface="+mn-cs"/>
            </a:endParaRPr>
          </a:p>
        </p:txBody>
      </p:sp>
      <p:pic>
        <p:nvPicPr>
          <p:cNvPr id="16" name="תמונה 11"/>
          <p:cNvPicPr>
            <a:picLocks noChangeAspect="1"/>
          </p:cNvPicPr>
          <p:nvPr/>
        </p:nvPicPr>
        <p:blipFill>
          <a:blip r:embed="rId2"/>
          <a:stretch>
            <a:fillRect/>
          </a:stretch>
        </p:blipFill>
        <p:spPr>
          <a:xfrm>
            <a:off x="435167" y="6385479"/>
            <a:ext cx="284900" cy="25920"/>
          </a:xfrm>
          <a:prstGeom prst="rect">
            <a:avLst/>
          </a:prstGeom>
        </p:spPr>
      </p:pic>
      <p:sp>
        <p:nvSpPr>
          <p:cNvPr id="18" name="Rectangle 17"/>
          <p:cNvSpPr/>
          <p:nvPr/>
        </p:nvSpPr>
        <p:spPr>
          <a:xfrm>
            <a:off x="347705" y="6389605"/>
            <a:ext cx="447132" cy="328295"/>
          </a:xfrm>
          <a:prstGeom prst="rect">
            <a:avLst/>
          </a:prstGeom>
        </p:spPr>
        <p:txBody>
          <a:bodyPr wrap="none" lIns="121917" tIns="60958" rIns="121917" bIns="60958">
            <a:spAutoFit/>
          </a:bodyPr>
          <a:lstStyle/>
          <a:p>
            <a:pPr algn="ctr" rtl="0"/>
            <a:fld id="{8E9A482E-2A80-4894-A669-9D4E7D7F4257}" type="slidenum">
              <a:rPr lang="en-US" sz="1300" kern="1200" smtClean="0">
                <a:solidFill>
                  <a:schemeClr val="tx1">
                    <a:lumMod val="50000"/>
                    <a:lumOff val="50000"/>
                  </a:schemeClr>
                </a:solidFill>
                <a:latin typeface="+mn-lt"/>
                <a:ea typeface="+mn-ea"/>
                <a:cs typeface="+mn-cs"/>
              </a:rPr>
              <a:pPr algn="ctr" rtl="0"/>
              <a:t>‹#›</a:t>
            </a:fld>
            <a:endParaRPr lang="en-US" sz="1300" kern="1200" dirty="0">
              <a:solidFill>
                <a:schemeClr val="tx1">
                  <a:lumMod val="50000"/>
                  <a:lumOff val="50000"/>
                </a:schemeClr>
              </a:solidFill>
              <a:latin typeface="+mn-lt"/>
              <a:ea typeface="+mn-ea"/>
              <a:cs typeface="+mn-cs"/>
            </a:endParaRPr>
          </a:p>
        </p:txBody>
      </p:sp>
      <p:sp>
        <p:nvSpPr>
          <p:cNvPr id="17" name="Text Placeholder 3"/>
          <p:cNvSpPr>
            <a:spLocks noGrp="1"/>
          </p:cNvSpPr>
          <p:nvPr>
            <p:ph type="body" sz="quarter" idx="16" hasCustomPrompt="1"/>
          </p:nvPr>
        </p:nvSpPr>
        <p:spPr>
          <a:xfrm>
            <a:off x="366185" y="1227669"/>
            <a:ext cx="5652849" cy="4694767"/>
          </a:xfrm>
          <a:prstGeom prst="rect">
            <a:avLst/>
          </a:prstGeom>
          <a:noFill/>
        </p:spPr>
        <p:txBody>
          <a:bodyPr/>
          <a:lstStyle>
            <a:lvl1pPr marL="306910" indent="-306910"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18" indent="-306910" algn="l" rtl="0">
              <a:buSzPct val="65000"/>
              <a:buFontTx/>
              <a:buBlip>
                <a:blip r:embed="rId3"/>
              </a:buBlip>
              <a:defRPr lang="en-US" sz="2100" b="0" kern="1200" spc="0" baseline="0" dirty="0" smtClean="0">
                <a:solidFill>
                  <a:srgbClr val="404040"/>
                </a:solidFill>
                <a:latin typeface="Calibri Light"/>
                <a:ea typeface="+mn-ea"/>
                <a:cs typeface="Calibri Light"/>
              </a:defRPr>
            </a:lvl2pPr>
            <a:lvl3pPr marL="1219170" indent="-304792" algn="l" rtl="0">
              <a:buSzPct val="70000"/>
              <a:buFontTx/>
              <a:buBlip>
                <a:blip r:embed="rId4"/>
              </a:buBlip>
              <a:defRPr lang="en-US" sz="1900" b="0" kern="1200" spc="0" baseline="0" dirty="0" smtClean="0">
                <a:solidFill>
                  <a:srgbClr val="666666"/>
                </a:solidFill>
                <a:latin typeface="Calibri Light"/>
                <a:ea typeface="+mn-ea"/>
                <a:cs typeface="Calibri Light"/>
              </a:defRPr>
            </a:lvl3pPr>
            <a:lvl4pPr marL="1674242" indent="-302676" algn="l" rtl="0">
              <a:buSzPct val="70000"/>
              <a:buFontTx/>
              <a:buBlip>
                <a:blip r:embed="rId4"/>
              </a:buBlip>
              <a:defRPr lang="en-US" sz="1900" b="0" kern="1200" spc="0" baseline="0" dirty="0" smtClean="0">
                <a:solidFill>
                  <a:srgbClr val="666666"/>
                </a:solidFill>
                <a:latin typeface="Calibri Light"/>
                <a:ea typeface="+mn-ea"/>
                <a:cs typeface="Calibri Light"/>
              </a:defRPr>
            </a:lvl4pPr>
            <a:lvl5pPr marL="2135664" indent="-306910" algn="l" rtl="0">
              <a:buSzPct val="70000"/>
              <a:buFontTx/>
              <a:buBlip>
                <a:blip r:embed="rId4"/>
              </a:buBlip>
              <a:defRPr lang="en-US" sz="1900" b="0" kern="1200" spc="0" baseline="0" dirty="0">
                <a:solidFill>
                  <a:srgbClr val="666666"/>
                </a:solidFill>
                <a:latin typeface="Calibri Light"/>
                <a:ea typeface="+mn-ea"/>
                <a:cs typeface="Calibri Light"/>
              </a:defRPr>
            </a:lvl5pPr>
            <a:lvl6pPr marL="2590735" indent="-304792" algn="l" rtl="0">
              <a:buSzPct val="70000"/>
              <a:buFontTx/>
              <a:buBlip>
                <a:blip r:embed="rId4"/>
              </a:buBlip>
              <a:defRPr lang="en-US" sz="1900" b="0" kern="1200" spc="0" baseline="0" dirty="0" smtClean="0">
                <a:solidFill>
                  <a:srgbClr val="666666"/>
                </a:solidFill>
                <a:latin typeface="Calibri Light"/>
                <a:ea typeface="+mn-ea"/>
                <a:cs typeface="Calibri Light"/>
              </a:defRPr>
            </a:lvl6pPr>
            <a:lvl7pPr marL="3052157" indent="-309026" algn="l" rtl="0">
              <a:buSzPct val="70000"/>
              <a:buFontTx/>
              <a:buBlip>
                <a:blip r:embed="rId4"/>
              </a:buBlip>
              <a:defRPr lang="en-US" sz="1900" b="0" kern="1200" spc="0" baseline="0" dirty="0" smtClean="0">
                <a:solidFill>
                  <a:srgbClr val="666666"/>
                </a:solidFill>
                <a:latin typeface="Calibri Light"/>
                <a:ea typeface="+mn-ea"/>
                <a:cs typeface="Calibri Light"/>
              </a:defRPr>
            </a:lvl7pPr>
            <a:lvl8pPr marL="3505112" indent="-304792" algn="l" rtl="0">
              <a:buSzPct val="70000"/>
              <a:buFontTx/>
              <a:buBlip>
                <a:blip r:embed="rId4"/>
              </a:buBlip>
              <a:defRPr lang="en-US" sz="1900" b="0" kern="1200" spc="0" baseline="0" dirty="0" smtClean="0">
                <a:solidFill>
                  <a:srgbClr val="666666"/>
                </a:solidFill>
                <a:latin typeface="Calibri Light"/>
                <a:ea typeface="+mn-ea"/>
                <a:cs typeface="Calibri Light"/>
              </a:defRPr>
            </a:lvl8pPr>
            <a:lvl9pPr marL="3960185" indent="-302676" algn="l" rtl="0">
              <a:buSzPct val="70000"/>
              <a:buFontTx/>
              <a:buBlip>
                <a:blip r:embed="rId4"/>
              </a:buBlip>
              <a:defRPr lang="en-US" sz="1900"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spTree>
    <p:extLst>
      <p:ext uri="{BB962C8B-B14F-4D97-AF65-F5344CB8AC3E}">
        <p14:creationId xmlns:p14="http://schemas.microsoft.com/office/powerpoint/2010/main" val="8641246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cSld name="2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2781314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object 2"/>
          <p:cNvSpPr txBox="1">
            <a:spLocks noGrp="1"/>
          </p:cNvSpPr>
          <p:nvPr>
            <p:ph type="ctrTitle" hasCustomPrompt="1"/>
          </p:nvPr>
        </p:nvSpPr>
        <p:spPr>
          <a:xfrm>
            <a:off x="288325" y="2688572"/>
            <a:ext cx="11524736" cy="902876"/>
          </a:xfrm>
          <a:prstGeom prst="rect">
            <a:avLst/>
          </a:prstGeom>
        </p:spPr>
        <p:txBody>
          <a:bodyPr vert="horz" wrap="square" lIns="0" tIns="0" rIns="0" bIns="0" rtlCol="0">
            <a:spAutoFit/>
          </a:bodyPr>
          <a:lstStyle>
            <a:lvl1pPr marL="16933" algn="ctr" rtl="0">
              <a:lnSpc>
                <a:spcPct val="100000"/>
              </a:lnSpc>
              <a:defRPr sz="5867" baseline="0">
                <a:solidFill>
                  <a:srgbClr val="D92228"/>
                </a:solidFill>
                <a:latin typeface="+mn-lt"/>
              </a:defRPr>
            </a:lvl1pPr>
          </a:lstStyle>
          <a:p>
            <a:pPr marL="12700">
              <a:lnSpc>
                <a:spcPct val="100000"/>
              </a:lnSpc>
            </a:pPr>
            <a:r>
              <a:rPr lang="en-US" spc="7" dirty="0"/>
              <a:t>Slide section title</a:t>
            </a:r>
            <a:endParaRPr spc="7" dirty="0"/>
          </a:p>
        </p:txBody>
      </p:sp>
      <p:sp>
        <p:nvSpPr>
          <p:cNvPr id="8"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9" name="Text Placeholder 6"/>
          <p:cNvSpPr>
            <a:spLocks noGrp="1"/>
          </p:cNvSpPr>
          <p:nvPr>
            <p:ph type="body" sz="quarter" idx="10" hasCustomPrompt="1"/>
          </p:nvPr>
        </p:nvSpPr>
        <p:spPr>
          <a:xfrm>
            <a:off x="288327" y="3938433"/>
            <a:ext cx="11524735" cy="625877"/>
          </a:xfrm>
          <a:prstGeom prst="rect">
            <a:avLst/>
          </a:prstGeom>
        </p:spPr>
        <p:txBody>
          <a:bodyPr vert="horz" wrap="square" lIns="0" tIns="0" rIns="0" bIns="0" rtlCol="0">
            <a:spAutoFit/>
          </a:bodyPr>
          <a:lstStyle>
            <a:lvl1pPr marL="0" indent="0" algn="ctr" rtl="0">
              <a:buNone/>
              <a:defRPr lang="en-US" sz="4067" spc="7" dirty="0">
                <a:solidFill>
                  <a:srgbClr val="404040"/>
                </a:solidFill>
                <a:latin typeface="Calibri"/>
                <a:cs typeface="Calibri"/>
              </a:defRPr>
            </a:lvl1pPr>
          </a:lstStyle>
          <a:p>
            <a:pPr marL="16933" lvl="0" algn="ctr">
              <a:lnSpc>
                <a:spcPct val="100000"/>
              </a:lnSpc>
            </a:pPr>
            <a:r>
              <a:rPr lang="en-US" dirty="0"/>
              <a:t>Slide section subtitle</a:t>
            </a:r>
          </a:p>
        </p:txBody>
      </p:sp>
    </p:spTree>
    <p:extLst>
      <p:ext uri="{BB962C8B-B14F-4D97-AF65-F5344CB8AC3E}">
        <p14:creationId xmlns:p14="http://schemas.microsoft.com/office/powerpoint/2010/main" val="1888599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p:cSld name="3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9575648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p:cSld name="5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26944255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cSld name="6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7664783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p:cSld name="7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390632457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p:cSld name="8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34805603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p:cSld name="9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7989850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cSld name="10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46541767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cSld name="11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7469887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cSld name="2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object 2"/>
          <p:cNvSpPr txBox="1">
            <a:spLocks noGrp="1"/>
          </p:cNvSpPr>
          <p:nvPr>
            <p:ph type="ctrTitle" hasCustomPrompt="1"/>
          </p:nvPr>
        </p:nvSpPr>
        <p:spPr>
          <a:xfrm>
            <a:off x="288325" y="2688572"/>
            <a:ext cx="11524736" cy="902876"/>
          </a:xfrm>
          <a:prstGeom prst="rect">
            <a:avLst/>
          </a:prstGeom>
        </p:spPr>
        <p:txBody>
          <a:bodyPr vert="horz" wrap="square" lIns="0" tIns="0" rIns="0" bIns="0" rtlCol="0">
            <a:spAutoFit/>
          </a:bodyPr>
          <a:lstStyle>
            <a:lvl1pPr marL="16933" algn="ctr" rtl="0">
              <a:lnSpc>
                <a:spcPct val="100000"/>
              </a:lnSpc>
              <a:defRPr sz="5867" baseline="0">
                <a:solidFill>
                  <a:srgbClr val="D92228"/>
                </a:solidFill>
                <a:latin typeface="+mn-lt"/>
              </a:defRPr>
            </a:lvl1pPr>
          </a:lstStyle>
          <a:p>
            <a:pPr marL="12700">
              <a:lnSpc>
                <a:spcPct val="100000"/>
              </a:lnSpc>
            </a:pPr>
            <a:r>
              <a:rPr lang="en-US" spc="7" dirty="0"/>
              <a:t>Slide section title</a:t>
            </a:r>
            <a:endParaRPr spc="7" dirty="0"/>
          </a:p>
        </p:txBody>
      </p:sp>
      <p:sp>
        <p:nvSpPr>
          <p:cNvPr id="8"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9" name="Text Placeholder 6"/>
          <p:cNvSpPr>
            <a:spLocks noGrp="1"/>
          </p:cNvSpPr>
          <p:nvPr>
            <p:ph type="body" sz="quarter" idx="10" hasCustomPrompt="1"/>
          </p:nvPr>
        </p:nvSpPr>
        <p:spPr>
          <a:xfrm>
            <a:off x="288327" y="3938433"/>
            <a:ext cx="11524735" cy="625877"/>
          </a:xfrm>
          <a:prstGeom prst="rect">
            <a:avLst/>
          </a:prstGeom>
        </p:spPr>
        <p:txBody>
          <a:bodyPr vert="horz" wrap="square" lIns="0" tIns="0" rIns="0" bIns="0" rtlCol="0">
            <a:spAutoFit/>
          </a:bodyPr>
          <a:lstStyle>
            <a:lvl1pPr marL="0" indent="0" algn="ctr" rtl="0">
              <a:buNone/>
              <a:defRPr lang="en-US" sz="4067" spc="7" dirty="0">
                <a:solidFill>
                  <a:srgbClr val="404040"/>
                </a:solidFill>
                <a:latin typeface="Calibri"/>
                <a:cs typeface="Calibri"/>
              </a:defRPr>
            </a:lvl1pPr>
          </a:lstStyle>
          <a:p>
            <a:pPr marL="16933" lvl="0" algn="ctr">
              <a:lnSpc>
                <a:spcPct val="100000"/>
              </a:lnSpc>
            </a:pPr>
            <a:r>
              <a:rPr lang="en-US" dirty="0"/>
              <a:t>Slide section subtitle</a:t>
            </a:r>
          </a:p>
        </p:txBody>
      </p:sp>
    </p:spTree>
    <p:extLst>
      <p:ext uri="{BB962C8B-B14F-4D97-AF65-F5344CB8AC3E}">
        <p14:creationId xmlns:p14="http://schemas.microsoft.com/office/powerpoint/2010/main" val="26615425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cSld name="13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8253430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cSld name="14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2270242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cSld name="15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23120580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cSld name="16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34318604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cSld name="17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36827960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cSld name="18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40992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cSld name="19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2493887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cSld name="3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object 2"/>
          <p:cNvSpPr txBox="1">
            <a:spLocks noGrp="1"/>
          </p:cNvSpPr>
          <p:nvPr>
            <p:ph type="ctrTitle" hasCustomPrompt="1"/>
          </p:nvPr>
        </p:nvSpPr>
        <p:spPr>
          <a:xfrm>
            <a:off x="288325" y="2688572"/>
            <a:ext cx="11524736" cy="902876"/>
          </a:xfrm>
          <a:prstGeom prst="rect">
            <a:avLst/>
          </a:prstGeom>
        </p:spPr>
        <p:txBody>
          <a:bodyPr vert="horz" wrap="square" lIns="0" tIns="0" rIns="0" bIns="0" rtlCol="0">
            <a:spAutoFit/>
          </a:bodyPr>
          <a:lstStyle>
            <a:lvl1pPr marL="16933" algn="ctr" rtl="0">
              <a:lnSpc>
                <a:spcPct val="100000"/>
              </a:lnSpc>
              <a:defRPr sz="5867" baseline="0">
                <a:solidFill>
                  <a:srgbClr val="D92228"/>
                </a:solidFill>
                <a:latin typeface="+mn-lt"/>
              </a:defRPr>
            </a:lvl1pPr>
          </a:lstStyle>
          <a:p>
            <a:pPr marL="12700">
              <a:lnSpc>
                <a:spcPct val="100000"/>
              </a:lnSpc>
            </a:pPr>
            <a:r>
              <a:rPr lang="en-US" spc="7" dirty="0"/>
              <a:t>Slide section title</a:t>
            </a:r>
            <a:endParaRPr spc="7" dirty="0"/>
          </a:p>
        </p:txBody>
      </p:sp>
      <p:sp>
        <p:nvSpPr>
          <p:cNvPr id="8"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9" name="Text Placeholder 6"/>
          <p:cNvSpPr>
            <a:spLocks noGrp="1"/>
          </p:cNvSpPr>
          <p:nvPr>
            <p:ph type="body" sz="quarter" idx="10" hasCustomPrompt="1"/>
          </p:nvPr>
        </p:nvSpPr>
        <p:spPr>
          <a:xfrm>
            <a:off x="288327" y="3938433"/>
            <a:ext cx="11524735" cy="625877"/>
          </a:xfrm>
          <a:prstGeom prst="rect">
            <a:avLst/>
          </a:prstGeom>
        </p:spPr>
        <p:txBody>
          <a:bodyPr vert="horz" wrap="square" lIns="0" tIns="0" rIns="0" bIns="0" rtlCol="0">
            <a:spAutoFit/>
          </a:bodyPr>
          <a:lstStyle>
            <a:lvl1pPr marL="0" indent="0" algn="ctr" rtl="0">
              <a:buNone/>
              <a:defRPr lang="en-US" sz="4067" spc="7" dirty="0">
                <a:solidFill>
                  <a:srgbClr val="404040"/>
                </a:solidFill>
                <a:latin typeface="Calibri"/>
                <a:cs typeface="Calibri"/>
              </a:defRPr>
            </a:lvl1pPr>
          </a:lstStyle>
          <a:p>
            <a:pPr marL="16933" lvl="0" algn="ctr">
              <a:lnSpc>
                <a:spcPct val="100000"/>
              </a:lnSpc>
            </a:pPr>
            <a:r>
              <a:rPr lang="en-US" dirty="0"/>
              <a:t>Slide section subtitle</a:t>
            </a:r>
          </a:p>
        </p:txBody>
      </p:sp>
    </p:spTree>
    <p:extLst>
      <p:ext uri="{BB962C8B-B14F-4D97-AF65-F5344CB8AC3E}">
        <p14:creationId xmlns:p14="http://schemas.microsoft.com/office/powerpoint/2010/main" val="18487406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cSld name="20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1524707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1.xml><?xml version="1.0" encoding="utf-8"?>
<p:sldLayout xmlns:a="http://schemas.openxmlformats.org/drawingml/2006/main" xmlns:r="http://schemas.openxmlformats.org/officeDocument/2006/relationships" xmlns:p="http://schemas.openxmlformats.org/presentationml/2006/main">
  <p:cSld name="21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29669034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cSld name="22_Title and Content">
    <p:spTree>
      <p:nvGrpSpPr>
        <p:cNvPr id="1" name=""/>
        <p:cNvGrpSpPr/>
        <p:nvPr/>
      </p:nvGrpSpPr>
      <p:grpSpPr>
        <a:xfrm>
          <a:off x="0" y="0"/>
          <a:ext cx="0" cy="0"/>
          <a:chOff x="0" y="0"/>
          <a:chExt cx="0" cy="0"/>
        </a:xfrm>
      </p:grpSpPr>
      <p:sp>
        <p:nvSpPr>
          <p:cNvPr id="8" name="כותרת 1"/>
          <p:cNvSpPr>
            <a:spLocks noGrp="1"/>
          </p:cNvSpPr>
          <p:nvPr>
            <p:ph type="title" hasCustomPrompt="1"/>
          </p:nvPr>
        </p:nvSpPr>
        <p:spPr>
          <a:xfrm>
            <a:off x="332203"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0" name="מציין מיקום של כותרת תחתונה 4"/>
          <p:cNvSpPr txBox="1">
            <a:spLocks/>
          </p:cNvSpPr>
          <p:nvPr/>
        </p:nvSpPr>
        <p:spPr>
          <a:xfrm>
            <a:off x="10137119"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1" name="Rectangle 10"/>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12" name="תמונה 11"/>
          <p:cNvPicPr>
            <a:picLocks noChangeAspect="1"/>
          </p:cNvPicPr>
          <p:nvPr/>
        </p:nvPicPr>
        <p:blipFill>
          <a:blip r:embed="rId2"/>
          <a:stretch>
            <a:fillRect/>
          </a:stretch>
        </p:blipFill>
        <p:spPr>
          <a:xfrm>
            <a:off x="435167" y="6385479"/>
            <a:ext cx="284900" cy="25920"/>
          </a:xfrm>
          <a:prstGeom prst="rect">
            <a:avLst/>
          </a:prstGeom>
        </p:spPr>
      </p:pic>
      <p:sp>
        <p:nvSpPr>
          <p:cNvPr id="14" name="Rectangle 13"/>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3" hasCustomPrompt="1"/>
          </p:nvPr>
        </p:nvSpPr>
        <p:spPr>
          <a:xfrm>
            <a:off x="366184" y="1227670"/>
            <a:ext cx="9514416" cy="4694767"/>
          </a:xfrm>
          <a:prstGeom prst="rect">
            <a:avLst/>
          </a:prstGeom>
          <a:noFill/>
        </p:spPr>
        <p:txBody>
          <a:bodyPr/>
          <a:lstStyle>
            <a:lvl1pPr marL="306903" indent="-306903"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03" indent="-306903"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4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01" indent="-302668"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11" indent="-306903" algn="l" rtl="0">
              <a:buSzPct val="70000"/>
              <a:buFontTx/>
              <a:buBlip>
                <a:blip r:embed="rId4"/>
              </a:buBlip>
              <a:defRPr lang="en-US" sz="1867" b="0" kern="1200" spc="0" baseline="0" dirty="0">
                <a:solidFill>
                  <a:srgbClr val="666666"/>
                </a:solidFill>
                <a:latin typeface="Calibri Light"/>
                <a:ea typeface="+mn-ea"/>
                <a:cs typeface="Calibri Light"/>
              </a:defRPr>
            </a:lvl5pPr>
            <a:lvl6pPr marL="2590670" indent="-304784"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081" indent="-309019"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024" indent="-304784"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086" indent="-302668"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pic>
        <p:nvPicPr>
          <p:cNvPr id="15" name="תמונה 11"/>
          <p:cNvPicPr>
            <a:picLocks noChangeAspect="1"/>
          </p:cNvPicPr>
          <p:nvPr userDrawn="1"/>
        </p:nvPicPr>
        <p:blipFill>
          <a:blip r:embed="rId2"/>
          <a:stretch>
            <a:fillRect/>
          </a:stretch>
        </p:blipFill>
        <p:spPr>
          <a:xfrm>
            <a:off x="435167" y="6385479"/>
            <a:ext cx="284900" cy="25920"/>
          </a:xfrm>
          <a:prstGeom prst="rect">
            <a:avLst/>
          </a:prstGeom>
        </p:spPr>
      </p:pic>
      <p:sp>
        <p:nvSpPr>
          <p:cNvPr id="16" name="Rectangle 15"/>
          <p:cNvSpPr/>
          <p:nvPr userDrawn="1"/>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Tree>
    <p:extLst>
      <p:ext uri="{BB962C8B-B14F-4D97-AF65-F5344CB8AC3E}">
        <p14:creationId xmlns:p14="http://schemas.microsoft.com/office/powerpoint/2010/main" val="4183930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3.xml><?xml version="1.0" encoding="utf-8"?>
<p:sldLayout xmlns:a="http://schemas.openxmlformats.org/drawingml/2006/main" xmlns:r="http://schemas.openxmlformats.org/officeDocument/2006/relationships" xmlns:p="http://schemas.openxmlformats.org/presentationml/2006/main">
  <p:cSld name="כותרת ותוכן">
    <p:spTree>
      <p:nvGrpSpPr>
        <p:cNvPr id="1" name=""/>
        <p:cNvGrpSpPr/>
        <p:nvPr/>
      </p:nvGrpSpPr>
      <p:grpSpPr>
        <a:xfrm>
          <a:off x="0" y="0"/>
          <a:ext cx="0" cy="0"/>
          <a:chOff x="0" y="0"/>
          <a:chExt cx="0" cy="0"/>
        </a:xfrm>
      </p:grpSpPr>
      <p:sp>
        <p:nvSpPr>
          <p:cNvPr id="7" name="Text Placeholder 3"/>
          <p:cNvSpPr>
            <a:spLocks noGrp="1"/>
          </p:cNvSpPr>
          <p:nvPr>
            <p:ph type="body" sz="quarter" idx="13" hasCustomPrompt="1"/>
          </p:nvPr>
        </p:nvSpPr>
        <p:spPr>
          <a:xfrm>
            <a:off x="366184" y="1227667"/>
            <a:ext cx="9514416" cy="4694767"/>
          </a:xfrm>
          <a:prstGeom prst="rect">
            <a:avLst/>
          </a:prstGeom>
        </p:spPr>
        <p:txBody>
          <a:bodyPr/>
          <a:lstStyle>
            <a:lvl1pPr marL="306910" indent="-306910" algn="l" rtl="0">
              <a:buSzPct val="64000"/>
              <a:buFontTx/>
              <a:buBlip>
                <a:blip r:embed="rId2"/>
              </a:buBlip>
              <a:defRPr lang="en-US" sz="2400" b="0" kern="1200" spc="0" baseline="0" dirty="0" smtClean="0">
                <a:solidFill>
                  <a:srgbClr val="404040"/>
                </a:solidFill>
                <a:latin typeface="Calibri Light"/>
                <a:ea typeface="+mn-ea"/>
                <a:cs typeface="Calibri Light"/>
              </a:defRPr>
            </a:lvl1pPr>
            <a:lvl2pPr marL="613818" indent="-306910" algn="l" rtl="0">
              <a:buSzPct val="65000"/>
              <a:buFontTx/>
              <a:buBlip>
                <a:blip r:embed="rId2"/>
              </a:buBlip>
              <a:defRPr lang="en-US" sz="2133" b="0" kern="1200" spc="0" baseline="0" dirty="0" smtClean="0">
                <a:solidFill>
                  <a:srgbClr val="404040"/>
                </a:solidFill>
                <a:latin typeface="Calibri Light"/>
                <a:ea typeface="+mn-ea"/>
                <a:cs typeface="Calibri Light"/>
              </a:defRPr>
            </a:lvl2pPr>
            <a:lvl3pPr marL="1142971" indent="-228594" algn="l" rtl="0">
              <a:buSzPct val="70000"/>
              <a:buFontTx/>
              <a:buBlip>
                <a:blip r:embed="rId3"/>
              </a:buBlip>
              <a:defRPr lang="en-US" sz="1867" b="0" kern="1200" spc="0" baseline="0" dirty="0" smtClean="0">
                <a:solidFill>
                  <a:srgbClr val="666666"/>
                </a:solidFill>
                <a:latin typeface="Calibri Light"/>
                <a:ea typeface="+mn-ea"/>
                <a:cs typeface="Calibri Light"/>
              </a:defRPr>
            </a:lvl3pPr>
            <a:lvl4pPr marL="1600160" indent="-228594" algn="l" rtl="0">
              <a:buSzPct val="70000"/>
              <a:buFontTx/>
              <a:buBlip>
                <a:blip r:embed="rId3"/>
              </a:buBlip>
              <a:defRPr lang="en-US" sz="1867" b="0" kern="1200" spc="0" baseline="0" dirty="0" smtClean="0">
                <a:solidFill>
                  <a:srgbClr val="666666"/>
                </a:solidFill>
                <a:latin typeface="Calibri Light"/>
                <a:ea typeface="+mn-ea"/>
                <a:cs typeface="Calibri Light"/>
              </a:defRPr>
            </a:lvl4pPr>
            <a:lvl5pPr marL="2057349" indent="-228594" algn="l" rtl="0">
              <a:buSzPct val="70000"/>
              <a:buFontTx/>
              <a:buBlip>
                <a:blip r:embed="rId3"/>
              </a:buBlip>
              <a:defRPr lang="en-US" sz="1867" b="0" kern="1200" spc="0" baseline="0" dirty="0">
                <a:solidFill>
                  <a:srgbClr val="666666"/>
                </a:solidFill>
                <a:latin typeface="Calibri Light"/>
                <a:ea typeface="+mn-ea"/>
                <a:cs typeface="Calibri Light"/>
              </a:defRPr>
            </a:lvl5pPr>
            <a:lvl6pPr marL="2514537" indent="-228594" algn="l" rtl="0">
              <a:buSzPct val="70000"/>
              <a:buFontTx/>
              <a:buBlip>
                <a:blip r:embed="rId3"/>
              </a:buBlip>
              <a:defRPr lang="en-US" sz="1867" b="0" kern="1200" spc="0" baseline="0" dirty="0" smtClean="0">
                <a:solidFill>
                  <a:srgbClr val="666666"/>
                </a:solidFill>
                <a:latin typeface="Calibri Light"/>
                <a:ea typeface="+mn-ea"/>
                <a:cs typeface="Calibri Light"/>
              </a:defRPr>
            </a:lvl6pPr>
            <a:lvl7pPr marL="2971726" indent="-228594" algn="l" rtl="0">
              <a:buSzPct val="70000"/>
              <a:buFontTx/>
              <a:buBlip>
                <a:blip r:embed="rId3"/>
              </a:buBlip>
              <a:defRPr lang="en-US" sz="1867" b="0" kern="1200" spc="0" baseline="0" dirty="0" smtClean="0">
                <a:solidFill>
                  <a:srgbClr val="666666"/>
                </a:solidFill>
                <a:latin typeface="Calibri Light"/>
                <a:ea typeface="+mn-ea"/>
                <a:cs typeface="Calibri Light"/>
              </a:defRPr>
            </a:lvl7pPr>
            <a:lvl8pPr marL="3428914" indent="-228594" algn="l" rtl="0">
              <a:buSzPct val="70000"/>
              <a:buFontTx/>
              <a:buBlip>
                <a:blip r:embed="rId3"/>
              </a:buBlip>
              <a:defRPr lang="en-US" sz="1867" b="0" kern="1200" spc="0" baseline="0" dirty="0" smtClean="0">
                <a:solidFill>
                  <a:srgbClr val="666666"/>
                </a:solidFill>
                <a:latin typeface="Calibri Light"/>
                <a:ea typeface="+mn-ea"/>
                <a:cs typeface="Calibri Light"/>
              </a:defRPr>
            </a:lvl8pPr>
            <a:lvl9pPr marL="3886103" indent="-228594" algn="l" rtl="0">
              <a:buSzPct val="70000"/>
              <a:buFontTx/>
              <a:buBlip>
                <a:blip r:embed="rId3"/>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sp>
        <p:nvSpPr>
          <p:cNvPr id="8" name="כותרת 1"/>
          <p:cNvSpPr>
            <a:spLocks noGrp="1"/>
          </p:cNvSpPr>
          <p:nvPr>
            <p:ph type="title" hasCustomPrompt="1"/>
          </p:nvPr>
        </p:nvSpPr>
        <p:spPr>
          <a:xfrm>
            <a:off x="332202"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spTree>
    <p:extLst>
      <p:ext uri="{BB962C8B-B14F-4D97-AF65-F5344CB8AC3E}">
        <p14:creationId xmlns:p14="http://schemas.microsoft.com/office/powerpoint/2010/main" val="11306869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cSld name="Content and Chart">
    <p:spTree>
      <p:nvGrpSpPr>
        <p:cNvPr id="1" name=""/>
        <p:cNvGrpSpPr/>
        <p:nvPr/>
      </p:nvGrpSpPr>
      <p:grpSpPr>
        <a:xfrm>
          <a:off x="0" y="0"/>
          <a:ext cx="0" cy="0"/>
          <a:chOff x="0" y="0"/>
          <a:chExt cx="0" cy="0"/>
        </a:xfrm>
      </p:grpSpPr>
      <p:sp>
        <p:nvSpPr>
          <p:cNvPr id="10" name="כותרת 1"/>
          <p:cNvSpPr>
            <a:spLocks noGrp="1"/>
          </p:cNvSpPr>
          <p:nvPr>
            <p:ph type="title" hasCustomPrompt="1"/>
          </p:nvPr>
        </p:nvSpPr>
        <p:spPr>
          <a:xfrm>
            <a:off x="332202" y="116621"/>
            <a:ext cx="9515447" cy="855160"/>
          </a:xfrm>
          <a:prstGeom prst="rect">
            <a:avLst/>
          </a:prstGeom>
        </p:spPr>
        <p:txBody>
          <a:bodyPr anchor="ctr">
            <a:normAutofit/>
          </a:bodyPr>
          <a:lstStyle>
            <a:lvl1pPr marL="26246" algn="l" rtl="0">
              <a:lnSpc>
                <a:spcPct val="100000"/>
              </a:lnSpc>
              <a:defRPr lang="en-US" sz="3733" b="0" i="0" spc="-27" dirty="0">
                <a:solidFill>
                  <a:srgbClr val="D92228"/>
                </a:solidFill>
                <a:latin typeface="Calibri"/>
                <a:ea typeface="+mj-ea"/>
                <a:cs typeface="Calibri"/>
              </a:defRPr>
            </a:lvl1pPr>
          </a:lstStyle>
          <a:p>
            <a:r>
              <a:rPr lang="en-US" spc="-27" dirty="0"/>
              <a:t>Insert Slide Title</a:t>
            </a:r>
            <a:endParaRPr lang="en-US" dirty="0"/>
          </a:p>
        </p:txBody>
      </p:sp>
      <p:pic>
        <p:nvPicPr>
          <p:cNvPr id="11" name="תמונה 11"/>
          <p:cNvPicPr>
            <a:picLocks noChangeAspect="1"/>
          </p:cNvPicPr>
          <p:nvPr/>
        </p:nvPicPr>
        <p:blipFill>
          <a:blip r:embed="rId2"/>
          <a:stretch>
            <a:fillRect/>
          </a:stretch>
        </p:blipFill>
        <p:spPr>
          <a:xfrm>
            <a:off x="435167" y="6385479"/>
            <a:ext cx="284900" cy="25920"/>
          </a:xfrm>
          <a:prstGeom prst="rect">
            <a:avLst/>
          </a:prstGeom>
        </p:spPr>
      </p:pic>
      <p:sp>
        <p:nvSpPr>
          <p:cNvPr id="12" name="מציין מיקום של כותרת תחתונה 4"/>
          <p:cNvSpPr txBox="1">
            <a:spLocks/>
          </p:cNvSpPr>
          <p:nvPr/>
        </p:nvSpPr>
        <p:spPr>
          <a:xfrm>
            <a:off x="10137118" y="6387468"/>
            <a:ext cx="1912109" cy="365125"/>
          </a:xfrm>
          <a:prstGeom prst="rect">
            <a:avLst/>
          </a:prstGeom>
        </p:spPr>
        <p:txBody>
          <a:bodyPr vert="horz" lIns="121920" tIns="60960" rIns="121920" bIns="60960" rtlCol="1" anchor="ctr"/>
          <a:lstStyle>
            <a:defPPr>
              <a:defRPr lang="en-US"/>
            </a:defPPr>
            <a:lvl1pPr marL="0" algn="l" defTabSz="685800" rtl="0" eaLnBrk="1" latinLnBrk="0" hangingPunct="1">
              <a:defRPr sz="1000" kern="1200">
                <a:solidFill>
                  <a:schemeClr val="tx1">
                    <a:tint val="75000"/>
                  </a:schemeClr>
                </a:solidFill>
                <a:latin typeface="+mn-lt"/>
                <a:ea typeface="+mn-ea"/>
                <a:cs typeface="+mn-cs"/>
              </a:defRPr>
            </a:lvl1pPr>
            <a:lvl2pPr marL="342900" algn="r" defTabSz="685800" rtl="1" eaLnBrk="1" latinLnBrk="0" hangingPunct="1">
              <a:defRPr sz="1350" kern="1200">
                <a:solidFill>
                  <a:schemeClr val="tx1"/>
                </a:solidFill>
                <a:latin typeface="+mn-lt"/>
                <a:ea typeface="+mn-ea"/>
                <a:cs typeface="+mn-cs"/>
              </a:defRPr>
            </a:lvl2pPr>
            <a:lvl3pPr marL="685800" algn="r" defTabSz="685800" rtl="1" eaLnBrk="1" latinLnBrk="0" hangingPunct="1">
              <a:defRPr sz="1350" kern="1200">
                <a:solidFill>
                  <a:schemeClr val="tx1"/>
                </a:solidFill>
                <a:latin typeface="+mn-lt"/>
                <a:ea typeface="+mn-ea"/>
                <a:cs typeface="+mn-cs"/>
              </a:defRPr>
            </a:lvl3pPr>
            <a:lvl4pPr marL="1028700" algn="r" defTabSz="685800" rtl="1" eaLnBrk="1" latinLnBrk="0" hangingPunct="1">
              <a:defRPr sz="1350" kern="1200">
                <a:solidFill>
                  <a:schemeClr val="tx1"/>
                </a:solidFill>
                <a:latin typeface="+mn-lt"/>
                <a:ea typeface="+mn-ea"/>
                <a:cs typeface="+mn-cs"/>
              </a:defRPr>
            </a:lvl4pPr>
            <a:lvl5pPr marL="1371600" algn="r" defTabSz="685800" rtl="1" eaLnBrk="1" latinLnBrk="0" hangingPunct="1">
              <a:defRPr sz="1350" kern="1200">
                <a:solidFill>
                  <a:schemeClr val="tx1"/>
                </a:solidFill>
                <a:latin typeface="+mn-lt"/>
                <a:ea typeface="+mn-ea"/>
                <a:cs typeface="+mn-cs"/>
              </a:defRPr>
            </a:lvl5pPr>
            <a:lvl6pPr marL="1714500" algn="r" defTabSz="685800" rtl="1" eaLnBrk="1" latinLnBrk="0" hangingPunct="1">
              <a:defRPr sz="1350" kern="1200">
                <a:solidFill>
                  <a:schemeClr val="tx1"/>
                </a:solidFill>
                <a:latin typeface="+mn-lt"/>
                <a:ea typeface="+mn-ea"/>
                <a:cs typeface="+mn-cs"/>
              </a:defRPr>
            </a:lvl6pPr>
            <a:lvl7pPr marL="2057400" algn="r" defTabSz="685800" rtl="1" eaLnBrk="1" latinLnBrk="0" hangingPunct="1">
              <a:defRPr sz="1350" kern="1200">
                <a:solidFill>
                  <a:schemeClr val="tx1"/>
                </a:solidFill>
                <a:latin typeface="+mn-lt"/>
                <a:ea typeface="+mn-ea"/>
                <a:cs typeface="+mn-cs"/>
              </a:defRPr>
            </a:lvl7pPr>
            <a:lvl8pPr marL="2400300" algn="r" defTabSz="685800" rtl="1" eaLnBrk="1" latinLnBrk="0" hangingPunct="1">
              <a:defRPr sz="1350" kern="1200">
                <a:solidFill>
                  <a:schemeClr val="tx1"/>
                </a:solidFill>
                <a:latin typeface="+mn-lt"/>
                <a:ea typeface="+mn-ea"/>
                <a:cs typeface="+mn-cs"/>
              </a:defRPr>
            </a:lvl8pPr>
            <a:lvl9pPr marL="2743200" algn="r" defTabSz="685800" rtl="1" eaLnBrk="1" latinLnBrk="0" hangingPunct="1">
              <a:defRPr sz="1350" kern="1200">
                <a:solidFill>
                  <a:schemeClr val="tx1"/>
                </a:solidFill>
                <a:latin typeface="+mn-lt"/>
                <a:ea typeface="+mn-ea"/>
                <a:cs typeface="+mn-cs"/>
              </a:defRPr>
            </a:lvl9pPr>
          </a:lstStyle>
          <a:p>
            <a:pPr algn="r"/>
            <a:r>
              <a:rPr lang="en-US" sz="1333" spc="27" dirty="0"/>
              <a:t>©</a:t>
            </a:r>
            <a:r>
              <a:rPr lang="en-US" sz="1333" spc="-87" dirty="0"/>
              <a:t> </a:t>
            </a:r>
            <a:r>
              <a:rPr lang="en-US" sz="1333" spc="7" dirty="0" err="1"/>
              <a:t>SolarEdge</a:t>
            </a:r>
            <a:endParaRPr lang="en-US" sz="1333" spc="7" dirty="0"/>
          </a:p>
        </p:txBody>
      </p:sp>
      <p:sp>
        <p:nvSpPr>
          <p:cNvPr id="14" name="מציין מיקום תרשים 3"/>
          <p:cNvSpPr>
            <a:spLocks noGrp="1"/>
          </p:cNvSpPr>
          <p:nvPr>
            <p:ph type="chart" sz="quarter" idx="15" hasCustomPrompt="1"/>
          </p:nvPr>
        </p:nvSpPr>
        <p:spPr>
          <a:xfrm>
            <a:off x="6198230" y="1227667"/>
            <a:ext cx="5621841" cy="4694767"/>
          </a:xfrm>
          <a:prstGeom prst="rect">
            <a:avLst/>
          </a:prstGeom>
          <a:effectLst>
            <a:outerShdw blurRad="50800" dist="38100" dir="2700000" algn="tl" rotWithShape="0">
              <a:prstClr val="black">
                <a:alpha val="40000"/>
              </a:prstClr>
            </a:outerShdw>
          </a:effectLst>
        </p:spPr>
        <p:txBody>
          <a:bodyPr/>
          <a:lstStyle>
            <a:lvl1pPr marL="0" indent="0" algn="l" rtl="0">
              <a:buNone/>
              <a:defRPr>
                <a:solidFill>
                  <a:srgbClr val="404040"/>
                </a:solidFill>
                <a:effectLst/>
              </a:defRPr>
            </a:lvl1pPr>
          </a:lstStyle>
          <a:p>
            <a:r>
              <a:rPr lang="en-US" dirty="0"/>
              <a:t>Insert chart</a:t>
            </a:r>
          </a:p>
        </p:txBody>
      </p:sp>
      <p:sp>
        <p:nvSpPr>
          <p:cNvPr id="15" name="Rectangle 14"/>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pic>
        <p:nvPicPr>
          <p:cNvPr id="9" name="תמונה 11"/>
          <p:cNvPicPr>
            <a:picLocks noChangeAspect="1"/>
          </p:cNvPicPr>
          <p:nvPr/>
        </p:nvPicPr>
        <p:blipFill>
          <a:blip r:embed="rId2"/>
          <a:stretch>
            <a:fillRect/>
          </a:stretch>
        </p:blipFill>
        <p:spPr>
          <a:xfrm>
            <a:off x="435167" y="6385479"/>
            <a:ext cx="284900" cy="25920"/>
          </a:xfrm>
          <a:prstGeom prst="rect">
            <a:avLst/>
          </a:prstGeom>
        </p:spPr>
      </p:pic>
      <p:sp>
        <p:nvSpPr>
          <p:cNvPr id="18" name="Rectangle 17"/>
          <p:cNvSpPr/>
          <p:nvPr/>
        </p:nvSpPr>
        <p:spPr>
          <a:xfrm>
            <a:off x="373940" y="6389604"/>
            <a:ext cx="394660" cy="297454"/>
          </a:xfrm>
          <a:prstGeom prst="rect">
            <a:avLst/>
          </a:prstGeom>
        </p:spPr>
        <p:txBody>
          <a:bodyPr wrap="none">
            <a:spAutoFit/>
          </a:bodyPr>
          <a:lstStyle/>
          <a:p>
            <a:pPr algn="ctr" rtl="0"/>
            <a:fld id="{8E9A482E-2A80-4894-A669-9D4E7D7F4257}" type="slidenum">
              <a:rPr lang="en-US" sz="1333" kern="1200" smtClean="0">
                <a:solidFill>
                  <a:schemeClr val="tx1">
                    <a:lumMod val="50000"/>
                    <a:lumOff val="50000"/>
                  </a:schemeClr>
                </a:solidFill>
                <a:latin typeface="+mn-lt"/>
                <a:ea typeface="+mn-ea"/>
                <a:cs typeface="+mn-cs"/>
              </a:rPr>
              <a:pPr algn="ctr" rtl="0"/>
              <a:t>‹#›</a:t>
            </a:fld>
            <a:endParaRPr lang="en-US" sz="1333" kern="1200" dirty="0">
              <a:solidFill>
                <a:schemeClr val="tx1">
                  <a:lumMod val="50000"/>
                  <a:lumOff val="50000"/>
                </a:schemeClr>
              </a:solidFill>
              <a:latin typeface="+mn-lt"/>
              <a:ea typeface="+mn-ea"/>
              <a:cs typeface="+mn-cs"/>
            </a:endParaRPr>
          </a:p>
        </p:txBody>
      </p:sp>
      <p:sp>
        <p:nvSpPr>
          <p:cNvPr id="13" name="Text Placeholder 3"/>
          <p:cNvSpPr>
            <a:spLocks noGrp="1"/>
          </p:cNvSpPr>
          <p:nvPr>
            <p:ph type="body" sz="quarter" idx="16" hasCustomPrompt="1"/>
          </p:nvPr>
        </p:nvSpPr>
        <p:spPr>
          <a:xfrm>
            <a:off x="366185" y="1227669"/>
            <a:ext cx="5652849" cy="4694767"/>
          </a:xfrm>
          <a:prstGeom prst="rect">
            <a:avLst/>
          </a:prstGeom>
          <a:noFill/>
        </p:spPr>
        <p:txBody>
          <a:bodyPr/>
          <a:lstStyle>
            <a:lvl1pPr marL="306910" indent="-306910" algn="l" rtl="0">
              <a:buSzPct val="80000"/>
              <a:buFontTx/>
              <a:buBlip>
                <a:blip r:embed="rId3"/>
              </a:buBlip>
              <a:defRPr lang="en-US" sz="2400" b="0" kern="1200" spc="0" baseline="0" dirty="0" smtClean="0">
                <a:solidFill>
                  <a:srgbClr val="404040"/>
                </a:solidFill>
                <a:latin typeface="Calibri Light"/>
                <a:ea typeface="+mn-ea"/>
                <a:cs typeface="Calibri Light"/>
              </a:defRPr>
            </a:lvl1pPr>
            <a:lvl2pPr marL="613818" indent="-306910" algn="l" rtl="0">
              <a:buSzPct val="65000"/>
              <a:buFontTx/>
              <a:buBlip>
                <a:blip r:embed="rId3"/>
              </a:buBlip>
              <a:defRPr lang="en-US" sz="2133" b="0" kern="1200" spc="0" baseline="0" dirty="0" smtClean="0">
                <a:solidFill>
                  <a:srgbClr val="404040"/>
                </a:solidFill>
                <a:latin typeface="Calibri Light"/>
                <a:ea typeface="+mn-ea"/>
                <a:cs typeface="Calibri Light"/>
              </a:defRPr>
            </a:lvl2pPr>
            <a:lvl3pPr marL="1219170" indent="-304792" algn="l" rtl="0">
              <a:buSzPct val="70000"/>
              <a:buFontTx/>
              <a:buBlip>
                <a:blip r:embed="rId4"/>
              </a:buBlip>
              <a:defRPr lang="en-US" sz="1867" b="0" kern="1200" spc="0" baseline="0" dirty="0" smtClean="0">
                <a:solidFill>
                  <a:srgbClr val="666666"/>
                </a:solidFill>
                <a:latin typeface="Calibri Light"/>
                <a:ea typeface="+mn-ea"/>
                <a:cs typeface="Calibri Light"/>
              </a:defRPr>
            </a:lvl3pPr>
            <a:lvl4pPr marL="1674242" indent="-302676" algn="l" rtl="0">
              <a:buSzPct val="70000"/>
              <a:buFontTx/>
              <a:buBlip>
                <a:blip r:embed="rId4"/>
              </a:buBlip>
              <a:defRPr lang="en-US" sz="1867" b="0" kern="1200" spc="0" baseline="0" dirty="0" smtClean="0">
                <a:solidFill>
                  <a:srgbClr val="666666"/>
                </a:solidFill>
                <a:latin typeface="Calibri Light"/>
                <a:ea typeface="+mn-ea"/>
                <a:cs typeface="Calibri Light"/>
              </a:defRPr>
            </a:lvl4pPr>
            <a:lvl5pPr marL="2135664" indent="-306910" algn="l" rtl="0">
              <a:buSzPct val="70000"/>
              <a:buFontTx/>
              <a:buBlip>
                <a:blip r:embed="rId4"/>
              </a:buBlip>
              <a:defRPr lang="en-US" sz="1867" b="0" kern="1200" spc="0" baseline="0" dirty="0">
                <a:solidFill>
                  <a:srgbClr val="666666"/>
                </a:solidFill>
                <a:latin typeface="Calibri Light"/>
                <a:ea typeface="+mn-ea"/>
                <a:cs typeface="Calibri Light"/>
              </a:defRPr>
            </a:lvl5pPr>
            <a:lvl6pPr marL="2590735" indent="-304792" algn="l" rtl="0">
              <a:buSzPct val="70000"/>
              <a:buFontTx/>
              <a:buBlip>
                <a:blip r:embed="rId4"/>
              </a:buBlip>
              <a:defRPr lang="en-US" sz="1867" b="0" kern="1200" spc="0" baseline="0" dirty="0" smtClean="0">
                <a:solidFill>
                  <a:srgbClr val="666666"/>
                </a:solidFill>
                <a:latin typeface="Calibri Light"/>
                <a:ea typeface="+mn-ea"/>
                <a:cs typeface="Calibri Light"/>
              </a:defRPr>
            </a:lvl6pPr>
            <a:lvl7pPr marL="3052157" indent="-309026" algn="l" rtl="0">
              <a:buSzPct val="70000"/>
              <a:buFontTx/>
              <a:buBlip>
                <a:blip r:embed="rId4"/>
              </a:buBlip>
              <a:defRPr lang="en-US" sz="1867" b="0" kern="1200" spc="0" baseline="0" dirty="0" smtClean="0">
                <a:solidFill>
                  <a:srgbClr val="666666"/>
                </a:solidFill>
                <a:latin typeface="Calibri Light"/>
                <a:ea typeface="+mn-ea"/>
                <a:cs typeface="Calibri Light"/>
              </a:defRPr>
            </a:lvl7pPr>
            <a:lvl8pPr marL="3505112" indent="-304792" algn="l" rtl="0">
              <a:buSzPct val="70000"/>
              <a:buFontTx/>
              <a:buBlip>
                <a:blip r:embed="rId4"/>
              </a:buBlip>
              <a:defRPr lang="en-US" sz="1867" b="0" kern="1200" spc="0" baseline="0" dirty="0" smtClean="0">
                <a:solidFill>
                  <a:srgbClr val="666666"/>
                </a:solidFill>
                <a:latin typeface="Calibri Light"/>
                <a:ea typeface="+mn-ea"/>
                <a:cs typeface="Calibri Light"/>
              </a:defRPr>
            </a:lvl8pPr>
            <a:lvl9pPr marL="3960185" indent="-302676" algn="l" rtl="0">
              <a:buSzPct val="70000"/>
              <a:buFontTx/>
              <a:buBlip>
                <a:blip r:embed="rId4"/>
              </a:buBlip>
              <a:defRPr lang="en-US" sz="1867" b="0" kern="1200" spc="0" baseline="0" dirty="0">
                <a:solidFill>
                  <a:srgbClr val="666666"/>
                </a:solidFill>
                <a:latin typeface="Calibri Light"/>
                <a:ea typeface="+mn-ea"/>
                <a:cs typeface="Calibri Light"/>
              </a:defRPr>
            </a:lvl9pPr>
          </a:lstStyle>
          <a:p>
            <a:pPr lvl="0"/>
            <a:r>
              <a:rPr lang="en-US" dirty="0"/>
              <a:t>Top level</a:t>
            </a:r>
          </a:p>
          <a:p>
            <a:pPr lvl="1"/>
            <a:r>
              <a:rPr lang="en-US" dirty="0"/>
              <a:t>Second level</a:t>
            </a:r>
          </a:p>
          <a:p>
            <a:pPr lvl="2"/>
            <a:r>
              <a:rPr lang="en-US" dirty="0"/>
              <a:t>Third level</a:t>
            </a:r>
          </a:p>
          <a:p>
            <a:pPr lvl="3"/>
            <a:r>
              <a:rPr lang="en-US" dirty="0"/>
              <a:t>Fourth level</a:t>
            </a:r>
          </a:p>
          <a:p>
            <a:pPr lvl="4"/>
            <a:r>
              <a:rPr lang="en-US" dirty="0"/>
              <a:t>5</a:t>
            </a:r>
          </a:p>
          <a:p>
            <a:pPr lvl="5"/>
            <a:r>
              <a:rPr lang="en-US" dirty="0"/>
              <a:t>6</a:t>
            </a:r>
          </a:p>
          <a:p>
            <a:pPr lvl="6"/>
            <a:r>
              <a:rPr lang="en-US" dirty="0"/>
              <a:t>7</a:t>
            </a:r>
          </a:p>
          <a:p>
            <a:pPr lvl="7"/>
            <a:r>
              <a:rPr lang="en-US" dirty="0"/>
              <a:t>8</a:t>
            </a:r>
          </a:p>
          <a:p>
            <a:pPr lvl="8"/>
            <a:r>
              <a:rPr lang="en-US" dirty="0"/>
              <a:t>9</a:t>
            </a:r>
          </a:p>
          <a:p>
            <a:pPr lvl="8"/>
            <a:r>
              <a:rPr lang="en-US" dirty="0"/>
              <a:t>10</a:t>
            </a:r>
          </a:p>
          <a:p>
            <a:pPr lvl="8"/>
            <a:r>
              <a:rPr lang="en-US" dirty="0"/>
              <a:t>11</a:t>
            </a:r>
          </a:p>
          <a:p>
            <a:pPr lvl="8"/>
            <a:r>
              <a:rPr lang="en-US" dirty="0"/>
              <a:t>12</a:t>
            </a:r>
          </a:p>
        </p:txBody>
      </p:sp>
    </p:spTree>
    <p:extLst>
      <p:ext uri="{BB962C8B-B14F-4D97-AF65-F5344CB8AC3E}">
        <p14:creationId xmlns:p14="http://schemas.microsoft.com/office/powerpoint/2010/main" val="27731050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image" Target="../media/image3.png"/><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image" Target="../media/image2.png"/><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heme" Target="../theme/theme1.xml"/><Relationship Id="rId8" Type="http://schemas.openxmlformats.org/officeDocument/2006/relationships/slideLayout" Target="../slideLayouts/slideLayout8.xml"/><Relationship Id="rId3" Type="http://schemas.openxmlformats.org/officeDocument/2006/relationships/slideLayout" Target="../slideLayouts/slideLayout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pSp>
        <p:nvGrpSpPr>
          <p:cNvPr id="8" name="Group 7">
            <a:extLst>
              <a:ext uri="{FF2B5EF4-FFF2-40B4-BE49-F238E27FC236}">
                <a16:creationId xmlns:a16="http://schemas.microsoft.com/office/drawing/2014/main" id="{E501F22C-72F3-7D45-A0EC-7CEA91BD44A3}"/>
              </a:ext>
            </a:extLst>
          </p:cNvPr>
          <p:cNvGrpSpPr/>
          <p:nvPr userDrawn="1"/>
        </p:nvGrpSpPr>
        <p:grpSpPr>
          <a:xfrm>
            <a:off x="0" y="-2848"/>
            <a:ext cx="11156760" cy="1097359"/>
            <a:chOff x="968188" y="-2848"/>
            <a:chExt cx="11156760" cy="1097359"/>
          </a:xfrm>
          <a:solidFill>
            <a:schemeClr val="accent2"/>
          </a:solidFill>
        </p:grpSpPr>
        <p:sp>
          <p:nvSpPr>
            <p:cNvPr id="10" name="Rectangle 9">
              <a:extLst>
                <a:ext uri="{FF2B5EF4-FFF2-40B4-BE49-F238E27FC236}">
                  <a16:creationId xmlns:a16="http://schemas.microsoft.com/office/drawing/2014/main" id="{A61DE0D7-7E6D-D64D-9E62-25531FA653D5}"/>
                </a:ext>
              </a:extLst>
            </p:cNvPr>
            <p:cNvSpPr/>
            <p:nvPr userDrawn="1"/>
          </p:nvSpPr>
          <p:spPr>
            <a:xfrm>
              <a:off x="968188" y="0"/>
              <a:ext cx="9785569" cy="1094510"/>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457200" rtl="1" eaLnBrk="1" latinLnBrk="0" hangingPunct="1"/>
              <a:endParaRPr lang="en-US" dirty="0"/>
            </a:p>
          </p:txBody>
        </p:sp>
        <p:sp>
          <p:nvSpPr>
            <p:cNvPr id="13" name="Manual Input 9">
              <a:extLst>
                <a:ext uri="{FF2B5EF4-FFF2-40B4-BE49-F238E27FC236}">
                  <a16:creationId xmlns:a16="http://schemas.microsoft.com/office/drawing/2014/main" id="{6F4EDD39-D426-8941-8698-90464129BD01}"/>
                </a:ext>
              </a:extLst>
            </p:cNvPr>
            <p:cNvSpPr/>
            <p:nvPr userDrawn="1"/>
          </p:nvSpPr>
          <p:spPr>
            <a:xfrm rot="16200000" flipV="1">
              <a:off x="10890673" y="-139763"/>
              <a:ext cx="1097359" cy="137119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2856"/>
                  </a:moveTo>
                  <a:lnTo>
                    <a:pt x="10000" y="0"/>
                  </a:lnTo>
                  <a:lnTo>
                    <a:pt x="10000" y="10000"/>
                  </a:lnTo>
                  <a:lnTo>
                    <a:pt x="0" y="10000"/>
                  </a:lnTo>
                  <a:lnTo>
                    <a:pt x="0" y="2856"/>
                  </a:ln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dirty="0"/>
                <a:t> </a:t>
              </a:r>
              <a:endParaRPr lang="en-US" dirty="0"/>
            </a:p>
          </p:txBody>
        </p:sp>
      </p:grpSp>
      <p:sp>
        <p:nvSpPr>
          <p:cNvPr id="3" name="Text Placeholder 2"/>
          <p:cNvSpPr>
            <a:spLocks noGrp="1"/>
          </p:cNvSpPr>
          <p:nvPr>
            <p:ph type="body" idx="1"/>
          </p:nvPr>
        </p:nvSpPr>
        <p:spPr>
          <a:xfrm>
            <a:off x="406800" y="1288472"/>
            <a:ext cx="11412000" cy="4696275"/>
          </a:xfrm>
          <a:prstGeom prst="rect">
            <a:avLst/>
          </a:prstGeom>
        </p:spPr>
        <p:txBody>
          <a:bodyPr vert="horz" lIns="91440" tIns="45720" rIns="91440" bIns="45720" rtlCol="0" anchor="t">
            <a:noAutofit/>
          </a:bodyPr>
          <a:lstStyle/>
          <a:p>
            <a:pPr lvl="0"/>
            <a:r>
              <a:rPr lang="en-US" dirty="0" err="1"/>
              <a:t>Fhgdfgdf</a:t>
            </a:r>
            <a:endParaRPr lang="en-US" dirty="0"/>
          </a:p>
          <a:p>
            <a:pPr lvl="1"/>
            <a:r>
              <a:rPr lang="en-US" dirty="0" err="1"/>
              <a:t>Dfgdfgdf</a:t>
            </a:r>
            <a:endParaRPr lang="en-US" dirty="0"/>
          </a:p>
          <a:p>
            <a:pPr lvl="2"/>
            <a:r>
              <a:rPr lang="en-US" dirty="0" err="1"/>
              <a:t>Dfgdfgdf</a:t>
            </a:r>
            <a:endParaRPr lang="en-US" dirty="0"/>
          </a:p>
          <a:p>
            <a:pPr lvl="3"/>
            <a:r>
              <a:rPr lang="en-US" dirty="0" err="1"/>
              <a:t>dfgdfg</a:t>
            </a:r>
            <a:endParaRPr lang="en-US" dirty="0"/>
          </a:p>
        </p:txBody>
      </p:sp>
      <p:sp>
        <p:nvSpPr>
          <p:cNvPr id="12" name="Title Placeholder 11"/>
          <p:cNvSpPr>
            <a:spLocks noGrp="1"/>
          </p:cNvSpPr>
          <p:nvPr>
            <p:ph type="title"/>
          </p:nvPr>
        </p:nvSpPr>
        <p:spPr>
          <a:xfrm>
            <a:off x="406800" y="432000"/>
            <a:ext cx="9972000" cy="655200"/>
          </a:xfrm>
          <a:prstGeom prst="rect">
            <a:avLst/>
          </a:prstGeom>
        </p:spPr>
        <p:txBody>
          <a:bodyPr vert="horz" lIns="91440" tIns="45720" rIns="91440" bIns="45720" rtlCol="0" anchor="t">
            <a:noAutofit/>
          </a:bodyPr>
          <a:lstStyle/>
          <a:p>
            <a:r>
              <a:rPr lang="en-US" dirty="0"/>
              <a:t>Click to edit Master title style</a:t>
            </a:r>
          </a:p>
        </p:txBody>
      </p:sp>
      <p:pic>
        <p:nvPicPr>
          <p:cNvPr id="11" name="Picture 10">
            <a:extLst>
              <a:ext uri="{FF2B5EF4-FFF2-40B4-BE49-F238E27FC236}">
                <a16:creationId xmlns:a16="http://schemas.microsoft.com/office/drawing/2014/main" id="{129C01F7-6053-1742-86E6-B7250372CFAF}"/>
              </a:ext>
            </a:extLst>
          </p:cNvPr>
          <p:cNvPicPr>
            <a:picLocks noChangeAspect="1"/>
          </p:cNvPicPr>
          <p:nvPr userDrawn="1"/>
        </p:nvPicPr>
        <p:blipFill>
          <a:blip r:embed="rId36" cstate="screen">
            <a:extLst>
              <a:ext uri="{28A0092B-C50C-407E-A947-70E740481C1C}">
                <a14:useLocalDpi xmlns:a14="http://schemas.microsoft.com/office/drawing/2010/main"/>
              </a:ext>
            </a:extLst>
          </a:blip>
          <a:stretch>
            <a:fillRect/>
          </a:stretch>
        </p:blipFill>
        <p:spPr>
          <a:xfrm>
            <a:off x="10370392" y="6213472"/>
            <a:ext cx="1459479" cy="345888"/>
          </a:xfrm>
          <a:prstGeom prst="rect">
            <a:avLst/>
          </a:prstGeom>
        </p:spPr>
      </p:pic>
      <p:sp>
        <p:nvSpPr>
          <p:cNvPr id="15" name="Manual Input 9">
            <a:extLst>
              <a:ext uri="{FF2B5EF4-FFF2-40B4-BE49-F238E27FC236}">
                <a16:creationId xmlns:a16="http://schemas.microsoft.com/office/drawing/2014/main" id="{00EE02AC-8905-8F43-8849-70D05FC89FFB}"/>
              </a:ext>
            </a:extLst>
          </p:cNvPr>
          <p:cNvSpPr/>
          <p:nvPr userDrawn="1"/>
        </p:nvSpPr>
        <p:spPr>
          <a:xfrm rot="5400000" flipV="1">
            <a:off x="10977784" y="-146970"/>
            <a:ext cx="1097359" cy="1371190"/>
          </a:xfrm>
          <a:custGeom>
            <a:avLst/>
            <a:gdLst>
              <a:gd name="connsiteX0" fmla="*/ 0 w 10000"/>
              <a:gd name="connsiteY0" fmla="*/ 2000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000 h 10000"/>
              <a:gd name="connsiteX0" fmla="*/ 0 w 10000"/>
              <a:gd name="connsiteY0" fmla="*/ 2000 h 10000"/>
              <a:gd name="connsiteX1" fmla="*/ 10000 w 10000"/>
              <a:gd name="connsiteY1" fmla="*/ 0 h 10000"/>
              <a:gd name="connsiteX2" fmla="*/ 10000 w 10000"/>
              <a:gd name="connsiteY2" fmla="*/ 10000 h 10000"/>
              <a:gd name="connsiteX3" fmla="*/ 0 w 10000"/>
              <a:gd name="connsiteY3" fmla="*/ 7002 h 10000"/>
              <a:gd name="connsiteX4" fmla="*/ 0 w 10000"/>
              <a:gd name="connsiteY4" fmla="*/ 2000 h 10000"/>
              <a:gd name="connsiteX0" fmla="*/ 0 w 10000"/>
              <a:gd name="connsiteY0" fmla="*/ 2000 h 7002"/>
              <a:gd name="connsiteX1" fmla="*/ 10000 w 10000"/>
              <a:gd name="connsiteY1" fmla="*/ 0 h 7002"/>
              <a:gd name="connsiteX2" fmla="*/ 10000 w 10000"/>
              <a:gd name="connsiteY2" fmla="*/ 6986 h 7002"/>
              <a:gd name="connsiteX3" fmla="*/ 0 w 10000"/>
              <a:gd name="connsiteY3" fmla="*/ 7002 h 7002"/>
              <a:gd name="connsiteX4" fmla="*/ 0 w 10000"/>
              <a:gd name="connsiteY4" fmla="*/ 2000 h 7002"/>
              <a:gd name="connsiteX0" fmla="*/ 0 w 10000"/>
              <a:gd name="connsiteY0" fmla="*/ 2856 h 10000"/>
              <a:gd name="connsiteX1" fmla="*/ 10000 w 10000"/>
              <a:gd name="connsiteY1" fmla="*/ 0 h 10000"/>
              <a:gd name="connsiteX2" fmla="*/ 10000 w 10000"/>
              <a:gd name="connsiteY2" fmla="*/ 10000 h 10000"/>
              <a:gd name="connsiteX3" fmla="*/ 0 w 10000"/>
              <a:gd name="connsiteY3" fmla="*/ 10000 h 10000"/>
              <a:gd name="connsiteX4" fmla="*/ 0 w 10000"/>
              <a:gd name="connsiteY4" fmla="*/ 2856 h 10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0000" h="10000">
                <a:moveTo>
                  <a:pt x="0" y="2856"/>
                </a:moveTo>
                <a:lnTo>
                  <a:pt x="10000" y="0"/>
                </a:lnTo>
                <a:lnTo>
                  <a:pt x="10000" y="10000"/>
                </a:lnTo>
                <a:lnTo>
                  <a:pt x="0" y="10000"/>
                </a:lnTo>
                <a:lnTo>
                  <a:pt x="0" y="2856"/>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a:lstStyle/>
          <a:p>
            <a:pPr marL="0" algn="r" defTabSz="457200" rtl="1" eaLnBrk="1" latinLnBrk="0" hangingPunct="1"/>
            <a:r>
              <a:rPr lang="he-IL" dirty="0"/>
              <a:t> </a:t>
            </a:r>
            <a:endParaRPr lang="en-US" dirty="0"/>
          </a:p>
        </p:txBody>
      </p:sp>
    </p:spTree>
    <p:extLst>
      <p:ext uri="{BB962C8B-B14F-4D97-AF65-F5344CB8AC3E}">
        <p14:creationId xmlns:p14="http://schemas.microsoft.com/office/powerpoint/2010/main" val="2591512303"/>
      </p:ext>
    </p:extLst>
  </p:cSld>
  <p:clrMap bg1="lt1" tx1="dk1" bg2="lt2" tx2="dk2" accent1="accent1" accent2="accent2" accent3="accent3" accent4="accent4" accent5="accent5" accent6="accent6" hlink="hlink" folHlink="folHlink"/>
  <p:sldLayoutIdLst>
    <p:sldLayoutId id="2147483904" r:id="rId1"/>
    <p:sldLayoutId id="2147483908" r:id="rId2"/>
    <p:sldLayoutId id="2147483915" r:id="rId3"/>
    <p:sldLayoutId id="2147483916" r:id="rId4"/>
    <p:sldLayoutId id="2147483911" r:id="rId5"/>
    <p:sldLayoutId id="2147483909" r:id="rId6"/>
    <p:sldLayoutId id="2147483910" r:id="rId7"/>
    <p:sldLayoutId id="2147483906" r:id="rId8"/>
    <p:sldLayoutId id="2147483914" r:id="rId9"/>
    <p:sldLayoutId id="2147483920" r:id="rId10"/>
    <p:sldLayoutId id="2147483923" r:id="rId11"/>
    <p:sldLayoutId id="2147483924" r:id="rId12"/>
    <p:sldLayoutId id="2147483925" r:id="rId13"/>
    <p:sldLayoutId id="2147483926" r:id="rId14"/>
    <p:sldLayoutId id="2147483927" r:id="rId15"/>
    <p:sldLayoutId id="2147483928" r:id="rId16"/>
    <p:sldLayoutId id="2147483929" r:id="rId17"/>
    <p:sldLayoutId id="2147483930" r:id="rId18"/>
    <p:sldLayoutId id="2147483931" r:id="rId19"/>
    <p:sldLayoutId id="2147483932" r:id="rId20"/>
    <p:sldLayoutId id="2147483933" r:id="rId21"/>
    <p:sldLayoutId id="2147483935" r:id="rId22"/>
    <p:sldLayoutId id="2147483936" r:id="rId23"/>
    <p:sldLayoutId id="2147483937" r:id="rId24"/>
    <p:sldLayoutId id="2147483938" r:id="rId25"/>
    <p:sldLayoutId id="2147483939" r:id="rId26"/>
    <p:sldLayoutId id="2147483940" r:id="rId27"/>
    <p:sldLayoutId id="2147483941" r:id="rId28"/>
    <p:sldLayoutId id="2147483942" r:id="rId29"/>
    <p:sldLayoutId id="2147483943" r:id="rId30"/>
    <p:sldLayoutId id="2147483944" r:id="rId31"/>
    <p:sldLayoutId id="2147483945" r:id="rId32"/>
    <p:sldLayoutId id="2147483946" r:id="rId33"/>
    <p:sldLayoutId id="2147483947" r:id="rId34"/>
  </p:sldLayoutIdLst>
  <p:hf hdr="0" ftr="0" dt="0"/>
  <p:txStyles>
    <p:titleStyle>
      <a:lvl1pPr algn="l" defTabSz="914400" rtl="0" eaLnBrk="1" latinLnBrk="0" hangingPunct="1">
        <a:lnSpc>
          <a:spcPct val="90000"/>
        </a:lnSpc>
        <a:spcBef>
          <a:spcPct val="0"/>
        </a:spcBef>
        <a:buNone/>
        <a:defRPr sz="3600" b="0" kern="1200" spc="-60" baseline="0">
          <a:solidFill>
            <a:schemeClr val="bg2"/>
          </a:solidFill>
          <a:latin typeface="+mn-lt"/>
          <a:ea typeface="Segoe UI Historic" panose="020B0502040204020203" pitchFamily="34" charset="0"/>
          <a:cs typeface="Segoe UI" panose="020B0502040204020203" pitchFamily="34" charset="0"/>
        </a:defRPr>
      </a:lvl1pPr>
    </p:titleStyle>
    <p:bodyStyle>
      <a:lvl1pPr marL="365125" indent="-365125" algn="l" defTabSz="914400" rtl="0" eaLnBrk="1" latinLnBrk="0" hangingPunct="1">
        <a:lnSpc>
          <a:spcPct val="90000"/>
        </a:lnSpc>
        <a:spcBef>
          <a:spcPts val="1200"/>
        </a:spcBef>
        <a:buClr>
          <a:schemeClr val="accent1"/>
        </a:buClr>
        <a:buSzPct val="100000"/>
        <a:buFontTx/>
        <a:buBlip>
          <a:blip r:embed="rId37"/>
        </a:buBlip>
        <a:tabLst/>
        <a:defRPr sz="2000" kern="1200">
          <a:solidFill>
            <a:schemeClr val="tx1"/>
          </a:solidFill>
          <a:latin typeface="+mn-lt"/>
          <a:ea typeface="Segoe UI Historic" panose="020B0502040204020203" pitchFamily="34" charset="0"/>
          <a:cs typeface="Segoe UI" panose="020B0502040204020203" pitchFamily="34" charset="0"/>
        </a:defRPr>
      </a:lvl1pPr>
      <a:lvl2pPr marL="892800" indent="-388800" algn="l" defTabSz="914400" rtl="0" eaLnBrk="1" latinLnBrk="0" hangingPunct="1">
        <a:lnSpc>
          <a:spcPct val="90000"/>
        </a:lnSpc>
        <a:spcBef>
          <a:spcPts val="1200"/>
        </a:spcBef>
        <a:spcAft>
          <a:spcPts val="250"/>
        </a:spcAft>
        <a:buClr>
          <a:schemeClr val="accent1"/>
        </a:buClr>
        <a:buSzPct val="90000"/>
        <a:buFontTx/>
        <a:buBlip>
          <a:blip r:embed="rId37"/>
        </a:buBlip>
        <a:tabLst/>
        <a:defRPr sz="1800" kern="1200">
          <a:solidFill>
            <a:schemeClr val="tx1"/>
          </a:solidFill>
          <a:latin typeface="+mn-lt"/>
          <a:ea typeface="Segoe UI Historic" panose="020B0502040204020203" pitchFamily="34" charset="0"/>
          <a:cs typeface="Segoe UI" panose="020B0502040204020203" pitchFamily="34" charset="0"/>
        </a:defRPr>
      </a:lvl2pPr>
      <a:lvl3pPr marL="1246188" indent="-285750" algn="l" defTabSz="914400" rtl="0" eaLnBrk="1" latinLnBrk="0" hangingPunct="1">
        <a:lnSpc>
          <a:spcPct val="90000"/>
        </a:lnSpc>
        <a:spcBef>
          <a:spcPts val="1200"/>
        </a:spcBef>
        <a:spcAft>
          <a:spcPts val="250"/>
        </a:spcAft>
        <a:buClr>
          <a:schemeClr val="accent1"/>
        </a:buClr>
        <a:buSzPct val="80000"/>
        <a:buFontTx/>
        <a:buBlip>
          <a:blip r:embed="rId37"/>
        </a:buBlip>
        <a:tabLst/>
        <a:defRPr lang="en-US" sz="1600" kern="1200" dirty="0">
          <a:solidFill>
            <a:schemeClr val="tx1"/>
          </a:solidFill>
          <a:latin typeface="+mn-lt"/>
          <a:ea typeface="Segoe UI Historic" panose="020B0502040204020203" pitchFamily="34" charset="0"/>
          <a:cs typeface="Segoe UI" panose="020B0502040204020203" pitchFamily="34" charset="0"/>
        </a:defRPr>
      </a:lvl3pPr>
      <a:lvl4pPr marL="1738313" indent="-320675" algn="l" defTabSz="914400" rtl="0" eaLnBrk="1" latinLnBrk="0" hangingPunct="1">
        <a:lnSpc>
          <a:spcPct val="90000"/>
        </a:lnSpc>
        <a:spcBef>
          <a:spcPts val="1200"/>
        </a:spcBef>
        <a:spcAft>
          <a:spcPts val="250"/>
        </a:spcAft>
        <a:buClr>
          <a:schemeClr val="accent1"/>
        </a:buClr>
        <a:buSzPct val="70000"/>
        <a:buFontTx/>
        <a:buBlip>
          <a:blip r:embed="rId37"/>
        </a:buBlip>
        <a:tabLst/>
        <a:defRPr sz="1400" kern="1200">
          <a:solidFill>
            <a:schemeClr val="tx1"/>
          </a:solidFill>
          <a:latin typeface="+mn-lt"/>
          <a:ea typeface="Segoe UI Historic" panose="020B0502040204020203" pitchFamily="34" charset="0"/>
          <a:cs typeface="Segoe UI" panose="020B0502040204020203" pitchFamily="34" charset="0"/>
        </a:defRPr>
      </a:lvl4pPr>
      <a:lvl5pPr marL="2230438" indent="-355600" algn="l" defTabSz="914400" rtl="0" eaLnBrk="1" latinLnBrk="0" hangingPunct="1">
        <a:lnSpc>
          <a:spcPct val="90000"/>
        </a:lnSpc>
        <a:spcBef>
          <a:spcPts val="250"/>
        </a:spcBef>
        <a:spcAft>
          <a:spcPts val="250"/>
        </a:spcAft>
        <a:buClr>
          <a:schemeClr val="accent1"/>
        </a:buClr>
        <a:buSzPct val="100000"/>
        <a:buFontTx/>
        <a:buBlip>
          <a:blip r:embed="rId38"/>
        </a:buBlip>
        <a:tabLst/>
        <a:defRPr sz="1400" kern="1200">
          <a:solidFill>
            <a:srgbClr val="001446"/>
          </a:solidFill>
          <a:latin typeface="Segoe UI" panose="020B0502040204020203" pitchFamily="34" charset="0"/>
          <a:ea typeface="Segoe UI Historic"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25">
          <p15:clr>
            <a:srgbClr val="F26B43"/>
          </p15:clr>
        </p15:guide>
        <p15:guide id="3" pos="529">
          <p15:clr>
            <a:srgbClr val="F26B43"/>
          </p15:clr>
        </p15:guide>
        <p15:guide id="4" pos="5518">
          <p15:clr>
            <a:srgbClr val="F26B43"/>
          </p15:clr>
        </p15:guide>
      </p15:sldGuideLst>
    </p:ext>
  </p:extLst>
</p:sldMaster>
</file>

<file path=ppt/slides/_rels/slide1.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xml"/><Relationship Id="rId1" Type="http://schemas.openxmlformats.org/officeDocument/2006/relationships/slideLayout" Target="../slideLayouts/slideLayout2.xml"/><Relationship Id="rId5" Type="http://schemas.openxmlformats.org/officeDocument/2006/relationships/image" Target="../media/image12.PNG"/><Relationship Id="rId4"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image" Target="../media/image17.PNG"/><Relationship Id="rId1" Type="http://schemas.openxmlformats.org/officeDocument/2006/relationships/slideLayout" Target="../slideLayouts/slideLayout2.xml"/><Relationship Id="rId5" Type="http://schemas.openxmlformats.org/officeDocument/2006/relationships/image" Target="../media/image20.PNG"/><Relationship Id="rId4" Type="http://schemas.openxmlformats.org/officeDocument/2006/relationships/image" Target="../media/image19.PNG"/></Relationships>
</file>

<file path=ppt/slides/_rels/slide1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3.PNG"/></Relationships>
</file>

<file path=ppt/slides/_rels/slide11.xml.rels><?xml version="1.0" encoding="UTF-8" standalone="yes"?>
<Relationships xmlns="http://schemas.openxmlformats.org/package/2006/relationships"><Relationship Id="rId2" Type="http://schemas.openxmlformats.org/officeDocument/2006/relationships/image" Target="../media/image2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36.JP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8" Type="http://schemas.openxmlformats.org/officeDocument/2006/relationships/tags" Target="../tags/tag8.xml"/><Relationship Id="rId13" Type="http://schemas.openxmlformats.org/officeDocument/2006/relationships/tags" Target="../tags/tag13.xml"/><Relationship Id="rId18" Type="http://schemas.openxmlformats.org/officeDocument/2006/relationships/notesSlide" Target="../notesSlides/notesSlide8.xml"/><Relationship Id="rId3" Type="http://schemas.openxmlformats.org/officeDocument/2006/relationships/tags" Target="../tags/tag3.xml"/><Relationship Id="rId7" Type="http://schemas.openxmlformats.org/officeDocument/2006/relationships/tags" Target="../tags/tag7.xml"/><Relationship Id="rId12" Type="http://schemas.openxmlformats.org/officeDocument/2006/relationships/tags" Target="../tags/tag12.xml"/><Relationship Id="rId17" Type="http://schemas.openxmlformats.org/officeDocument/2006/relationships/slideLayout" Target="../slideLayouts/slideLayout2.xml"/><Relationship Id="rId2" Type="http://schemas.openxmlformats.org/officeDocument/2006/relationships/tags" Target="../tags/tag2.xml"/><Relationship Id="rId16" Type="http://schemas.openxmlformats.org/officeDocument/2006/relationships/tags" Target="../tags/tag16.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tags" Target="../tags/tag11.xml"/><Relationship Id="rId5" Type="http://schemas.openxmlformats.org/officeDocument/2006/relationships/tags" Target="../tags/tag5.xml"/><Relationship Id="rId15" Type="http://schemas.openxmlformats.org/officeDocument/2006/relationships/tags" Target="../tags/tag15.xml"/><Relationship Id="rId10" Type="http://schemas.openxmlformats.org/officeDocument/2006/relationships/tags" Target="../tags/tag10.xml"/><Relationship Id="rId4" Type="http://schemas.openxmlformats.org/officeDocument/2006/relationships/tags" Target="../tags/tag4.xml"/><Relationship Id="rId9" Type="http://schemas.openxmlformats.org/officeDocument/2006/relationships/tags" Target="../tags/tag9.xml"/><Relationship Id="rId14" Type="http://schemas.openxmlformats.org/officeDocument/2006/relationships/tags" Target="../tags/tag14.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1.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1.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1.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image" Target="../media/image38.png"/><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42.PNG"/><Relationship Id="rId2" Type="http://schemas.openxmlformats.org/officeDocument/2006/relationships/image" Target="../media/image41.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43.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image" Target="../media/image44.png"/><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D54429-7A43-AD4C-B7DA-70428C4D69BE}"/>
              </a:ext>
            </a:extLst>
          </p:cNvPr>
          <p:cNvSpPr>
            <a:spLocks noGrp="1"/>
          </p:cNvSpPr>
          <p:nvPr>
            <p:ph type="ctrTitle"/>
          </p:nvPr>
        </p:nvSpPr>
        <p:spPr>
          <a:xfrm>
            <a:off x="5909734" y="1801367"/>
            <a:ext cx="5806342" cy="2840579"/>
          </a:xfrm>
        </p:spPr>
        <p:txBody>
          <a:bodyPr>
            <a:normAutofit/>
          </a:bodyPr>
          <a:lstStyle/>
          <a:p>
            <a:r>
              <a:rPr lang="en-US" sz="5400" dirty="0"/>
              <a:t>Schematics And Layout Guidelines</a:t>
            </a:r>
          </a:p>
        </p:txBody>
      </p:sp>
      <p:sp>
        <p:nvSpPr>
          <p:cNvPr id="12" name="Text Placeholder 11">
            <a:extLst>
              <a:ext uri="{FF2B5EF4-FFF2-40B4-BE49-F238E27FC236}">
                <a16:creationId xmlns:a16="http://schemas.microsoft.com/office/drawing/2014/main" id="{A80EE15C-73AB-42F2-9758-99F136752CC2}"/>
              </a:ext>
            </a:extLst>
          </p:cNvPr>
          <p:cNvSpPr>
            <a:spLocks noGrp="1"/>
          </p:cNvSpPr>
          <p:nvPr>
            <p:ph type="body" sz="quarter" idx="11"/>
          </p:nvPr>
        </p:nvSpPr>
        <p:spPr/>
        <p:txBody>
          <a:bodyPr/>
          <a:lstStyle/>
          <a:p>
            <a:r>
              <a:rPr lang="en-US" sz="2400" dirty="0">
                <a:ea typeface="Segoe UI Historic"/>
                <a:cs typeface="Segoe UI"/>
              </a:rPr>
              <a:t>Moris Ruso        REV-J</a:t>
            </a:r>
          </a:p>
        </p:txBody>
      </p:sp>
      <p:sp>
        <p:nvSpPr>
          <p:cNvPr id="13" name="Text Placeholder 12">
            <a:extLst>
              <a:ext uri="{FF2B5EF4-FFF2-40B4-BE49-F238E27FC236}">
                <a16:creationId xmlns:a16="http://schemas.microsoft.com/office/drawing/2014/main" id="{2DF21AE4-FD1E-44C2-AE7F-B9F510556FAF}"/>
              </a:ext>
            </a:extLst>
          </p:cNvPr>
          <p:cNvSpPr>
            <a:spLocks noGrp="1"/>
          </p:cNvSpPr>
          <p:nvPr>
            <p:ph type="body" sz="quarter" idx="12"/>
          </p:nvPr>
        </p:nvSpPr>
        <p:spPr/>
        <p:txBody>
          <a:bodyPr/>
          <a:lstStyle/>
          <a:p>
            <a:r>
              <a:rPr lang="he-IL" dirty="0"/>
              <a:t>1.5.2</a:t>
            </a:r>
            <a:r>
              <a:rPr lang="en-US" dirty="0"/>
              <a:t>5</a:t>
            </a:r>
          </a:p>
        </p:txBody>
      </p:sp>
      <p:pic>
        <p:nvPicPr>
          <p:cNvPr id="5" name="Picture Placeholder 4"/>
          <p:cNvPicPr>
            <a:picLocks noGrp="1" noChangeAspect="1"/>
          </p:cNvPicPr>
          <p:nvPr>
            <p:ph type="pic" sz="quarter" idx="13"/>
          </p:nvPr>
        </p:nvPicPr>
        <p:blipFill rotWithShape="1">
          <a:blip r:embed="rId3" cstate="screen">
            <a:extLst>
              <a:ext uri="{28A0092B-C50C-407E-A947-70E740481C1C}">
                <a14:useLocalDpi xmlns:a14="http://schemas.microsoft.com/office/drawing/2010/main"/>
              </a:ext>
            </a:extLst>
          </a:blip>
          <a:srcRect l="-42434"/>
          <a:stretch/>
        </p:blipFill>
        <p:spPr/>
      </p:pic>
    </p:spTree>
    <p:extLst>
      <p:ext uri="{BB962C8B-B14F-4D97-AF65-F5344CB8AC3E}">
        <p14:creationId xmlns:p14="http://schemas.microsoft.com/office/powerpoint/2010/main" val="25205842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Changes History</a:t>
            </a:r>
          </a:p>
        </p:txBody>
      </p:sp>
      <p:sp>
        <p:nvSpPr>
          <p:cNvPr id="2" name="Slide Number Placeholder 1"/>
          <p:cNvSpPr>
            <a:spLocks noGrp="1"/>
          </p:cNvSpPr>
          <p:nvPr>
            <p:ph type="sldNum" sz="quarter" idx="12"/>
          </p:nvPr>
        </p:nvSpPr>
        <p:spPr/>
        <p:txBody>
          <a:bodyPr/>
          <a:lstStyle/>
          <a:p>
            <a:fld id="{4FAB73BC-B049-4115-A692-8D63A059BFB8}" type="slidenum">
              <a:rPr lang="en-US" smtClean="0"/>
              <a:pPr/>
              <a:t>2</a:t>
            </a:fld>
            <a:endParaRPr lang="en-US" dirty="0"/>
          </a:p>
        </p:txBody>
      </p:sp>
      <p:graphicFrame>
        <p:nvGraphicFramePr>
          <p:cNvPr id="17" name="Table 16"/>
          <p:cNvGraphicFramePr>
            <a:graphicFrameLocks noGrp="1"/>
          </p:cNvGraphicFramePr>
          <p:nvPr>
            <p:extLst>
              <p:ext uri="{D42A27DB-BD31-4B8C-83A1-F6EECF244321}">
                <p14:modId xmlns:p14="http://schemas.microsoft.com/office/powerpoint/2010/main" val="52937253"/>
              </p:ext>
            </p:extLst>
          </p:nvPr>
        </p:nvGraphicFramePr>
        <p:xfrm>
          <a:off x="1001806" y="1341411"/>
          <a:ext cx="9853631" cy="4144989"/>
        </p:xfrm>
        <a:graphic>
          <a:graphicData uri="http://schemas.openxmlformats.org/drawingml/2006/table">
            <a:tbl>
              <a:tblPr firstRow="1" bandRow="1">
                <a:tableStyleId>{5C22544A-7EE6-4342-B048-85BDC9FD1C3A}</a:tableStyleId>
              </a:tblPr>
              <a:tblGrid>
                <a:gridCol w="1193068">
                  <a:extLst>
                    <a:ext uri="{9D8B030D-6E8A-4147-A177-3AD203B41FA5}">
                      <a16:colId xmlns:a16="http://schemas.microsoft.com/office/drawing/2014/main" val="1443593595"/>
                    </a:ext>
                  </a:extLst>
                </a:gridCol>
                <a:gridCol w="1337368">
                  <a:extLst>
                    <a:ext uri="{9D8B030D-6E8A-4147-A177-3AD203B41FA5}">
                      <a16:colId xmlns:a16="http://schemas.microsoft.com/office/drawing/2014/main" val="520010442"/>
                    </a:ext>
                  </a:extLst>
                </a:gridCol>
                <a:gridCol w="5716993">
                  <a:extLst>
                    <a:ext uri="{9D8B030D-6E8A-4147-A177-3AD203B41FA5}">
                      <a16:colId xmlns:a16="http://schemas.microsoft.com/office/drawing/2014/main" val="2853618451"/>
                    </a:ext>
                  </a:extLst>
                </a:gridCol>
                <a:gridCol w="1606202">
                  <a:extLst>
                    <a:ext uri="{9D8B030D-6E8A-4147-A177-3AD203B41FA5}">
                      <a16:colId xmlns:a16="http://schemas.microsoft.com/office/drawing/2014/main" val="996843394"/>
                    </a:ext>
                  </a:extLst>
                </a:gridCol>
              </a:tblGrid>
              <a:tr h="348741">
                <a:tc>
                  <a:txBody>
                    <a:bodyPr/>
                    <a:lstStyle/>
                    <a:p>
                      <a:r>
                        <a:rPr lang="en-US" dirty="0"/>
                        <a:t>Version</a:t>
                      </a:r>
                    </a:p>
                  </a:txBody>
                  <a:tcPr/>
                </a:tc>
                <a:tc>
                  <a:txBody>
                    <a:bodyPr/>
                    <a:lstStyle/>
                    <a:p>
                      <a:r>
                        <a:rPr lang="en-US" dirty="0"/>
                        <a:t>Date</a:t>
                      </a:r>
                    </a:p>
                  </a:txBody>
                  <a:tcPr/>
                </a:tc>
                <a:tc>
                  <a:txBody>
                    <a:bodyPr/>
                    <a:lstStyle/>
                    <a:p>
                      <a:r>
                        <a:rPr lang="en-US" dirty="0"/>
                        <a:t>Change description</a:t>
                      </a:r>
                    </a:p>
                  </a:txBody>
                  <a:tcPr/>
                </a:tc>
                <a:tc>
                  <a:txBody>
                    <a:bodyPr/>
                    <a:lstStyle/>
                    <a:p>
                      <a:r>
                        <a:rPr lang="en-US" dirty="0"/>
                        <a:t>Comments </a:t>
                      </a:r>
                    </a:p>
                  </a:txBody>
                  <a:tcPr/>
                </a:tc>
                <a:extLst>
                  <a:ext uri="{0D108BD9-81ED-4DB2-BD59-A6C34878D82A}">
                    <a16:rowId xmlns:a16="http://schemas.microsoft.com/office/drawing/2014/main" val="1101375999"/>
                  </a:ext>
                </a:extLst>
              </a:tr>
              <a:tr h="462785">
                <a:tc>
                  <a:txBody>
                    <a:bodyPr/>
                    <a:lstStyle/>
                    <a:p>
                      <a:pPr algn="ctr"/>
                      <a:r>
                        <a:rPr lang="en-US" sz="1200" dirty="0"/>
                        <a:t>A</a:t>
                      </a:r>
                    </a:p>
                  </a:txBody>
                  <a:tcPr/>
                </a:tc>
                <a:tc>
                  <a:txBody>
                    <a:bodyPr/>
                    <a:lstStyle/>
                    <a:p>
                      <a:pPr algn="ctr"/>
                      <a:r>
                        <a:rPr lang="en-US" sz="1200" dirty="0"/>
                        <a:t>15.02.18</a:t>
                      </a:r>
                    </a:p>
                  </a:txBody>
                  <a:tcPr/>
                </a:tc>
                <a:tc>
                  <a:txBody>
                    <a:bodyPr/>
                    <a:lstStyle/>
                    <a:p>
                      <a:r>
                        <a:rPr lang="en-US" sz="1200" dirty="0"/>
                        <a:t>Initial document</a:t>
                      </a:r>
                    </a:p>
                  </a:txBody>
                  <a:tcPr/>
                </a:tc>
                <a:tc>
                  <a:txBody>
                    <a:bodyPr/>
                    <a:lstStyle/>
                    <a:p>
                      <a:endParaRPr lang="en-US" sz="1200" dirty="0"/>
                    </a:p>
                  </a:txBody>
                  <a:tcPr/>
                </a:tc>
                <a:extLst>
                  <a:ext uri="{0D108BD9-81ED-4DB2-BD59-A6C34878D82A}">
                    <a16:rowId xmlns:a16="http://schemas.microsoft.com/office/drawing/2014/main" val="3829902558"/>
                  </a:ext>
                </a:extLst>
              </a:tr>
              <a:tr h="1050615">
                <a:tc>
                  <a:txBody>
                    <a:bodyPr/>
                    <a:lstStyle/>
                    <a:p>
                      <a:pPr algn="ctr"/>
                      <a:r>
                        <a:rPr lang="en-US" sz="1200" dirty="0"/>
                        <a:t>B</a:t>
                      </a:r>
                    </a:p>
                  </a:txBody>
                  <a:tcPr/>
                </a:tc>
                <a:tc>
                  <a:txBody>
                    <a:bodyPr/>
                    <a:lstStyle/>
                    <a:p>
                      <a:pPr algn="ctr"/>
                      <a:r>
                        <a:rPr lang="en-US" sz="1200" dirty="0"/>
                        <a:t>07.07.19</a:t>
                      </a:r>
                    </a:p>
                  </a:txBody>
                  <a:tcPr/>
                </a:tc>
                <a:tc>
                  <a:txBody>
                    <a:bodyPr/>
                    <a:lstStyle/>
                    <a:p>
                      <a:r>
                        <a:rPr lang="en-US" sz="1200" dirty="0"/>
                        <a:t>1. Thermal reliefs calculations</a:t>
                      </a:r>
                    </a:p>
                    <a:p>
                      <a:r>
                        <a:rPr lang="en-US" sz="1200" dirty="0"/>
                        <a:t>2. Keeping 120mil from TH pin on PS to ICT and TPs</a:t>
                      </a:r>
                    </a:p>
                    <a:p>
                      <a:r>
                        <a:rPr lang="en-US" sz="1200" dirty="0"/>
                        <a:t>3. Via minimum drill diameter as per board thickness</a:t>
                      </a:r>
                    </a:p>
                    <a:p>
                      <a:r>
                        <a:rPr lang="en-US" sz="1200" dirty="0"/>
                        <a:t>4. ATE changes</a:t>
                      </a:r>
                    </a:p>
                    <a:p>
                      <a:r>
                        <a:rPr lang="en-US" sz="1200" dirty="0"/>
                        <a:t>5. ICT changes</a:t>
                      </a:r>
                    </a:p>
                  </a:txBody>
                  <a:tcPr/>
                </a:tc>
                <a:tc>
                  <a:txBody>
                    <a:bodyPr/>
                    <a:lstStyle/>
                    <a:p>
                      <a:endParaRPr lang="en-US" sz="1200" dirty="0"/>
                    </a:p>
                  </a:txBody>
                  <a:tcPr/>
                </a:tc>
                <a:extLst>
                  <a:ext uri="{0D108BD9-81ED-4DB2-BD59-A6C34878D82A}">
                    <a16:rowId xmlns:a16="http://schemas.microsoft.com/office/drawing/2014/main" val="2153650847"/>
                  </a:ext>
                </a:extLst>
              </a:tr>
              <a:tr h="342900">
                <a:tc>
                  <a:txBody>
                    <a:bodyPr/>
                    <a:lstStyle/>
                    <a:p>
                      <a:pPr algn="ctr">
                        <a:lnSpc>
                          <a:spcPct val="100000"/>
                        </a:lnSpc>
                      </a:pPr>
                      <a:r>
                        <a:rPr lang="en-US" sz="1200" dirty="0"/>
                        <a:t>C</a:t>
                      </a:r>
                    </a:p>
                  </a:txBody>
                  <a:tcPr/>
                </a:tc>
                <a:tc>
                  <a:txBody>
                    <a:bodyPr/>
                    <a:lstStyle/>
                    <a:p>
                      <a:pPr algn="ctr">
                        <a:lnSpc>
                          <a:spcPct val="100000"/>
                        </a:lnSpc>
                      </a:pPr>
                      <a:r>
                        <a:rPr lang="en-US" sz="1200" dirty="0"/>
                        <a:t>16.07.19</a:t>
                      </a:r>
                    </a:p>
                  </a:txBody>
                  <a:tcPr/>
                </a:tc>
                <a:tc>
                  <a:txBody>
                    <a:bodyPr/>
                    <a:lstStyle/>
                    <a:p>
                      <a:pPr>
                        <a:lnSpc>
                          <a:spcPct val="100000"/>
                        </a:lnSpc>
                      </a:pPr>
                      <a:r>
                        <a:rPr lang="en-US" sz="1200" dirty="0"/>
                        <a:t>Changing to new</a:t>
                      </a:r>
                      <a:r>
                        <a:rPr lang="en-US" sz="1200" baseline="0" dirty="0"/>
                        <a:t> SE PPT template</a:t>
                      </a:r>
                      <a:endParaRPr lang="en-US" sz="1200" dirty="0"/>
                    </a:p>
                  </a:txBody>
                  <a:tcPr/>
                </a:tc>
                <a:tc>
                  <a:txBody>
                    <a:bodyPr/>
                    <a:lstStyle/>
                    <a:p>
                      <a:endParaRPr lang="en-US" sz="1200" dirty="0"/>
                    </a:p>
                  </a:txBody>
                  <a:tcPr/>
                </a:tc>
                <a:extLst>
                  <a:ext uri="{0D108BD9-81ED-4DB2-BD59-A6C34878D82A}">
                    <a16:rowId xmlns:a16="http://schemas.microsoft.com/office/drawing/2014/main" val="59520404"/>
                  </a:ext>
                </a:extLst>
              </a:tr>
              <a:tr h="470022">
                <a:tc>
                  <a:txBody>
                    <a:bodyPr/>
                    <a:lstStyle/>
                    <a:p>
                      <a:pPr algn="ctr">
                        <a:lnSpc>
                          <a:spcPct val="100000"/>
                        </a:lnSpc>
                      </a:pPr>
                      <a:r>
                        <a:rPr lang="en-US" sz="1200" dirty="0"/>
                        <a:t>D</a:t>
                      </a:r>
                    </a:p>
                  </a:txBody>
                  <a:tcPr/>
                </a:tc>
                <a:tc>
                  <a:txBody>
                    <a:bodyPr/>
                    <a:lstStyle/>
                    <a:p>
                      <a:pPr algn="ctr">
                        <a:lnSpc>
                          <a:spcPct val="100000"/>
                        </a:lnSpc>
                      </a:pPr>
                      <a:r>
                        <a:rPr lang="en-US" sz="1200" dirty="0"/>
                        <a:t>07.01.20</a:t>
                      </a:r>
                    </a:p>
                  </a:txBody>
                  <a:tcPr/>
                </a:tc>
                <a:tc>
                  <a:txBody>
                    <a:bodyPr/>
                    <a:lstStyle/>
                    <a:p>
                      <a:pPr>
                        <a:lnSpc>
                          <a:spcPct val="100000"/>
                        </a:lnSpc>
                      </a:pPr>
                      <a:r>
                        <a:rPr lang="en-US" sz="1200" dirty="0"/>
                        <a:t>Adding handles for big boards</a:t>
                      </a:r>
                    </a:p>
                    <a:p>
                      <a:pPr>
                        <a:lnSpc>
                          <a:spcPct val="100000"/>
                        </a:lnSpc>
                      </a:pPr>
                      <a:r>
                        <a:rPr lang="en-US" sz="1200" dirty="0"/>
                        <a:t>Via covering with Solder mask</a:t>
                      </a:r>
                    </a:p>
                  </a:txBody>
                  <a:tcPr/>
                </a:tc>
                <a:tc>
                  <a:txBody>
                    <a:bodyPr/>
                    <a:lstStyle/>
                    <a:p>
                      <a:endParaRPr lang="en-US" sz="1200" dirty="0"/>
                    </a:p>
                  </a:txBody>
                  <a:tcPr/>
                </a:tc>
                <a:extLst>
                  <a:ext uri="{0D108BD9-81ED-4DB2-BD59-A6C34878D82A}">
                    <a16:rowId xmlns:a16="http://schemas.microsoft.com/office/drawing/2014/main" val="1023676431"/>
                  </a:ext>
                </a:extLst>
              </a:tr>
              <a:tr h="337426">
                <a:tc>
                  <a:txBody>
                    <a:bodyPr/>
                    <a:lstStyle/>
                    <a:p>
                      <a:pPr algn="ctr">
                        <a:lnSpc>
                          <a:spcPct val="100000"/>
                        </a:lnSpc>
                      </a:pPr>
                      <a:r>
                        <a:rPr lang="en-US" sz="1200" dirty="0"/>
                        <a:t>E</a:t>
                      </a:r>
                    </a:p>
                  </a:txBody>
                  <a:tcPr/>
                </a:tc>
                <a:tc>
                  <a:txBody>
                    <a:bodyPr/>
                    <a:lstStyle/>
                    <a:p>
                      <a:pPr algn="ctr">
                        <a:lnSpc>
                          <a:spcPct val="100000"/>
                        </a:lnSpc>
                      </a:pPr>
                      <a:r>
                        <a:rPr lang="en-US" sz="1200" dirty="0"/>
                        <a:t>10.08.20</a:t>
                      </a:r>
                    </a:p>
                  </a:txBody>
                  <a:tcPr/>
                </a:tc>
                <a:tc>
                  <a:txBody>
                    <a:bodyPr/>
                    <a:lstStyle/>
                    <a:p>
                      <a:pPr>
                        <a:lnSpc>
                          <a:spcPct val="100000"/>
                        </a:lnSpc>
                      </a:pPr>
                      <a:r>
                        <a:rPr lang="en-US" sz="1200" dirty="0"/>
                        <a:t>MLCC capacitors direction</a:t>
                      </a:r>
                    </a:p>
                  </a:txBody>
                  <a:tcPr/>
                </a:tc>
                <a:tc>
                  <a:txBody>
                    <a:bodyPr/>
                    <a:lstStyle/>
                    <a:p>
                      <a:endParaRPr lang="en-US" sz="1200" dirty="0"/>
                    </a:p>
                  </a:txBody>
                  <a:tcPr/>
                </a:tc>
                <a:extLst>
                  <a:ext uri="{0D108BD9-81ED-4DB2-BD59-A6C34878D82A}">
                    <a16:rowId xmlns:a16="http://schemas.microsoft.com/office/drawing/2014/main" val="2288072729"/>
                  </a:ext>
                </a:extLst>
              </a:tr>
              <a:tr h="315381">
                <a:tc>
                  <a:txBody>
                    <a:bodyPr/>
                    <a:lstStyle/>
                    <a:p>
                      <a:pPr algn="ctr">
                        <a:lnSpc>
                          <a:spcPct val="100000"/>
                        </a:lnSpc>
                      </a:pPr>
                      <a:r>
                        <a:rPr lang="en-US" sz="1200" dirty="0"/>
                        <a:t>F</a:t>
                      </a:r>
                    </a:p>
                  </a:txBody>
                  <a:tcPr/>
                </a:tc>
                <a:tc>
                  <a:txBody>
                    <a:bodyPr/>
                    <a:lstStyle/>
                    <a:p>
                      <a:pPr algn="ctr">
                        <a:lnSpc>
                          <a:spcPct val="100000"/>
                        </a:lnSpc>
                      </a:pPr>
                      <a:r>
                        <a:rPr lang="en-US" sz="1200"/>
                        <a:t>04.08.21</a:t>
                      </a:r>
                      <a:endParaRPr lang="en-US" sz="1200" dirty="0"/>
                    </a:p>
                  </a:txBody>
                  <a:tcPr/>
                </a:tc>
                <a:tc>
                  <a:txBody>
                    <a:bodyPr/>
                    <a:lstStyle/>
                    <a:p>
                      <a:pPr>
                        <a:lnSpc>
                          <a:spcPct val="100000"/>
                        </a:lnSpc>
                      </a:pPr>
                      <a:r>
                        <a:rPr lang="en-US" sz="1200" dirty="0"/>
                        <a:t>Avoid placing components on weak areas</a:t>
                      </a:r>
                    </a:p>
                  </a:txBody>
                  <a:tcPr/>
                </a:tc>
                <a:tc>
                  <a:txBody>
                    <a:bodyPr/>
                    <a:lstStyle/>
                    <a:p>
                      <a:endParaRPr lang="en-US" sz="1200" dirty="0"/>
                    </a:p>
                  </a:txBody>
                  <a:tcPr/>
                </a:tc>
                <a:extLst>
                  <a:ext uri="{0D108BD9-81ED-4DB2-BD59-A6C34878D82A}">
                    <a16:rowId xmlns:a16="http://schemas.microsoft.com/office/drawing/2014/main" val="1567194325"/>
                  </a:ext>
                </a:extLst>
              </a:tr>
              <a:tr h="470022">
                <a:tc>
                  <a:txBody>
                    <a:bodyPr/>
                    <a:lstStyle/>
                    <a:p>
                      <a:pPr algn="ctr">
                        <a:lnSpc>
                          <a:spcPct val="100000"/>
                        </a:lnSpc>
                      </a:pPr>
                      <a:r>
                        <a:rPr lang="en-US" sz="1200" dirty="0"/>
                        <a:t>G</a:t>
                      </a:r>
                    </a:p>
                  </a:txBody>
                  <a:tcPr/>
                </a:tc>
                <a:tc>
                  <a:txBody>
                    <a:bodyPr/>
                    <a:lstStyle/>
                    <a:p>
                      <a:pPr algn="ctr">
                        <a:lnSpc>
                          <a:spcPct val="100000"/>
                        </a:lnSpc>
                      </a:pPr>
                      <a:r>
                        <a:rPr lang="en-US" sz="1200" dirty="0"/>
                        <a:t>02.08.23</a:t>
                      </a:r>
                    </a:p>
                  </a:txBody>
                  <a:tcPr/>
                </a:tc>
                <a:tc>
                  <a:txBody>
                    <a:bodyPr/>
                    <a:lstStyle/>
                    <a:p>
                      <a:pPr marL="342900" indent="-342900">
                        <a:lnSpc>
                          <a:spcPct val="100000"/>
                        </a:lnSpc>
                        <a:buAutoNum type="arabicPeriod"/>
                      </a:pPr>
                      <a:r>
                        <a:rPr lang="en-US" sz="1200" dirty="0"/>
                        <a:t>12mil and 15mil vias are covered with SM from both sides</a:t>
                      </a:r>
                    </a:p>
                    <a:p>
                      <a:pPr marL="342900" indent="-342900">
                        <a:lnSpc>
                          <a:spcPct val="100000"/>
                        </a:lnSpc>
                        <a:buAutoNum type="arabicPeriod"/>
                      </a:pPr>
                      <a:r>
                        <a:rPr lang="en-US" sz="1200" dirty="0"/>
                        <a:t>Better to place components on one side of the board.</a:t>
                      </a:r>
                    </a:p>
                  </a:txBody>
                  <a:tcPr/>
                </a:tc>
                <a:tc>
                  <a:txBody>
                    <a:bodyPr/>
                    <a:lstStyle/>
                    <a:p>
                      <a:endParaRPr lang="en-US" sz="1200" dirty="0"/>
                    </a:p>
                  </a:txBody>
                  <a:tcPr/>
                </a:tc>
                <a:extLst>
                  <a:ext uri="{0D108BD9-81ED-4DB2-BD59-A6C34878D82A}">
                    <a16:rowId xmlns:a16="http://schemas.microsoft.com/office/drawing/2014/main" val="1326118554"/>
                  </a:ext>
                </a:extLst>
              </a:tr>
              <a:tr h="330078">
                <a:tc>
                  <a:txBody>
                    <a:bodyPr/>
                    <a:lstStyle/>
                    <a:p>
                      <a:pPr algn="ctr">
                        <a:lnSpc>
                          <a:spcPct val="100000"/>
                        </a:lnSpc>
                      </a:pPr>
                      <a:r>
                        <a:rPr lang="en-US" sz="1200" dirty="0"/>
                        <a:t>H</a:t>
                      </a:r>
                    </a:p>
                  </a:txBody>
                  <a:tcPr/>
                </a:tc>
                <a:tc>
                  <a:txBody>
                    <a:bodyPr/>
                    <a:lstStyle/>
                    <a:p>
                      <a:pPr algn="ctr">
                        <a:lnSpc>
                          <a:spcPct val="100000"/>
                        </a:lnSpc>
                      </a:pPr>
                      <a:r>
                        <a:rPr lang="en-US" sz="1200" dirty="0"/>
                        <a:t>11.9.23</a:t>
                      </a:r>
                    </a:p>
                  </a:txBody>
                  <a:tcPr/>
                </a:tc>
                <a:tc>
                  <a:txBody>
                    <a:bodyPr/>
                    <a:lstStyle/>
                    <a:p>
                      <a:pPr marL="0" indent="0">
                        <a:lnSpc>
                          <a:spcPct val="100000"/>
                        </a:lnSpc>
                        <a:buNone/>
                      </a:pPr>
                      <a:r>
                        <a:rPr lang="en-US" sz="1200" dirty="0"/>
                        <a:t>Add TH laser and robotic soldering requirements</a:t>
                      </a:r>
                    </a:p>
                  </a:txBody>
                  <a:tcPr/>
                </a:tc>
                <a:tc>
                  <a:txBody>
                    <a:bodyPr/>
                    <a:lstStyle/>
                    <a:p>
                      <a:endParaRPr lang="en-US" sz="1200" dirty="0"/>
                    </a:p>
                  </a:txBody>
                  <a:tcPr/>
                </a:tc>
                <a:extLst>
                  <a:ext uri="{0D108BD9-81ED-4DB2-BD59-A6C34878D82A}">
                    <a16:rowId xmlns:a16="http://schemas.microsoft.com/office/drawing/2014/main" val="2455504295"/>
                  </a:ext>
                </a:extLst>
              </a:tr>
            </a:tbl>
          </a:graphicData>
        </a:graphic>
      </p:graphicFrame>
    </p:spTree>
    <p:extLst>
      <p:ext uri="{BB962C8B-B14F-4D97-AF65-F5344CB8AC3E}">
        <p14:creationId xmlns:p14="http://schemas.microsoft.com/office/powerpoint/2010/main" val="134251976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b="1" dirty="0"/>
              <a:t>Changes History</a:t>
            </a:r>
          </a:p>
        </p:txBody>
      </p:sp>
      <p:sp>
        <p:nvSpPr>
          <p:cNvPr id="2" name="Slide Number Placeholder 1"/>
          <p:cNvSpPr>
            <a:spLocks noGrp="1"/>
          </p:cNvSpPr>
          <p:nvPr>
            <p:ph type="sldNum" sz="quarter" idx="12"/>
          </p:nvPr>
        </p:nvSpPr>
        <p:spPr/>
        <p:txBody>
          <a:bodyPr/>
          <a:lstStyle/>
          <a:p>
            <a:fld id="{4FAB73BC-B049-4115-A692-8D63A059BFB8}" type="slidenum">
              <a:rPr lang="en-US" smtClean="0"/>
              <a:pPr/>
              <a:t>3</a:t>
            </a:fld>
            <a:endParaRPr lang="en-US" dirty="0"/>
          </a:p>
        </p:txBody>
      </p:sp>
      <p:graphicFrame>
        <p:nvGraphicFramePr>
          <p:cNvPr id="17" name="Table 16"/>
          <p:cNvGraphicFramePr>
            <a:graphicFrameLocks noGrp="1"/>
          </p:cNvGraphicFramePr>
          <p:nvPr>
            <p:extLst>
              <p:ext uri="{D42A27DB-BD31-4B8C-83A1-F6EECF244321}">
                <p14:modId xmlns:p14="http://schemas.microsoft.com/office/powerpoint/2010/main" val="279412283"/>
              </p:ext>
            </p:extLst>
          </p:nvPr>
        </p:nvGraphicFramePr>
        <p:xfrm>
          <a:off x="1001806" y="1341411"/>
          <a:ext cx="9853631" cy="2743200"/>
        </p:xfrm>
        <a:graphic>
          <a:graphicData uri="http://schemas.openxmlformats.org/drawingml/2006/table">
            <a:tbl>
              <a:tblPr firstRow="1" bandRow="1">
                <a:tableStyleId>{5C22544A-7EE6-4342-B048-85BDC9FD1C3A}</a:tableStyleId>
              </a:tblPr>
              <a:tblGrid>
                <a:gridCol w="1193068">
                  <a:extLst>
                    <a:ext uri="{9D8B030D-6E8A-4147-A177-3AD203B41FA5}">
                      <a16:colId xmlns:a16="http://schemas.microsoft.com/office/drawing/2014/main" val="1443593595"/>
                    </a:ext>
                  </a:extLst>
                </a:gridCol>
                <a:gridCol w="1337368">
                  <a:extLst>
                    <a:ext uri="{9D8B030D-6E8A-4147-A177-3AD203B41FA5}">
                      <a16:colId xmlns:a16="http://schemas.microsoft.com/office/drawing/2014/main" val="520010442"/>
                    </a:ext>
                  </a:extLst>
                </a:gridCol>
                <a:gridCol w="5716993">
                  <a:extLst>
                    <a:ext uri="{9D8B030D-6E8A-4147-A177-3AD203B41FA5}">
                      <a16:colId xmlns:a16="http://schemas.microsoft.com/office/drawing/2014/main" val="2853618451"/>
                    </a:ext>
                  </a:extLst>
                </a:gridCol>
                <a:gridCol w="1606202">
                  <a:extLst>
                    <a:ext uri="{9D8B030D-6E8A-4147-A177-3AD203B41FA5}">
                      <a16:colId xmlns:a16="http://schemas.microsoft.com/office/drawing/2014/main" val="996843394"/>
                    </a:ext>
                  </a:extLst>
                </a:gridCol>
              </a:tblGrid>
              <a:tr h="348741">
                <a:tc>
                  <a:txBody>
                    <a:bodyPr/>
                    <a:lstStyle/>
                    <a:p>
                      <a:r>
                        <a:rPr lang="en-US" dirty="0"/>
                        <a:t>Version</a:t>
                      </a:r>
                    </a:p>
                  </a:txBody>
                  <a:tcPr/>
                </a:tc>
                <a:tc>
                  <a:txBody>
                    <a:bodyPr/>
                    <a:lstStyle/>
                    <a:p>
                      <a:r>
                        <a:rPr lang="en-US" dirty="0"/>
                        <a:t>Date</a:t>
                      </a:r>
                    </a:p>
                  </a:txBody>
                  <a:tcPr/>
                </a:tc>
                <a:tc>
                  <a:txBody>
                    <a:bodyPr/>
                    <a:lstStyle/>
                    <a:p>
                      <a:r>
                        <a:rPr lang="en-US" dirty="0"/>
                        <a:t>Change description</a:t>
                      </a:r>
                    </a:p>
                  </a:txBody>
                  <a:tcPr/>
                </a:tc>
                <a:tc>
                  <a:txBody>
                    <a:bodyPr/>
                    <a:lstStyle/>
                    <a:p>
                      <a:r>
                        <a:rPr lang="en-US" dirty="0"/>
                        <a:t>Comments </a:t>
                      </a:r>
                    </a:p>
                  </a:txBody>
                  <a:tcPr/>
                </a:tc>
                <a:extLst>
                  <a:ext uri="{0D108BD9-81ED-4DB2-BD59-A6C34878D82A}">
                    <a16:rowId xmlns:a16="http://schemas.microsoft.com/office/drawing/2014/main" val="1101375999"/>
                  </a:ext>
                </a:extLst>
              </a:tr>
              <a:tr h="330078">
                <a:tc>
                  <a:txBody>
                    <a:bodyPr/>
                    <a:lstStyle/>
                    <a:p>
                      <a:pPr algn="ctr">
                        <a:lnSpc>
                          <a:spcPct val="100000"/>
                        </a:lnSpc>
                      </a:pPr>
                      <a:r>
                        <a:rPr lang="en-US" sz="1200" dirty="0"/>
                        <a:t>I</a:t>
                      </a:r>
                    </a:p>
                  </a:txBody>
                  <a:tcPr/>
                </a:tc>
                <a:tc>
                  <a:txBody>
                    <a:bodyPr/>
                    <a:lstStyle/>
                    <a:p>
                      <a:pPr algn="ctr">
                        <a:lnSpc>
                          <a:spcPct val="100000"/>
                        </a:lnSpc>
                      </a:pPr>
                      <a:r>
                        <a:rPr lang="en-US" sz="1200" dirty="0"/>
                        <a:t>15.01.24</a:t>
                      </a:r>
                    </a:p>
                  </a:txBody>
                  <a:tcPr/>
                </a:tc>
                <a:tc>
                  <a:txBody>
                    <a:bodyPr/>
                    <a:lstStyle/>
                    <a:p>
                      <a:pPr marL="228600" indent="-228600">
                        <a:lnSpc>
                          <a:spcPct val="100000"/>
                        </a:lnSpc>
                        <a:buAutoNum type="arabicPeriod"/>
                      </a:pPr>
                      <a:r>
                        <a:rPr lang="en-US" sz="1200" dirty="0"/>
                        <a:t>Change distance between ICT TPs to 55mil+distance from high components</a:t>
                      </a:r>
                    </a:p>
                    <a:p>
                      <a:pPr marL="228600" indent="-228600">
                        <a:lnSpc>
                          <a:spcPct val="100000"/>
                        </a:lnSpc>
                        <a:buAutoNum type="arabicPeriod"/>
                      </a:pPr>
                      <a:r>
                        <a:rPr lang="en-US" sz="1200" dirty="0"/>
                        <a:t>Approved Screws and standoffs footprints</a:t>
                      </a:r>
                    </a:p>
                    <a:p>
                      <a:pPr marL="228600" indent="-228600">
                        <a:lnSpc>
                          <a:spcPct val="100000"/>
                        </a:lnSpc>
                        <a:buAutoNum type="arabicPeriod"/>
                      </a:pPr>
                      <a:r>
                        <a:rPr lang="en-US" sz="1200" dirty="0"/>
                        <a:t>Press fit components requirements</a:t>
                      </a:r>
                    </a:p>
                    <a:p>
                      <a:pPr marL="228600" indent="-228600">
                        <a:lnSpc>
                          <a:spcPct val="100000"/>
                        </a:lnSpc>
                        <a:buAutoNum type="arabicPeriod"/>
                      </a:pPr>
                      <a:r>
                        <a:rPr lang="en-US" sz="1200" dirty="0"/>
                        <a:t>Design for automation</a:t>
                      </a:r>
                    </a:p>
                    <a:p>
                      <a:pPr marL="228600" indent="-228600">
                        <a:lnSpc>
                          <a:spcPct val="100000"/>
                        </a:lnSpc>
                        <a:buAutoNum type="arabicPeriod"/>
                      </a:pPr>
                      <a:r>
                        <a:rPr lang="en-US" sz="1200" dirty="0"/>
                        <a:t>Laser soldering requirements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Robotic soldering requirements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Thieving pads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2D Barcode</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Fiducials</a:t>
                      </a:r>
                    </a:p>
                  </a:txBody>
                  <a:tcPr/>
                </a:tc>
                <a:tc>
                  <a:txBody>
                    <a:bodyPr/>
                    <a:lstStyle/>
                    <a:p>
                      <a:endParaRPr lang="en-US" sz="1200" dirty="0"/>
                    </a:p>
                  </a:txBody>
                  <a:tcPr/>
                </a:tc>
                <a:extLst>
                  <a:ext uri="{0D108BD9-81ED-4DB2-BD59-A6C34878D82A}">
                    <a16:rowId xmlns:a16="http://schemas.microsoft.com/office/drawing/2014/main" val="2082924001"/>
                  </a:ext>
                </a:extLst>
              </a:tr>
              <a:tr h="330078">
                <a:tc>
                  <a:txBody>
                    <a:bodyPr/>
                    <a:lstStyle/>
                    <a:p>
                      <a:pPr algn="ctr">
                        <a:lnSpc>
                          <a:spcPct val="100000"/>
                        </a:lnSpc>
                      </a:pPr>
                      <a:r>
                        <a:rPr lang="en-US" sz="1200" dirty="0"/>
                        <a:t>J</a:t>
                      </a:r>
                    </a:p>
                  </a:txBody>
                  <a:tcPr/>
                </a:tc>
                <a:tc>
                  <a:txBody>
                    <a:bodyPr/>
                    <a:lstStyle/>
                    <a:p>
                      <a:pPr algn="ctr">
                        <a:lnSpc>
                          <a:spcPct val="100000"/>
                        </a:lnSpc>
                      </a:pPr>
                      <a:r>
                        <a:rPr lang="en-US" sz="1200" dirty="0"/>
                        <a:t>1.5.25</a:t>
                      </a:r>
                    </a:p>
                  </a:txBody>
                  <a:tcPr/>
                </a:tc>
                <a:tc>
                  <a:txBody>
                    <a:bodyPr/>
                    <a:lstStyle/>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Fiducials</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Panelization</a:t>
                      </a:r>
                    </a:p>
                    <a:p>
                      <a:pPr marL="228600" marR="0" lvl="0" indent="-228600" algn="l" defTabSz="914400" rtl="0" eaLnBrk="1" fontAlgn="auto" latinLnBrk="0" hangingPunct="1">
                        <a:lnSpc>
                          <a:spcPct val="100000"/>
                        </a:lnSpc>
                        <a:spcBef>
                          <a:spcPts val="0"/>
                        </a:spcBef>
                        <a:spcAft>
                          <a:spcPts val="0"/>
                        </a:spcAft>
                        <a:buClrTx/>
                        <a:buSzTx/>
                        <a:buFontTx/>
                        <a:buAutoNum type="arabicPeriod"/>
                        <a:tabLst/>
                        <a:defRPr/>
                      </a:pPr>
                      <a:r>
                        <a:rPr lang="en-US" sz="1200" dirty="0"/>
                        <a:t>2D Barcode</a:t>
                      </a:r>
                    </a:p>
                  </a:txBody>
                  <a:tcPr/>
                </a:tc>
                <a:tc>
                  <a:txBody>
                    <a:bodyPr/>
                    <a:lstStyle/>
                    <a:p>
                      <a:endParaRPr lang="en-US" sz="1200" dirty="0"/>
                    </a:p>
                  </a:txBody>
                  <a:tcPr/>
                </a:tc>
                <a:extLst>
                  <a:ext uri="{0D108BD9-81ED-4DB2-BD59-A6C34878D82A}">
                    <a16:rowId xmlns:a16="http://schemas.microsoft.com/office/drawing/2014/main" val="1504326746"/>
                  </a:ext>
                </a:extLst>
              </a:tr>
            </a:tbl>
          </a:graphicData>
        </a:graphic>
      </p:graphicFrame>
    </p:spTree>
    <p:extLst>
      <p:ext uri="{BB962C8B-B14F-4D97-AF65-F5344CB8AC3E}">
        <p14:creationId xmlns:p14="http://schemas.microsoft.com/office/powerpoint/2010/main" val="4573598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u="sng" dirty="0"/>
              <a:t>Purpose</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a:t>
            </a:fld>
            <a:endParaRPr lang="en-US" dirty="0"/>
          </a:p>
        </p:txBody>
      </p:sp>
      <p:sp>
        <p:nvSpPr>
          <p:cNvPr id="5" name="Content Placeholder 2"/>
          <p:cNvSpPr txBox="1">
            <a:spLocks/>
          </p:cNvSpPr>
          <p:nvPr/>
        </p:nvSpPr>
        <p:spPr>
          <a:xfrm>
            <a:off x="-385009" y="1094262"/>
            <a:ext cx="12548134" cy="5763738"/>
          </a:xfrm>
          <a:prstGeom prst="rect">
            <a:avLst/>
          </a:prstGeom>
        </p:spPr>
        <p:txBody>
          <a:bodyPr vert="horz" lIns="91440" tIns="45720" rIns="91440" bIns="45720" numCol="1" rtlCol="0" anchor="t">
            <a:noAutofit/>
          </a:bodyPr>
          <a:lstStyle>
            <a:lvl1pPr marL="365125" indent="-365125" algn="l" defTabSz="914400" rtl="0" eaLnBrk="1" latinLnBrk="0" hangingPunct="1">
              <a:lnSpc>
                <a:spcPct val="90000"/>
              </a:lnSpc>
              <a:spcBef>
                <a:spcPts val="1200"/>
              </a:spcBef>
              <a:buClr>
                <a:schemeClr val="accent1"/>
              </a:buClr>
              <a:buSzPct val="100000"/>
              <a:buFontTx/>
              <a:buBlip>
                <a:blip r:embed="rId2"/>
              </a:buBlip>
              <a:tabLst/>
              <a:defRPr sz="2000" kern="1200" baseline="0">
                <a:solidFill>
                  <a:schemeClr val="tx1"/>
                </a:solidFill>
                <a:latin typeface="+mn-lt"/>
                <a:ea typeface="Segoe UI Historic" panose="020B0502040204020203" pitchFamily="34" charset="0"/>
                <a:cs typeface="Segoe UI" panose="020B0502040204020203" pitchFamily="34" charset="0"/>
              </a:defRPr>
            </a:lvl1pPr>
            <a:lvl2pPr marL="892800" indent="-388800" algn="l" defTabSz="914400" rtl="0" eaLnBrk="1" latinLnBrk="0" hangingPunct="1">
              <a:lnSpc>
                <a:spcPct val="90000"/>
              </a:lnSpc>
              <a:spcBef>
                <a:spcPts val="1200"/>
              </a:spcBef>
              <a:spcAft>
                <a:spcPts val="250"/>
              </a:spcAft>
              <a:buClr>
                <a:schemeClr val="accent1"/>
              </a:buClr>
              <a:buSzPct val="90000"/>
              <a:buFontTx/>
              <a:buBlip>
                <a:blip r:embed="rId2"/>
              </a:buBlip>
              <a:tabLst/>
              <a:defRPr sz="1800" kern="1200">
                <a:solidFill>
                  <a:schemeClr val="tx1"/>
                </a:solidFill>
                <a:latin typeface="+mn-lt"/>
                <a:ea typeface="Segoe UI Historic" panose="020B0502040204020203" pitchFamily="34" charset="0"/>
                <a:cs typeface="Segoe UI" panose="020B0502040204020203" pitchFamily="34" charset="0"/>
              </a:defRPr>
            </a:lvl2pPr>
            <a:lvl3pPr marL="1246188" indent="-285750" algn="l" defTabSz="914400" rtl="0" eaLnBrk="1" latinLnBrk="0" hangingPunct="1">
              <a:lnSpc>
                <a:spcPct val="90000"/>
              </a:lnSpc>
              <a:spcBef>
                <a:spcPts val="1200"/>
              </a:spcBef>
              <a:spcAft>
                <a:spcPts val="250"/>
              </a:spcAft>
              <a:buClr>
                <a:schemeClr val="accent1"/>
              </a:buClr>
              <a:buSzPct val="80000"/>
              <a:buFontTx/>
              <a:buBlip>
                <a:blip r:embed="rId2"/>
              </a:buBlip>
              <a:tabLst/>
              <a:defRPr lang="en-US" sz="1600" kern="1200">
                <a:solidFill>
                  <a:schemeClr val="tx1"/>
                </a:solidFill>
                <a:latin typeface="+mn-lt"/>
                <a:ea typeface="Segoe UI Historic" panose="020B0502040204020203" pitchFamily="34" charset="0"/>
                <a:cs typeface="Segoe UI" panose="020B0502040204020203" pitchFamily="34" charset="0"/>
              </a:defRPr>
            </a:lvl3pPr>
            <a:lvl4pPr marL="1738313" indent="-320675" algn="l" defTabSz="914400" rtl="0" eaLnBrk="1" latinLnBrk="0" hangingPunct="1">
              <a:lnSpc>
                <a:spcPct val="90000"/>
              </a:lnSpc>
              <a:spcBef>
                <a:spcPts val="1200"/>
              </a:spcBef>
              <a:spcAft>
                <a:spcPts val="250"/>
              </a:spcAft>
              <a:buClr>
                <a:schemeClr val="accent1"/>
              </a:buClr>
              <a:buSzPct val="70000"/>
              <a:buFontTx/>
              <a:buBlip>
                <a:blip r:embed="rId2"/>
              </a:buBlip>
              <a:tabLst/>
              <a:defRPr sz="1400" kern="1200">
                <a:solidFill>
                  <a:schemeClr val="tx1"/>
                </a:solidFill>
                <a:latin typeface="+mn-lt"/>
                <a:ea typeface="Segoe UI Historic" panose="020B0502040204020203" pitchFamily="34" charset="0"/>
                <a:cs typeface="Segoe UI" panose="020B0502040204020203" pitchFamily="34" charset="0"/>
              </a:defRPr>
            </a:lvl4pPr>
            <a:lvl5pPr marL="2230438" indent="-355600" algn="l" defTabSz="914400" rtl="0" eaLnBrk="1" latinLnBrk="0" hangingPunct="1">
              <a:lnSpc>
                <a:spcPct val="90000"/>
              </a:lnSpc>
              <a:spcBef>
                <a:spcPts val="250"/>
              </a:spcBef>
              <a:spcAft>
                <a:spcPts val="250"/>
              </a:spcAft>
              <a:buClr>
                <a:schemeClr val="accent1"/>
              </a:buClr>
              <a:buSzPct val="100000"/>
              <a:buFontTx/>
              <a:buBlip>
                <a:blip r:embed="rId3"/>
              </a:buBlip>
              <a:tabLst/>
              <a:defRPr sz="1400" kern="1200">
                <a:solidFill>
                  <a:srgbClr val="001446"/>
                </a:solidFill>
                <a:latin typeface="Segoe UI" panose="020B0502040204020203" pitchFamily="34" charset="0"/>
                <a:ea typeface="Segoe UI Historic"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pPr marL="504000" lvl="1" indent="0">
              <a:buNone/>
            </a:pPr>
            <a:endParaRPr lang="en-US" sz="2200" dirty="0"/>
          </a:p>
        </p:txBody>
      </p:sp>
      <p:sp>
        <p:nvSpPr>
          <p:cNvPr id="3" name="Content Placeholder 2"/>
          <p:cNvSpPr>
            <a:spLocks noGrp="1"/>
          </p:cNvSpPr>
          <p:nvPr>
            <p:ph idx="1"/>
          </p:nvPr>
        </p:nvSpPr>
        <p:spPr>
          <a:xfrm>
            <a:off x="405318" y="1288472"/>
            <a:ext cx="9720815" cy="4696275"/>
          </a:xfrm>
        </p:spPr>
        <p:txBody>
          <a:bodyPr/>
          <a:lstStyle/>
          <a:p>
            <a:pPr lvl="0"/>
            <a:r>
              <a:rPr lang="en-US" sz="2400" dirty="0"/>
              <a:t>The purpose of this meeting is to align the layout procedure for all SolarEdge’s engineers and teams. </a:t>
            </a:r>
          </a:p>
          <a:p>
            <a:pPr lvl="0"/>
            <a:r>
              <a:rPr lang="en-US" sz="2400" dirty="0"/>
              <a:t>We determined simple key guidelines in order to save time and improve the layout process.</a:t>
            </a:r>
          </a:p>
          <a:p>
            <a:pPr lvl="0"/>
            <a:r>
              <a:rPr lang="en-US" sz="2400" dirty="0"/>
              <a:t>When many changes in the design are done during the layout, it can’t be optimal, and it takes much more time.</a:t>
            </a:r>
          </a:p>
          <a:p>
            <a:pPr lvl="0"/>
            <a:r>
              <a:rPr lang="en-US" sz="2400" dirty="0"/>
              <a:t>Our goal is to make a single, short and good layout, which designed well.</a:t>
            </a:r>
          </a:p>
        </p:txBody>
      </p:sp>
    </p:spTree>
    <p:extLst>
      <p:ext uri="{BB962C8B-B14F-4D97-AF65-F5344CB8AC3E}">
        <p14:creationId xmlns:p14="http://schemas.microsoft.com/office/powerpoint/2010/main" val="151087173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 name="Content Placeholder 2"/>
          <p:cNvSpPr>
            <a:spLocks noGrp="1"/>
          </p:cNvSpPr>
          <p:nvPr>
            <p:ph idx="1"/>
          </p:nvPr>
        </p:nvSpPr>
        <p:spPr>
          <a:xfrm>
            <a:off x="261443" y="4535786"/>
            <a:ext cx="5987672" cy="1991602"/>
          </a:xfrm>
        </p:spPr>
        <p:txBody>
          <a:bodyPr numCol="1"/>
          <a:lstStyle/>
          <a:p>
            <a:endParaRPr lang="en-US" sz="1300" dirty="0"/>
          </a:p>
          <a:p>
            <a:pPr marL="0" indent="0">
              <a:buNone/>
            </a:pPr>
            <a:endParaRPr lang="en-US" sz="1300" dirty="0"/>
          </a:p>
          <a:p>
            <a:endParaRPr lang="en-US" sz="1300" dirty="0"/>
          </a:p>
          <a:p>
            <a:endParaRPr lang="en-US" sz="1300" dirty="0"/>
          </a:p>
        </p:txBody>
      </p:sp>
      <p:sp>
        <p:nvSpPr>
          <p:cNvPr id="35" name="Title 1"/>
          <p:cNvSpPr>
            <a:spLocks noGrp="1"/>
          </p:cNvSpPr>
          <p:nvPr>
            <p:ph type="title"/>
          </p:nvPr>
        </p:nvSpPr>
        <p:spPr>
          <a:xfrm>
            <a:off x="405317" y="25833"/>
            <a:ext cx="9972000" cy="1061471"/>
          </a:xfrm>
        </p:spPr>
        <p:txBody>
          <a:bodyPr/>
          <a:lstStyle/>
          <a:p>
            <a:r>
              <a:rPr lang="en-US" b="1" dirty="0"/>
              <a:t>Designing the DSN</a:t>
            </a:r>
            <a:br>
              <a:rPr lang="en-US" b="1" dirty="0"/>
            </a:br>
            <a:r>
              <a:rPr lang="en-US" sz="3200" b="1" dirty="0"/>
              <a:t>General</a:t>
            </a:r>
            <a:endParaRPr lang="en-US" dirty="0"/>
          </a:p>
        </p:txBody>
      </p:sp>
      <p:sp>
        <p:nvSpPr>
          <p:cNvPr id="20" name="Text Placeholder 2"/>
          <p:cNvSpPr txBox="1">
            <a:spLocks/>
          </p:cNvSpPr>
          <p:nvPr/>
        </p:nvSpPr>
        <p:spPr>
          <a:xfrm>
            <a:off x="562504" y="1564217"/>
            <a:ext cx="10308695" cy="3521075"/>
          </a:xfrm>
          <a:prstGeom prst="rect">
            <a:avLst/>
          </a:prstGeom>
        </p:spPr>
        <p:txBody>
          <a:bodyPr/>
          <a:lstStyle>
            <a:lvl1pPr marL="365125" indent="-365125" algn="l" defTabSz="914400" rtl="0" eaLnBrk="1" latinLnBrk="0" hangingPunct="1">
              <a:lnSpc>
                <a:spcPct val="90000"/>
              </a:lnSpc>
              <a:spcBef>
                <a:spcPts val="1200"/>
              </a:spcBef>
              <a:buClr>
                <a:schemeClr val="accent1"/>
              </a:buClr>
              <a:buSzPct val="100000"/>
              <a:buFontTx/>
              <a:buBlip>
                <a:blip r:embed="rId3"/>
              </a:buBlip>
              <a:tabLst/>
              <a:defRPr sz="2000" kern="1200">
                <a:solidFill>
                  <a:schemeClr val="tx1"/>
                </a:solidFill>
                <a:latin typeface="+mn-lt"/>
                <a:ea typeface="Segoe UI Historic" panose="020B0502040204020203" pitchFamily="34" charset="0"/>
                <a:cs typeface="Segoe UI" panose="020B0502040204020203" pitchFamily="34" charset="0"/>
              </a:defRPr>
            </a:lvl1pPr>
            <a:lvl2pPr marL="892800" indent="-388800" algn="l" defTabSz="914400" rtl="0" eaLnBrk="1" latinLnBrk="0" hangingPunct="1">
              <a:lnSpc>
                <a:spcPct val="90000"/>
              </a:lnSpc>
              <a:spcBef>
                <a:spcPts val="1200"/>
              </a:spcBef>
              <a:spcAft>
                <a:spcPts val="250"/>
              </a:spcAft>
              <a:buClr>
                <a:schemeClr val="accent1"/>
              </a:buClr>
              <a:buSzPct val="90000"/>
              <a:buFontTx/>
              <a:buBlip>
                <a:blip r:embed="rId3"/>
              </a:buBlip>
              <a:tabLst/>
              <a:defRPr sz="1800" kern="1200">
                <a:solidFill>
                  <a:schemeClr val="tx1"/>
                </a:solidFill>
                <a:latin typeface="+mn-lt"/>
                <a:ea typeface="Segoe UI Historic" panose="020B0502040204020203" pitchFamily="34" charset="0"/>
                <a:cs typeface="Segoe UI" panose="020B0502040204020203" pitchFamily="34" charset="0"/>
              </a:defRPr>
            </a:lvl2pPr>
            <a:lvl3pPr marL="1246188" indent="-285750" algn="l" defTabSz="914400" rtl="0" eaLnBrk="1" latinLnBrk="0" hangingPunct="1">
              <a:lnSpc>
                <a:spcPct val="90000"/>
              </a:lnSpc>
              <a:spcBef>
                <a:spcPts val="1200"/>
              </a:spcBef>
              <a:spcAft>
                <a:spcPts val="250"/>
              </a:spcAft>
              <a:buClr>
                <a:schemeClr val="accent1"/>
              </a:buClr>
              <a:buSzPct val="80000"/>
              <a:buFontTx/>
              <a:buBlip>
                <a:blip r:embed="rId3"/>
              </a:buBlip>
              <a:tabLst/>
              <a:defRPr lang="en-US" sz="1600" kern="1200" dirty="0">
                <a:solidFill>
                  <a:schemeClr val="tx1"/>
                </a:solidFill>
                <a:latin typeface="+mn-lt"/>
                <a:ea typeface="Segoe UI Historic" panose="020B0502040204020203" pitchFamily="34" charset="0"/>
                <a:cs typeface="Segoe UI" panose="020B0502040204020203" pitchFamily="34" charset="0"/>
              </a:defRPr>
            </a:lvl3pPr>
            <a:lvl4pPr marL="1738313" indent="-320675" algn="l" defTabSz="914400" rtl="0" eaLnBrk="1" latinLnBrk="0" hangingPunct="1">
              <a:lnSpc>
                <a:spcPct val="90000"/>
              </a:lnSpc>
              <a:spcBef>
                <a:spcPts val="1200"/>
              </a:spcBef>
              <a:spcAft>
                <a:spcPts val="250"/>
              </a:spcAft>
              <a:buClr>
                <a:schemeClr val="accent1"/>
              </a:buClr>
              <a:buSzPct val="70000"/>
              <a:buFontTx/>
              <a:buBlip>
                <a:blip r:embed="rId3"/>
              </a:buBlip>
              <a:tabLst/>
              <a:defRPr sz="1400" kern="1200">
                <a:solidFill>
                  <a:schemeClr val="tx1"/>
                </a:solidFill>
                <a:latin typeface="+mn-lt"/>
                <a:ea typeface="Segoe UI Historic" panose="020B0502040204020203" pitchFamily="34" charset="0"/>
                <a:cs typeface="Segoe UI" panose="020B0502040204020203" pitchFamily="34" charset="0"/>
              </a:defRPr>
            </a:lvl4pPr>
            <a:lvl5pPr marL="2230438" indent="-355600" algn="l" defTabSz="914400" rtl="0" eaLnBrk="1" latinLnBrk="0" hangingPunct="1">
              <a:lnSpc>
                <a:spcPct val="90000"/>
              </a:lnSpc>
              <a:spcBef>
                <a:spcPts val="250"/>
              </a:spcBef>
              <a:spcAft>
                <a:spcPts val="250"/>
              </a:spcAft>
              <a:buClr>
                <a:schemeClr val="accent1"/>
              </a:buClr>
              <a:buSzPct val="100000"/>
              <a:buFontTx/>
              <a:buBlip>
                <a:blip r:embed="rId4"/>
              </a:buBlip>
              <a:tabLst/>
              <a:defRPr sz="1400" kern="1200">
                <a:solidFill>
                  <a:srgbClr val="001446"/>
                </a:solidFill>
                <a:latin typeface="Segoe UI" panose="020B0502040204020203" pitchFamily="34" charset="0"/>
                <a:ea typeface="Segoe UI Historic"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r>
              <a:rPr lang="en-US" sz="2400" dirty="0"/>
              <a:t>Manage schematics revisions.</a:t>
            </a:r>
          </a:p>
          <a:p>
            <a:r>
              <a:rPr lang="en-US" sz="2400" dirty="0"/>
              <a:t>When you drew the DSN, make sure that you work with grid on, in order to prevent misconnections.</a:t>
            </a:r>
          </a:p>
          <a:p>
            <a:r>
              <a:rPr lang="en-US" sz="2400" dirty="0"/>
              <a:t>The flow of the page is generally from left to right.</a:t>
            </a:r>
          </a:p>
          <a:p>
            <a:pPr marL="0" indent="0">
              <a:buFontTx/>
              <a:buNone/>
            </a:pPr>
            <a:endParaRPr lang="en-US" sz="2400" dirty="0"/>
          </a:p>
          <a:p>
            <a:endParaRPr lang="en-US" dirty="0"/>
          </a:p>
        </p:txBody>
      </p:sp>
      <p:pic>
        <p:nvPicPr>
          <p:cNvPr id="21" name="Picture 20"/>
          <p:cNvPicPr/>
          <p:nvPr/>
        </p:nvPicPr>
        <p:blipFill>
          <a:blip r:embed="rId5">
            <a:extLst>
              <a:ext uri="{28A0092B-C50C-407E-A947-70E740481C1C}">
                <a14:useLocalDpi xmlns:a14="http://schemas.microsoft.com/office/drawing/2010/main" val="0"/>
              </a:ext>
            </a:extLst>
          </a:blip>
          <a:stretch>
            <a:fillRect/>
          </a:stretch>
        </p:blipFill>
        <p:spPr>
          <a:xfrm>
            <a:off x="1845733" y="3670540"/>
            <a:ext cx="6614318" cy="2493193"/>
          </a:xfrm>
          <a:prstGeom prst="rect">
            <a:avLst/>
          </a:prstGeom>
        </p:spPr>
      </p:pic>
    </p:spTree>
    <p:extLst>
      <p:ext uri="{BB962C8B-B14F-4D97-AF65-F5344CB8AC3E}">
        <p14:creationId xmlns:p14="http://schemas.microsoft.com/office/powerpoint/2010/main" val="419711675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6</a:t>
            </a:fld>
            <a:endParaRPr lang="en-US" dirty="0"/>
          </a:p>
        </p:txBody>
      </p:sp>
      <p:sp>
        <p:nvSpPr>
          <p:cNvPr id="5" name="Content Placeholder 4"/>
          <p:cNvSpPr>
            <a:spLocks noGrp="1"/>
          </p:cNvSpPr>
          <p:nvPr>
            <p:ph idx="1"/>
          </p:nvPr>
        </p:nvSpPr>
        <p:spPr/>
        <p:txBody>
          <a:bodyPr/>
          <a:lstStyle/>
          <a:p>
            <a:pPr lvl="0"/>
            <a:r>
              <a:rPr lang="en-US" sz="2400" dirty="0">
                <a:solidFill>
                  <a:srgbClr val="404040"/>
                </a:solidFill>
                <a:latin typeface="Calibri Light"/>
                <a:ea typeface="+mn-ea"/>
                <a:cs typeface="Calibri Light"/>
              </a:rPr>
              <a:t>Ref Des will be defined as follow:</a:t>
            </a:r>
          </a:p>
          <a:p>
            <a:pPr marL="230187" lvl="1" indent="0">
              <a:lnSpc>
                <a:spcPct val="50000"/>
              </a:lnSpc>
              <a:buNone/>
            </a:pPr>
            <a:r>
              <a:rPr lang="en-US" dirty="0">
                <a:solidFill>
                  <a:srgbClr val="404040"/>
                </a:solidFill>
                <a:latin typeface="Calibri Light"/>
                <a:ea typeface="+mn-ea"/>
                <a:cs typeface="Calibri Light"/>
              </a:rPr>
              <a:t>Resistor - Rxxxx</a:t>
            </a:r>
          </a:p>
          <a:p>
            <a:pPr marL="230187" lvl="1" indent="0">
              <a:lnSpc>
                <a:spcPct val="50000"/>
              </a:lnSpc>
              <a:buNone/>
            </a:pPr>
            <a:r>
              <a:rPr lang="en-US" dirty="0">
                <a:solidFill>
                  <a:srgbClr val="404040"/>
                </a:solidFill>
                <a:latin typeface="Calibri Light"/>
                <a:ea typeface="+mn-ea"/>
                <a:cs typeface="Calibri Light"/>
              </a:rPr>
              <a:t>Capacitor - Cxxxx</a:t>
            </a:r>
          </a:p>
          <a:p>
            <a:pPr marL="230187" lvl="1" indent="0">
              <a:lnSpc>
                <a:spcPct val="50000"/>
              </a:lnSpc>
              <a:buNone/>
            </a:pPr>
            <a:r>
              <a:rPr lang="en-US" dirty="0">
                <a:solidFill>
                  <a:srgbClr val="404040"/>
                </a:solidFill>
                <a:latin typeface="Calibri Light"/>
                <a:ea typeface="+mn-ea"/>
                <a:cs typeface="Calibri Light"/>
              </a:rPr>
              <a:t>Diode - Dxxxx</a:t>
            </a:r>
          </a:p>
          <a:p>
            <a:pPr marL="230187" lvl="1" indent="0">
              <a:lnSpc>
                <a:spcPct val="50000"/>
              </a:lnSpc>
              <a:buNone/>
            </a:pPr>
            <a:r>
              <a:rPr lang="en-US" dirty="0">
                <a:solidFill>
                  <a:srgbClr val="404040"/>
                </a:solidFill>
                <a:latin typeface="Calibri Light"/>
                <a:ea typeface="+mn-ea"/>
                <a:cs typeface="Calibri Light"/>
              </a:rPr>
              <a:t>Zenner – Zxxxx or ZDxxxx</a:t>
            </a:r>
          </a:p>
          <a:p>
            <a:pPr marL="230187" lvl="1" indent="0">
              <a:lnSpc>
                <a:spcPct val="50000"/>
              </a:lnSpc>
              <a:buNone/>
            </a:pPr>
            <a:r>
              <a:rPr lang="en-US" dirty="0">
                <a:solidFill>
                  <a:srgbClr val="404040"/>
                </a:solidFill>
                <a:latin typeface="Calibri Light"/>
                <a:ea typeface="+mn-ea"/>
                <a:cs typeface="Calibri Light"/>
              </a:rPr>
              <a:t>Transistor - Qxxxx</a:t>
            </a:r>
          </a:p>
          <a:p>
            <a:pPr marL="230187" lvl="1" indent="0">
              <a:lnSpc>
                <a:spcPct val="50000"/>
              </a:lnSpc>
              <a:buNone/>
            </a:pPr>
            <a:r>
              <a:rPr lang="en-US" dirty="0">
                <a:solidFill>
                  <a:srgbClr val="404040"/>
                </a:solidFill>
                <a:latin typeface="Calibri Light"/>
                <a:ea typeface="+mn-ea"/>
                <a:cs typeface="Calibri Light"/>
              </a:rPr>
              <a:t>Inductor - Lxxxx</a:t>
            </a:r>
          </a:p>
          <a:p>
            <a:pPr marL="230187" lvl="1" indent="0">
              <a:lnSpc>
                <a:spcPct val="50000"/>
              </a:lnSpc>
              <a:buNone/>
            </a:pPr>
            <a:r>
              <a:rPr lang="en-US" dirty="0">
                <a:solidFill>
                  <a:srgbClr val="404040"/>
                </a:solidFill>
                <a:latin typeface="Calibri Light"/>
                <a:ea typeface="+mn-ea"/>
                <a:cs typeface="Calibri Light"/>
              </a:rPr>
              <a:t>Transformer – Txxxx</a:t>
            </a:r>
          </a:p>
          <a:p>
            <a:pPr marL="230187" lvl="1" indent="0">
              <a:lnSpc>
                <a:spcPct val="50000"/>
              </a:lnSpc>
              <a:buNone/>
            </a:pPr>
            <a:r>
              <a:rPr lang="en-US" dirty="0">
                <a:solidFill>
                  <a:srgbClr val="404040"/>
                </a:solidFill>
                <a:latin typeface="Calibri Light"/>
                <a:ea typeface="+mn-ea"/>
                <a:cs typeface="Calibri Light"/>
              </a:rPr>
              <a:t>IC - Uxxxx</a:t>
            </a:r>
          </a:p>
          <a:p>
            <a:pPr marL="230187" lvl="1" indent="0">
              <a:lnSpc>
                <a:spcPct val="50000"/>
              </a:lnSpc>
              <a:buNone/>
            </a:pPr>
            <a:r>
              <a:rPr lang="en-US" dirty="0">
                <a:solidFill>
                  <a:srgbClr val="404040"/>
                </a:solidFill>
                <a:latin typeface="Calibri Light"/>
                <a:ea typeface="+mn-ea"/>
                <a:cs typeface="Calibri Light"/>
              </a:rPr>
              <a:t>Relay - Kxxxx</a:t>
            </a:r>
          </a:p>
          <a:p>
            <a:pPr marL="230187" lvl="1" indent="0">
              <a:lnSpc>
                <a:spcPct val="50000"/>
              </a:lnSpc>
              <a:buNone/>
            </a:pPr>
            <a:r>
              <a:rPr lang="en-US" dirty="0">
                <a:solidFill>
                  <a:srgbClr val="404040"/>
                </a:solidFill>
                <a:latin typeface="Calibri Light"/>
                <a:ea typeface="+mn-ea"/>
                <a:cs typeface="Calibri Light"/>
              </a:rPr>
              <a:t>Varistor - VRxxxx</a:t>
            </a:r>
          </a:p>
          <a:p>
            <a:pPr marL="230187" lvl="1" indent="0">
              <a:lnSpc>
                <a:spcPct val="50000"/>
              </a:lnSpc>
              <a:buNone/>
            </a:pPr>
            <a:r>
              <a:rPr lang="en-US" dirty="0">
                <a:solidFill>
                  <a:srgbClr val="404040"/>
                </a:solidFill>
                <a:latin typeface="Calibri Light"/>
                <a:ea typeface="+mn-ea"/>
                <a:cs typeface="Calibri Light"/>
              </a:rPr>
              <a:t>Connector – Pxxxx or Jxxxx</a:t>
            </a:r>
          </a:p>
          <a:p>
            <a:pPr marL="230187" lvl="1" indent="0">
              <a:lnSpc>
                <a:spcPct val="50000"/>
              </a:lnSpc>
              <a:buNone/>
            </a:pPr>
            <a:r>
              <a:rPr lang="en-US" dirty="0">
                <a:solidFill>
                  <a:srgbClr val="404040"/>
                </a:solidFill>
                <a:latin typeface="Calibri Light"/>
                <a:ea typeface="+mn-ea"/>
                <a:cs typeface="Calibri Light"/>
              </a:rPr>
              <a:t>ATE TP - ATPxxxx</a:t>
            </a:r>
          </a:p>
          <a:p>
            <a:pPr marL="230187" lvl="1" indent="0">
              <a:lnSpc>
                <a:spcPct val="50000"/>
              </a:lnSpc>
              <a:buNone/>
            </a:pPr>
            <a:r>
              <a:rPr lang="en-US" dirty="0">
                <a:solidFill>
                  <a:srgbClr val="404040"/>
                </a:solidFill>
                <a:latin typeface="Calibri Light"/>
                <a:ea typeface="+mn-ea"/>
                <a:cs typeface="Calibri Light"/>
              </a:rPr>
              <a:t>R&amp;D TP – TPxxxx</a:t>
            </a:r>
          </a:p>
          <a:p>
            <a:pPr marL="0" indent="0">
              <a:buNone/>
            </a:pPr>
            <a:endParaRPr lang="en-US" sz="1800" dirty="0"/>
          </a:p>
        </p:txBody>
      </p:sp>
    </p:spTree>
    <p:extLst>
      <p:ext uri="{BB962C8B-B14F-4D97-AF65-F5344CB8AC3E}">
        <p14:creationId xmlns:p14="http://schemas.microsoft.com/office/powerpoint/2010/main" val="216400078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7</a:t>
            </a:fld>
            <a:endParaRPr lang="en-US" dirty="0"/>
          </a:p>
        </p:txBody>
      </p:sp>
      <p:sp>
        <p:nvSpPr>
          <p:cNvPr id="21" name="Content Placeholder 2"/>
          <p:cNvSpPr txBox="1">
            <a:spLocks/>
          </p:cNvSpPr>
          <p:nvPr/>
        </p:nvSpPr>
        <p:spPr>
          <a:xfrm>
            <a:off x="405316" y="1360344"/>
            <a:ext cx="10604553" cy="4583256"/>
          </a:xfrm>
          <a:prstGeom prst="rect">
            <a:avLst/>
          </a:prstGeom>
        </p:spPr>
        <p:txBody>
          <a:bodyPr vert="horz" lIns="91440" tIns="45720" rIns="91440" bIns="45720" rtlCol="0" anchor="t">
            <a:noAutofit/>
          </a:bodyPr>
          <a:lstStyle>
            <a:lvl1pPr marL="365125" indent="-365125" algn="l" defTabSz="914400" rtl="0" eaLnBrk="1" latinLnBrk="0" hangingPunct="1">
              <a:lnSpc>
                <a:spcPct val="90000"/>
              </a:lnSpc>
              <a:spcBef>
                <a:spcPts val="1200"/>
              </a:spcBef>
              <a:buClr>
                <a:schemeClr val="accent1"/>
              </a:buClr>
              <a:buSzPct val="100000"/>
              <a:buFontTx/>
              <a:buBlip>
                <a:blip r:embed="rId2"/>
              </a:buBlip>
              <a:tabLst/>
              <a:defRPr sz="2000" kern="1200" baseline="0">
                <a:solidFill>
                  <a:schemeClr val="tx1"/>
                </a:solidFill>
                <a:latin typeface="+mn-lt"/>
                <a:ea typeface="Segoe UI Historic" panose="020B0502040204020203" pitchFamily="34" charset="0"/>
                <a:cs typeface="Segoe UI" panose="020B0502040204020203" pitchFamily="34" charset="0"/>
              </a:defRPr>
            </a:lvl1pPr>
            <a:lvl2pPr marL="892800" indent="-388800" algn="l" defTabSz="914400" rtl="0" eaLnBrk="1" latinLnBrk="0" hangingPunct="1">
              <a:lnSpc>
                <a:spcPct val="90000"/>
              </a:lnSpc>
              <a:spcBef>
                <a:spcPts val="1200"/>
              </a:spcBef>
              <a:spcAft>
                <a:spcPts val="250"/>
              </a:spcAft>
              <a:buClr>
                <a:schemeClr val="accent1"/>
              </a:buClr>
              <a:buSzPct val="90000"/>
              <a:buFontTx/>
              <a:buBlip>
                <a:blip r:embed="rId2"/>
              </a:buBlip>
              <a:tabLst/>
              <a:defRPr sz="1800" kern="1200">
                <a:solidFill>
                  <a:schemeClr val="tx1"/>
                </a:solidFill>
                <a:latin typeface="+mn-lt"/>
                <a:ea typeface="Segoe UI Historic" panose="020B0502040204020203" pitchFamily="34" charset="0"/>
                <a:cs typeface="Segoe UI" panose="020B0502040204020203" pitchFamily="34" charset="0"/>
              </a:defRPr>
            </a:lvl2pPr>
            <a:lvl3pPr marL="1246188" indent="-285750" algn="l" defTabSz="914400" rtl="0" eaLnBrk="1" latinLnBrk="0" hangingPunct="1">
              <a:lnSpc>
                <a:spcPct val="90000"/>
              </a:lnSpc>
              <a:spcBef>
                <a:spcPts val="1200"/>
              </a:spcBef>
              <a:spcAft>
                <a:spcPts val="250"/>
              </a:spcAft>
              <a:buClr>
                <a:schemeClr val="accent1"/>
              </a:buClr>
              <a:buSzPct val="80000"/>
              <a:buFontTx/>
              <a:buBlip>
                <a:blip r:embed="rId2"/>
              </a:buBlip>
              <a:tabLst/>
              <a:defRPr lang="en-US" sz="1600" kern="1200">
                <a:solidFill>
                  <a:schemeClr val="tx1"/>
                </a:solidFill>
                <a:latin typeface="+mn-lt"/>
                <a:ea typeface="Segoe UI Historic" panose="020B0502040204020203" pitchFamily="34" charset="0"/>
                <a:cs typeface="Segoe UI" panose="020B0502040204020203" pitchFamily="34" charset="0"/>
              </a:defRPr>
            </a:lvl3pPr>
            <a:lvl4pPr marL="1738313" indent="-320675" algn="l" defTabSz="914400" rtl="0" eaLnBrk="1" latinLnBrk="0" hangingPunct="1">
              <a:lnSpc>
                <a:spcPct val="90000"/>
              </a:lnSpc>
              <a:spcBef>
                <a:spcPts val="1200"/>
              </a:spcBef>
              <a:spcAft>
                <a:spcPts val="250"/>
              </a:spcAft>
              <a:buClr>
                <a:schemeClr val="accent1"/>
              </a:buClr>
              <a:buSzPct val="70000"/>
              <a:buFontTx/>
              <a:buBlip>
                <a:blip r:embed="rId2"/>
              </a:buBlip>
              <a:tabLst/>
              <a:defRPr sz="1400" kern="1200">
                <a:solidFill>
                  <a:schemeClr val="tx1"/>
                </a:solidFill>
                <a:latin typeface="+mn-lt"/>
                <a:ea typeface="Segoe UI Historic" panose="020B0502040204020203" pitchFamily="34" charset="0"/>
                <a:cs typeface="Segoe UI" panose="020B0502040204020203" pitchFamily="34" charset="0"/>
              </a:defRPr>
            </a:lvl4pPr>
            <a:lvl5pPr marL="2230438" indent="-355600" algn="l" defTabSz="914400" rtl="0" eaLnBrk="1" latinLnBrk="0" hangingPunct="1">
              <a:lnSpc>
                <a:spcPct val="90000"/>
              </a:lnSpc>
              <a:spcBef>
                <a:spcPts val="250"/>
              </a:spcBef>
              <a:spcAft>
                <a:spcPts val="250"/>
              </a:spcAft>
              <a:buClr>
                <a:schemeClr val="accent1"/>
              </a:buClr>
              <a:buSzPct val="100000"/>
              <a:buFontTx/>
              <a:buBlip>
                <a:blip r:embed="rId3"/>
              </a:buBlip>
              <a:tabLst/>
              <a:defRPr sz="1400" kern="1200">
                <a:solidFill>
                  <a:srgbClr val="001446"/>
                </a:solidFill>
                <a:latin typeface="Segoe UI" panose="020B0502040204020203" pitchFamily="34" charset="0"/>
                <a:ea typeface="Segoe UI Historic" panose="020B0502040204020203" pitchFamily="34" charset="0"/>
                <a:cs typeface="Segoe UI" panose="020B0502040204020203" pitchFamily="34" charset="0"/>
              </a:defRPr>
            </a:lvl5pPr>
            <a:lvl6pPr marL="25146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6pPr>
            <a:lvl7pPr marL="29718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7pPr>
            <a:lvl8pPr marL="34290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8pPr>
            <a:lvl9pPr marL="3886200" indent="-228600" algn="l" defTabSz="914400" rtl="0" eaLnBrk="1" latinLnBrk="0" hangingPunct="1">
              <a:lnSpc>
                <a:spcPct val="90000"/>
              </a:lnSpc>
              <a:spcBef>
                <a:spcPts val="250"/>
              </a:spcBef>
              <a:spcAft>
                <a:spcPts val="250"/>
              </a:spcAft>
              <a:buClr>
                <a:schemeClr val="accent1"/>
              </a:buClr>
              <a:buFont typeface="Wingdings 2" pitchFamily="18" charset="2"/>
              <a:buChar char=""/>
              <a:defRPr sz="1400" kern="1200">
                <a:solidFill>
                  <a:schemeClr val="tx1">
                    <a:lumMod val="65000"/>
                    <a:lumOff val="35000"/>
                  </a:schemeClr>
                </a:solidFill>
                <a:latin typeface="+mn-lt"/>
                <a:ea typeface="+mn-ea"/>
                <a:cs typeface="+mn-cs"/>
              </a:defRPr>
            </a:lvl9pPr>
          </a:lstStyle>
          <a:p>
            <a:r>
              <a:rPr lang="en-US" sz="1800" dirty="0"/>
              <a:t>In order to avoid changes, make sure that the components you choose are available to buy, have second sources and that they are not too expensive.</a:t>
            </a:r>
          </a:p>
          <a:p>
            <a:pPr lvl="0"/>
            <a:r>
              <a:rPr lang="en-US" sz="1800" dirty="0"/>
              <a:t>Make sure to insert all the components from Solaredge’s database. If there is a missing part, please ask component engineer to add it. By doing so, the component engineer will check the component price, availability and the footprint will be ready for you when you start the layout.</a:t>
            </a:r>
          </a:p>
          <a:p>
            <a:r>
              <a:rPr lang="en-US" sz="1800" dirty="0"/>
              <a:t>When you draw the DSN, please make sure that all the texts are readable, do not overlap each other and REF_DESs are close to the component they belong to.</a:t>
            </a:r>
          </a:p>
        </p:txBody>
      </p:sp>
      <p:pic>
        <p:nvPicPr>
          <p:cNvPr id="5" name="Picture 4"/>
          <p:cNvPicPr/>
          <p:nvPr/>
        </p:nvPicPr>
        <p:blipFill>
          <a:blip r:embed="rId4">
            <a:extLst>
              <a:ext uri="{28A0092B-C50C-407E-A947-70E740481C1C}">
                <a14:useLocalDpi xmlns:a14="http://schemas.microsoft.com/office/drawing/2010/main" val="0"/>
              </a:ext>
            </a:extLst>
          </a:blip>
          <a:stretch>
            <a:fillRect/>
          </a:stretch>
        </p:blipFill>
        <p:spPr>
          <a:xfrm>
            <a:off x="1560523" y="3553776"/>
            <a:ext cx="4308261" cy="2863649"/>
          </a:xfrm>
          <a:prstGeom prst="rect">
            <a:avLst/>
          </a:prstGeom>
        </p:spPr>
      </p:pic>
      <p:pic>
        <p:nvPicPr>
          <p:cNvPr id="6" name="Picture 5"/>
          <p:cNvPicPr/>
          <p:nvPr/>
        </p:nvPicPr>
        <p:blipFill>
          <a:blip r:embed="rId5">
            <a:extLst>
              <a:ext uri="{28A0092B-C50C-407E-A947-70E740481C1C}">
                <a14:useLocalDpi xmlns:a14="http://schemas.microsoft.com/office/drawing/2010/main" val="0"/>
              </a:ext>
            </a:extLst>
          </a:blip>
          <a:stretch>
            <a:fillRect/>
          </a:stretch>
        </p:blipFill>
        <p:spPr>
          <a:xfrm>
            <a:off x="6299199" y="3553776"/>
            <a:ext cx="3858953" cy="2863649"/>
          </a:xfrm>
          <a:prstGeom prst="rect">
            <a:avLst/>
          </a:prstGeom>
        </p:spPr>
      </p:pic>
      <p:sp>
        <p:nvSpPr>
          <p:cNvPr id="7" name="Rectangle 6"/>
          <p:cNvSpPr/>
          <p:nvPr/>
        </p:nvSpPr>
        <p:spPr>
          <a:xfrm>
            <a:off x="467699" y="3670506"/>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Tree>
    <p:extLst>
      <p:ext uri="{BB962C8B-B14F-4D97-AF65-F5344CB8AC3E}">
        <p14:creationId xmlns:p14="http://schemas.microsoft.com/office/powerpoint/2010/main" val="115182883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9" y="1119053"/>
            <a:ext cx="9294861" cy="5592831"/>
          </a:xfrm>
        </p:spPr>
        <p:txBody>
          <a:bodyPr/>
          <a:lstStyle/>
          <a:p>
            <a:pPr lvl="0"/>
            <a:r>
              <a:rPr lang="en-US" dirty="0"/>
              <a:t>Make sure that all the components’ connections are always through wires. Do not connect component from one to the other without adding a wire between them.</a:t>
            </a:r>
          </a:p>
          <a:p>
            <a:pPr lvl="0"/>
            <a:r>
              <a:rPr lang="en-US" dirty="0"/>
              <a:t>Do not connect component to Junction without adding a wire between them. In this way, you will get dot on each junction, and it will be easier to see misconnections and unwanted shorts. </a:t>
            </a:r>
          </a:p>
          <a:p>
            <a:pPr lvl="2"/>
            <a:endParaRPr lang="en-US" sz="20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8</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113905" y="3623733"/>
            <a:ext cx="4445916" cy="2594072"/>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210393" y="3369733"/>
            <a:ext cx="3744841" cy="2848072"/>
          </a:xfrm>
          <a:prstGeom prst="rect">
            <a:avLst/>
          </a:prstGeom>
        </p:spPr>
      </p:pic>
      <p:sp>
        <p:nvSpPr>
          <p:cNvPr id="7" name="Rectangle 6"/>
          <p:cNvSpPr/>
          <p:nvPr/>
        </p:nvSpPr>
        <p:spPr>
          <a:xfrm>
            <a:off x="1344576" y="3185067"/>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Tree>
    <p:extLst>
      <p:ext uri="{BB962C8B-B14F-4D97-AF65-F5344CB8AC3E}">
        <p14:creationId xmlns:p14="http://schemas.microsoft.com/office/powerpoint/2010/main" val="128286228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8567"/>
            <a:ext cx="9972000" cy="1068737"/>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p:txBody>
          <a:bodyPr/>
          <a:lstStyle/>
          <a:p>
            <a:r>
              <a:rPr lang="en-US" dirty="0"/>
              <a:t>Do not drew wires threw components. </a:t>
            </a:r>
          </a:p>
          <a:p>
            <a:endParaRPr lang="en-US" dirty="0"/>
          </a:p>
          <a:p>
            <a:endParaRPr lang="en-US" dirty="0"/>
          </a:p>
          <a:p>
            <a:pPr marL="0" indent="0">
              <a:buNone/>
            </a:pPr>
            <a:endParaRPr lang="en-US" dirty="0"/>
          </a:p>
          <a:p>
            <a:pPr marL="0" indent="0">
              <a:buNone/>
            </a:pPr>
            <a:endParaRPr lang="en-US" dirty="0"/>
          </a:p>
          <a:p>
            <a:pPr marL="0" indent="0">
              <a:buNone/>
            </a:pPr>
            <a:endParaRPr lang="en-US" dirty="0"/>
          </a:p>
          <a:p>
            <a:r>
              <a:rPr lang="en-US" dirty="0"/>
              <a:t>When you have junction which has connections from 4 directions, do not connect them as cross. In a cross it is hard to know if the connection is a mistake.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9</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701676" y="1811867"/>
            <a:ext cx="2834591" cy="2005551"/>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7346982" y="1715783"/>
            <a:ext cx="2742487" cy="1930949"/>
          </a:xfrm>
          <a:prstGeom prst="rect">
            <a:avLst/>
          </a:prstGeom>
        </p:spPr>
      </p:pic>
      <p:pic>
        <p:nvPicPr>
          <p:cNvPr id="8" name="Picture 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253134" y="4958592"/>
            <a:ext cx="4897085" cy="1442797"/>
          </a:xfrm>
          <a:prstGeom prst="rect">
            <a:avLst/>
          </a:prstGeom>
        </p:spPr>
      </p:pic>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473625" y="4286249"/>
            <a:ext cx="2489199" cy="2539183"/>
          </a:xfrm>
          <a:prstGeom prst="rect">
            <a:avLst/>
          </a:prstGeom>
        </p:spPr>
      </p:pic>
      <p:sp>
        <p:nvSpPr>
          <p:cNvPr id="10" name="Rectangle 9"/>
          <p:cNvSpPr/>
          <p:nvPr/>
        </p:nvSpPr>
        <p:spPr>
          <a:xfrm>
            <a:off x="1749933" y="2257747"/>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
        <p:nvSpPr>
          <p:cNvPr id="11" name="Rectangle 10"/>
          <p:cNvSpPr/>
          <p:nvPr/>
        </p:nvSpPr>
        <p:spPr>
          <a:xfrm>
            <a:off x="3189684" y="4473348"/>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Tree>
    <p:extLst>
      <p:ext uri="{BB962C8B-B14F-4D97-AF65-F5344CB8AC3E}">
        <p14:creationId xmlns:p14="http://schemas.microsoft.com/office/powerpoint/2010/main" val="322998954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8" y="1288472"/>
            <a:ext cx="10451103" cy="4696275"/>
          </a:xfrm>
        </p:spPr>
        <p:txBody>
          <a:bodyPr/>
          <a:lstStyle/>
          <a:p>
            <a:r>
              <a:rPr lang="en-US" sz="2200" dirty="0"/>
              <a:t>In the DSN, place the components and TPs where you want them to be placed on board. For example, filter capacitor near the IC pin it should filter, capacitor closer than the resistor, Vcc capacitor near the ICs Vcc pin and so on. In that way, it will be easier to understand the DSN and the purpose of each component. In addition, the layout designer will know better where to place the components.</a:t>
            </a:r>
          </a:p>
          <a:p>
            <a:pPr marL="0" indent="0">
              <a:buNone/>
            </a:pPr>
            <a:endParaRPr lang="en-US" sz="22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10</a:t>
            </a:fld>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5207789" y="2998347"/>
            <a:ext cx="4201683" cy="3584583"/>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1013615" y="4123113"/>
            <a:ext cx="3442459" cy="2236611"/>
          </a:xfrm>
          <a:prstGeom prst="rect">
            <a:avLst/>
          </a:prstGeom>
        </p:spPr>
      </p:pic>
      <p:pic>
        <p:nvPicPr>
          <p:cNvPr id="7" name="Picture 6"/>
          <p:cNvPicPr/>
          <p:nvPr/>
        </p:nvPicPr>
        <p:blipFill>
          <a:blip r:embed="rId4" cstate="print">
            <a:extLst>
              <a:ext uri="{28A0092B-C50C-407E-A947-70E740481C1C}">
                <a14:useLocalDpi xmlns:a14="http://schemas.microsoft.com/office/drawing/2010/main" val="0"/>
              </a:ext>
            </a:extLst>
          </a:blip>
          <a:stretch>
            <a:fillRect/>
          </a:stretch>
        </p:blipFill>
        <p:spPr>
          <a:xfrm>
            <a:off x="10161187" y="3014973"/>
            <a:ext cx="1462742" cy="1282365"/>
          </a:xfrm>
          <a:prstGeom prst="rect">
            <a:avLst/>
          </a:prstGeom>
        </p:spPr>
      </p:pic>
      <p:sp>
        <p:nvSpPr>
          <p:cNvPr id="8" name="Rectangle 7"/>
          <p:cNvSpPr/>
          <p:nvPr/>
        </p:nvSpPr>
        <p:spPr>
          <a:xfrm>
            <a:off x="2214455" y="3691113"/>
            <a:ext cx="1546385" cy="461665"/>
          </a:xfrm>
          <a:prstGeom prst="rect">
            <a:avLst/>
          </a:prstGeom>
        </p:spPr>
        <p:txBody>
          <a:bodyPr wrap="non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Preferred</a:t>
            </a:r>
          </a:p>
        </p:txBody>
      </p:sp>
    </p:spTree>
    <p:extLst>
      <p:ext uri="{BB962C8B-B14F-4D97-AF65-F5344CB8AC3E}">
        <p14:creationId xmlns:p14="http://schemas.microsoft.com/office/powerpoint/2010/main" val="89082369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8" y="1288472"/>
            <a:ext cx="10434478" cy="4696275"/>
          </a:xfrm>
        </p:spPr>
        <p:txBody>
          <a:bodyPr/>
          <a:lstStyle/>
          <a:p>
            <a:pPr lvl="0"/>
            <a:r>
              <a:rPr lang="en-US" sz="2400" dirty="0"/>
              <a:t>Make sure that all the ICs have Vcc capacitors with value that recommended at the datasheet (usually 100nF).</a:t>
            </a:r>
          </a:p>
          <a:p>
            <a:pPr lvl="0"/>
            <a:r>
              <a:rPr lang="en-US" sz="2400" dirty="0"/>
              <a:t>Make sure that you put capacitors over reference voltages.</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11</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705740" y="2942705"/>
            <a:ext cx="3365024" cy="2612528"/>
          </a:xfrm>
          <a:prstGeom prst="rect">
            <a:avLst/>
          </a:prstGeom>
        </p:spPr>
      </p:pic>
      <p:sp>
        <p:nvSpPr>
          <p:cNvPr id="6" name="Rectangle 5"/>
          <p:cNvSpPr/>
          <p:nvPr/>
        </p:nvSpPr>
        <p:spPr>
          <a:xfrm>
            <a:off x="5070764" y="3669283"/>
            <a:ext cx="3713074" cy="830997"/>
          </a:xfrm>
          <a:prstGeom prst="rect">
            <a:avLst/>
          </a:prstGeom>
        </p:spPr>
        <p:txBody>
          <a:bodyPr wrap="square">
            <a:spAutoFit/>
          </a:bodyPr>
          <a:lstStyle/>
          <a:p>
            <a:pPr algn="ctr"/>
            <a:r>
              <a:rPr lang="en-US" sz="2400" b="1" dirty="0">
                <a:ln w="9525">
                  <a:solidFill>
                    <a:schemeClr val="bg1"/>
                  </a:solidFill>
                  <a:prstDash val="solid"/>
                </a:ln>
                <a:solidFill>
                  <a:srgbClr val="00B050"/>
                </a:solidFill>
                <a:effectLst>
                  <a:outerShdw blurRad="12700" dist="38100" dir="2700000" algn="tl" rotWithShape="0">
                    <a:schemeClr val="accent5">
                      <a:lumMod val="60000"/>
                      <a:lumOff val="40000"/>
                    </a:schemeClr>
                  </a:outerShdw>
                </a:effectLst>
              </a:rPr>
              <a:t>There is no capacitor to stabilize the Ref voltage </a:t>
            </a:r>
          </a:p>
        </p:txBody>
      </p:sp>
    </p:spTree>
    <p:extLst>
      <p:ext uri="{BB962C8B-B14F-4D97-AF65-F5344CB8AC3E}">
        <p14:creationId xmlns:p14="http://schemas.microsoft.com/office/powerpoint/2010/main" val="397961978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8" y="1288472"/>
            <a:ext cx="10185097" cy="4696275"/>
          </a:xfrm>
        </p:spPr>
        <p:txBody>
          <a:bodyPr/>
          <a:lstStyle/>
          <a:p>
            <a:pPr lvl="0"/>
            <a:r>
              <a:rPr lang="en-US" dirty="0"/>
              <a:t>If you use labels in the DSN, make sure that the label is identical for both sides. You can do that by copy the label from one place to the other. Net name cannot be implemented with spaces inside the name, separate words with (_).</a:t>
            </a:r>
          </a:p>
          <a:p>
            <a:pPr lvl="0"/>
            <a:r>
              <a:rPr lang="en-US" dirty="0"/>
              <a:t>Try to avoid too many labels. It is difficult to understand the DSN flow.</a:t>
            </a:r>
          </a:p>
          <a:p>
            <a:pPr lvl="0"/>
            <a:r>
              <a:rPr lang="en-US" dirty="0"/>
              <a:t>Once layout started, do not change components Ref Des. If you need to change their value, make sure to keep the original Ref Des and component orientation.</a:t>
            </a:r>
          </a:p>
          <a:p>
            <a:pPr lvl="0"/>
            <a:r>
              <a:rPr lang="en-US" dirty="0"/>
              <a:t>Suit your discrete component sizes to the IC they are connected to. Unless there are no power/voltage/other constraints do the following:</a:t>
            </a:r>
          </a:p>
          <a:p>
            <a:pPr lvl="1">
              <a:spcAft>
                <a:spcPts val="0"/>
              </a:spcAft>
            </a:pPr>
            <a:r>
              <a:rPr lang="en-US" sz="2000" dirty="0"/>
              <a:t>For fine pitch IC, use 0603 or 0402 footprints. </a:t>
            </a:r>
          </a:p>
          <a:p>
            <a:pPr lvl="1">
              <a:spcAft>
                <a:spcPts val="0"/>
              </a:spcAft>
            </a:pPr>
            <a:r>
              <a:rPr lang="en-US" sz="2000" dirty="0"/>
              <a:t>For QFP use 0402 footprints. </a:t>
            </a:r>
          </a:p>
          <a:p>
            <a:pPr lvl="1">
              <a:spcAft>
                <a:spcPts val="0"/>
              </a:spcAft>
            </a:pPr>
            <a:r>
              <a:rPr lang="en-US" sz="2000" dirty="0"/>
              <a:t>For BGA use 0402 footprints with alternative symbol for round pad (to use under the component between the VIAs). </a:t>
            </a:r>
          </a:p>
          <a:p>
            <a:pPr lvl="1">
              <a:spcAft>
                <a:spcPts val="0"/>
              </a:spcAft>
            </a:pPr>
            <a:r>
              <a:rPr lang="en-US" sz="2000" dirty="0"/>
              <a:t>Do not use different sizes of components at the same circuit unless it is necessary.</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12</a:t>
            </a:fld>
            <a:endParaRPr lang="en-US" dirty="0"/>
          </a:p>
        </p:txBody>
      </p:sp>
    </p:spTree>
    <p:extLst>
      <p:ext uri="{BB962C8B-B14F-4D97-AF65-F5344CB8AC3E}">
        <p14:creationId xmlns:p14="http://schemas.microsoft.com/office/powerpoint/2010/main" val="73738544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p:txBody>
          <a:bodyPr/>
          <a:lstStyle/>
          <a:p>
            <a:pPr marL="0" indent="0">
              <a:buNone/>
            </a:pPr>
            <a:r>
              <a:rPr lang="en-US" sz="2400" b="1" u="sng" dirty="0">
                <a:latin typeface="Calibri Light" panose="020F0302020204030204" pitchFamily="34" charset="0"/>
                <a:cs typeface="Calibri Light" panose="020F0302020204030204" pitchFamily="34" charset="0"/>
              </a:rPr>
              <a:t>Example for components selection:</a:t>
            </a:r>
            <a:endParaRPr lang="en-US" sz="2400" dirty="0">
              <a:latin typeface="Calibri Light" panose="020F0302020204030204" pitchFamily="34" charset="0"/>
              <a:cs typeface="Calibri Light" panose="020F0302020204030204" pitchFamily="34" charset="0"/>
            </a:endParaRPr>
          </a:p>
        </p:txBody>
      </p:sp>
      <p:sp>
        <p:nvSpPr>
          <p:cNvPr id="4" name="Slide Number Placeholder 3"/>
          <p:cNvSpPr>
            <a:spLocks noGrp="1"/>
          </p:cNvSpPr>
          <p:nvPr>
            <p:ph type="sldNum" sz="quarter" idx="12"/>
          </p:nvPr>
        </p:nvSpPr>
        <p:spPr/>
        <p:txBody>
          <a:bodyPr/>
          <a:lstStyle/>
          <a:p>
            <a:fld id="{4FAB73BC-B049-4115-A692-8D63A059BFB8}" type="slidenum">
              <a:rPr lang="en-US" smtClean="0"/>
              <a:pPr/>
              <a:t>13</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596044" y="1895302"/>
            <a:ext cx="3108960" cy="4056611"/>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5619404" y="1895302"/>
            <a:ext cx="4372493" cy="4089445"/>
          </a:xfrm>
          <a:prstGeom prst="rect">
            <a:avLst/>
          </a:prstGeom>
        </p:spPr>
      </p:pic>
    </p:spTree>
    <p:extLst>
      <p:ext uri="{BB962C8B-B14F-4D97-AF65-F5344CB8AC3E}">
        <p14:creationId xmlns:p14="http://schemas.microsoft.com/office/powerpoint/2010/main" val="840503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p:txBody>
          <a:bodyPr/>
          <a:lstStyle/>
          <a:p>
            <a:pPr lvl="0"/>
            <a:r>
              <a:rPr lang="en-US" sz="2200" dirty="0"/>
              <a:t>In the schematics Vcc should always be on top and GND on bottom side of the Drawing. Do not mirror the components in order to switch, even if you make sure that you connected it right, because next time someone would like to change the component, he may not notice it and can connect the Vcc pin to GND and opposite.</a:t>
            </a:r>
          </a:p>
          <a:p>
            <a:pPr lvl="0"/>
            <a:r>
              <a:rPr lang="en-US" sz="2200" dirty="0"/>
              <a:t>If you have differential pairs in the DSN please add it to the DSN. Sometimes the differential signal contains a few nets. Make sure that you added it to the whole signal and not only part of it.</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14</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108960" y="3674527"/>
            <a:ext cx="5698429" cy="2476776"/>
          </a:xfrm>
          <a:prstGeom prst="rect">
            <a:avLst/>
          </a:prstGeom>
        </p:spPr>
      </p:pic>
    </p:spTree>
    <p:extLst>
      <p:ext uri="{BB962C8B-B14F-4D97-AF65-F5344CB8AC3E}">
        <p14:creationId xmlns:p14="http://schemas.microsoft.com/office/powerpoint/2010/main" val="2632129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General</a:t>
            </a:r>
            <a:endParaRPr lang="en-US" dirty="0"/>
          </a:p>
        </p:txBody>
      </p:sp>
      <p:sp>
        <p:nvSpPr>
          <p:cNvPr id="3" name="Content Placeholder 2"/>
          <p:cNvSpPr>
            <a:spLocks noGrp="1"/>
          </p:cNvSpPr>
          <p:nvPr>
            <p:ph idx="1"/>
          </p:nvPr>
        </p:nvSpPr>
        <p:spPr>
          <a:xfrm>
            <a:off x="405318" y="1288472"/>
            <a:ext cx="10733737" cy="4696275"/>
          </a:xfrm>
        </p:spPr>
        <p:txBody>
          <a:bodyPr/>
          <a:lstStyle/>
          <a:p>
            <a:r>
              <a:rPr lang="en-US" dirty="0"/>
              <a:t>If there is high voltage on your board all the nets in the DSN must have Net Spacing Type. Make sure to fill it correctly in the “Main” page as well. Also, make sure that you give net spacing type for the not connected pins of the components.</a:t>
            </a:r>
          </a:p>
          <a:p>
            <a:endParaRPr lang="en-US" dirty="0"/>
          </a:p>
          <a:p>
            <a:endParaRPr lang="en-US" dirty="0"/>
          </a:p>
          <a:p>
            <a:pPr marL="0" indent="0">
              <a:buNone/>
            </a:pPr>
            <a:endParaRPr lang="en-US" dirty="0"/>
          </a:p>
          <a:p>
            <a:r>
              <a:rPr lang="en-US" dirty="0"/>
              <a:t>If there are nets, which you do not want to add ICT such as amplifier inputs, FET’s gate, Clock and other sensitive nets, you should add true to the “NO_TEST” line.</a:t>
            </a:r>
          </a:p>
          <a:p>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15</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138219" y="2161309"/>
            <a:ext cx="5361423" cy="1396539"/>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3125585" y="4272743"/>
            <a:ext cx="5374057" cy="1828534"/>
          </a:xfrm>
          <a:prstGeom prst="rect">
            <a:avLst/>
          </a:prstGeom>
        </p:spPr>
      </p:pic>
    </p:spTree>
    <p:extLst>
      <p:ext uri="{BB962C8B-B14F-4D97-AF65-F5344CB8AC3E}">
        <p14:creationId xmlns:p14="http://schemas.microsoft.com/office/powerpoint/2010/main" val="40975294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Working with blocks</a:t>
            </a:r>
            <a:endParaRPr lang="en-US" sz="32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16</a:t>
            </a:fld>
            <a:endParaRPr lang="en-US" dirty="0"/>
          </a:p>
        </p:txBody>
      </p:sp>
      <p:pic>
        <p:nvPicPr>
          <p:cNvPr id="5" name="Content Placeholder 4"/>
          <p:cNvPicPr>
            <a:picLocks noGrp="1"/>
          </p:cNvPicPr>
          <p:nvPr>
            <p:ph idx="1"/>
          </p:nvPr>
        </p:nvPicPr>
        <p:blipFill>
          <a:blip r:embed="rId2">
            <a:extLst>
              <a:ext uri="{28A0092B-C50C-407E-A947-70E740481C1C}">
                <a14:useLocalDpi xmlns:a14="http://schemas.microsoft.com/office/drawing/2010/main" val="0"/>
              </a:ext>
            </a:extLst>
          </a:blip>
          <a:stretch>
            <a:fillRect/>
          </a:stretch>
        </p:blipFill>
        <p:spPr>
          <a:xfrm>
            <a:off x="1745673" y="1289050"/>
            <a:ext cx="8396193" cy="5078499"/>
          </a:xfrm>
          <a:prstGeom prst="rect">
            <a:avLst/>
          </a:prstGeom>
        </p:spPr>
      </p:pic>
    </p:spTree>
    <p:extLst>
      <p:ext uri="{BB962C8B-B14F-4D97-AF65-F5344CB8AC3E}">
        <p14:creationId xmlns:p14="http://schemas.microsoft.com/office/powerpoint/2010/main" val="408227301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Working with blocks</a:t>
            </a:r>
            <a:endParaRPr lang="en-US" sz="3200" dirty="0"/>
          </a:p>
        </p:txBody>
      </p:sp>
      <p:sp>
        <p:nvSpPr>
          <p:cNvPr id="3" name="Content Placeholder 2"/>
          <p:cNvSpPr>
            <a:spLocks noGrp="1"/>
          </p:cNvSpPr>
          <p:nvPr>
            <p:ph idx="1"/>
          </p:nvPr>
        </p:nvSpPr>
        <p:spPr>
          <a:xfrm>
            <a:off x="405318" y="1288472"/>
            <a:ext cx="5396966" cy="4696275"/>
          </a:xfrm>
        </p:spPr>
        <p:txBody>
          <a:bodyPr/>
          <a:lstStyle/>
          <a:p>
            <a:pPr lvl="0"/>
            <a:r>
              <a:rPr lang="en-US" dirty="0"/>
              <a:t>When your DSN build from blocks, at the bottom of each block drawing, write the PCB PN, Block name and date.  </a:t>
            </a:r>
          </a:p>
          <a:p>
            <a:pPr lvl="0"/>
            <a:r>
              <a:rPr lang="en-US" dirty="0"/>
              <a:t>Please number each block with other prefix. For example, Block1 X100-X199, Block2 X200-X299.</a:t>
            </a:r>
          </a:p>
          <a:p>
            <a:pPr lvl="0"/>
            <a:r>
              <a:rPr lang="en-US" dirty="0"/>
              <a:t>Please do not use large numbers with 4, 5 letters if you do not have to, it will be hard to place the component’s silks on the board, and we will have to delete them.</a:t>
            </a:r>
          </a:p>
          <a:p>
            <a:pPr lvl="0"/>
            <a:r>
              <a:rPr lang="en-US" dirty="0"/>
              <a:t>For block connections, make sure to use the correct hierarchical port. Use input for input and output for output.  </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17</a:t>
            </a:fld>
            <a:endParaRPr lang="en-US" dirty="0"/>
          </a:p>
        </p:txBody>
      </p:sp>
      <p:pic>
        <p:nvPicPr>
          <p:cNvPr id="5" name="Chart Placeholder 4"/>
          <p:cNvPicPr>
            <a:picLocks/>
          </p:cNvPicPr>
          <p:nvPr/>
        </p:nvPicPr>
        <p:blipFill>
          <a:blip r:embed="rId2">
            <a:extLst>
              <a:ext uri="{28A0092B-C50C-407E-A947-70E740481C1C}">
                <a14:useLocalDpi xmlns:a14="http://schemas.microsoft.com/office/drawing/2010/main" val="0"/>
              </a:ext>
            </a:extLst>
          </a:blip>
          <a:stretch>
            <a:fillRect/>
          </a:stretch>
        </p:blipFill>
        <p:spPr>
          <a:xfrm>
            <a:off x="6567056" y="1546168"/>
            <a:ext cx="4625622" cy="4024500"/>
          </a:xfrm>
          <a:prstGeom prst="rect">
            <a:avLst/>
          </a:prstGeom>
        </p:spPr>
      </p:pic>
    </p:spTree>
    <p:extLst>
      <p:ext uri="{BB962C8B-B14F-4D97-AF65-F5344CB8AC3E}">
        <p14:creationId xmlns:p14="http://schemas.microsoft.com/office/powerpoint/2010/main" val="144907706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Working with blocks</a:t>
            </a:r>
            <a:endParaRPr lang="en-US" sz="3200" dirty="0"/>
          </a:p>
        </p:txBody>
      </p:sp>
      <p:sp>
        <p:nvSpPr>
          <p:cNvPr id="3" name="Content Placeholder 2"/>
          <p:cNvSpPr>
            <a:spLocks noGrp="1"/>
          </p:cNvSpPr>
          <p:nvPr>
            <p:ph idx="1"/>
          </p:nvPr>
        </p:nvSpPr>
        <p:spPr>
          <a:xfrm>
            <a:off x="405319" y="1288472"/>
            <a:ext cx="10384602" cy="4696275"/>
          </a:xfrm>
        </p:spPr>
        <p:txBody>
          <a:bodyPr/>
          <a:lstStyle/>
          <a:p>
            <a:pPr lvl="0"/>
            <a:r>
              <a:rPr lang="en-US" sz="2200" dirty="0"/>
              <a:t>It is better to connect between blocks in the main page (instead of giving each a name).</a:t>
            </a:r>
          </a:p>
          <a:p>
            <a:pPr lvl="0"/>
            <a:r>
              <a:rPr lang="en-US" sz="2200" dirty="0"/>
              <a:t>When you have identical blocks, please number them and make sure their numbering is differed by prefix only. In that way, it will be easier for layout and debug, and save lots of time.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18</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548641" y="3192087"/>
            <a:ext cx="4904508" cy="2249084"/>
          </a:xfrm>
          <a:prstGeom prst="rect">
            <a:avLst/>
          </a:prstGeom>
        </p:spPr>
      </p:pic>
      <p:pic>
        <p:nvPicPr>
          <p:cNvPr id="6" name="Picture 5"/>
          <p:cNvPicPr/>
          <p:nvPr/>
        </p:nvPicPr>
        <p:blipFill>
          <a:blip r:embed="rId3">
            <a:extLst>
              <a:ext uri="{28A0092B-C50C-407E-A947-70E740481C1C}">
                <a14:useLocalDpi xmlns:a14="http://schemas.microsoft.com/office/drawing/2010/main" val="0"/>
              </a:ext>
            </a:extLst>
          </a:blip>
          <a:stretch>
            <a:fillRect/>
          </a:stretch>
        </p:blipFill>
        <p:spPr>
          <a:xfrm>
            <a:off x="5935288" y="3009207"/>
            <a:ext cx="4992912" cy="2431964"/>
          </a:xfrm>
          <a:prstGeom prst="rect">
            <a:avLst/>
          </a:prstGeom>
        </p:spPr>
      </p:pic>
    </p:spTree>
    <p:extLst>
      <p:ext uri="{BB962C8B-B14F-4D97-AF65-F5344CB8AC3E}">
        <p14:creationId xmlns:p14="http://schemas.microsoft.com/office/powerpoint/2010/main" val="412181252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Working with blocks</a:t>
            </a:r>
            <a:endParaRPr lang="en-US" sz="3200" dirty="0"/>
          </a:p>
        </p:txBody>
      </p:sp>
      <p:sp>
        <p:nvSpPr>
          <p:cNvPr id="3" name="Content Placeholder 2"/>
          <p:cNvSpPr>
            <a:spLocks noGrp="1"/>
          </p:cNvSpPr>
          <p:nvPr>
            <p:ph idx="1"/>
          </p:nvPr>
        </p:nvSpPr>
        <p:spPr>
          <a:xfrm>
            <a:off x="405318" y="1288472"/>
            <a:ext cx="10301475" cy="4696275"/>
          </a:xfrm>
        </p:spPr>
        <p:txBody>
          <a:bodyPr/>
          <a:lstStyle/>
          <a:p>
            <a:r>
              <a:rPr lang="en-US" sz="2400" dirty="0"/>
              <a:t>Make sure that every net in the main page has also Net Spacing Type, and that the Net Spacing Type you gave for each net matches the net Spacing type it has inside the block.</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19</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443943" y="2560003"/>
            <a:ext cx="6818328" cy="4022927"/>
          </a:xfrm>
          <a:prstGeom prst="rect">
            <a:avLst/>
          </a:prstGeom>
        </p:spPr>
      </p:pic>
    </p:spTree>
    <p:extLst>
      <p:ext uri="{BB962C8B-B14F-4D97-AF65-F5344CB8AC3E}">
        <p14:creationId xmlns:p14="http://schemas.microsoft.com/office/powerpoint/2010/main" val="407564341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Test Points</a:t>
            </a:r>
            <a:endParaRPr lang="en-US" dirty="0"/>
          </a:p>
        </p:txBody>
      </p:sp>
      <p:sp>
        <p:nvSpPr>
          <p:cNvPr id="3" name="Content Placeholder 2"/>
          <p:cNvSpPr>
            <a:spLocks noGrp="1"/>
          </p:cNvSpPr>
          <p:nvPr>
            <p:ph idx="1"/>
          </p:nvPr>
        </p:nvSpPr>
        <p:spPr>
          <a:xfrm>
            <a:off x="405318" y="1288472"/>
            <a:ext cx="11412000" cy="4696275"/>
          </a:xfrm>
        </p:spPr>
        <p:txBody>
          <a:bodyPr/>
          <a:lstStyle/>
          <a:p>
            <a:pPr lvl="0"/>
            <a:r>
              <a:rPr lang="en-US" sz="1600" dirty="0"/>
              <a:t>For ATE test points there are few footprints available: ATE_TP_40, ATE_TP_60, ATE_TP_80, ATE_TP_120 and ATE_TP_160. </a:t>
            </a:r>
          </a:p>
          <a:p>
            <a:r>
              <a:rPr lang="en-US" sz="1600" dirty="0"/>
              <a:t>Each size is able to support different current:</a:t>
            </a:r>
          </a:p>
          <a:p>
            <a:pPr marL="457200" lvl="1" indent="0">
              <a:lnSpc>
                <a:spcPct val="100000"/>
              </a:lnSpc>
              <a:buNone/>
            </a:pPr>
            <a:r>
              <a:rPr lang="en-US" sz="1600" dirty="0"/>
              <a:t>ATE_TP_40 – 1.5A</a:t>
            </a:r>
          </a:p>
          <a:p>
            <a:pPr marL="457200" lvl="1" indent="0">
              <a:lnSpc>
                <a:spcPct val="100000"/>
              </a:lnSpc>
              <a:buNone/>
            </a:pPr>
            <a:r>
              <a:rPr lang="en-US" sz="1600" dirty="0"/>
              <a:t>ATE_TP_60 – 1.5A</a:t>
            </a:r>
          </a:p>
          <a:p>
            <a:pPr marL="457200" lvl="1" indent="0">
              <a:lnSpc>
                <a:spcPct val="100000"/>
              </a:lnSpc>
              <a:buNone/>
            </a:pPr>
            <a:r>
              <a:rPr lang="en-US" sz="1600" dirty="0"/>
              <a:t>ATE_TP_80 – 1.5A</a:t>
            </a:r>
          </a:p>
          <a:p>
            <a:pPr marL="457200" lvl="1" indent="0">
              <a:lnSpc>
                <a:spcPct val="100000"/>
              </a:lnSpc>
              <a:buNone/>
            </a:pPr>
            <a:r>
              <a:rPr lang="en-US" sz="1600" dirty="0"/>
              <a:t>ATE_TP_120 – 20A</a:t>
            </a:r>
          </a:p>
          <a:p>
            <a:pPr marL="457200" lvl="1" indent="0">
              <a:lnSpc>
                <a:spcPct val="100000"/>
              </a:lnSpc>
              <a:buNone/>
            </a:pPr>
            <a:r>
              <a:rPr lang="en-US" sz="1600" dirty="0"/>
              <a:t>ATE_TP_160 – 50A</a:t>
            </a:r>
          </a:p>
          <a:p>
            <a:pPr lvl="0"/>
            <a:r>
              <a:rPr lang="en-US" sz="1600" dirty="0"/>
              <a:t>ATE TPs REF_DES should be ATPXXX. In that way, the layout designer will know that it is ATE TP and place it in the bottom side of the board.</a:t>
            </a:r>
          </a:p>
          <a:p>
            <a:pPr lvl="0"/>
            <a:r>
              <a:rPr lang="en-US" sz="1600" dirty="0"/>
              <a:t>For low power signals, the ATE team prefer to work with ATE_TP_60 footprint. We prefer the ATE_TP_40. The compromise is to use ATE_TP_40 with alternate symbol of ATE_TP_60 and use the bigger one when it does not damage the design.</a:t>
            </a:r>
          </a:p>
          <a:p>
            <a:pPr lvl="0"/>
            <a:r>
              <a:rPr lang="en-US" sz="1600" dirty="0"/>
              <a:t>For general and R&amp;D use, please use SMT_TP_1 footprint (or SMT_TP_2 if a bigger one is needed). </a:t>
            </a:r>
          </a:p>
          <a:p>
            <a:pPr lvl="0"/>
            <a:r>
              <a:rPr lang="en-US" sz="1600" dirty="0"/>
              <a:t>General R&amp;D TPs REF_DES should be TPXXX. In this way, the layout designer will know that it is R&amp;D TP and place it in the top side of the board.</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20</a:t>
            </a:fld>
            <a:endParaRPr lang="en-US" dirty="0"/>
          </a:p>
        </p:txBody>
      </p:sp>
    </p:spTree>
    <p:extLst>
      <p:ext uri="{BB962C8B-B14F-4D97-AF65-F5344CB8AC3E}">
        <p14:creationId xmlns:p14="http://schemas.microsoft.com/office/powerpoint/2010/main" val="372951799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1"/>
            <a:ext cx="9972000" cy="1087304"/>
          </a:xfrm>
        </p:spPr>
        <p:txBody>
          <a:bodyPr/>
          <a:lstStyle/>
          <a:p>
            <a:r>
              <a:rPr lang="en-US" b="1" dirty="0"/>
              <a:t>Designing the DSN</a:t>
            </a:r>
            <a:br>
              <a:rPr lang="en-US" b="1" dirty="0"/>
            </a:br>
            <a:r>
              <a:rPr lang="en-US" sz="3200" b="1" dirty="0"/>
              <a:t>Screws</a:t>
            </a:r>
            <a:endParaRPr lang="en-US" dirty="0"/>
          </a:p>
        </p:txBody>
      </p:sp>
      <p:sp>
        <p:nvSpPr>
          <p:cNvPr id="3" name="Content Placeholder 2"/>
          <p:cNvSpPr>
            <a:spLocks noGrp="1"/>
          </p:cNvSpPr>
          <p:nvPr>
            <p:ph idx="1"/>
          </p:nvPr>
        </p:nvSpPr>
        <p:spPr>
          <a:xfrm>
            <a:off x="405318" y="1288472"/>
            <a:ext cx="11412000" cy="4696275"/>
          </a:xfrm>
        </p:spPr>
        <p:txBody>
          <a:bodyPr/>
          <a:lstStyle/>
          <a:p>
            <a:pPr lvl="0"/>
            <a:r>
              <a:rPr lang="en-US" sz="1600" dirty="0"/>
              <a:t>Do not use unplated footprints for screws or spacers because they should get net spacing type, even if they are not connected to chassis or other net.</a:t>
            </a:r>
          </a:p>
          <a:p>
            <a:r>
              <a:rPr lang="en-US" sz="1600" dirty="0"/>
              <a:t>There are approved footprint for screws M3-M6 for small and big washer. please don’t use other footprints:</a:t>
            </a:r>
          </a:p>
          <a:p>
            <a:endParaRPr lang="en-US" sz="1600" dirty="0"/>
          </a:p>
          <a:p>
            <a:endParaRPr lang="en-US" sz="1600" dirty="0"/>
          </a:p>
          <a:p>
            <a:endParaRPr lang="en-US" sz="1600" dirty="0"/>
          </a:p>
          <a:p>
            <a:pPr marL="0" indent="0">
              <a:buNone/>
            </a:pPr>
            <a:endParaRPr lang="en-US" sz="1600" dirty="0"/>
          </a:p>
          <a:p>
            <a:pPr marL="0" indent="0">
              <a:buNone/>
            </a:pPr>
            <a:endParaRPr lang="en-US" sz="1600" dirty="0"/>
          </a:p>
          <a:p>
            <a:r>
              <a:rPr lang="en-US" sz="1600" dirty="0"/>
              <a:t>There are approved footprints for spacers</a:t>
            </a:r>
          </a:p>
          <a:p>
            <a:r>
              <a:rPr lang="en-US" sz="1600" dirty="0"/>
              <a:t>If a through hole in the board is needed for a spacer, please use footprint:</a:t>
            </a:r>
          </a:p>
          <a:p>
            <a:pPr marL="527675" lvl="1" indent="0">
              <a:buNone/>
            </a:pPr>
            <a:r>
              <a:rPr lang="en-US" sz="1600" dirty="0"/>
              <a:t>M3 Spacer: CUTOUT_9MM_8_5MM</a:t>
            </a:r>
          </a:p>
          <a:p>
            <a:pPr marL="527675" lvl="1" indent="0">
              <a:buNone/>
            </a:pPr>
            <a:r>
              <a:rPr lang="en-US" sz="1600" dirty="0"/>
              <a:t>M4 Spacer: CUTOUT_10MM_9_5MM</a:t>
            </a:r>
          </a:p>
          <a:p>
            <a:pPr marL="527675" lvl="1" indent="0">
              <a:buNone/>
            </a:pPr>
            <a:r>
              <a:rPr lang="en-US" sz="1600" dirty="0">
                <a:solidFill>
                  <a:srgbClr val="FF0000"/>
                </a:solidFill>
              </a:rPr>
              <a:t>Please make sure to define a net spacing type for them, since the spacer may be PE or another net.</a:t>
            </a:r>
          </a:p>
          <a:p>
            <a:pPr marL="527675" lvl="1" indent="0">
              <a:buNone/>
            </a:pPr>
            <a:endParaRPr lang="en-US" sz="1400" dirty="0"/>
          </a:p>
          <a:p>
            <a:pPr marL="0" lvl="0" indent="0">
              <a:buNone/>
            </a:pPr>
            <a:endParaRPr lang="en-US" sz="1600" dirty="0"/>
          </a:p>
          <a:p>
            <a:pPr marL="0" indent="0">
              <a:buNone/>
            </a:pPr>
            <a:endParaRPr lang="en-US" dirty="0"/>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21</a:t>
            </a:fld>
            <a:endParaRPr lang="en-US" dirty="0"/>
          </a:p>
        </p:txBody>
      </p:sp>
      <p:graphicFrame>
        <p:nvGraphicFramePr>
          <p:cNvPr id="5" name="Table 4">
            <a:extLst>
              <a:ext uri="{FF2B5EF4-FFF2-40B4-BE49-F238E27FC236}">
                <a16:creationId xmlns:a16="http://schemas.microsoft.com/office/drawing/2014/main" id="{0B98F649-DA0F-B5AC-2A54-CACE58A65BC1}"/>
              </a:ext>
            </a:extLst>
          </p:cNvPr>
          <p:cNvGraphicFramePr>
            <a:graphicFrameLocks noGrp="1"/>
          </p:cNvGraphicFramePr>
          <p:nvPr>
            <p:extLst>
              <p:ext uri="{D42A27DB-BD31-4B8C-83A1-F6EECF244321}">
                <p14:modId xmlns:p14="http://schemas.microsoft.com/office/powerpoint/2010/main" val="2779367158"/>
              </p:ext>
            </p:extLst>
          </p:nvPr>
        </p:nvGraphicFramePr>
        <p:xfrm>
          <a:off x="887114" y="2296796"/>
          <a:ext cx="7389139" cy="1513826"/>
        </p:xfrm>
        <a:graphic>
          <a:graphicData uri="http://schemas.openxmlformats.org/drawingml/2006/table">
            <a:tbl>
              <a:tblPr firstRow="1" bandRow="1">
                <a:tableStyleId>{85BE263C-DBD7-4A20-BB59-AAB30ACAA65A}</a:tableStyleId>
              </a:tblPr>
              <a:tblGrid>
                <a:gridCol w="1326991">
                  <a:extLst>
                    <a:ext uri="{9D8B030D-6E8A-4147-A177-3AD203B41FA5}">
                      <a16:colId xmlns:a16="http://schemas.microsoft.com/office/drawing/2014/main" val="4053643750"/>
                    </a:ext>
                  </a:extLst>
                </a:gridCol>
                <a:gridCol w="1090568">
                  <a:extLst>
                    <a:ext uri="{9D8B030D-6E8A-4147-A177-3AD203B41FA5}">
                      <a16:colId xmlns:a16="http://schemas.microsoft.com/office/drawing/2014/main" val="2142671581"/>
                    </a:ext>
                  </a:extLst>
                </a:gridCol>
                <a:gridCol w="1963024">
                  <a:extLst>
                    <a:ext uri="{9D8B030D-6E8A-4147-A177-3AD203B41FA5}">
                      <a16:colId xmlns:a16="http://schemas.microsoft.com/office/drawing/2014/main" val="2500734752"/>
                    </a:ext>
                  </a:extLst>
                </a:gridCol>
                <a:gridCol w="1114441">
                  <a:extLst>
                    <a:ext uri="{9D8B030D-6E8A-4147-A177-3AD203B41FA5}">
                      <a16:colId xmlns:a16="http://schemas.microsoft.com/office/drawing/2014/main" val="1220544261"/>
                    </a:ext>
                  </a:extLst>
                </a:gridCol>
                <a:gridCol w="1894115">
                  <a:extLst>
                    <a:ext uri="{9D8B030D-6E8A-4147-A177-3AD203B41FA5}">
                      <a16:colId xmlns:a16="http://schemas.microsoft.com/office/drawing/2014/main" val="4137120820"/>
                    </a:ext>
                  </a:extLst>
                </a:gridCol>
              </a:tblGrid>
              <a:tr h="370840">
                <a:tc>
                  <a:txBody>
                    <a:bodyPr/>
                    <a:lstStyle/>
                    <a:p>
                      <a:r>
                        <a:rPr lang="en-US" dirty="0"/>
                        <a:t>Screw size</a:t>
                      </a:r>
                    </a:p>
                  </a:txBody>
                  <a:tcPr/>
                </a:tc>
                <a:tc>
                  <a:txBody>
                    <a:bodyPr/>
                    <a:lstStyle/>
                    <a:p>
                      <a:r>
                        <a:rPr lang="en-US" dirty="0"/>
                        <a:t>SE/PN</a:t>
                      </a:r>
                    </a:p>
                  </a:txBody>
                  <a:tcPr/>
                </a:tc>
                <a:tc>
                  <a:txBody>
                    <a:bodyPr/>
                    <a:lstStyle/>
                    <a:p>
                      <a:r>
                        <a:rPr lang="en-US" dirty="0"/>
                        <a:t>Footprint</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SE/PN</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Footprint</a:t>
                      </a:r>
                    </a:p>
                  </a:txBody>
                  <a:tcPr/>
                </a:tc>
                <a:extLst>
                  <a:ext uri="{0D108BD9-81ED-4DB2-BD59-A6C34878D82A}">
                    <a16:rowId xmlns:a16="http://schemas.microsoft.com/office/drawing/2014/main" val="1076967643"/>
                  </a:ext>
                </a:extLst>
              </a:tr>
              <a:tr h="290168">
                <a:tc>
                  <a:txBody>
                    <a:bodyPr/>
                    <a:lstStyle/>
                    <a:p>
                      <a:pPr algn="ctr"/>
                      <a:r>
                        <a:rPr lang="en-US" sz="1200" dirty="0"/>
                        <a:t>M3</a:t>
                      </a:r>
                    </a:p>
                  </a:txBody>
                  <a:tcPr>
                    <a:solidFill>
                      <a:schemeClr val="accent4">
                        <a:lumMod val="20000"/>
                        <a:lumOff val="80000"/>
                      </a:schemeClr>
                    </a:solidFill>
                  </a:tcPr>
                </a:tc>
                <a:tc>
                  <a:txBody>
                    <a:bodyPr/>
                    <a:lstStyle/>
                    <a:p>
                      <a:r>
                        <a:rPr lang="en-US" sz="1200" kern="1200" dirty="0">
                          <a:solidFill>
                            <a:schemeClr val="dk1"/>
                          </a:solidFill>
                          <a:effectLst/>
                          <a:latin typeface="+mn-lt"/>
                          <a:ea typeface="+mn-ea"/>
                          <a:cs typeface="+mn-cs"/>
                        </a:rPr>
                        <a:t>M3_DIN433</a:t>
                      </a:r>
                      <a:endParaRPr lang="en-US" sz="1200" dirty="0"/>
                    </a:p>
                  </a:txBody>
                  <a:tcPr>
                    <a:solidFill>
                      <a:schemeClr val="accent3">
                        <a:lumMod val="90000"/>
                      </a:schemeClr>
                    </a:solidFill>
                  </a:tcPr>
                </a:tc>
                <a:tc>
                  <a:txBody>
                    <a:bodyPr/>
                    <a:lstStyle/>
                    <a:p>
                      <a:r>
                        <a:rPr lang="en-US" sz="1200" b="1" kern="1200" dirty="0">
                          <a:solidFill>
                            <a:schemeClr val="dk1"/>
                          </a:solidFill>
                          <a:effectLst/>
                          <a:latin typeface="+mn-lt"/>
                          <a:ea typeface="+mn-ea"/>
                          <a:cs typeface="+mn-cs"/>
                        </a:rPr>
                        <a:t>M3</a:t>
                      </a:r>
                      <a:r>
                        <a:rPr lang="en-US" sz="1200" kern="1200" dirty="0">
                          <a:solidFill>
                            <a:schemeClr val="dk1"/>
                          </a:solidFill>
                          <a:effectLst/>
                          <a:latin typeface="+mn-lt"/>
                          <a:ea typeface="+mn-ea"/>
                          <a:cs typeface="+mn-cs"/>
                        </a:rPr>
                        <a:t>_3_5MM_7_82MM_P</a:t>
                      </a:r>
                      <a:endParaRPr lang="en-US" sz="1200" dirty="0"/>
                    </a:p>
                  </a:txBody>
                  <a:tcPr>
                    <a:solidFill>
                      <a:schemeClr val="accent3">
                        <a:lumMod val="90000"/>
                      </a:schemeClr>
                    </a:solidFill>
                  </a:tcPr>
                </a:tc>
                <a:tc>
                  <a:txBody>
                    <a:bodyPr/>
                    <a:lstStyle/>
                    <a:p>
                      <a:r>
                        <a:rPr lang="en-US" sz="1200" kern="1200" dirty="0">
                          <a:solidFill>
                            <a:schemeClr val="dk1"/>
                          </a:solidFill>
                          <a:effectLst/>
                          <a:latin typeface="+mn-lt"/>
                          <a:ea typeface="+mn-ea"/>
                          <a:cs typeface="+mn-cs"/>
                        </a:rPr>
                        <a:t>M3_DIN125</a:t>
                      </a:r>
                      <a:endParaRPr lang="en-US" sz="1200" dirty="0"/>
                    </a:p>
                  </a:txBody>
                  <a:tcPr>
                    <a:solidFill>
                      <a:schemeClr val="accent4">
                        <a:lumMod val="20000"/>
                        <a:lumOff val="80000"/>
                      </a:schemeClr>
                    </a:solidFill>
                  </a:tcPr>
                </a:tc>
                <a:tc>
                  <a:txBody>
                    <a:bodyPr/>
                    <a:lstStyle/>
                    <a:p>
                      <a:r>
                        <a:rPr lang="en-US" sz="1200" b="1" kern="1200" dirty="0">
                          <a:solidFill>
                            <a:schemeClr val="dk1"/>
                          </a:solidFill>
                          <a:effectLst/>
                          <a:latin typeface="+mn-lt"/>
                          <a:ea typeface="+mn-ea"/>
                          <a:cs typeface="+mn-cs"/>
                        </a:rPr>
                        <a:t>M3</a:t>
                      </a:r>
                      <a:r>
                        <a:rPr lang="en-US" sz="1200" kern="1200" dirty="0">
                          <a:solidFill>
                            <a:schemeClr val="dk1"/>
                          </a:solidFill>
                          <a:effectLst/>
                          <a:latin typeface="+mn-lt"/>
                          <a:ea typeface="+mn-ea"/>
                          <a:cs typeface="+mn-cs"/>
                        </a:rPr>
                        <a:t>_3_5MM_8_8MM_P</a:t>
                      </a:r>
                      <a:endParaRPr lang="en-US" sz="1200" dirty="0"/>
                    </a:p>
                  </a:txBody>
                  <a:tcPr>
                    <a:solidFill>
                      <a:schemeClr val="accent4">
                        <a:lumMod val="20000"/>
                        <a:lumOff val="80000"/>
                      </a:schemeClr>
                    </a:solidFill>
                  </a:tcPr>
                </a:tc>
                <a:extLst>
                  <a:ext uri="{0D108BD9-81ED-4DB2-BD59-A6C34878D82A}">
                    <a16:rowId xmlns:a16="http://schemas.microsoft.com/office/drawing/2014/main" val="3532200992"/>
                  </a:ext>
                </a:extLst>
              </a:tr>
              <a:tr h="298580">
                <a:tc>
                  <a:txBody>
                    <a:bodyPr/>
                    <a:lstStyle/>
                    <a:p>
                      <a:pPr algn="ctr"/>
                      <a:r>
                        <a:rPr lang="en-US" sz="1200" dirty="0"/>
                        <a:t>M4</a:t>
                      </a:r>
                    </a:p>
                  </a:txBody>
                  <a:tcPr>
                    <a:solidFill>
                      <a:schemeClr val="accent4">
                        <a:lumMod val="20000"/>
                        <a:lumOff val="80000"/>
                      </a:schemeClr>
                    </a:solidFill>
                  </a:tcPr>
                </a:tc>
                <a:tc>
                  <a:txBody>
                    <a:bodyPr/>
                    <a:lstStyle/>
                    <a:p>
                      <a:r>
                        <a:rPr lang="en-US" sz="1200" kern="1200" dirty="0">
                          <a:solidFill>
                            <a:schemeClr val="dk1"/>
                          </a:solidFill>
                          <a:effectLst/>
                          <a:latin typeface="+mn-lt"/>
                          <a:ea typeface="+mn-ea"/>
                          <a:cs typeface="+mn-cs"/>
                        </a:rPr>
                        <a:t>M4_DIN433</a:t>
                      </a:r>
                      <a:endParaRPr lang="en-US" sz="1200" dirty="0"/>
                    </a:p>
                  </a:txBody>
                  <a:tcPr>
                    <a:solidFill>
                      <a:schemeClr val="accent3">
                        <a:lumMod val="90000"/>
                      </a:schemeClr>
                    </a:solidFill>
                  </a:tcPr>
                </a:tc>
                <a:tc>
                  <a:txBody>
                    <a:bodyPr/>
                    <a:lstStyle/>
                    <a:p>
                      <a:r>
                        <a:rPr lang="en-US" sz="1200" b="1" kern="1200" dirty="0">
                          <a:solidFill>
                            <a:schemeClr val="dk1"/>
                          </a:solidFill>
                          <a:effectLst/>
                          <a:latin typeface="+mn-lt"/>
                          <a:ea typeface="+mn-ea"/>
                          <a:cs typeface="+mn-cs"/>
                        </a:rPr>
                        <a:t>M4</a:t>
                      </a:r>
                      <a:r>
                        <a:rPr lang="en-US" sz="1200" kern="1200" dirty="0">
                          <a:solidFill>
                            <a:schemeClr val="dk1"/>
                          </a:solidFill>
                          <a:effectLst/>
                          <a:latin typeface="+mn-lt"/>
                          <a:ea typeface="+mn-ea"/>
                          <a:cs typeface="+mn-cs"/>
                        </a:rPr>
                        <a:t>_4_5MM_10MM_P</a:t>
                      </a:r>
                      <a:endParaRPr lang="en-US" sz="1200" dirty="0"/>
                    </a:p>
                  </a:txBody>
                  <a:tcPr>
                    <a:solidFill>
                      <a:schemeClr val="accent3">
                        <a:lumMod val="90000"/>
                      </a:schemeClr>
                    </a:solidFill>
                  </a:tcPr>
                </a:tc>
                <a:tc>
                  <a:txBody>
                    <a:bodyPr/>
                    <a:lstStyle/>
                    <a:p>
                      <a:r>
                        <a:rPr lang="en-US" sz="1200" kern="1200" dirty="0">
                          <a:solidFill>
                            <a:schemeClr val="dk1"/>
                          </a:solidFill>
                          <a:effectLst/>
                          <a:latin typeface="+mn-lt"/>
                          <a:ea typeface="+mn-ea"/>
                          <a:cs typeface="+mn-cs"/>
                        </a:rPr>
                        <a:t>M4_DIN125</a:t>
                      </a:r>
                      <a:endParaRPr lang="en-US" sz="1200" dirty="0"/>
                    </a:p>
                  </a:txBody>
                  <a:tcPr>
                    <a:solidFill>
                      <a:schemeClr val="accent4">
                        <a:lumMod val="20000"/>
                        <a:lumOff val="80000"/>
                      </a:schemeClr>
                    </a:solidFill>
                  </a:tcPr>
                </a:tc>
                <a:tc>
                  <a:txBody>
                    <a:bodyPr/>
                    <a:lstStyle/>
                    <a:p>
                      <a:r>
                        <a:rPr lang="en-US" sz="1200" b="1" kern="1200" dirty="0">
                          <a:solidFill>
                            <a:schemeClr val="dk1"/>
                          </a:solidFill>
                          <a:effectLst/>
                          <a:latin typeface="+mn-lt"/>
                          <a:ea typeface="+mn-ea"/>
                          <a:cs typeface="+mn-cs"/>
                        </a:rPr>
                        <a:t>M4</a:t>
                      </a:r>
                      <a:r>
                        <a:rPr lang="en-US" sz="1200" kern="1200" dirty="0">
                          <a:solidFill>
                            <a:schemeClr val="dk1"/>
                          </a:solidFill>
                          <a:effectLst/>
                          <a:latin typeface="+mn-lt"/>
                          <a:ea typeface="+mn-ea"/>
                          <a:cs typeface="+mn-cs"/>
                        </a:rPr>
                        <a:t>_4_5MM_11MM_P</a:t>
                      </a:r>
                      <a:endParaRPr lang="en-US" sz="1200" dirty="0"/>
                    </a:p>
                  </a:txBody>
                  <a:tcPr>
                    <a:solidFill>
                      <a:schemeClr val="accent4">
                        <a:lumMod val="20000"/>
                        <a:lumOff val="80000"/>
                      </a:schemeClr>
                    </a:solidFill>
                  </a:tcPr>
                </a:tc>
                <a:extLst>
                  <a:ext uri="{0D108BD9-81ED-4DB2-BD59-A6C34878D82A}">
                    <a16:rowId xmlns:a16="http://schemas.microsoft.com/office/drawing/2014/main" val="1073479724"/>
                  </a:ext>
                </a:extLst>
              </a:tr>
              <a:tr h="279918">
                <a:tc>
                  <a:txBody>
                    <a:bodyPr/>
                    <a:lstStyle/>
                    <a:p>
                      <a:pPr algn="ctr"/>
                      <a:r>
                        <a:rPr lang="en-US" sz="1200" dirty="0"/>
                        <a:t>M5</a:t>
                      </a:r>
                    </a:p>
                  </a:txBody>
                  <a:tcPr>
                    <a:solidFill>
                      <a:schemeClr val="accent4">
                        <a:lumMod val="20000"/>
                        <a:lumOff val="80000"/>
                      </a:schemeClr>
                    </a:solidFill>
                  </a:tcPr>
                </a:tc>
                <a:tc>
                  <a:txBody>
                    <a:bodyPr/>
                    <a:lstStyle/>
                    <a:p>
                      <a:r>
                        <a:rPr lang="en-US" sz="1200" kern="1200" dirty="0">
                          <a:solidFill>
                            <a:schemeClr val="dk1"/>
                          </a:solidFill>
                          <a:effectLst/>
                          <a:latin typeface="+mn-lt"/>
                          <a:ea typeface="+mn-ea"/>
                          <a:cs typeface="+mn-cs"/>
                        </a:rPr>
                        <a:t>M5_DIN433</a:t>
                      </a:r>
                      <a:endParaRPr lang="en-US" sz="1200" dirty="0"/>
                    </a:p>
                  </a:txBody>
                  <a:tcPr>
                    <a:solidFill>
                      <a:schemeClr val="accent3">
                        <a:lumMod val="90000"/>
                      </a:schemeClr>
                    </a:solidFill>
                  </a:tcPr>
                </a:tc>
                <a:tc>
                  <a:txBody>
                    <a:bodyPr/>
                    <a:lstStyle/>
                    <a:p>
                      <a:r>
                        <a:rPr lang="en-US" sz="1200" b="1" kern="1200" dirty="0">
                          <a:solidFill>
                            <a:schemeClr val="dk1"/>
                          </a:solidFill>
                          <a:effectLst/>
                          <a:latin typeface="+mn-lt"/>
                          <a:ea typeface="+mn-ea"/>
                          <a:cs typeface="+mn-cs"/>
                        </a:rPr>
                        <a:t>M5</a:t>
                      </a:r>
                      <a:r>
                        <a:rPr lang="en-US" sz="1200" kern="1200" dirty="0">
                          <a:solidFill>
                            <a:schemeClr val="dk1"/>
                          </a:solidFill>
                          <a:effectLst/>
                          <a:latin typeface="+mn-lt"/>
                          <a:ea typeface="+mn-ea"/>
                          <a:cs typeface="+mn-cs"/>
                        </a:rPr>
                        <a:t>_5_5MM_11MM_P</a:t>
                      </a:r>
                      <a:endParaRPr lang="en-US" sz="1200" dirty="0"/>
                    </a:p>
                  </a:txBody>
                  <a:tcPr>
                    <a:solidFill>
                      <a:schemeClr val="accent3">
                        <a:lumMod val="90000"/>
                      </a:schemeClr>
                    </a:solidFill>
                  </a:tcPr>
                </a:tc>
                <a:tc>
                  <a:txBody>
                    <a:bodyPr/>
                    <a:lstStyle/>
                    <a:p>
                      <a:r>
                        <a:rPr lang="en-US" sz="1200" kern="1200" dirty="0">
                          <a:solidFill>
                            <a:schemeClr val="dk1"/>
                          </a:solidFill>
                          <a:effectLst/>
                          <a:latin typeface="+mn-lt"/>
                          <a:ea typeface="+mn-ea"/>
                          <a:cs typeface="+mn-cs"/>
                        </a:rPr>
                        <a:t>M5_DIN125</a:t>
                      </a:r>
                      <a:endParaRPr lang="en-US" sz="1200" dirty="0"/>
                    </a:p>
                  </a:txBody>
                  <a:tcPr>
                    <a:solidFill>
                      <a:schemeClr val="accent4">
                        <a:lumMod val="20000"/>
                        <a:lumOff val="80000"/>
                      </a:schemeClr>
                    </a:solidFill>
                  </a:tcPr>
                </a:tc>
                <a:tc>
                  <a:txBody>
                    <a:bodyPr/>
                    <a:lstStyle/>
                    <a:p>
                      <a:r>
                        <a:rPr lang="en-US" sz="1200" b="1" kern="1200" dirty="0">
                          <a:solidFill>
                            <a:schemeClr val="dk1"/>
                          </a:solidFill>
                          <a:effectLst/>
                          <a:latin typeface="+mn-lt"/>
                          <a:ea typeface="+mn-ea"/>
                          <a:cs typeface="+mn-cs"/>
                        </a:rPr>
                        <a:t>M5</a:t>
                      </a:r>
                      <a:r>
                        <a:rPr lang="en-US" sz="1200" kern="1200" dirty="0">
                          <a:solidFill>
                            <a:schemeClr val="dk1"/>
                          </a:solidFill>
                          <a:effectLst/>
                          <a:latin typeface="+mn-lt"/>
                          <a:ea typeface="+mn-ea"/>
                          <a:cs typeface="+mn-cs"/>
                        </a:rPr>
                        <a:t>_5_5MM_12MM_P</a:t>
                      </a:r>
                      <a:endParaRPr lang="en-US" sz="1200" dirty="0"/>
                    </a:p>
                  </a:txBody>
                  <a:tcPr>
                    <a:solidFill>
                      <a:schemeClr val="accent4">
                        <a:lumMod val="20000"/>
                        <a:lumOff val="80000"/>
                      </a:schemeClr>
                    </a:solidFill>
                  </a:tcPr>
                </a:tc>
                <a:extLst>
                  <a:ext uri="{0D108BD9-81ED-4DB2-BD59-A6C34878D82A}">
                    <a16:rowId xmlns:a16="http://schemas.microsoft.com/office/drawing/2014/main" val="636542895"/>
                  </a:ext>
                </a:extLst>
              </a:tr>
              <a:tr h="270588">
                <a:tc>
                  <a:txBody>
                    <a:bodyPr/>
                    <a:lstStyle/>
                    <a:p>
                      <a:pPr algn="ctr"/>
                      <a:r>
                        <a:rPr lang="en-US" sz="1200" dirty="0"/>
                        <a:t>M6</a:t>
                      </a:r>
                    </a:p>
                  </a:txBody>
                  <a:tcPr>
                    <a:solidFill>
                      <a:schemeClr val="accent4">
                        <a:lumMod val="20000"/>
                        <a:lumOff val="80000"/>
                      </a:schemeClr>
                    </a:solidFill>
                  </a:tcPr>
                </a:tc>
                <a:tc>
                  <a:txBody>
                    <a:bodyPr/>
                    <a:lstStyle/>
                    <a:p>
                      <a:r>
                        <a:rPr lang="en-US" sz="1200" kern="1200" dirty="0">
                          <a:solidFill>
                            <a:schemeClr val="dk1"/>
                          </a:solidFill>
                          <a:effectLst/>
                          <a:latin typeface="+mn-lt"/>
                          <a:ea typeface="+mn-ea"/>
                          <a:cs typeface="+mn-cs"/>
                        </a:rPr>
                        <a:t>M6_DIN433</a:t>
                      </a:r>
                      <a:endParaRPr lang="en-US" sz="1200" dirty="0"/>
                    </a:p>
                  </a:txBody>
                  <a:tcPr>
                    <a:solidFill>
                      <a:schemeClr val="accent3">
                        <a:lumMod val="90000"/>
                      </a:schemeClr>
                    </a:solidFill>
                  </a:tcPr>
                </a:tc>
                <a:tc>
                  <a:txBody>
                    <a:bodyPr/>
                    <a:lstStyle/>
                    <a:p>
                      <a:r>
                        <a:rPr lang="en-US" sz="1200" b="1" kern="1200" dirty="0">
                          <a:solidFill>
                            <a:schemeClr val="dk1"/>
                          </a:solidFill>
                          <a:effectLst/>
                          <a:latin typeface="+mn-lt"/>
                          <a:ea typeface="+mn-ea"/>
                          <a:cs typeface="+mn-cs"/>
                        </a:rPr>
                        <a:t>M6</a:t>
                      </a:r>
                      <a:r>
                        <a:rPr lang="en-US" sz="1200" kern="1200" dirty="0">
                          <a:solidFill>
                            <a:schemeClr val="dk1"/>
                          </a:solidFill>
                          <a:effectLst/>
                          <a:latin typeface="+mn-lt"/>
                          <a:ea typeface="+mn-ea"/>
                          <a:cs typeface="+mn-cs"/>
                        </a:rPr>
                        <a:t>_6_6MM_13_3MM_P</a:t>
                      </a:r>
                      <a:endParaRPr lang="en-US" sz="1200" dirty="0"/>
                    </a:p>
                  </a:txBody>
                  <a:tcPr>
                    <a:solidFill>
                      <a:schemeClr val="accent3">
                        <a:lumMod val="90000"/>
                      </a:schemeClr>
                    </a:solidFill>
                  </a:tcPr>
                </a:tc>
                <a:tc>
                  <a:txBody>
                    <a:bodyPr/>
                    <a:lstStyle/>
                    <a:p>
                      <a:r>
                        <a:rPr lang="en-US" sz="1200" kern="1200" dirty="0">
                          <a:solidFill>
                            <a:schemeClr val="dk1"/>
                          </a:solidFill>
                          <a:effectLst/>
                          <a:latin typeface="+mn-lt"/>
                          <a:ea typeface="+mn-ea"/>
                          <a:cs typeface="+mn-cs"/>
                        </a:rPr>
                        <a:t>M6_DIN125</a:t>
                      </a:r>
                      <a:endParaRPr lang="en-US" sz="1200" dirty="0"/>
                    </a:p>
                  </a:txBody>
                  <a:tcPr>
                    <a:solidFill>
                      <a:schemeClr val="accent4">
                        <a:lumMod val="20000"/>
                        <a:lumOff val="80000"/>
                      </a:schemeClr>
                    </a:solidFill>
                  </a:tcPr>
                </a:tc>
                <a:tc>
                  <a:txBody>
                    <a:bodyPr/>
                    <a:lstStyle/>
                    <a:p>
                      <a:r>
                        <a:rPr lang="en-US" sz="1200" b="1" kern="1200" dirty="0">
                          <a:solidFill>
                            <a:schemeClr val="dk1"/>
                          </a:solidFill>
                          <a:effectLst/>
                          <a:latin typeface="+mn-lt"/>
                          <a:ea typeface="+mn-ea"/>
                          <a:cs typeface="+mn-cs"/>
                        </a:rPr>
                        <a:t>M6</a:t>
                      </a:r>
                      <a:r>
                        <a:rPr lang="en-US" sz="1200" kern="1200" dirty="0">
                          <a:solidFill>
                            <a:schemeClr val="dk1"/>
                          </a:solidFill>
                          <a:effectLst/>
                          <a:latin typeface="+mn-lt"/>
                          <a:ea typeface="+mn-ea"/>
                          <a:cs typeface="+mn-cs"/>
                        </a:rPr>
                        <a:t>_6_6MM_14_3MM_P</a:t>
                      </a:r>
                      <a:endParaRPr lang="en-US" sz="1200" dirty="0"/>
                    </a:p>
                  </a:txBody>
                  <a:tcPr>
                    <a:solidFill>
                      <a:schemeClr val="accent4">
                        <a:lumMod val="20000"/>
                        <a:lumOff val="80000"/>
                      </a:schemeClr>
                    </a:solidFill>
                  </a:tcPr>
                </a:tc>
                <a:extLst>
                  <a:ext uri="{0D108BD9-81ED-4DB2-BD59-A6C34878D82A}">
                    <a16:rowId xmlns:a16="http://schemas.microsoft.com/office/drawing/2014/main" val="915779643"/>
                  </a:ext>
                </a:extLst>
              </a:tr>
            </a:tbl>
          </a:graphicData>
        </a:graphic>
      </p:graphicFrame>
    </p:spTree>
    <p:extLst>
      <p:ext uri="{BB962C8B-B14F-4D97-AF65-F5344CB8AC3E}">
        <p14:creationId xmlns:p14="http://schemas.microsoft.com/office/powerpoint/2010/main" val="254431423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05317" y="430599"/>
            <a:ext cx="9972000" cy="656705"/>
          </a:xfrm>
        </p:spPr>
        <p:txBody>
          <a:bodyPr/>
          <a:lstStyle/>
          <a:p>
            <a:r>
              <a:rPr lang="en-US" b="1" dirty="0"/>
              <a:t>Before layout</a:t>
            </a:r>
            <a:endParaRPr lang="en-US" dirty="0"/>
          </a:p>
        </p:txBody>
      </p:sp>
      <p:sp>
        <p:nvSpPr>
          <p:cNvPr id="3" name="Content Placeholder 2"/>
          <p:cNvSpPr>
            <a:spLocks noGrp="1"/>
          </p:cNvSpPr>
          <p:nvPr>
            <p:ph idx="1"/>
          </p:nvPr>
        </p:nvSpPr>
        <p:spPr>
          <a:xfrm>
            <a:off x="405318" y="1288472"/>
            <a:ext cx="11199249" cy="4696275"/>
          </a:xfrm>
        </p:spPr>
        <p:txBody>
          <a:bodyPr/>
          <a:lstStyle/>
          <a:p>
            <a:pPr lvl="0"/>
            <a:r>
              <a:rPr lang="en-US" sz="2200" dirty="0"/>
              <a:t>Before you start layout set a Design Review meeting to verify that the design is ok and that you did not forget anything in it. It is important to include all the relevant people and departments, since they sometimes change requirements at the end of the layout. During this stage, making changes is hard and the board layout will not be optimal.</a:t>
            </a:r>
          </a:p>
          <a:p>
            <a:pPr lvl="0"/>
            <a:r>
              <a:rPr lang="en-US" sz="2200" dirty="0"/>
              <a:t>You must print and check the complete DSN wire list (Go over each net of the DSN and check that every component you meant to connect is really connected and that there are no shorts in the DSN). The wire list can be done with two People. One of them must be the DSN designer.</a:t>
            </a:r>
          </a:p>
          <a:p>
            <a:pPr lvl="0"/>
            <a:r>
              <a:rPr lang="en-US" sz="2200" dirty="0"/>
              <a:t>You should have the .dsn file and three files, which creates when you do netlist: pstchip.dat, pstxnet.dat, pstxprt.dat.</a:t>
            </a:r>
          </a:p>
          <a:p>
            <a:pPr lvl="0"/>
            <a:r>
              <a:rPr lang="en-US" sz="2200" dirty="0"/>
              <a:t>For new layouts, make a block diagram in order to understand the connections and relations between the circuits. In power circuits and auxiliary, mark the maximum voltage and current. Mark important and sensitive signals such as Clock, PWM, Differential pairs, High-speed signals and so on.</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22</a:t>
            </a:fld>
            <a:endParaRPr lang="en-US" dirty="0"/>
          </a:p>
        </p:txBody>
      </p:sp>
    </p:spTree>
    <p:extLst>
      <p:ext uri="{BB962C8B-B14F-4D97-AF65-F5344CB8AC3E}">
        <p14:creationId xmlns:p14="http://schemas.microsoft.com/office/powerpoint/2010/main" val="244378099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Before layout</a:t>
            </a:r>
            <a:endParaRPr lang="en-US" dirty="0"/>
          </a:p>
        </p:txBody>
      </p:sp>
      <p:sp>
        <p:nvSpPr>
          <p:cNvPr id="3" name="Content Placeholder 2"/>
          <p:cNvSpPr>
            <a:spLocks noGrp="1"/>
          </p:cNvSpPr>
          <p:nvPr>
            <p:ph idx="1"/>
          </p:nvPr>
        </p:nvSpPr>
        <p:spPr>
          <a:xfrm>
            <a:off x="405320" y="1304417"/>
            <a:ext cx="9971997" cy="4696275"/>
          </a:xfrm>
        </p:spPr>
        <p:txBody>
          <a:bodyPr/>
          <a:lstStyle/>
          <a:p>
            <a:r>
              <a:rPr lang="en-US" dirty="0"/>
              <a:t>You should make an Excel table, which consist all net spacing type groups and the distance between each one of them to the others in outer layers/ Inner layers. Please sort the groups in alphabetical order. It will save a lot of time.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23</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1496291" y="2327564"/>
            <a:ext cx="8429105" cy="4255366"/>
          </a:xfrm>
          <a:prstGeom prst="rect">
            <a:avLst/>
          </a:prstGeom>
        </p:spPr>
      </p:pic>
    </p:spTree>
    <p:extLst>
      <p:ext uri="{BB962C8B-B14F-4D97-AF65-F5344CB8AC3E}">
        <p14:creationId xmlns:p14="http://schemas.microsoft.com/office/powerpoint/2010/main" val="63563003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Before layout</a:t>
            </a:r>
            <a:endParaRPr lang="en-US" dirty="0"/>
          </a:p>
        </p:txBody>
      </p:sp>
      <p:sp>
        <p:nvSpPr>
          <p:cNvPr id="3" name="Content Placeholder 2"/>
          <p:cNvSpPr>
            <a:spLocks noGrp="1"/>
          </p:cNvSpPr>
          <p:nvPr>
            <p:ph idx="1"/>
          </p:nvPr>
        </p:nvSpPr>
        <p:spPr/>
        <p:txBody>
          <a:bodyPr/>
          <a:lstStyle/>
          <a:p>
            <a:r>
              <a:rPr lang="en-US" sz="2400" dirty="0"/>
              <a:t>When the net spacing table is too big, It is possible to create a CSV file for net spacing for loading the net spacing distances automatically. It will save a lot of time.</a:t>
            </a:r>
          </a:p>
          <a:p>
            <a:r>
              <a:rPr lang="en-US" sz="2400" dirty="0"/>
              <a:t>You should have a DXF and PDF files of the board from mechanic team. Those files should contain the board outline, the location of screws and connectors, which cannot be moved during layout. The rotation of the connectors. Height limitations, component keepout and route keepout areas.</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24</a:t>
            </a:fld>
            <a:endParaRPr lang="en-US" dirty="0"/>
          </a:p>
        </p:txBody>
      </p:sp>
    </p:spTree>
    <p:extLst>
      <p:ext uri="{BB962C8B-B14F-4D97-AF65-F5344CB8AC3E}">
        <p14:creationId xmlns:p14="http://schemas.microsoft.com/office/powerpoint/2010/main" val="402069293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Starting layout</a:t>
            </a:r>
            <a:endParaRPr lang="en-US" dirty="0"/>
          </a:p>
        </p:txBody>
      </p:sp>
      <p:sp>
        <p:nvSpPr>
          <p:cNvPr id="3" name="Content Placeholder 2"/>
          <p:cNvSpPr>
            <a:spLocks noGrp="1"/>
          </p:cNvSpPr>
          <p:nvPr>
            <p:ph idx="1"/>
          </p:nvPr>
        </p:nvSpPr>
        <p:spPr>
          <a:xfrm>
            <a:off x="405318" y="1288472"/>
            <a:ext cx="10151846" cy="4696275"/>
          </a:xfrm>
        </p:spPr>
        <p:txBody>
          <a:bodyPr/>
          <a:lstStyle/>
          <a:p>
            <a:pPr lvl="0"/>
            <a:r>
              <a:rPr lang="en-US" dirty="0"/>
              <a:t>Load the DSN netlist.</a:t>
            </a:r>
          </a:p>
          <a:p>
            <a:pPr lvl="0"/>
            <a:r>
              <a:rPr lang="en-US" dirty="0"/>
              <a:t>Verify that all DRAs exist and updated and that the updated database library is in use. </a:t>
            </a:r>
          </a:p>
          <a:p>
            <a:pPr lvl="0"/>
            <a:r>
              <a:rPr lang="en-US" dirty="0"/>
              <a:t>It is recommended to update all DRAs prior to any re-layout.</a:t>
            </a:r>
          </a:p>
          <a:p>
            <a:pPr lvl="0"/>
            <a:r>
              <a:rPr lang="en-US" dirty="0"/>
              <a:t>Load a DXF file and create board outline. The board outline must be done from closed lines with no interrupts. </a:t>
            </a:r>
          </a:p>
          <a:p>
            <a:pPr lvl="0"/>
            <a:r>
              <a:rPr lang="en-US" dirty="0"/>
              <a:t>Create restricted areas as per PDF file: Height limitation keepouts, package keepout, route keepout and so on.</a:t>
            </a:r>
          </a:p>
          <a:p>
            <a:pPr lvl="0"/>
            <a:r>
              <a:rPr lang="en-US" dirty="0"/>
              <a:t>Load the constraint table if there is one.</a:t>
            </a:r>
          </a:p>
          <a:p>
            <a:pPr lvl="0"/>
            <a:r>
              <a:rPr lang="en-US" dirty="0"/>
              <a:t>If the layout is a version of an older board, please review the DFM report from the last version and decide which changes should be done.</a:t>
            </a:r>
          </a:p>
          <a:p>
            <a:pPr marL="0" indent="0">
              <a:buNone/>
            </a:pPr>
            <a:endParaRPr lang="en-US" sz="22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25</a:t>
            </a:fld>
            <a:endParaRPr lang="en-US" dirty="0"/>
          </a:p>
        </p:txBody>
      </p:sp>
    </p:spTree>
    <p:extLst>
      <p:ext uri="{BB962C8B-B14F-4D97-AF65-F5344CB8AC3E}">
        <p14:creationId xmlns:p14="http://schemas.microsoft.com/office/powerpoint/2010/main" val="2240264901"/>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Pre-Placement</a:t>
            </a:r>
            <a:endParaRPr lang="en-US" dirty="0"/>
          </a:p>
        </p:txBody>
      </p:sp>
      <p:sp>
        <p:nvSpPr>
          <p:cNvPr id="3" name="Content Placeholder 2"/>
          <p:cNvSpPr>
            <a:spLocks noGrp="1"/>
          </p:cNvSpPr>
          <p:nvPr>
            <p:ph idx="1"/>
          </p:nvPr>
        </p:nvSpPr>
        <p:spPr>
          <a:xfrm>
            <a:off x="405318" y="1288472"/>
            <a:ext cx="10733737" cy="4696275"/>
          </a:xfrm>
        </p:spPr>
        <p:txBody>
          <a:bodyPr/>
          <a:lstStyle/>
          <a:p>
            <a:pPr lvl="0"/>
            <a:r>
              <a:rPr lang="en-US" sz="2200" dirty="0"/>
              <a:t>For new project or projects where major change is needed sometimes, it is hard to decide about mechanical concept. In this case, it is recommended to make a pre-placement process. </a:t>
            </a:r>
          </a:p>
          <a:p>
            <a:pPr lvl="0"/>
            <a:r>
              <a:rPr lang="en-US" sz="2200" dirty="0"/>
              <a:t>For this process, you need an enough mature DSN but not a complete one.</a:t>
            </a:r>
          </a:p>
          <a:p>
            <a:pPr lvl="0"/>
            <a:r>
              <a:rPr lang="en-US" sz="2200" dirty="0"/>
              <a:t>It is better to set a DR before, with all the relevant people and departments in order to make sure that you have all inputs and feedbacks.</a:t>
            </a:r>
          </a:p>
          <a:p>
            <a:pPr lvl="0"/>
            <a:r>
              <a:rPr lang="en-US" sz="2200" dirty="0"/>
              <a:t>The pre-placement includes only placement (without routing) of the major circuits that have a big influence of the final board shape and size. There is no need to spend time for small circuits. You just need to make sure that you have the room for them.</a:t>
            </a:r>
          </a:p>
          <a:p>
            <a:pPr lvl="0"/>
            <a:r>
              <a:rPr lang="en-US" sz="2200" dirty="0"/>
              <a:t>When pre-layout is done and Mechanical concept is decided, you should take a break from layout and spend time for completing the DSN including net spacing type, Ref Des and so on…</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26</a:t>
            </a:fld>
            <a:endParaRPr lang="en-US" dirty="0"/>
          </a:p>
        </p:txBody>
      </p:sp>
    </p:spTree>
    <p:extLst>
      <p:ext uri="{BB962C8B-B14F-4D97-AF65-F5344CB8AC3E}">
        <p14:creationId xmlns:p14="http://schemas.microsoft.com/office/powerpoint/2010/main" val="59109719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Placement</a:t>
            </a:r>
            <a:endParaRPr lang="en-US" dirty="0"/>
          </a:p>
        </p:txBody>
      </p:sp>
      <p:sp>
        <p:nvSpPr>
          <p:cNvPr id="3" name="Content Placeholder 2"/>
          <p:cNvSpPr>
            <a:spLocks noGrp="1"/>
          </p:cNvSpPr>
          <p:nvPr>
            <p:ph idx="1"/>
          </p:nvPr>
        </p:nvSpPr>
        <p:spPr>
          <a:xfrm>
            <a:off x="405318" y="1288472"/>
            <a:ext cx="5812602" cy="4696275"/>
          </a:xfrm>
        </p:spPr>
        <p:txBody>
          <a:bodyPr/>
          <a:lstStyle/>
          <a:p>
            <a:r>
              <a:rPr lang="en-US" sz="2400" dirty="0"/>
              <a:t>Place components By DXF (Connectors and screws that cannot move during layout).</a:t>
            </a:r>
          </a:p>
          <a:p>
            <a:r>
              <a:rPr lang="en-US" sz="2400" dirty="0"/>
              <a:t>Place high current circuits first and try to minimize the current paths.</a:t>
            </a:r>
          </a:p>
          <a:p>
            <a:r>
              <a:rPr lang="en-US" sz="2400" dirty="0"/>
              <a:t>Placement of groups outside the outline.</a:t>
            </a:r>
          </a:p>
          <a:p>
            <a:r>
              <a:rPr lang="en-US" sz="2400" dirty="0"/>
              <a:t>Place groups inside the outline. Separate different circuits such as power, digital, analog, auxiliary and so on. Separate sensitive signals from noisy signals.</a:t>
            </a:r>
          </a:p>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27</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7065818" y="1288472"/>
            <a:ext cx="4449643" cy="4696275"/>
          </a:xfrm>
          <a:prstGeom prst="rect">
            <a:avLst/>
          </a:prstGeom>
        </p:spPr>
      </p:pic>
    </p:spTree>
    <p:extLst>
      <p:ext uri="{BB962C8B-B14F-4D97-AF65-F5344CB8AC3E}">
        <p14:creationId xmlns:p14="http://schemas.microsoft.com/office/powerpoint/2010/main" val="58024640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Placement</a:t>
            </a:r>
            <a:endParaRPr lang="en-US" dirty="0"/>
          </a:p>
        </p:txBody>
      </p:sp>
      <p:sp>
        <p:nvSpPr>
          <p:cNvPr id="3" name="Content Placeholder 2"/>
          <p:cNvSpPr>
            <a:spLocks noGrp="1"/>
          </p:cNvSpPr>
          <p:nvPr>
            <p:ph idx="1"/>
          </p:nvPr>
        </p:nvSpPr>
        <p:spPr>
          <a:xfrm>
            <a:off x="405318" y="1288472"/>
            <a:ext cx="10417853" cy="4696275"/>
          </a:xfrm>
        </p:spPr>
        <p:txBody>
          <a:bodyPr/>
          <a:lstStyle/>
          <a:p>
            <a:pPr lvl="0"/>
            <a:r>
              <a:rPr lang="en-US" sz="1800" dirty="0"/>
              <a:t>Distance between components to PCB edge: 40mil.</a:t>
            </a:r>
          </a:p>
          <a:p>
            <a:pPr lvl="0"/>
            <a:r>
              <a:rPr lang="en-US" sz="1800" dirty="0"/>
              <a:t>All the components should be inside the outline 40mil from the board edge. If there is a component which protruding from the board edge to the panel, then need to enlarge the panel to have 200mil free of components.</a:t>
            </a:r>
          </a:p>
          <a:p>
            <a:pPr lvl="0"/>
            <a:r>
              <a:rPr lang="en-US" sz="1800" dirty="0"/>
              <a:t>Wave Soldering components on one side only unless there is no other way.</a:t>
            </a:r>
          </a:p>
          <a:p>
            <a:pPr lvl="0"/>
            <a:r>
              <a:rPr lang="en-US" sz="1800" dirty="0"/>
              <a:t>Large and heavy SMD components (such as Inductors, D²pack, Electrolytic capacitors crystals and so on), should be on the same side of the board (on the TH components side, usually Top side) to avoid second reflow and the need of gluing them.</a:t>
            </a:r>
          </a:p>
          <a:p>
            <a:pPr lvl="0"/>
            <a:r>
              <a:rPr lang="en-US" sz="1800" dirty="0"/>
              <a:t>If possible, try to place components only on one side of the board.</a:t>
            </a:r>
          </a:p>
          <a:p>
            <a:pPr lvl="0"/>
            <a:r>
              <a:rPr lang="en-US" sz="1800" dirty="0"/>
              <a:t>Try to avoid manual soldering.</a:t>
            </a:r>
          </a:p>
          <a:p>
            <a:pPr lvl="0"/>
            <a:r>
              <a:rPr lang="en-US" sz="1800" dirty="0"/>
              <a:t>Distance between two SMT pads: 10mil.</a:t>
            </a:r>
          </a:p>
          <a:p>
            <a:pPr marL="0" indent="0">
              <a:buNone/>
            </a:pPr>
            <a:endParaRPr lang="en-US" sz="1800" dirty="0"/>
          </a:p>
          <a:p>
            <a:pPr marL="0" indent="0">
              <a:buNone/>
            </a:pPr>
            <a:endParaRPr lang="en-US" dirty="0"/>
          </a:p>
          <a:p>
            <a:pPr marL="527675" lvl="1" indent="0">
              <a:buNone/>
            </a:pPr>
            <a:endParaRPr lang="en-US" sz="22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28</a:t>
            </a:fld>
            <a:endParaRPr lang="en-US" dirty="0"/>
          </a:p>
        </p:txBody>
      </p:sp>
    </p:spTree>
    <p:extLst>
      <p:ext uri="{BB962C8B-B14F-4D97-AF65-F5344CB8AC3E}">
        <p14:creationId xmlns:p14="http://schemas.microsoft.com/office/powerpoint/2010/main" val="437815372"/>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4BE8D-67B3-EA7F-07AD-0903C6CC5B0F}"/>
              </a:ext>
            </a:extLst>
          </p:cNvPr>
          <p:cNvSpPr>
            <a:spLocks noGrp="1"/>
          </p:cNvSpPr>
          <p:nvPr>
            <p:ph type="title"/>
          </p:nvPr>
        </p:nvSpPr>
        <p:spPr/>
        <p:txBody>
          <a:bodyPr/>
          <a:lstStyle/>
          <a:p>
            <a:r>
              <a:rPr lang="en-US" dirty="0"/>
              <a:t>Placement</a:t>
            </a:r>
          </a:p>
        </p:txBody>
      </p:sp>
      <p:sp>
        <p:nvSpPr>
          <p:cNvPr id="3" name="Content Placeholder 2">
            <a:extLst>
              <a:ext uri="{FF2B5EF4-FFF2-40B4-BE49-F238E27FC236}">
                <a16:creationId xmlns:a16="http://schemas.microsoft.com/office/drawing/2014/main" id="{16F4E06F-6A67-9F5B-AC5C-654B556B671B}"/>
              </a:ext>
            </a:extLst>
          </p:cNvPr>
          <p:cNvSpPr>
            <a:spLocks noGrp="1"/>
          </p:cNvSpPr>
          <p:nvPr>
            <p:ph idx="1"/>
          </p:nvPr>
        </p:nvSpPr>
        <p:spPr/>
        <p:txBody>
          <a:bodyPr/>
          <a:lstStyle/>
          <a:p>
            <a:r>
              <a:rPr lang="en-US" dirty="0">
                <a:effectLst/>
                <a:latin typeface="Aptos" panose="020B0004020202020204" pitchFamily="34" charset="0"/>
                <a:ea typeface="Aptos" panose="020B0004020202020204" pitchFamily="34" charset="0"/>
                <a:cs typeface="Calibri" panose="020F0502020204030204" pitchFamily="34" charset="0"/>
              </a:rPr>
              <a:t>Maximum SMD components height:</a:t>
            </a:r>
          </a:p>
          <a:p>
            <a:pPr lvl="1"/>
            <a:r>
              <a:rPr lang="en-US" sz="1600" dirty="0">
                <a:effectLst/>
                <a:latin typeface="Aptos" panose="020B0004020202020204" pitchFamily="34" charset="0"/>
                <a:ea typeface="Aptos" panose="020B0004020202020204" pitchFamily="34" charset="0"/>
                <a:cs typeface="Calibri" panose="020F0502020204030204" pitchFamily="34" charset="0"/>
              </a:rPr>
              <a:t>25mm MAX on Top.</a:t>
            </a:r>
          </a:p>
          <a:p>
            <a:pPr lvl="1"/>
            <a:r>
              <a:rPr lang="en-US" sz="1600" dirty="0">
                <a:effectLst/>
                <a:latin typeface="Aptos" panose="020B0004020202020204" pitchFamily="34" charset="0"/>
                <a:ea typeface="Aptos" panose="020B0004020202020204" pitchFamily="34" charset="0"/>
                <a:cs typeface="Calibri" panose="020F0502020204030204" pitchFamily="34" charset="0"/>
              </a:rPr>
              <a:t>8mm MAX on Bottom.</a:t>
            </a:r>
          </a:p>
          <a:p>
            <a:r>
              <a:rPr lang="en-US" sz="2000" dirty="0">
                <a:effectLst/>
                <a:latin typeface="Aptos" panose="020B0004020202020204" pitchFamily="34" charset="0"/>
                <a:ea typeface="Aptos" panose="020B0004020202020204" pitchFamily="34" charset="0"/>
                <a:cs typeface="Calibri" panose="020F0502020204030204" pitchFamily="34" charset="0"/>
              </a:rPr>
              <a:t>Minimum SMD components weight: 27g</a:t>
            </a:r>
          </a:p>
          <a:p>
            <a:r>
              <a:rPr lang="en-US" sz="2000" dirty="0">
                <a:effectLst/>
                <a:latin typeface="Aptos" panose="020B0004020202020204" pitchFamily="34" charset="0"/>
                <a:ea typeface="Aptos" panose="020B0004020202020204" pitchFamily="34" charset="0"/>
                <a:cs typeface="Calibri" panose="020F0502020204030204" pitchFamily="34" charset="0"/>
              </a:rPr>
              <a:t>Maximum TH components height: 110mm on Top only.</a:t>
            </a:r>
          </a:p>
          <a:p>
            <a:r>
              <a:rPr lang="en-US" dirty="0">
                <a:latin typeface="Aptos" panose="020B0004020202020204" pitchFamily="34" charset="0"/>
                <a:cs typeface="Calibri" panose="020F0502020204030204" pitchFamily="34" charset="0"/>
              </a:rPr>
              <a:t>Th component’s pins length – Minimum 1mm Maximum 1.5mm out of the board.</a:t>
            </a:r>
            <a:endParaRPr lang="en-US" sz="2000" dirty="0">
              <a:effectLst/>
              <a:latin typeface="Aptos" panose="020B0004020202020204" pitchFamily="34" charset="0"/>
              <a:ea typeface="Aptos" panose="020B0004020202020204" pitchFamily="34" charset="0"/>
              <a:cs typeface="Calibri" panose="020F0502020204030204" pitchFamily="34" charset="0"/>
            </a:endParaRPr>
          </a:p>
          <a:p>
            <a:r>
              <a:rPr lang="en-US" dirty="0"/>
              <a:t>Conformal coating: It is preferred to keep 5mm distance from components to non conformal coting components (Such as connectors, PAMs, Screw pads and terminals and every components which needs to have a contact free from conformal coating).</a:t>
            </a:r>
          </a:p>
          <a:p>
            <a:r>
              <a:rPr lang="en-US" dirty="0"/>
              <a:t>RF shield – make sure that its base is not covering other components. It interfere to Automatic Inspection and Conformal Coating processes.</a:t>
            </a:r>
          </a:p>
          <a:p>
            <a:r>
              <a:rPr lang="en-US" dirty="0"/>
              <a:t>Place components which are sensitive to heat at the TH side only (Top usually). Those components are sensitive to heat and may be damaged during second reflow.</a:t>
            </a:r>
          </a:p>
        </p:txBody>
      </p:sp>
      <p:sp>
        <p:nvSpPr>
          <p:cNvPr id="4" name="Slide Number Placeholder 3">
            <a:extLst>
              <a:ext uri="{FF2B5EF4-FFF2-40B4-BE49-F238E27FC236}">
                <a16:creationId xmlns:a16="http://schemas.microsoft.com/office/drawing/2014/main" id="{81E4D73F-4710-9920-D84A-F2240AFCA71C}"/>
              </a:ext>
            </a:extLst>
          </p:cNvPr>
          <p:cNvSpPr>
            <a:spLocks noGrp="1"/>
          </p:cNvSpPr>
          <p:nvPr>
            <p:ph type="sldNum" sz="quarter" idx="12"/>
          </p:nvPr>
        </p:nvSpPr>
        <p:spPr/>
        <p:txBody>
          <a:bodyPr/>
          <a:lstStyle/>
          <a:p>
            <a:fld id="{4FAB73BC-B049-4115-A692-8D63A059BFB8}" type="slidenum">
              <a:rPr lang="en-US" smtClean="0"/>
              <a:pPr/>
              <a:t>29</a:t>
            </a:fld>
            <a:endParaRPr lang="en-US" dirty="0"/>
          </a:p>
        </p:txBody>
      </p:sp>
    </p:spTree>
    <p:extLst>
      <p:ext uri="{BB962C8B-B14F-4D97-AF65-F5344CB8AC3E}">
        <p14:creationId xmlns:p14="http://schemas.microsoft.com/office/powerpoint/2010/main" val="13628669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Placement</a:t>
            </a:r>
            <a:endParaRPr lang="en-US" dirty="0"/>
          </a:p>
        </p:txBody>
      </p:sp>
      <p:sp>
        <p:nvSpPr>
          <p:cNvPr id="3" name="Content Placeholder 2"/>
          <p:cNvSpPr>
            <a:spLocks noGrp="1"/>
          </p:cNvSpPr>
          <p:nvPr>
            <p:ph idx="1"/>
          </p:nvPr>
        </p:nvSpPr>
        <p:spPr/>
        <p:txBody>
          <a:bodyPr/>
          <a:lstStyle/>
          <a:p>
            <a:r>
              <a:rPr lang="en-US" dirty="0"/>
              <a:t>Avoid from placing fragile components on weak areas like in the picture below:</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527675" lvl="1" indent="0">
              <a:buNone/>
            </a:pPr>
            <a:r>
              <a:rPr lang="en-US" dirty="0"/>
              <a:t>Those components may crack.</a:t>
            </a:r>
          </a:p>
        </p:txBody>
      </p:sp>
      <p:sp>
        <p:nvSpPr>
          <p:cNvPr id="4" name="Slide Number Placeholder 3"/>
          <p:cNvSpPr>
            <a:spLocks noGrp="1"/>
          </p:cNvSpPr>
          <p:nvPr>
            <p:ph type="sldNum" sz="quarter" idx="12"/>
          </p:nvPr>
        </p:nvSpPr>
        <p:spPr/>
        <p:txBody>
          <a:bodyPr/>
          <a:lstStyle/>
          <a:p>
            <a:fld id="{4FAB73BC-B049-4115-A692-8D63A059BFB8}" type="slidenum">
              <a:rPr lang="en-US" smtClean="0"/>
              <a:pPr/>
              <a:t>30</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323706" y="1840752"/>
            <a:ext cx="8144143" cy="3598023"/>
          </a:xfrm>
          <a:prstGeom prst="rect">
            <a:avLst/>
          </a:prstGeom>
        </p:spPr>
      </p:pic>
      <p:sp>
        <p:nvSpPr>
          <p:cNvPr id="6" name="Oval 5"/>
          <p:cNvSpPr/>
          <p:nvPr/>
        </p:nvSpPr>
        <p:spPr>
          <a:xfrm>
            <a:off x="2466975" y="2552700"/>
            <a:ext cx="1133475" cy="2057400"/>
          </a:xfrm>
          <a:prstGeom prst="ellipse">
            <a:avLst/>
          </a:prstGeom>
          <a:noFill/>
          <a:ln>
            <a:solidFill>
              <a:schemeClr val="accent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Oval 6"/>
          <p:cNvSpPr/>
          <p:nvPr/>
        </p:nvSpPr>
        <p:spPr>
          <a:xfrm>
            <a:off x="8001000" y="2552700"/>
            <a:ext cx="533400" cy="914400"/>
          </a:xfrm>
          <a:prstGeom prst="ellipse">
            <a:avLst/>
          </a:prstGeom>
          <a:noFill/>
          <a:ln>
            <a:solidFill>
              <a:schemeClr val="accent2">
                <a:lumMod val="25000"/>
                <a:lumOff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22153874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Placement</a:t>
            </a:r>
            <a:endParaRPr lang="en-US" dirty="0"/>
          </a:p>
        </p:txBody>
      </p:sp>
      <p:sp>
        <p:nvSpPr>
          <p:cNvPr id="3" name="Content Placeholder 2"/>
          <p:cNvSpPr>
            <a:spLocks noGrp="1"/>
          </p:cNvSpPr>
          <p:nvPr>
            <p:ph idx="1"/>
          </p:nvPr>
        </p:nvSpPr>
        <p:spPr/>
        <p:txBody>
          <a:bodyPr/>
          <a:lstStyle/>
          <a:p>
            <a:r>
              <a:rPr lang="en-US" sz="2200" dirty="0"/>
              <a:t>Distance between screws to ceramic capacitors and resistors: Preferred 100mil.</a:t>
            </a:r>
          </a:p>
          <a:p>
            <a:r>
              <a:rPr lang="en-US" sz="2200" dirty="0"/>
              <a:t>The longer side of the board will be more sensitive for bending. While placing MLCC capacitors keep the capacitor length vertical to the most sensitive dimension. If you use stiffener, then the MLCC capacitors should be parallel to the stiffener length.</a:t>
            </a:r>
          </a:p>
          <a:p>
            <a:r>
              <a:rPr lang="en-US" dirty="0"/>
              <a:t>Big boards (350mm and above) should have handles for production carrying use. Those boards may need stiffeners as well.</a:t>
            </a:r>
          </a:p>
          <a:p>
            <a:r>
              <a:rPr lang="en-US" sz="2000" dirty="0"/>
              <a:t>Place 3 fiducials on each side of the board no matter if contains SMD components or not. The fiducials should be located at least 2mm from the board edge.</a:t>
            </a:r>
          </a:p>
          <a:p>
            <a:r>
              <a:rPr lang="en-US" sz="2000" dirty="0">
                <a:solidFill>
                  <a:schemeClr val="tx1"/>
                </a:solidFill>
              </a:rPr>
              <a:t>Each board should have 2D Barcodes (BARCODE_2D footprint). Two on Top (SN, PN) and one on </a:t>
            </a:r>
            <a:r>
              <a:rPr lang="en-US" sz="2000" dirty="0"/>
              <a:t>Bottom (SN). Barcode size is 5x5mm Minimum. It should be free from silks, vias and conductors. Or empty or on a full non-functional plane . Do not place on a functional plane because we don’t want the copper to be exposed. Do not delete the texts: SN, PN, BARCODE_2D, it helps the machine to recognize the barcode location. Do not forget to update the barcode footprint to the latest version. A square full of silk is not permitted.</a:t>
            </a:r>
          </a:p>
          <a:p>
            <a:pPr marL="0" indent="0">
              <a:buNone/>
            </a:pPr>
            <a:endParaRPr lang="en-US"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31</a:t>
            </a:fld>
            <a:endParaRPr lang="en-US" dirty="0"/>
          </a:p>
        </p:txBody>
      </p:sp>
    </p:spTree>
    <p:extLst>
      <p:ext uri="{BB962C8B-B14F-4D97-AF65-F5344CB8AC3E}">
        <p14:creationId xmlns:p14="http://schemas.microsoft.com/office/powerpoint/2010/main" val="402728047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1E307E9-2161-DCB4-04D7-16F20BCBA281}"/>
              </a:ext>
            </a:extLst>
          </p:cNvPr>
          <p:cNvSpPr>
            <a:spLocks noGrp="1"/>
          </p:cNvSpPr>
          <p:nvPr>
            <p:ph type="title"/>
          </p:nvPr>
        </p:nvSpPr>
        <p:spPr/>
        <p:txBody>
          <a:bodyPr/>
          <a:lstStyle/>
          <a:p>
            <a:r>
              <a:rPr lang="en-US" b="1" dirty="0"/>
              <a:t>Placement</a:t>
            </a:r>
            <a:endParaRPr lang="he-IL" dirty="0"/>
          </a:p>
        </p:txBody>
      </p:sp>
      <p:sp>
        <p:nvSpPr>
          <p:cNvPr id="3" name="Content Placeholder 2">
            <a:extLst>
              <a:ext uri="{FF2B5EF4-FFF2-40B4-BE49-F238E27FC236}">
                <a16:creationId xmlns:a16="http://schemas.microsoft.com/office/drawing/2014/main" id="{3F36C7BE-07AA-539C-2ADC-3CEE7E65A124}"/>
              </a:ext>
            </a:extLst>
          </p:cNvPr>
          <p:cNvSpPr>
            <a:spLocks noGrp="1"/>
          </p:cNvSpPr>
          <p:nvPr>
            <p:ph idx="1"/>
          </p:nvPr>
        </p:nvSpPr>
        <p:spPr/>
        <p:txBody>
          <a:bodyPr/>
          <a:lstStyle/>
          <a:p>
            <a:pPr lvl="0"/>
            <a:r>
              <a:rPr lang="en-US" sz="2200" dirty="0"/>
              <a:t>Wave soldering: The distance between component’s pads and body to TH pin annular ring on opposite side: </a:t>
            </a:r>
          </a:p>
          <a:p>
            <a:pPr marL="527675" lvl="1" indent="0">
              <a:lnSpc>
                <a:spcPct val="100000"/>
              </a:lnSpc>
              <a:buNone/>
            </a:pPr>
            <a:r>
              <a:rPr lang="en-US" dirty="0"/>
              <a:t>Component height &lt;3mm → 120mil. </a:t>
            </a:r>
            <a:br>
              <a:rPr lang="en-US" dirty="0"/>
            </a:br>
            <a:r>
              <a:rPr lang="en-US" dirty="0"/>
              <a:t>Component height 3-6mm → 180mil.</a:t>
            </a:r>
            <a:br>
              <a:rPr lang="en-US" dirty="0"/>
            </a:br>
            <a:r>
              <a:rPr lang="en-US" dirty="0"/>
              <a:t>Component height &gt;6mm → 240mil.</a:t>
            </a:r>
          </a:p>
          <a:p>
            <a:r>
              <a:rPr lang="en-US" sz="2200" dirty="0"/>
              <a:t>Wave soldering and TH components with pitch smaller than </a:t>
            </a:r>
            <a:r>
              <a:rPr lang="en-US" sz="2200" dirty="0">
                <a:solidFill>
                  <a:srgbClr val="FF0000"/>
                </a:solidFill>
              </a:rPr>
              <a:t>XXXX</a:t>
            </a:r>
          </a:p>
          <a:p>
            <a:pPr marL="527675" lvl="1" indent="0">
              <a:lnSpc>
                <a:spcPct val="50000"/>
              </a:lnSpc>
              <a:buNone/>
            </a:pPr>
            <a:r>
              <a:rPr lang="en-US" dirty="0"/>
              <a:t>wave direction - The narrow side of the panel meets the wave. </a:t>
            </a:r>
          </a:p>
          <a:p>
            <a:pPr marL="527675" lvl="1" indent="0">
              <a:lnSpc>
                <a:spcPct val="50000"/>
              </a:lnSpc>
              <a:buNone/>
            </a:pPr>
            <a:r>
              <a:rPr lang="en-US" dirty="0"/>
              <a:t>The narrow side of the pin lines meets the wave. </a:t>
            </a:r>
          </a:p>
          <a:p>
            <a:pPr marL="527675" lvl="1" indent="0">
              <a:lnSpc>
                <a:spcPct val="50000"/>
              </a:lnSpc>
              <a:buNone/>
            </a:pPr>
            <a:r>
              <a:rPr lang="en-US" dirty="0"/>
              <a:t>The first and last pins should have thieving pads. If the wide side of the component meets the wave, then</a:t>
            </a:r>
          </a:p>
          <a:p>
            <a:pPr marL="527675" lvl="1" indent="0">
              <a:lnSpc>
                <a:spcPct val="50000"/>
              </a:lnSpc>
              <a:buNone/>
            </a:pPr>
            <a:r>
              <a:rPr lang="en-US" dirty="0"/>
              <a:t>need to add thieving pads to all the pins.</a:t>
            </a:r>
          </a:p>
          <a:p>
            <a:pPr marL="527675" lvl="1" indent="0">
              <a:buNone/>
            </a:pPr>
            <a:endParaRPr lang="en-US" dirty="0"/>
          </a:p>
          <a:p>
            <a:pPr marL="0" indent="0">
              <a:buNone/>
            </a:pPr>
            <a:br>
              <a:rPr lang="en-US" dirty="0"/>
            </a:br>
            <a:endParaRPr lang="he-IL" dirty="0"/>
          </a:p>
        </p:txBody>
      </p:sp>
      <p:sp>
        <p:nvSpPr>
          <p:cNvPr id="4" name="Slide Number Placeholder 3">
            <a:extLst>
              <a:ext uri="{FF2B5EF4-FFF2-40B4-BE49-F238E27FC236}">
                <a16:creationId xmlns:a16="http://schemas.microsoft.com/office/drawing/2014/main" id="{2A299CC5-20B7-79AB-6760-30A3D840BEED}"/>
              </a:ext>
            </a:extLst>
          </p:cNvPr>
          <p:cNvSpPr>
            <a:spLocks noGrp="1"/>
          </p:cNvSpPr>
          <p:nvPr>
            <p:ph type="sldNum" sz="quarter" idx="12"/>
          </p:nvPr>
        </p:nvSpPr>
        <p:spPr/>
        <p:txBody>
          <a:bodyPr/>
          <a:lstStyle/>
          <a:p>
            <a:fld id="{4FAB73BC-B049-4115-A692-8D63A059BFB8}" type="slidenum">
              <a:rPr lang="en-US" smtClean="0"/>
              <a:pPr/>
              <a:t>32</a:t>
            </a:fld>
            <a:endParaRPr lang="en-US" dirty="0"/>
          </a:p>
        </p:txBody>
      </p:sp>
    </p:spTree>
    <p:extLst>
      <p:ext uri="{BB962C8B-B14F-4D97-AF65-F5344CB8AC3E}">
        <p14:creationId xmlns:p14="http://schemas.microsoft.com/office/powerpoint/2010/main" val="403222498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A2C1A6D-32F7-D9E0-7391-E6AB9AC7141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0A58CB5-B7FA-F5C9-687E-01AE5E5E0B53}"/>
              </a:ext>
            </a:extLst>
          </p:cNvPr>
          <p:cNvSpPr>
            <a:spLocks noGrp="1"/>
          </p:cNvSpPr>
          <p:nvPr>
            <p:ph type="title"/>
          </p:nvPr>
        </p:nvSpPr>
        <p:spPr/>
        <p:txBody>
          <a:bodyPr/>
          <a:lstStyle/>
          <a:p>
            <a:r>
              <a:rPr lang="en-US" b="1" dirty="0"/>
              <a:t>Placement</a:t>
            </a:r>
            <a:endParaRPr lang="he-IL" dirty="0"/>
          </a:p>
        </p:txBody>
      </p:sp>
      <p:sp>
        <p:nvSpPr>
          <p:cNvPr id="3" name="Content Placeholder 2">
            <a:extLst>
              <a:ext uri="{FF2B5EF4-FFF2-40B4-BE49-F238E27FC236}">
                <a16:creationId xmlns:a16="http://schemas.microsoft.com/office/drawing/2014/main" id="{6B5B3BE8-CCDC-91C5-EABE-1DA590768983}"/>
              </a:ext>
            </a:extLst>
          </p:cNvPr>
          <p:cNvSpPr>
            <a:spLocks noGrp="1"/>
          </p:cNvSpPr>
          <p:nvPr>
            <p:ph idx="1"/>
          </p:nvPr>
        </p:nvSpPr>
        <p:spPr/>
        <p:txBody>
          <a:bodyPr/>
          <a:lstStyle/>
          <a:p>
            <a:r>
              <a:rPr lang="en-US" dirty="0"/>
              <a:t>Thieving pads – Since thieving pads are different for each component and board it will be done manually. The thieving pads size depends on the pad size (not drill).</a:t>
            </a:r>
          </a:p>
          <a:p>
            <a:r>
              <a:rPr lang="en-US" dirty="0"/>
              <a:t>There are few footprints available at the library for thieving pads:</a:t>
            </a: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Thieving40_20x70 for 40mil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Thieving50_25x90 for 50mil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Thieving60_30x105 for 60mil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Thieving70_35x125 for 70mil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lvl="1"/>
            <a:r>
              <a:rPr lang="en-US" sz="1600" dirty="0">
                <a:effectLst/>
                <a:latin typeface="Calibri" panose="020F0502020204030204" pitchFamily="34" charset="0"/>
                <a:ea typeface="Aptos" panose="020B0004020202020204" pitchFamily="34" charset="0"/>
                <a:cs typeface="Aptos" panose="020B0004020202020204" pitchFamily="34" charset="0"/>
              </a:rPr>
              <a:t>Thieving80_40x140 for 80mil pads</a:t>
            </a:r>
            <a:endParaRPr lang="en-US" sz="1600" dirty="0">
              <a:effectLst/>
              <a:latin typeface="Aptos" panose="020B0004020202020204" pitchFamily="34" charset="0"/>
              <a:ea typeface="Aptos" panose="020B0004020202020204" pitchFamily="34" charset="0"/>
              <a:cs typeface="Aptos" panose="020B0004020202020204" pitchFamily="34" charset="0"/>
            </a:endParaRPr>
          </a:p>
          <a:p>
            <a:pPr marL="527675" lvl="1" indent="0">
              <a:buNone/>
            </a:pPr>
            <a:endParaRPr lang="en-US" dirty="0"/>
          </a:p>
          <a:p>
            <a:pPr marL="0" indent="0">
              <a:buNone/>
            </a:pPr>
            <a:br>
              <a:rPr lang="en-US" dirty="0"/>
            </a:br>
            <a:endParaRPr lang="he-IL" dirty="0"/>
          </a:p>
        </p:txBody>
      </p:sp>
      <p:sp>
        <p:nvSpPr>
          <p:cNvPr id="4" name="Slide Number Placeholder 3">
            <a:extLst>
              <a:ext uri="{FF2B5EF4-FFF2-40B4-BE49-F238E27FC236}">
                <a16:creationId xmlns:a16="http://schemas.microsoft.com/office/drawing/2014/main" id="{3E3B7672-1D9F-411E-B376-8C2C597B7353}"/>
              </a:ext>
            </a:extLst>
          </p:cNvPr>
          <p:cNvSpPr>
            <a:spLocks noGrp="1"/>
          </p:cNvSpPr>
          <p:nvPr>
            <p:ph type="sldNum" sz="quarter" idx="12"/>
          </p:nvPr>
        </p:nvSpPr>
        <p:spPr/>
        <p:txBody>
          <a:bodyPr/>
          <a:lstStyle/>
          <a:p>
            <a:fld id="{4FAB73BC-B049-4115-A692-8D63A059BFB8}" type="slidenum">
              <a:rPr lang="en-US" smtClean="0"/>
              <a:pPr/>
              <a:t>33</a:t>
            </a:fld>
            <a:endParaRPr lang="en-US" dirty="0"/>
          </a:p>
        </p:txBody>
      </p:sp>
    </p:spTree>
    <p:extLst>
      <p:ext uri="{BB962C8B-B14F-4D97-AF65-F5344CB8AC3E}">
        <p14:creationId xmlns:p14="http://schemas.microsoft.com/office/powerpoint/2010/main" val="4152651696"/>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BCBC16-9CCE-75C0-45B4-FF942AD874F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5AA2D3E-E663-DA77-2F5C-DE08BCF94AD5}"/>
              </a:ext>
            </a:extLst>
          </p:cNvPr>
          <p:cNvSpPr>
            <a:spLocks noGrp="1"/>
          </p:cNvSpPr>
          <p:nvPr>
            <p:ph type="title"/>
          </p:nvPr>
        </p:nvSpPr>
        <p:spPr/>
        <p:txBody>
          <a:bodyPr/>
          <a:lstStyle/>
          <a:p>
            <a:r>
              <a:rPr lang="en-US" b="1" dirty="0"/>
              <a:t>Placement</a:t>
            </a:r>
            <a:endParaRPr lang="he-IL" dirty="0"/>
          </a:p>
        </p:txBody>
      </p:sp>
      <p:sp>
        <p:nvSpPr>
          <p:cNvPr id="3" name="Content Placeholder 2">
            <a:extLst>
              <a:ext uri="{FF2B5EF4-FFF2-40B4-BE49-F238E27FC236}">
                <a16:creationId xmlns:a16="http://schemas.microsoft.com/office/drawing/2014/main" id="{D2699693-8F3F-73F7-DA9F-22670A5722F6}"/>
              </a:ext>
            </a:extLst>
          </p:cNvPr>
          <p:cNvSpPr>
            <a:spLocks noGrp="1"/>
          </p:cNvSpPr>
          <p:nvPr>
            <p:ph idx="1"/>
          </p:nvPr>
        </p:nvSpPr>
        <p:spPr/>
        <p:txBody>
          <a:bodyPr/>
          <a:lstStyle/>
          <a:p>
            <a:r>
              <a:rPr lang="en-US" sz="2200" dirty="0"/>
              <a:t>Robotic soldering: The distance between component’s pads and body to TH pin annular ring on opposite side: </a:t>
            </a:r>
          </a:p>
          <a:p>
            <a:pPr marL="527675" lvl="1" indent="0">
              <a:buNone/>
            </a:pPr>
            <a:r>
              <a:rPr lang="en-US" dirty="0"/>
              <a:t>Component height =&lt;3mm → 100mil. </a:t>
            </a:r>
            <a:br>
              <a:rPr lang="en-US" dirty="0"/>
            </a:br>
            <a:r>
              <a:rPr lang="en-US" dirty="0"/>
              <a:t>Component height &gt;3mm → 160mil.</a:t>
            </a:r>
          </a:p>
          <a:p>
            <a:pPr marL="527675" lvl="1" indent="0">
              <a:buNone/>
            </a:pPr>
            <a:r>
              <a:rPr lang="en-US" sz="2000" dirty="0"/>
              <a:t>While using Robotic soldering thermal reliefs should be done with cross (Not thermal VIAs) for high current as well.</a:t>
            </a:r>
          </a:p>
          <a:p>
            <a:pPr marL="0" indent="0">
              <a:buNone/>
            </a:pPr>
            <a:br>
              <a:rPr lang="en-US" dirty="0"/>
            </a:br>
            <a:endParaRPr lang="he-IL" dirty="0"/>
          </a:p>
        </p:txBody>
      </p:sp>
      <p:sp>
        <p:nvSpPr>
          <p:cNvPr id="4" name="Slide Number Placeholder 3">
            <a:extLst>
              <a:ext uri="{FF2B5EF4-FFF2-40B4-BE49-F238E27FC236}">
                <a16:creationId xmlns:a16="http://schemas.microsoft.com/office/drawing/2014/main" id="{A5743D41-00F1-D82A-704C-3396A7DBC8D5}"/>
              </a:ext>
            </a:extLst>
          </p:cNvPr>
          <p:cNvSpPr>
            <a:spLocks noGrp="1"/>
          </p:cNvSpPr>
          <p:nvPr>
            <p:ph type="sldNum" sz="quarter" idx="12"/>
          </p:nvPr>
        </p:nvSpPr>
        <p:spPr/>
        <p:txBody>
          <a:bodyPr/>
          <a:lstStyle/>
          <a:p>
            <a:fld id="{4FAB73BC-B049-4115-A692-8D63A059BFB8}" type="slidenum">
              <a:rPr lang="en-US" smtClean="0"/>
              <a:pPr/>
              <a:t>34</a:t>
            </a:fld>
            <a:endParaRPr lang="en-US" dirty="0"/>
          </a:p>
        </p:txBody>
      </p:sp>
    </p:spTree>
    <p:extLst>
      <p:ext uri="{BB962C8B-B14F-4D97-AF65-F5344CB8AC3E}">
        <p14:creationId xmlns:p14="http://schemas.microsoft.com/office/powerpoint/2010/main" val="378527211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61D356-A3C0-907B-F590-11D0752A1B63}"/>
              </a:ext>
            </a:extLst>
          </p:cNvPr>
          <p:cNvSpPr>
            <a:spLocks noGrp="1"/>
          </p:cNvSpPr>
          <p:nvPr>
            <p:ph type="title"/>
          </p:nvPr>
        </p:nvSpPr>
        <p:spPr/>
        <p:txBody>
          <a:bodyPr/>
          <a:lstStyle/>
          <a:p>
            <a:r>
              <a:rPr lang="en-US" b="1" dirty="0"/>
              <a:t>Placement</a:t>
            </a:r>
            <a:endParaRPr lang="he-IL" dirty="0"/>
          </a:p>
        </p:txBody>
      </p:sp>
      <p:sp>
        <p:nvSpPr>
          <p:cNvPr id="3" name="Content Placeholder 2">
            <a:extLst>
              <a:ext uri="{FF2B5EF4-FFF2-40B4-BE49-F238E27FC236}">
                <a16:creationId xmlns:a16="http://schemas.microsoft.com/office/drawing/2014/main" id="{F54A3A17-922B-326F-3E76-B646DB7752F4}"/>
              </a:ext>
            </a:extLst>
          </p:cNvPr>
          <p:cNvSpPr>
            <a:spLocks noGrp="1"/>
          </p:cNvSpPr>
          <p:nvPr>
            <p:ph idx="1"/>
          </p:nvPr>
        </p:nvSpPr>
        <p:spPr/>
        <p:txBody>
          <a:bodyPr/>
          <a:lstStyle/>
          <a:p>
            <a:r>
              <a:rPr lang="en-US" dirty="0"/>
              <a:t>Laser soldering: The distance between component’s pads and body to TH pin annular ring on opposite side: </a:t>
            </a:r>
          </a:p>
          <a:p>
            <a:pPr marL="527675" lvl="1" indent="0">
              <a:buNone/>
            </a:pPr>
            <a:r>
              <a:rPr lang="en-US" dirty="0"/>
              <a:t>Component height =&lt;40mm → 120mil. </a:t>
            </a:r>
            <a:br>
              <a:rPr lang="en-US" dirty="0"/>
            </a:br>
            <a:r>
              <a:rPr lang="en-US" dirty="0"/>
              <a:t>Component height &gt;40mm → 1380mil (35mm).</a:t>
            </a:r>
          </a:p>
          <a:p>
            <a:pPr marL="527675" lvl="1" indent="0">
              <a:buNone/>
            </a:pPr>
            <a:r>
              <a:rPr lang="en-US" dirty="0"/>
              <a:t>While using Laser soldering thermal reliefs should be done with cross (Not thermal VIAs) for high current as well.</a:t>
            </a:r>
            <a:endParaRPr lang="en-US" sz="2200" dirty="0"/>
          </a:p>
          <a:p>
            <a:pPr marL="527675" lvl="1" indent="0">
              <a:buNone/>
            </a:pPr>
            <a:r>
              <a:rPr lang="en-US" dirty="0"/>
              <a:t>Laser Soldering requires a special footprint. Pads should be larger than usual on the soldering side only, and white Silkscreen should be applied around the pads to avoid burning of the board.</a:t>
            </a:r>
          </a:p>
          <a:p>
            <a:pPr marL="0" indent="0">
              <a:buNone/>
            </a:pPr>
            <a:endParaRPr lang="he-IL" dirty="0"/>
          </a:p>
        </p:txBody>
      </p:sp>
      <p:sp>
        <p:nvSpPr>
          <p:cNvPr id="4" name="Slide Number Placeholder 3">
            <a:extLst>
              <a:ext uri="{FF2B5EF4-FFF2-40B4-BE49-F238E27FC236}">
                <a16:creationId xmlns:a16="http://schemas.microsoft.com/office/drawing/2014/main" id="{29E74194-AD84-D134-B60A-13AF1D19AFB4}"/>
              </a:ext>
            </a:extLst>
          </p:cNvPr>
          <p:cNvSpPr>
            <a:spLocks noGrp="1"/>
          </p:cNvSpPr>
          <p:nvPr>
            <p:ph type="sldNum" sz="quarter" idx="12"/>
          </p:nvPr>
        </p:nvSpPr>
        <p:spPr/>
        <p:txBody>
          <a:bodyPr/>
          <a:lstStyle/>
          <a:p>
            <a:fld id="{4FAB73BC-B049-4115-A692-8D63A059BFB8}" type="slidenum">
              <a:rPr lang="en-US" smtClean="0"/>
              <a:pPr/>
              <a:t>35</a:t>
            </a:fld>
            <a:endParaRPr lang="en-US" dirty="0"/>
          </a:p>
        </p:txBody>
      </p:sp>
      <p:sp>
        <p:nvSpPr>
          <p:cNvPr id="5" name="矩形 19">
            <a:extLst>
              <a:ext uri="{FF2B5EF4-FFF2-40B4-BE49-F238E27FC236}">
                <a16:creationId xmlns:a16="http://schemas.microsoft.com/office/drawing/2014/main" id="{D9EB9730-D08B-F442-CA0B-5EBC6CDD2422}"/>
              </a:ext>
            </a:extLst>
          </p:cNvPr>
          <p:cNvSpPr/>
          <p:nvPr/>
        </p:nvSpPr>
        <p:spPr>
          <a:xfrm>
            <a:off x="6759949" y="4013835"/>
            <a:ext cx="2044868" cy="2461633"/>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6" name="矩形 38">
            <a:extLst>
              <a:ext uri="{FF2B5EF4-FFF2-40B4-BE49-F238E27FC236}">
                <a16:creationId xmlns:a16="http://schemas.microsoft.com/office/drawing/2014/main" id="{78BF57EF-799B-0E03-E37C-EE9D812BCD31}"/>
              </a:ext>
            </a:extLst>
          </p:cNvPr>
          <p:cNvSpPr/>
          <p:nvPr/>
        </p:nvSpPr>
        <p:spPr>
          <a:xfrm>
            <a:off x="7429303" y="4092724"/>
            <a:ext cx="1220470" cy="2303854"/>
          </a:xfrm>
          <a:prstGeom prst="rect">
            <a:avLst/>
          </a:prstGeom>
          <a:solidFill>
            <a:schemeClr val="bg1">
              <a:lumMod val="95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7" name="文本框 14">
            <a:extLst>
              <a:ext uri="{FF2B5EF4-FFF2-40B4-BE49-F238E27FC236}">
                <a16:creationId xmlns:a16="http://schemas.microsoft.com/office/drawing/2014/main" id="{89455DB5-D7CD-DF53-1C96-66C2F54D35F9}"/>
              </a:ext>
            </a:extLst>
          </p:cNvPr>
          <p:cNvSpPr txBox="1"/>
          <p:nvPr/>
        </p:nvSpPr>
        <p:spPr>
          <a:xfrm>
            <a:off x="4776834" y="4300855"/>
            <a:ext cx="1488440" cy="461665"/>
          </a:xfrm>
          <a:prstGeom prst="rect">
            <a:avLst/>
          </a:prstGeom>
          <a:solidFill>
            <a:srgbClr val="008D86"/>
          </a:solidFill>
        </p:spPr>
        <p:txBody>
          <a:bodyPr wrap="square" rtlCol="0">
            <a:spAutoFit/>
          </a:bodyPr>
          <a:lstStyle/>
          <a:p>
            <a:pPr algn="ctr"/>
            <a:r>
              <a:rPr lang="en-US" altLang="zh-CN" sz="1200" dirty="0">
                <a:solidFill>
                  <a:schemeClr val="bg1"/>
                </a:solidFill>
              </a:rPr>
              <a:t>Silkscreen ink over solder mask</a:t>
            </a:r>
            <a:endParaRPr lang="zh-CN" altLang="en-US" sz="1200" dirty="0">
              <a:solidFill>
                <a:schemeClr val="bg1"/>
              </a:solidFill>
            </a:endParaRPr>
          </a:p>
        </p:txBody>
      </p:sp>
      <p:sp>
        <p:nvSpPr>
          <p:cNvPr id="15" name="文本框 91">
            <a:extLst>
              <a:ext uri="{FF2B5EF4-FFF2-40B4-BE49-F238E27FC236}">
                <a16:creationId xmlns:a16="http://schemas.microsoft.com/office/drawing/2014/main" id="{57F53FE2-25F2-23D6-0D75-FAEEA0BF77BA}"/>
              </a:ext>
            </a:extLst>
          </p:cNvPr>
          <p:cNvSpPr txBox="1"/>
          <p:nvPr>
            <p:custDataLst>
              <p:tags r:id="rId1"/>
            </p:custDataLst>
          </p:nvPr>
        </p:nvSpPr>
        <p:spPr>
          <a:xfrm>
            <a:off x="1588210" y="4639773"/>
            <a:ext cx="1200150" cy="306705"/>
          </a:xfrm>
          <a:prstGeom prst="rect">
            <a:avLst/>
          </a:prstGeom>
          <a:noFill/>
        </p:spPr>
        <p:txBody>
          <a:bodyPr wrap="square" rtlCol="0">
            <a:spAutoFit/>
          </a:bodyPr>
          <a:lstStyle/>
          <a:p>
            <a:pPr algn="ctr"/>
            <a:r>
              <a:rPr lang="en-US" altLang="zh-CN" sz="1400" dirty="0">
                <a:solidFill>
                  <a:schemeClr val="tx1">
                    <a:lumMod val="75000"/>
                    <a:lumOff val="25000"/>
                  </a:schemeClr>
                </a:solidFill>
                <a:latin typeface="黑体" panose="02010609060101010101" pitchFamily="49" charset="-122"/>
                <a:ea typeface="黑体" panose="02010609060101010101" pitchFamily="49" charset="-122"/>
              </a:rPr>
              <a:t>3.5mm</a:t>
            </a:r>
          </a:p>
        </p:txBody>
      </p:sp>
      <p:sp>
        <p:nvSpPr>
          <p:cNvPr id="19" name="文本框 18">
            <a:extLst>
              <a:ext uri="{FF2B5EF4-FFF2-40B4-BE49-F238E27FC236}">
                <a16:creationId xmlns:a16="http://schemas.microsoft.com/office/drawing/2014/main" id="{3E1F9EAF-968B-C076-DDDF-FC6F3815191F}"/>
              </a:ext>
            </a:extLst>
          </p:cNvPr>
          <p:cNvSpPr txBox="1"/>
          <p:nvPr>
            <p:custDataLst>
              <p:tags r:id="rId2"/>
            </p:custDataLst>
          </p:nvPr>
        </p:nvSpPr>
        <p:spPr>
          <a:xfrm>
            <a:off x="2925857" y="5270103"/>
            <a:ext cx="1200150" cy="306705"/>
          </a:xfrm>
          <a:prstGeom prst="rect">
            <a:avLst/>
          </a:prstGeom>
          <a:noFill/>
        </p:spPr>
        <p:txBody>
          <a:bodyPr wrap="square" rtlCol="0">
            <a:spAutoFit/>
          </a:bodyPr>
          <a:lstStyle/>
          <a:p>
            <a:pPr algn="ctr"/>
            <a:r>
              <a:rPr lang="en-US" altLang="zh-CN" sz="1400" dirty="0">
                <a:solidFill>
                  <a:schemeClr val="tx1">
                    <a:lumMod val="75000"/>
                    <a:lumOff val="25000"/>
                  </a:schemeClr>
                </a:solidFill>
                <a:latin typeface="黑体" panose="02010609060101010101" pitchFamily="49" charset="-122"/>
                <a:ea typeface="黑体" panose="02010609060101010101" pitchFamily="49" charset="-122"/>
              </a:rPr>
              <a:t>1.75mm</a:t>
            </a:r>
          </a:p>
        </p:txBody>
      </p:sp>
      <p:grpSp>
        <p:nvGrpSpPr>
          <p:cNvPr id="26" name="组合 26">
            <a:extLst>
              <a:ext uri="{FF2B5EF4-FFF2-40B4-BE49-F238E27FC236}">
                <a16:creationId xmlns:a16="http://schemas.microsoft.com/office/drawing/2014/main" id="{EA05F69E-3BE7-84AB-B044-0D1F64D6A641}"/>
              </a:ext>
            </a:extLst>
          </p:cNvPr>
          <p:cNvGrpSpPr/>
          <p:nvPr/>
        </p:nvGrpSpPr>
        <p:grpSpPr>
          <a:xfrm>
            <a:off x="7769277" y="4809491"/>
            <a:ext cx="608330" cy="287020"/>
            <a:chOff x="11153" y="3120"/>
            <a:chExt cx="1984" cy="992"/>
          </a:xfrm>
        </p:grpSpPr>
        <p:sp>
          <p:nvSpPr>
            <p:cNvPr id="27" name="圆角矩形 27">
              <a:extLst>
                <a:ext uri="{FF2B5EF4-FFF2-40B4-BE49-F238E27FC236}">
                  <a16:creationId xmlns:a16="http://schemas.microsoft.com/office/drawing/2014/main" id="{D32B0D9A-8189-D7D8-7366-61B40C7955E8}"/>
                </a:ext>
              </a:extLst>
            </p:cNvPr>
            <p:cNvSpPr/>
            <p:nvPr>
              <p:custDataLst>
                <p:tags r:id="rId15"/>
              </p:custDataLst>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28" name="椭圆 28">
              <a:extLst>
                <a:ext uri="{FF2B5EF4-FFF2-40B4-BE49-F238E27FC236}">
                  <a16:creationId xmlns:a16="http://schemas.microsoft.com/office/drawing/2014/main" id="{18730E39-C4CD-64F8-5945-A20521A3C805}"/>
                </a:ext>
              </a:extLst>
            </p:cNvPr>
            <p:cNvSpPr/>
            <p:nvPr>
              <p:custDataLst>
                <p:tags r:id="rId16"/>
              </p:custDataLst>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29" name="组合 29">
            <a:extLst>
              <a:ext uri="{FF2B5EF4-FFF2-40B4-BE49-F238E27FC236}">
                <a16:creationId xmlns:a16="http://schemas.microsoft.com/office/drawing/2014/main" id="{6AF9EF26-1010-2330-B9C3-EDC787D82FAA}"/>
              </a:ext>
            </a:extLst>
          </p:cNvPr>
          <p:cNvGrpSpPr/>
          <p:nvPr/>
        </p:nvGrpSpPr>
        <p:grpSpPr>
          <a:xfrm>
            <a:off x="7764693" y="4372868"/>
            <a:ext cx="608330" cy="287020"/>
            <a:chOff x="11153" y="3120"/>
            <a:chExt cx="1984" cy="992"/>
          </a:xfrm>
        </p:grpSpPr>
        <p:sp>
          <p:nvSpPr>
            <p:cNvPr id="30" name="圆角矩形 30">
              <a:extLst>
                <a:ext uri="{FF2B5EF4-FFF2-40B4-BE49-F238E27FC236}">
                  <a16:creationId xmlns:a16="http://schemas.microsoft.com/office/drawing/2014/main" id="{FBE372BE-4C6E-3A66-CADB-156EEC0A7948}"/>
                </a:ext>
              </a:extLst>
            </p:cNvPr>
            <p:cNvSpPr/>
            <p:nvPr>
              <p:custDataLst>
                <p:tags r:id="rId13"/>
              </p:custDataLst>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1" name="椭圆 31">
              <a:extLst>
                <a:ext uri="{FF2B5EF4-FFF2-40B4-BE49-F238E27FC236}">
                  <a16:creationId xmlns:a16="http://schemas.microsoft.com/office/drawing/2014/main" id="{B55AB1E1-0455-6677-9D4C-9867B3767A0E}"/>
                </a:ext>
              </a:extLst>
            </p:cNvPr>
            <p:cNvSpPr/>
            <p:nvPr>
              <p:custDataLst>
                <p:tags r:id="rId14"/>
              </p:custDataLst>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2" name="组合 32">
            <a:extLst>
              <a:ext uri="{FF2B5EF4-FFF2-40B4-BE49-F238E27FC236}">
                <a16:creationId xmlns:a16="http://schemas.microsoft.com/office/drawing/2014/main" id="{179BE9E2-3F59-74FE-398D-AC5173B60320}"/>
              </a:ext>
            </a:extLst>
          </p:cNvPr>
          <p:cNvGrpSpPr/>
          <p:nvPr/>
        </p:nvGrpSpPr>
        <p:grpSpPr>
          <a:xfrm>
            <a:off x="7793104" y="5799577"/>
            <a:ext cx="608330" cy="287020"/>
            <a:chOff x="11153" y="3120"/>
            <a:chExt cx="1984" cy="992"/>
          </a:xfrm>
        </p:grpSpPr>
        <p:sp>
          <p:nvSpPr>
            <p:cNvPr id="33" name="圆角矩形 33">
              <a:extLst>
                <a:ext uri="{FF2B5EF4-FFF2-40B4-BE49-F238E27FC236}">
                  <a16:creationId xmlns:a16="http://schemas.microsoft.com/office/drawing/2014/main" id="{F47AAFD0-A449-8A04-CC73-C78D00000D0B}"/>
                </a:ext>
              </a:extLst>
            </p:cNvPr>
            <p:cNvSpPr/>
            <p:nvPr>
              <p:custDataLst>
                <p:tags r:id="rId11"/>
              </p:custDataLst>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4" name="椭圆 34">
              <a:extLst>
                <a:ext uri="{FF2B5EF4-FFF2-40B4-BE49-F238E27FC236}">
                  <a16:creationId xmlns:a16="http://schemas.microsoft.com/office/drawing/2014/main" id="{6DFA7537-783F-7D80-2905-768CCEDE7208}"/>
                </a:ext>
              </a:extLst>
            </p:cNvPr>
            <p:cNvSpPr/>
            <p:nvPr>
              <p:custDataLst>
                <p:tags r:id="rId12"/>
              </p:custDataLst>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grpSp>
        <p:nvGrpSpPr>
          <p:cNvPr id="35" name="组合 35">
            <a:extLst>
              <a:ext uri="{FF2B5EF4-FFF2-40B4-BE49-F238E27FC236}">
                <a16:creationId xmlns:a16="http://schemas.microsoft.com/office/drawing/2014/main" id="{77299276-DD13-BF48-3EFD-1FE80C6E371B}"/>
              </a:ext>
            </a:extLst>
          </p:cNvPr>
          <p:cNvGrpSpPr/>
          <p:nvPr/>
        </p:nvGrpSpPr>
        <p:grpSpPr>
          <a:xfrm>
            <a:off x="7793104" y="5372910"/>
            <a:ext cx="608330" cy="287020"/>
            <a:chOff x="11153" y="3120"/>
            <a:chExt cx="1984" cy="992"/>
          </a:xfrm>
        </p:grpSpPr>
        <p:sp>
          <p:nvSpPr>
            <p:cNvPr id="36" name="圆角矩形 36">
              <a:extLst>
                <a:ext uri="{FF2B5EF4-FFF2-40B4-BE49-F238E27FC236}">
                  <a16:creationId xmlns:a16="http://schemas.microsoft.com/office/drawing/2014/main" id="{D612DB28-7342-C11B-EB2D-AA4311871265}"/>
                </a:ext>
              </a:extLst>
            </p:cNvPr>
            <p:cNvSpPr/>
            <p:nvPr>
              <p:custDataLst>
                <p:tags r:id="rId9"/>
              </p:custDataLst>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37" name="椭圆 37">
              <a:extLst>
                <a:ext uri="{FF2B5EF4-FFF2-40B4-BE49-F238E27FC236}">
                  <a16:creationId xmlns:a16="http://schemas.microsoft.com/office/drawing/2014/main" id="{B84E77E5-D02F-39EC-C3C9-117886F2BBE5}"/>
                </a:ext>
              </a:extLst>
            </p:cNvPr>
            <p:cNvSpPr/>
            <p:nvPr>
              <p:custDataLst>
                <p:tags r:id="rId10"/>
              </p:custDataLst>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38" name="直接连接符 39">
            <a:extLst>
              <a:ext uri="{FF2B5EF4-FFF2-40B4-BE49-F238E27FC236}">
                <a16:creationId xmlns:a16="http://schemas.microsoft.com/office/drawing/2014/main" id="{EE598B66-8D3C-E526-06FD-2EF93C27D657}"/>
              </a:ext>
            </a:extLst>
          </p:cNvPr>
          <p:cNvCxnSpPr>
            <a:cxnSpLocks/>
            <a:stCxn id="7" idx="3"/>
          </p:cNvCxnSpPr>
          <p:nvPr/>
        </p:nvCxnSpPr>
        <p:spPr>
          <a:xfrm>
            <a:off x="6265274" y="4531688"/>
            <a:ext cx="1398934" cy="258768"/>
          </a:xfrm>
          <a:prstGeom prst="line">
            <a:avLst/>
          </a:prstGeom>
          <a:ln w="38100">
            <a:solidFill>
              <a:srgbClr val="008D86"/>
            </a:solidFill>
            <a:tailEnd type="oval"/>
          </a:ln>
        </p:spPr>
        <p:style>
          <a:lnRef idx="1">
            <a:schemeClr val="accent1"/>
          </a:lnRef>
          <a:fillRef idx="0">
            <a:schemeClr val="accent1"/>
          </a:fillRef>
          <a:effectRef idx="0">
            <a:schemeClr val="accent1"/>
          </a:effectRef>
          <a:fontRef idx="minor">
            <a:schemeClr val="tx1"/>
          </a:fontRef>
        </p:style>
      </p:cxnSp>
      <p:sp>
        <p:nvSpPr>
          <p:cNvPr id="39" name="文本框 14">
            <a:extLst>
              <a:ext uri="{FF2B5EF4-FFF2-40B4-BE49-F238E27FC236}">
                <a16:creationId xmlns:a16="http://schemas.microsoft.com/office/drawing/2014/main" id="{EF81AFCB-C093-3088-59F8-943529BE1BB8}"/>
              </a:ext>
            </a:extLst>
          </p:cNvPr>
          <p:cNvSpPr txBox="1"/>
          <p:nvPr/>
        </p:nvSpPr>
        <p:spPr>
          <a:xfrm>
            <a:off x="4776834" y="4939156"/>
            <a:ext cx="1488440" cy="276999"/>
          </a:xfrm>
          <a:prstGeom prst="rect">
            <a:avLst/>
          </a:prstGeom>
          <a:solidFill>
            <a:srgbClr val="008D86"/>
          </a:solidFill>
        </p:spPr>
        <p:txBody>
          <a:bodyPr wrap="square" rtlCol="0">
            <a:spAutoFit/>
          </a:bodyPr>
          <a:lstStyle/>
          <a:p>
            <a:pPr algn="ctr"/>
            <a:r>
              <a:rPr lang="en-US" altLang="zh-CN" sz="1200" dirty="0">
                <a:solidFill>
                  <a:schemeClr val="bg1"/>
                </a:solidFill>
                <a:ea typeface="黑体" panose="02010609060101010101" pitchFamily="49" charset="-122"/>
              </a:rPr>
              <a:t>Solder mask ink</a:t>
            </a:r>
            <a:endParaRPr lang="zh-CN" altLang="en-US" sz="1200" dirty="0">
              <a:solidFill>
                <a:schemeClr val="bg1"/>
              </a:solidFill>
              <a:ea typeface="黑体" panose="02010609060101010101" pitchFamily="49" charset="-122"/>
            </a:endParaRPr>
          </a:p>
        </p:txBody>
      </p:sp>
      <p:cxnSp>
        <p:nvCxnSpPr>
          <p:cNvPr id="40" name="直接连接符 39">
            <a:extLst>
              <a:ext uri="{FF2B5EF4-FFF2-40B4-BE49-F238E27FC236}">
                <a16:creationId xmlns:a16="http://schemas.microsoft.com/office/drawing/2014/main" id="{186F4DC4-0386-C2AA-9C3C-BDD344C18DE1}"/>
              </a:ext>
            </a:extLst>
          </p:cNvPr>
          <p:cNvCxnSpPr>
            <a:cxnSpLocks/>
            <a:stCxn id="39" idx="3"/>
          </p:cNvCxnSpPr>
          <p:nvPr/>
        </p:nvCxnSpPr>
        <p:spPr>
          <a:xfrm>
            <a:off x="6265274" y="5077656"/>
            <a:ext cx="817790" cy="148520"/>
          </a:xfrm>
          <a:prstGeom prst="line">
            <a:avLst/>
          </a:prstGeom>
          <a:ln w="38100">
            <a:solidFill>
              <a:srgbClr val="008D86"/>
            </a:solidFill>
            <a:tailEnd type="oval"/>
          </a:ln>
        </p:spPr>
        <p:style>
          <a:lnRef idx="1">
            <a:schemeClr val="accent1"/>
          </a:lnRef>
          <a:fillRef idx="0">
            <a:schemeClr val="accent1"/>
          </a:fillRef>
          <a:effectRef idx="0">
            <a:schemeClr val="accent1"/>
          </a:effectRef>
          <a:fontRef idx="minor">
            <a:schemeClr val="tx1"/>
          </a:fontRef>
        </p:style>
      </p:cxnSp>
      <p:cxnSp>
        <p:nvCxnSpPr>
          <p:cNvPr id="41" name="Straight Arrow Connector 40">
            <a:extLst>
              <a:ext uri="{FF2B5EF4-FFF2-40B4-BE49-F238E27FC236}">
                <a16:creationId xmlns:a16="http://schemas.microsoft.com/office/drawing/2014/main" id="{E57A9999-96DB-E87C-33AA-6066FFD61553}"/>
              </a:ext>
            </a:extLst>
          </p:cNvPr>
          <p:cNvCxnSpPr>
            <a:cxnSpLocks/>
          </p:cNvCxnSpPr>
          <p:nvPr/>
        </p:nvCxnSpPr>
        <p:spPr>
          <a:xfrm>
            <a:off x="7429303" y="4286095"/>
            <a:ext cx="1220470"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CBF18610-2418-63D5-3514-300DB02C9AD3}"/>
              </a:ext>
            </a:extLst>
          </p:cNvPr>
          <p:cNvCxnSpPr>
            <a:cxnSpLocks/>
          </p:cNvCxnSpPr>
          <p:nvPr/>
        </p:nvCxnSpPr>
        <p:spPr>
          <a:xfrm flipH="1">
            <a:off x="8184006" y="6396578"/>
            <a:ext cx="8087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3" name="Straight Connector 42">
            <a:extLst>
              <a:ext uri="{FF2B5EF4-FFF2-40B4-BE49-F238E27FC236}">
                <a16:creationId xmlns:a16="http://schemas.microsoft.com/office/drawing/2014/main" id="{2D38B458-ABDB-0417-2BC9-4D25801108BA}"/>
              </a:ext>
            </a:extLst>
          </p:cNvPr>
          <p:cNvCxnSpPr>
            <a:cxnSpLocks/>
          </p:cNvCxnSpPr>
          <p:nvPr/>
        </p:nvCxnSpPr>
        <p:spPr>
          <a:xfrm flipH="1">
            <a:off x="8184006" y="6086597"/>
            <a:ext cx="80871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44" name="Straight Arrow Connector 43">
            <a:extLst>
              <a:ext uri="{FF2B5EF4-FFF2-40B4-BE49-F238E27FC236}">
                <a16:creationId xmlns:a16="http://schemas.microsoft.com/office/drawing/2014/main" id="{57FD3F51-68E5-C253-FB22-5EAA098F930F}"/>
              </a:ext>
            </a:extLst>
          </p:cNvPr>
          <p:cNvCxnSpPr>
            <a:cxnSpLocks/>
          </p:cNvCxnSpPr>
          <p:nvPr/>
        </p:nvCxnSpPr>
        <p:spPr>
          <a:xfrm flipV="1">
            <a:off x="8932924" y="6076517"/>
            <a:ext cx="0" cy="320061"/>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grpSp>
        <p:nvGrpSpPr>
          <p:cNvPr id="45" name="组合 11">
            <a:extLst>
              <a:ext uri="{FF2B5EF4-FFF2-40B4-BE49-F238E27FC236}">
                <a16:creationId xmlns:a16="http://schemas.microsoft.com/office/drawing/2014/main" id="{6823C43D-261A-C3A7-647F-F6A010738D5F}"/>
              </a:ext>
            </a:extLst>
          </p:cNvPr>
          <p:cNvGrpSpPr/>
          <p:nvPr/>
        </p:nvGrpSpPr>
        <p:grpSpPr>
          <a:xfrm>
            <a:off x="1557412" y="5098346"/>
            <a:ext cx="1259840" cy="629920"/>
            <a:chOff x="11153" y="3120"/>
            <a:chExt cx="1984" cy="992"/>
          </a:xfrm>
        </p:grpSpPr>
        <p:sp>
          <p:nvSpPr>
            <p:cNvPr id="46" name="圆角矩形 9">
              <a:extLst>
                <a:ext uri="{FF2B5EF4-FFF2-40B4-BE49-F238E27FC236}">
                  <a16:creationId xmlns:a16="http://schemas.microsoft.com/office/drawing/2014/main" id="{4C16AF5D-9451-8168-1D2E-A37B9FE4E2B7}"/>
                </a:ext>
              </a:extLst>
            </p:cNvPr>
            <p:cNvSpPr/>
            <p:nvPr/>
          </p:nvSpPr>
          <p:spPr>
            <a:xfrm>
              <a:off x="11153" y="3120"/>
              <a:ext cx="1984" cy="992"/>
            </a:xfrm>
            <a:prstGeom prst="roundRect">
              <a:avLst>
                <a:gd name="adj" fmla="val 50000"/>
              </a:avLst>
            </a:prstGeom>
            <a:solidFill>
              <a:schemeClr val="accent4"/>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sp>
          <p:nvSpPr>
            <p:cNvPr id="47" name="椭圆 10">
              <a:extLst>
                <a:ext uri="{FF2B5EF4-FFF2-40B4-BE49-F238E27FC236}">
                  <a16:creationId xmlns:a16="http://schemas.microsoft.com/office/drawing/2014/main" id="{06415274-29FE-DA30-FBE6-7B5C4F337B30}"/>
                </a:ext>
              </a:extLst>
            </p:cNvPr>
            <p:cNvSpPr/>
            <p:nvPr/>
          </p:nvSpPr>
          <p:spPr>
            <a:xfrm>
              <a:off x="11288" y="3219"/>
              <a:ext cx="794" cy="794"/>
            </a:xfrm>
            <a:prstGeom prst="ellipse">
              <a:avLst/>
            </a:prstGeom>
            <a:solidFill>
              <a:schemeClr val="bg1"/>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p>
          </p:txBody>
        </p:sp>
      </p:grpSp>
      <p:cxnSp>
        <p:nvCxnSpPr>
          <p:cNvPr id="48" name="直接连接符 88">
            <a:extLst>
              <a:ext uri="{FF2B5EF4-FFF2-40B4-BE49-F238E27FC236}">
                <a16:creationId xmlns:a16="http://schemas.microsoft.com/office/drawing/2014/main" id="{8A034E81-34D4-A80C-72A9-AD1291DC9088}"/>
              </a:ext>
            </a:extLst>
          </p:cNvPr>
          <p:cNvCxnSpPr/>
          <p:nvPr>
            <p:custDataLst>
              <p:tags r:id="rId3"/>
            </p:custDataLst>
          </p:nvPr>
        </p:nvCxnSpPr>
        <p:spPr>
          <a:xfrm rot="16200000">
            <a:off x="2817887" y="5193031"/>
            <a:ext cx="0" cy="1080135"/>
          </a:xfrm>
          <a:prstGeom prst="line">
            <a:avLst/>
          </a:prstGeom>
        </p:spPr>
        <p:style>
          <a:lnRef idx="2">
            <a:schemeClr val="dk1"/>
          </a:lnRef>
          <a:fillRef idx="0">
            <a:schemeClr val="dk1"/>
          </a:fillRef>
          <a:effectRef idx="1">
            <a:schemeClr val="dk1"/>
          </a:effectRef>
          <a:fontRef idx="minor">
            <a:schemeClr val="tx1"/>
          </a:fontRef>
        </p:style>
      </p:cxnSp>
      <p:cxnSp>
        <p:nvCxnSpPr>
          <p:cNvPr id="49" name="直接连接符 89">
            <a:extLst>
              <a:ext uri="{FF2B5EF4-FFF2-40B4-BE49-F238E27FC236}">
                <a16:creationId xmlns:a16="http://schemas.microsoft.com/office/drawing/2014/main" id="{C51BB987-9F23-116E-4FC4-A1C49D4E825D}"/>
              </a:ext>
            </a:extLst>
          </p:cNvPr>
          <p:cNvCxnSpPr/>
          <p:nvPr>
            <p:custDataLst>
              <p:tags r:id="rId4"/>
            </p:custDataLst>
          </p:nvPr>
        </p:nvCxnSpPr>
        <p:spPr>
          <a:xfrm flipH="1">
            <a:off x="1557730" y="4780845"/>
            <a:ext cx="1905" cy="632460"/>
          </a:xfrm>
          <a:prstGeom prst="line">
            <a:avLst/>
          </a:prstGeom>
        </p:spPr>
        <p:style>
          <a:lnRef idx="2">
            <a:schemeClr val="dk1"/>
          </a:lnRef>
          <a:fillRef idx="0">
            <a:schemeClr val="dk1"/>
          </a:fillRef>
          <a:effectRef idx="1">
            <a:schemeClr val="dk1"/>
          </a:effectRef>
          <a:fontRef idx="minor">
            <a:schemeClr val="tx1"/>
          </a:fontRef>
        </p:style>
      </p:cxnSp>
      <p:cxnSp>
        <p:nvCxnSpPr>
          <p:cNvPr id="50" name="直接箭头连接符 90">
            <a:extLst>
              <a:ext uri="{FF2B5EF4-FFF2-40B4-BE49-F238E27FC236}">
                <a16:creationId xmlns:a16="http://schemas.microsoft.com/office/drawing/2014/main" id="{52858586-46AE-C646-8450-CF019A1568C2}"/>
              </a:ext>
            </a:extLst>
          </p:cNvPr>
          <p:cNvCxnSpPr/>
          <p:nvPr>
            <p:custDataLst>
              <p:tags r:id="rId5"/>
            </p:custDataLst>
          </p:nvPr>
        </p:nvCxnSpPr>
        <p:spPr>
          <a:xfrm flipH="1">
            <a:off x="1579002" y="4943476"/>
            <a:ext cx="1217295" cy="9525"/>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cxnSp>
        <p:nvCxnSpPr>
          <p:cNvPr id="51" name="直接连接符 12">
            <a:extLst>
              <a:ext uri="{FF2B5EF4-FFF2-40B4-BE49-F238E27FC236}">
                <a16:creationId xmlns:a16="http://schemas.microsoft.com/office/drawing/2014/main" id="{F8EE7C7C-7291-593E-C413-FE6F565B23DE}"/>
              </a:ext>
            </a:extLst>
          </p:cNvPr>
          <p:cNvCxnSpPr/>
          <p:nvPr>
            <p:custDataLst>
              <p:tags r:id="rId6"/>
            </p:custDataLst>
          </p:nvPr>
        </p:nvCxnSpPr>
        <p:spPr>
          <a:xfrm flipH="1">
            <a:off x="2816935" y="4780845"/>
            <a:ext cx="1905" cy="632460"/>
          </a:xfrm>
          <a:prstGeom prst="line">
            <a:avLst/>
          </a:prstGeom>
        </p:spPr>
        <p:style>
          <a:lnRef idx="2">
            <a:schemeClr val="dk1"/>
          </a:lnRef>
          <a:fillRef idx="0">
            <a:schemeClr val="dk1"/>
          </a:fillRef>
          <a:effectRef idx="1">
            <a:schemeClr val="dk1"/>
          </a:effectRef>
          <a:fontRef idx="minor">
            <a:schemeClr val="tx1"/>
          </a:fontRef>
        </p:style>
      </p:cxnSp>
      <p:cxnSp>
        <p:nvCxnSpPr>
          <p:cNvPr id="52" name="直接连接符 16">
            <a:extLst>
              <a:ext uri="{FF2B5EF4-FFF2-40B4-BE49-F238E27FC236}">
                <a16:creationId xmlns:a16="http://schemas.microsoft.com/office/drawing/2014/main" id="{61AB681A-4473-909B-90CE-5B37AD462720}"/>
              </a:ext>
            </a:extLst>
          </p:cNvPr>
          <p:cNvCxnSpPr/>
          <p:nvPr>
            <p:custDataLst>
              <p:tags r:id="rId7"/>
            </p:custDataLst>
          </p:nvPr>
        </p:nvCxnSpPr>
        <p:spPr>
          <a:xfrm rot="16200000">
            <a:off x="2817887" y="4558031"/>
            <a:ext cx="0" cy="1080135"/>
          </a:xfrm>
          <a:prstGeom prst="line">
            <a:avLst/>
          </a:prstGeom>
        </p:spPr>
        <p:style>
          <a:lnRef idx="2">
            <a:schemeClr val="dk1"/>
          </a:lnRef>
          <a:fillRef idx="0">
            <a:schemeClr val="dk1"/>
          </a:fillRef>
          <a:effectRef idx="1">
            <a:schemeClr val="dk1"/>
          </a:effectRef>
          <a:fontRef idx="minor">
            <a:schemeClr val="tx1"/>
          </a:fontRef>
        </p:style>
      </p:cxnSp>
      <p:cxnSp>
        <p:nvCxnSpPr>
          <p:cNvPr id="53" name="直接箭头连接符 17">
            <a:extLst>
              <a:ext uri="{FF2B5EF4-FFF2-40B4-BE49-F238E27FC236}">
                <a16:creationId xmlns:a16="http://schemas.microsoft.com/office/drawing/2014/main" id="{E0D64E1C-A841-E472-E0DF-E2D558802FDE}"/>
              </a:ext>
            </a:extLst>
          </p:cNvPr>
          <p:cNvCxnSpPr/>
          <p:nvPr>
            <p:custDataLst>
              <p:tags r:id="rId8"/>
            </p:custDataLst>
          </p:nvPr>
        </p:nvCxnSpPr>
        <p:spPr>
          <a:xfrm flipV="1">
            <a:off x="3122052" y="5107941"/>
            <a:ext cx="9525" cy="593090"/>
          </a:xfrm>
          <a:prstGeom prst="straightConnector1">
            <a:avLst/>
          </a:prstGeom>
          <a:ln>
            <a:headEnd type="triangle" w="med" len="med"/>
            <a:tailEnd type="triangle" w="med" len="med"/>
          </a:ln>
        </p:spPr>
        <p:style>
          <a:lnRef idx="2">
            <a:schemeClr val="dk1"/>
          </a:lnRef>
          <a:fillRef idx="0">
            <a:schemeClr val="dk1"/>
          </a:fillRef>
          <a:effectRef idx="1">
            <a:schemeClr val="dk1"/>
          </a:effectRef>
          <a:fontRef idx="minor">
            <a:schemeClr val="tx1"/>
          </a:fontRef>
        </p:style>
      </p:cxnSp>
      <p:sp>
        <p:nvSpPr>
          <p:cNvPr id="60" name="TextBox 59">
            <a:extLst>
              <a:ext uri="{FF2B5EF4-FFF2-40B4-BE49-F238E27FC236}">
                <a16:creationId xmlns:a16="http://schemas.microsoft.com/office/drawing/2014/main" id="{C477B146-D9C8-5452-5FA6-40D34787060F}"/>
              </a:ext>
            </a:extLst>
          </p:cNvPr>
          <p:cNvSpPr txBox="1"/>
          <p:nvPr/>
        </p:nvSpPr>
        <p:spPr>
          <a:xfrm>
            <a:off x="7256757" y="4039384"/>
            <a:ext cx="1398934" cy="246711"/>
          </a:xfrm>
          <a:prstGeom prst="rect">
            <a:avLst/>
          </a:prstGeom>
          <a:noFill/>
        </p:spPr>
        <p:txBody>
          <a:bodyPr wrap="square" rtlCol="0">
            <a:noAutofit/>
          </a:bodyPr>
          <a:lstStyle/>
          <a:p>
            <a:pPr algn="ctr"/>
            <a:r>
              <a:rPr lang="en-US" sz="1100" b="1" dirty="0">
                <a:latin typeface="Segoe UI" panose="020B0502040204020203" pitchFamily="34" charset="0"/>
                <a:cs typeface="Segoe UI" panose="020B0502040204020203" pitchFamily="34" charset="0"/>
              </a:rPr>
              <a:t>2* pad</a:t>
            </a:r>
            <a:r>
              <a:rPr lang="zh-CN" altLang="en-US" sz="1100" b="1" dirty="0">
                <a:latin typeface="Segoe UI" panose="020B0502040204020203" pitchFamily="34" charset="0"/>
                <a:cs typeface="Segoe UI" panose="020B0502040204020203" pitchFamily="34" charset="0"/>
              </a:rPr>
              <a:t> </a:t>
            </a:r>
            <a:r>
              <a:rPr lang="en-US" altLang="zh-CN" sz="1100" b="1" dirty="0">
                <a:latin typeface="Segoe UI" panose="020B0502040204020203" pitchFamily="34" charset="0"/>
                <a:cs typeface="Segoe UI" panose="020B0502040204020203" pitchFamily="34" charset="0"/>
              </a:rPr>
              <a:t>length</a:t>
            </a:r>
            <a:endParaRPr lang="en-US" sz="1100" b="1" dirty="0">
              <a:latin typeface="Segoe UI" panose="020B0502040204020203" pitchFamily="34" charset="0"/>
              <a:cs typeface="Segoe UI" panose="020B0502040204020203" pitchFamily="34" charset="0"/>
            </a:endParaRPr>
          </a:p>
        </p:txBody>
      </p:sp>
      <p:sp>
        <p:nvSpPr>
          <p:cNvPr id="63" name="TextBox 62">
            <a:extLst>
              <a:ext uri="{FF2B5EF4-FFF2-40B4-BE49-F238E27FC236}">
                <a16:creationId xmlns:a16="http://schemas.microsoft.com/office/drawing/2014/main" id="{26A36517-64C4-D956-6405-654F3A456F53}"/>
              </a:ext>
            </a:extLst>
          </p:cNvPr>
          <p:cNvSpPr txBox="1"/>
          <p:nvPr/>
        </p:nvSpPr>
        <p:spPr>
          <a:xfrm>
            <a:off x="8932924" y="6103982"/>
            <a:ext cx="567860" cy="246711"/>
          </a:xfrm>
          <a:prstGeom prst="rect">
            <a:avLst/>
          </a:prstGeom>
          <a:noFill/>
        </p:spPr>
        <p:txBody>
          <a:bodyPr wrap="square" rtlCol="0">
            <a:noAutofit/>
          </a:bodyPr>
          <a:lstStyle/>
          <a:p>
            <a:r>
              <a:rPr lang="en-US" sz="1100" b="1" dirty="0">
                <a:latin typeface="Segoe UI" panose="020B0502040204020203" pitchFamily="34" charset="0"/>
                <a:cs typeface="Segoe UI" panose="020B0502040204020203" pitchFamily="34" charset="0"/>
              </a:rPr>
              <a:t>2mm</a:t>
            </a:r>
          </a:p>
        </p:txBody>
      </p:sp>
    </p:spTree>
    <p:extLst>
      <p:ext uri="{BB962C8B-B14F-4D97-AF65-F5344CB8AC3E}">
        <p14:creationId xmlns:p14="http://schemas.microsoft.com/office/powerpoint/2010/main" val="215027462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D58-3C44-0729-027F-3ECA6B958A13}"/>
              </a:ext>
            </a:extLst>
          </p:cNvPr>
          <p:cNvSpPr>
            <a:spLocks noGrp="1"/>
          </p:cNvSpPr>
          <p:nvPr>
            <p:ph type="title"/>
          </p:nvPr>
        </p:nvSpPr>
        <p:spPr/>
        <p:txBody>
          <a:bodyPr anchor="b">
            <a:normAutofit/>
          </a:bodyPr>
          <a:lstStyle/>
          <a:p>
            <a:r>
              <a:rPr lang="en-US" sz="3600" b="1" spc="-60" dirty="0">
                <a:solidFill>
                  <a:schemeClr val="bg2"/>
                </a:solidFill>
                <a:latin typeface="+mn-lt"/>
                <a:ea typeface="Segoe UI Historic" panose="020B0502040204020203" pitchFamily="34" charset="0"/>
                <a:cs typeface="Segoe UI" panose="020B0502040204020203" pitchFamily="34" charset="0"/>
              </a:rPr>
              <a:t>Placement</a:t>
            </a:r>
          </a:p>
        </p:txBody>
      </p:sp>
      <p:sp>
        <p:nvSpPr>
          <p:cNvPr id="3" name="Text Placeholder 2">
            <a:extLst>
              <a:ext uri="{FF2B5EF4-FFF2-40B4-BE49-F238E27FC236}">
                <a16:creationId xmlns:a16="http://schemas.microsoft.com/office/drawing/2014/main" id="{47CA7EBF-C0F8-EEEF-9DA0-A7D4D40BEAFC}"/>
              </a:ext>
            </a:extLst>
          </p:cNvPr>
          <p:cNvSpPr>
            <a:spLocks noGrp="1"/>
          </p:cNvSpPr>
          <p:nvPr>
            <p:ph type="body" sz="quarter" idx="13"/>
          </p:nvPr>
        </p:nvSpPr>
        <p:spPr>
          <a:xfrm>
            <a:off x="366184" y="1227670"/>
            <a:ext cx="10522640" cy="4694767"/>
          </a:xfrm>
        </p:spPr>
        <p:txBody>
          <a:bodyPr/>
          <a:lstStyle/>
          <a:p>
            <a:r>
              <a:rPr lang="en-US" dirty="0"/>
              <a:t>Press fit components (as per DOC-PR-00474):</a:t>
            </a:r>
          </a:p>
          <a:p>
            <a:pPr lvl="1"/>
            <a:r>
              <a:rPr lang="en-US" sz="1800" dirty="0"/>
              <a:t>Pin’s plated TH requirements (drill, coating…) must be defined as per MFG requirements.</a:t>
            </a:r>
          </a:p>
          <a:p>
            <a:pPr lvl="1"/>
            <a:r>
              <a:rPr lang="en-US" sz="1800" dirty="0"/>
              <a:t>Distance between SMD components edge to Press fit component pins center: 5mm.</a:t>
            </a:r>
          </a:p>
          <a:p>
            <a:pPr lvl="1"/>
            <a:r>
              <a:rPr lang="en-US" sz="1800" dirty="0"/>
              <a:t>Distance between SMD components edge to press fit component mechanic elements which touch the PCB (For example, four towers in IGBT modules) : 2mm.</a:t>
            </a:r>
          </a:p>
          <a:p>
            <a:pPr lvl="1"/>
            <a:r>
              <a:rPr lang="en-US" sz="1800" dirty="0"/>
              <a:t>Distance between SMD components edge to any surface of the jig which meets the PCB: 2mm.</a:t>
            </a:r>
          </a:p>
          <a:p>
            <a:pPr lvl="1"/>
            <a:r>
              <a:rPr lang="en-US" sz="1800" dirty="0"/>
              <a:t>Distance between mechanic screws and standoffs on the PCB (which connect the PCB to the Heat sink) to press fit component edge: 50mm.</a:t>
            </a:r>
          </a:p>
          <a:p>
            <a:pPr lvl="1"/>
            <a:r>
              <a:rPr lang="en-US" sz="1800" dirty="0"/>
              <a:t>Screws and Standoffs should be distributed as symmetrically as possible around the IGBT.  A symmetric distribution will assure that the PCB will bend and push the IGBT down evenly against the Heat sink. </a:t>
            </a:r>
          </a:p>
          <a:p>
            <a:pPr lvl="1"/>
            <a:r>
              <a:rPr lang="en-US" sz="1800" dirty="0"/>
              <a:t>Press fit components should have around them few package keep out areas for the press jig, as  per mechanic and Q&amp;R instructions. We should keep 2mm distance between the press jig to SMD components edge.</a:t>
            </a:r>
          </a:p>
          <a:p>
            <a:pPr marL="306900" lvl="1" indent="0">
              <a:buNone/>
            </a:pPr>
            <a:endParaRPr lang="en-US" dirty="0"/>
          </a:p>
          <a:p>
            <a:pPr lvl="1">
              <a:buFont typeface="Arial" panose="020B0604020202020204" pitchFamily="34" charset="0"/>
              <a:buChar char="•"/>
            </a:pPr>
            <a:endParaRPr lang="en-US" sz="2000" dirty="0"/>
          </a:p>
          <a:p>
            <a:pPr lvl="1">
              <a:buFont typeface="Arial" panose="020B0604020202020204" pitchFamily="34" charset="0"/>
              <a:buChar char="•"/>
            </a:pPr>
            <a:endParaRPr lang="en-US" sz="20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3381960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D58-3C44-0729-027F-3ECA6B958A13}"/>
              </a:ext>
            </a:extLst>
          </p:cNvPr>
          <p:cNvSpPr>
            <a:spLocks noGrp="1"/>
          </p:cNvSpPr>
          <p:nvPr>
            <p:ph type="title"/>
          </p:nvPr>
        </p:nvSpPr>
        <p:spPr/>
        <p:txBody>
          <a:bodyPr anchor="b">
            <a:normAutofit/>
          </a:bodyPr>
          <a:lstStyle/>
          <a:p>
            <a:r>
              <a:rPr lang="en-US" sz="3600" b="1" spc="-60" dirty="0">
                <a:solidFill>
                  <a:schemeClr val="bg2"/>
                </a:solidFill>
                <a:latin typeface="+mn-lt"/>
                <a:ea typeface="Segoe UI Historic" panose="020B0502040204020203" pitchFamily="34" charset="0"/>
                <a:cs typeface="Segoe UI" panose="020B0502040204020203" pitchFamily="34" charset="0"/>
              </a:rPr>
              <a:t>Placement</a:t>
            </a:r>
          </a:p>
        </p:txBody>
      </p:sp>
      <p:sp>
        <p:nvSpPr>
          <p:cNvPr id="3" name="Text Placeholder 2">
            <a:extLst>
              <a:ext uri="{FF2B5EF4-FFF2-40B4-BE49-F238E27FC236}">
                <a16:creationId xmlns:a16="http://schemas.microsoft.com/office/drawing/2014/main" id="{47CA7EBF-C0F8-EEEF-9DA0-A7D4D40BEAFC}"/>
              </a:ext>
            </a:extLst>
          </p:cNvPr>
          <p:cNvSpPr>
            <a:spLocks noGrp="1"/>
          </p:cNvSpPr>
          <p:nvPr>
            <p:ph type="body" sz="quarter" idx="13"/>
          </p:nvPr>
        </p:nvSpPr>
        <p:spPr>
          <a:xfrm>
            <a:off x="366184" y="1227670"/>
            <a:ext cx="10522640" cy="4694767"/>
          </a:xfrm>
        </p:spPr>
        <p:txBody>
          <a:bodyPr/>
          <a:lstStyle/>
          <a:p>
            <a:r>
              <a:rPr lang="en-US" dirty="0"/>
              <a:t>Automatic Lines (as per DOC-PR-00700)</a:t>
            </a:r>
          </a:p>
          <a:p>
            <a:pPr lvl="1"/>
            <a:r>
              <a:rPr lang="en-US" sz="2000" dirty="0"/>
              <a:t>PCB Maximum dimensions: 400mm x 500mm. </a:t>
            </a:r>
          </a:p>
          <a:p>
            <a:pPr lvl="1"/>
            <a:r>
              <a:rPr lang="en-US" sz="2000" dirty="0"/>
              <a:t>Maximum component height on the top side (C.S): 100mm.</a:t>
            </a:r>
          </a:p>
          <a:p>
            <a:pPr lvl="1"/>
            <a:r>
              <a:rPr lang="en-US" sz="2000" dirty="0"/>
              <a:t>PCBA Maximum weigh: 4.5kg.</a:t>
            </a:r>
          </a:p>
          <a:p>
            <a:pPr lvl="1"/>
            <a:r>
              <a:rPr lang="en-US" sz="2000" dirty="0"/>
              <a:t>All screws must be M4. M4 screw drill diameter: 4.8mm (XXXX Footprint).</a:t>
            </a:r>
          </a:p>
          <a:p>
            <a:pPr lvl="1"/>
            <a:r>
              <a:rPr lang="en-US" sz="2000" dirty="0"/>
              <a:t>Minimize the quantity of screws used in the product wherever feasible.</a:t>
            </a:r>
          </a:p>
          <a:p>
            <a:pPr lvl="1"/>
            <a:r>
              <a:rPr lang="en-US" sz="2000" dirty="0"/>
              <a:t>Components which may move after assembly (such as Y capacitors…) should have 100mil distance from screws and spacers, to avoid interference during tightening the screws.</a:t>
            </a:r>
          </a:p>
          <a:p>
            <a:pPr lvl="1"/>
            <a:r>
              <a:rPr lang="en-US" sz="2000" dirty="0"/>
              <a:t>Each board should have 2 holes for guiding pins. One is circle drill (MECH_3_5MM_NP) and the other is Oval drill (</a:t>
            </a:r>
            <a:r>
              <a:rPr lang="pl-PL" sz="2000" dirty="0"/>
              <a:t>MECH_OVAL_3_5MM_4MM_N</a:t>
            </a:r>
            <a:r>
              <a:rPr lang="en-US" sz="2000" dirty="0"/>
              <a:t>P). The longer diameter direction of the oval hole should point the circle drill center.</a:t>
            </a:r>
          </a:p>
          <a:p>
            <a:pPr lvl="1"/>
            <a:endParaRPr lang="en-US" dirty="0"/>
          </a:p>
          <a:p>
            <a:pPr lvl="1">
              <a:buFont typeface="Arial" panose="020B0604020202020204" pitchFamily="34" charset="0"/>
              <a:buChar char="•"/>
            </a:pPr>
            <a:endParaRPr lang="en-US" sz="20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408496218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D58-3C44-0729-027F-3ECA6B958A13}"/>
              </a:ext>
            </a:extLst>
          </p:cNvPr>
          <p:cNvSpPr>
            <a:spLocks noGrp="1"/>
          </p:cNvSpPr>
          <p:nvPr>
            <p:ph type="title"/>
          </p:nvPr>
        </p:nvSpPr>
        <p:spPr/>
        <p:txBody>
          <a:bodyPr anchor="b">
            <a:normAutofit/>
          </a:bodyPr>
          <a:lstStyle/>
          <a:p>
            <a:r>
              <a:rPr lang="en-US" sz="3600" b="1" spc="-60" dirty="0">
                <a:solidFill>
                  <a:schemeClr val="bg2"/>
                </a:solidFill>
                <a:latin typeface="+mn-lt"/>
                <a:ea typeface="Segoe UI Historic" panose="020B0502040204020203" pitchFamily="34" charset="0"/>
                <a:cs typeface="Segoe UI" panose="020B0502040204020203" pitchFamily="34" charset="0"/>
              </a:rPr>
              <a:t>Placement</a:t>
            </a:r>
          </a:p>
        </p:txBody>
      </p:sp>
      <p:sp>
        <p:nvSpPr>
          <p:cNvPr id="3" name="Text Placeholder 2">
            <a:extLst>
              <a:ext uri="{FF2B5EF4-FFF2-40B4-BE49-F238E27FC236}">
                <a16:creationId xmlns:a16="http://schemas.microsoft.com/office/drawing/2014/main" id="{47CA7EBF-C0F8-EEEF-9DA0-A7D4D40BEAFC}"/>
              </a:ext>
            </a:extLst>
          </p:cNvPr>
          <p:cNvSpPr>
            <a:spLocks noGrp="1"/>
          </p:cNvSpPr>
          <p:nvPr>
            <p:ph type="body" sz="quarter" idx="13"/>
          </p:nvPr>
        </p:nvSpPr>
        <p:spPr>
          <a:xfrm>
            <a:off x="366184" y="1227670"/>
            <a:ext cx="10522640" cy="4694767"/>
          </a:xfrm>
        </p:spPr>
        <p:txBody>
          <a:bodyPr/>
          <a:lstStyle/>
          <a:p>
            <a:r>
              <a:rPr lang="en-US" dirty="0"/>
              <a:t>Automatic Lines</a:t>
            </a:r>
          </a:p>
          <a:p>
            <a:pPr lvl="1"/>
            <a:r>
              <a:rPr lang="en-US" dirty="0"/>
              <a:t>Each board should have gripping areas: </a:t>
            </a:r>
          </a:p>
          <a:p>
            <a:pPr lvl="2">
              <a:buFont typeface="Arial" panose="020B0604020202020204" pitchFamily="34" charset="0"/>
              <a:buChar char="•"/>
            </a:pPr>
            <a:r>
              <a:rPr lang="en-US" sz="1800" dirty="0"/>
              <a:t>Grippers on the board outline: At list 2 grippers should be placed on the two parallel edges of the board. GRIPPER_1 on one side of the board and GRIPPER_2 on the opposite. The maximum distance between two adjacent grippers should be 100mm.</a:t>
            </a:r>
          </a:p>
          <a:p>
            <a:pPr lvl="2">
              <a:buFont typeface="Arial" panose="020B0604020202020204" pitchFamily="34" charset="0"/>
              <a:buChar char="•"/>
            </a:pPr>
            <a:r>
              <a:rPr lang="en-US" sz="1800" dirty="0">
                <a:solidFill>
                  <a:schemeClr val="tx1"/>
                </a:solidFill>
              </a:rPr>
              <a:t>Using vacuum nipples. Package keep out and Via keep out areas for vacuum nipples. Available footprints are </a:t>
            </a:r>
            <a:r>
              <a:rPr lang="en-US" sz="1800" dirty="0">
                <a:effectLst/>
                <a:latin typeface="Courier New" panose="02070309020205020404" pitchFamily="49" charset="0"/>
              </a:rPr>
              <a:t>VACUUM_12MM, VACUUM_20MM. </a:t>
            </a:r>
            <a:endParaRPr lang="en-US" sz="1800" dirty="0">
              <a:solidFill>
                <a:schemeClr val="tx1"/>
              </a:solidFill>
            </a:endParaRPr>
          </a:p>
          <a:p>
            <a:pPr lvl="2">
              <a:buFont typeface="Arial" panose="020B0604020202020204" pitchFamily="34" charset="0"/>
              <a:buChar char="•"/>
            </a:pPr>
            <a:r>
              <a:rPr lang="en-US" sz="1800" dirty="0">
                <a:solidFill>
                  <a:schemeClr val="tx1"/>
                </a:solidFill>
              </a:rPr>
              <a:t>A combination of Grippers on the outline and vacuum nipples at the middle of the board is acceptable, depending on the board size and weigh.</a:t>
            </a:r>
          </a:p>
          <a:p>
            <a:pPr lvl="2">
              <a:buFont typeface="Arial" panose="020B0604020202020204" pitchFamily="34" charset="0"/>
              <a:buChar char="•"/>
            </a:pPr>
            <a:r>
              <a:rPr lang="en-US" sz="1800" dirty="0">
                <a:solidFill>
                  <a:schemeClr val="tx1"/>
                </a:solidFill>
              </a:rPr>
              <a:t>Gripping method should be designed with automation representative from the Global Automation division and approved by them.</a:t>
            </a:r>
          </a:p>
          <a:p>
            <a:pPr lvl="2">
              <a:buFont typeface="Arial" panose="020B0604020202020204" pitchFamily="34" charset="0"/>
              <a:buChar char="•"/>
            </a:pPr>
            <a:r>
              <a:rPr lang="en-US" sz="1800" dirty="0">
                <a:solidFill>
                  <a:schemeClr val="tx1"/>
                </a:solidFill>
              </a:rPr>
              <a:t>Make sure to maintain uniform spacing between the gripping points.</a:t>
            </a:r>
            <a:endParaRPr lang="en-US" sz="2000" dirty="0"/>
          </a:p>
          <a:p>
            <a:pPr lvl="1">
              <a:buFont typeface="Arial" panose="020B0604020202020204" pitchFamily="34" charset="0"/>
              <a:buChar char="•"/>
            </a:pPr>
            <a:endParaRPr lang="en-US" sz="20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5920772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496D58-3C44-0729-027F-3ECA6B958A13}"/>
              </a:ext>
            </a:extLst>
          </p:cNvPr>
          <p:cNvSpPr>
            <a:spLocks noGrp="1"/>
          </p:cNvSpPr>
          <p:nvPr>
            <p:ph type="title"/>
          </p:nvPr>
        </p:nvSpPr>
        <p:spPr/>
        <p:txBody>
          <a:bodyPr anchor="b">
            <a:normAutofit/>
          </a:bodyPr>
          <a:lstStyle/>
          <a:p>
            <a:r>
              <a:rPr lang="en-US" sz="3600" b="1" spc="-60" dirty="0">
                <a:solidFill>
                  <a:schemeClr val="bg2"/>
                </a:solidFill>
                <a:latin typeface="+mn-lt"/>
                <a:ea typeface="Segoe UI Historic" panose="020B0502040204020203" pitchFamily="34" charset="0"/>
                <a:cs typeface="Segoe UI" panose="020B0502040204020203" pitchFamily="34" charset="0"/>
              </a:rPr>
              <a:t>Placement</a:t>
            </a:r>
          </a:p>
        </p:txBody>
      </p:sp>
      <p:sp>
        <p:nvSpPr>
          <p:cNvPr id="3" name="Text Placeholder 2">
            <a:extLst>
              <a:ext uri="{FF2B5EF4-FFF2-40B4-BE49-F238E27FC236}">
                <a16:creationId xmlns:a16="http://schemas.microsoft.com/office/drawing/2014/main" id="{47CA7EBF-C0F8-EEEF-9DA0-A7D4D40BEAFC}"/>
              </a:ext>
            </a:extLst>
          </p:cNvPr>
          <p:cNvSpPr>
            <a:spLocks noGrp="1"/>
          </p:cNvSpPr>
          <p:nvPr>
            <p:ph type="body" sz="quarter" idx="13"/>
          </p:nvPr>
        </p:nvSpPr>
        <p:spPr>
          <a:xfrm>
            <a:off x="366184" y="1227670"/>
            <a:ext cx="10522640" cy="4694767"/>
          </a:xfrm>
        </p:spPr>
        <p:txBody>
          <a:bodyPr/>
          <a:lstStyle/>
          <a:p>
            <a:r>
              <a:rPr lang="en-US" dirty="0"/>
              <a:t>Automatic Lines</a:t>
            </a:r>
          </a:p>
          <a:p>
            <a:pPr lvl="1"/>
            <a:r>
              <a:rPr lang="en-US" sz="2400" dirty="0">
                <a:solidFill>
                  <a:schemeClr val="tx1"/>
                </a:solidFill>
              </a:rPr>
              <a:t>Each board should have 2D Barcodes (BARCODE_2D footprint). Two on Top (SN, PN) and one on bottom. Barcode size is 5x5mm Minimum. It should be free from silks vias and conductors. Or empty or full plane. A full plane is referred.</a:t>
            </a:r>
          </a:p>
          <a:p>
            <a:pPr lvl="1"/>
            <a:r>
              <a:rPr lang="en-US" sz="2400" dirty="0">
                <a:solidFill>
                  <a:schemeClr val="tx1"/>
                </a:solidFill>
              </a:rPr>
              <a:t>Large and heavy boards may need stiffeners. Need to check with mechanic and OPS (Albert or Benny)</a:t>
            </a:r>
          </a:p>
          <a:p>
            <a:pPr lvl="1"/>
            <a:r>
              <a:rPr lang="en-US" sz="2400" dirty="0">
                <a:solidFill>
                  <a:schemeClr val="tx1"/>
                </a:solidFill>
              </a:rPr>
              <a:t>It is necessary to design the boards with balance of SMD components on TOP and Bottom, as much as possible, to reduce the assembly time. </a:t>
            </a:r>
            <a:r>
              <a:rPr lang="en-US" sz="2400" dirty="0">
                <a:solidFill>
                  <a:srgbClr val="FF0000"/>
                </a:solidFill>
              </a:rPr>
              <a:t>Please check with SMD_INS_report.</a:t>
            </a:r>
          </a:p>
          <a:p>
            <a:pPr marL="306900" lvl="1" indent="0">
              <a:buNone/>
            </a:pPr>
            <a:endParaRPr lang="en-US" sz="2400" dirty="0">
              <a:solidFill>
                <a:schemeClr val="tx1"/>
              </a:solidFill>
            </a:endParaRPr>
          </a:p>
          <a:p>
            <a:pPr marL="306900" lvl="1" indent="0">
              <a:buNone/>
            </a:pPr>
            <a:endParaRPr lang="en-US" sz="1800" dirty="0">
              <a:solidFill>
                <a:schemeClr val="tx1"/>
              </a:solidFill>
            </a:endParaRPr>
          </a:p>
          <a:p>
            <a:pPr lvl="1">
              <a:buFont typeface="Arial" panose="020B0604020202020204" pitchFamily="34" charset="0"/>
              <a:buChar char="•"/>
            </a:pPr>
            <a:endParaRPr lang="en-US" sz="2000" dirty="0"/>
          </a:p>
          <a:p>
            <a:pPr lvl="1">
              <a:buFont typeface="Arial" panose="020B0604020202020204" pitchFamily="34" charset="0"/>
              <a:buChar char="•"/>
            </a:pPr>
            <a:endParaRPr lang="en-US" sz="2000" dirty="0"/>
          </a:p>
          <a:p>
            <a:pPr lvl="1">
              <a:buFont typeface="Arial" panose="020B0604020202020204" pitchFamily="34" charset="0"/>
              <a:buChar char="•"/>
            </a:pPr>
            <a:endParaRPr lang="en-US" sz="1800" dirty="0"/>
          </a:p>
        </p:txBody>
      </p:sp>
    </p:spTree>
    <p:extLst>
      <p:ext uri="{BB962C8B-B14F-4D97-AF65-F5344CB8AC3E}">
        <p14:creationId xmlns:p14="http://schemas.microsoft.com/office/powerpoint/2010/main" val="112209675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A31766D-1F0D-B059-5E95-81BFDB44A12D}"/>
              </a:ext>
            </a:extLst>
          </p:cNvPr>
          <p:cNvSpPr>
            <a:spLocks noGrp="1"/>
          </p:cNvSpPr>
          <p:nvPr>
            <p:ph type="title"/>
          </p:nvPr>
        </p:nvSpPr>
        <p:spPr/>
        <p:txBody>
          <a:bodyPr/>
          <a:lstStyle/>
          <a:p>
            <a:r>
              <a:rPr lang="en-US" dirty="0"/>
              <a:t>Placement approval</a:t>
            </a:r>
          </a:p>
        </p:txBody>
      </p:sp>
      <p:sp>
        <p:nvSpPr>
          <p:cNvPr id="3" name="Content Placeholder 2">
            <a:extLst>
              <a:ext uri="{FF2B5EF4-FFF2-40B4-BE49-F238E27FC236}">
                <a16:creationId xmlns:a16="http://schemas.microsoft.com/office/drawing/2014/main" id="{BAE2EE2F-7902-C372-9D54-D20791A0788D}"/>
              </a:ext>
            </a:extLst>
          </p:cNvPr>
          <p:cNvSpPr>
            <a:spLocks noGrp="1"/>
          </p:cNvSpPr>
          <p:nvPr>
            <p:ph idx="1"/>
          </p:nvPr>
        </p:nvSpPr>
        <p:spPr>
          <a:xfrm>
            <a:off x="405320" y="1304417"/>
            <a:ext cx="11412000" cy="4696275"/>
          </a:xfrm>
        </p:spPr>
        <p:txBody>
          <a:bodyPr/>
          <a:lstStyle/>
          <a:p>
            <a:r>
              <a:rPr lang="en-US" sz="3200" dirty="0"/>
              <a:t>Send placement for responsible engineer, Mechanic and technologist for approval.</a:t>
            </a:r>
          </a:p>
          <a:p>
            <a:pPr marL="0" indent="0">
              <a:buNone/>
            </a:pPr>
            <a:endParaRPr lang="en-US" dirty="0"/>
          </a:p>
        </p:txBody>
      </p:sp>
      <p:sp>
        <p:nvSpPr>
          <p:cNvPr id="4" name="Slide Number Placeholder 3">
            <a:extLst>
              <a:ext uri="{FF2B5EF4-FFF2-40B4-BE49-F238E27FC236}">
                <a16:creationId xmlns:a16="http://schemas.microsoft.com/office/drawing/2014/main" id="{AEF8CF9D-0EBF-E99D-E653-C2FD6C3A3056}"/>
              </a:ext>
            </a:extLst>
          </p:cNvPr>
          <p:cNvSpPr>
            <a:spLocks noGrp="1"/>
          </p:cNvSpPr>
          <p:nvPr>
            <p:ph type="sldNum" sz="quarter" idx="12"/>
          </p:nvPr>
        </p:nvSpPr>
        <p:spPr/>
        <p:txBody>
          <a:bodyPr/>
          <a:lstStyle/>
          <a:p>
            <a:fld id="{4FAB73BC-B049-4115-A692-8D63A059BFB8}" type="slidenum">
              <a:rPr lang="en-US" smtClean="0"/>
              <a:pPr/>
              <a:t>40</a:t>
            </a:fld>
            <a:endParaRPr lang="en-US" dirty="0"/>
          </a:p>
        </p:txBody>
      </p:sp>
    </p:spTree>
    <p:extLst>
      <p:ext uri="{BB962C8B-B14F-4D97-AF65-F5344CB8AC3E}">
        <p14:creationId xmlns:p14="http://schemas.microsoft.com/office/powerpoint/2010/main" val="3719229359"/>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Routing</a:t>
            </a:r>
          </a:p>
        </p:txBody>
      </p:sp>
      <p:sp>
        <p:nvSpPr>
          <p:cNvPr id="3" name="Content Placeholder 2"/>
          <p:cNvSpPr>
            <a:spLocks noGrp="1"/>
          </p:cNvSpPr>
          <p:nvPr>
            <p:ph idx="1"/>
          </p:nvPr>
        </p:nvSpPr>
        <p:spPr/>
        <p:txBody>
          <a:bodyPr/>
          <a:lstStyle/>
          <a:p>
            <a:pPr lvl="0"/>
            <a:r>
              <a:rPr lang="en-US" sz="2200" dirty="0"/>
              <a:t>Plan your stuck-up in a way that will achieve copper balance. Make sure that you use parallel layers for signal and planes. For example, if you have 6 layers board, top and bottom layers will be signal. L2 and L5 will be planes and L3 and L4 will be signal layers.</a:t>
            </a:r>
          </a:p>
          <a:p>
            <a:pPr lvl="0"/>
            <a:r>
              <a:rPr lang="en-US" sz="2200" dirty="0"/>
              <a:t>Minimum Via drill diameter as per board thickness:</a:t>
            </a:r>
          </a:p>
          <a:p>
            <a:pPr marL="583575" lvl="2" indent="0">
              <a:buNone/>
            </a:pPr>
            <a:r>
              <a:rPr lang="en-US" sz="2000" dirty="0"/>
              <a:t>1.6mm – via20rd9</a:t>
            </a:r>
          </a:p>
          <a:p>
            <a:pPr marL="583575" lvl="2" indent="0">
              <a:buNone/>
            </a:pPr>
            <a:r>
              <a:rPr lang="en-US" sz="2000" dirty="0"/>
              <a:t>2mm – via24rd12</a:t>
            </a:r>
          </a:p>
          <a:p>
            <a:pPr marL="583575" lvl="2" indent="0">
              <a:buNone/>
            </a:pPr>
            <a:r>
              <a:rPr lang="en-US" sz="2000" dirty="0"/>
              <a:t>2.4-3mm – via30rd15</a:t>
            </a:r>
          </a:p>
          <a:p>
            <a:pPr lvl="0"/>
            <a:r>
              <a:rPr lang="en-US" sz="2200" dirty="0"/>
              <a:t>First route the power circuit, then route important signals such as clock, PWM, data, differential signals and then the others.</a:t>
            </a:r>
          </a:p>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41</a:t>
            </a:fld>
            <a:endParaRPr lang="en-US" dirty="0"/>
          </a:p>
        </p:txBody>
      </p:sp>
    </p:spTree>
    <p:extLst>
      <p:ext uri="{BB962C8B-B14F-4D97-AF65-F5344CB8AC3E}">
        <p14:creationId xmlns:p14="http://schemas.microsoft.com/office/powerpoint/2010/main" val="14918094"/>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a:xfrm>
            <a:off x="405318" y="1288472"/>
            <a:ext cx="5446842" cy="4696275"/>
          </a:xfrm>
        </p:spPr>
        <p:txBody>
          <a:bodyPr/>
          <a:lstStyle/>
          <a:p>
            <a:r>
              <a:rPr lang="en-US" sz="2400" dirty="0"/>
              <a:t>Make sure each signal is coupled to the right GND plane for the return signal all the way. Do not cross different GND planes threw the way. </a:t>
            </a:r>
          </a:p>
          <a:p>
            <a:r>
              <a:rPr lang="en-US" sz="2400" dirty="0"/>
              <a:t>Do not overlap different areas of the board, such as power, auxiliary, digital, analog and so on. Make for each one of them its own GND plane and connect them by star in one point. </a:t>
            </a:r>
          </a:p>
          <a:p>
            <a:endParaRPr lang="en-US" sz="2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42</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6384176" y="1288472"/>
            <a:ext cx="5334168" cy="4696275"/>
          </a:xfrm>
          <a:prstGeom prst="rect">
            <a:avLst/>
          </a:prstGeom>
        </p:spPr>
      </p:pic>
    </p:spTree>
    <p:extLst>
      <p:ext uri="{BB962C8B-B14F-4D97-AF65-F5344CB8AC3E}">
        <p14:creationId xmlns:p14="http://schemas.microsoft.com/office/powerpoint/2010/main" val="130745199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p:txBody>
          <a:bodyPr/>
          <a:lstStyle/>
          <a:p>
            <a:pPr lvl="0"/>
            <a:r>
              <a:rPr lang="en-US" dirty="0"/>
              <a:t>Make sure that noisy signals or sensitive signals, which routed in nearby layers are crossing each other and not going on parallel. In this way, their electromagnetic flux will not influence each other.</a:t>
            </a:r>
          </a:p>
          <a:p>
            <a:pPr lvl="0"/>
            <a:r>
              <a:rPr lang="en-US" dirty="0"/>
              <a:t>Make sure that conductors, which are routed in the same layer, have 3W distance between them. It is especially important for noisy and sensitive signals.</a:t>
            </a:r>
          </a:p>
          <a:p>
            <a:pPr lvl="0"/>
            <a:r>
              <a:rPr lang="en-US" dirty="0"/>
              <a:t>Distance between conductors to PCB edge: 40mil.</a:t>
            </a:r>
          </a:p>
          <a:p>
            <a:pPr lvl="0"/>
            <a:r>
              <a:rPr lang="en-US" dirty="0"/>
              <a:t>Minimum trace width is depending on the copper thickness as follows:</a:t>
            </a:r>
          </a:p>
          <a:p>
            <a:pPr lvl="1"/>
            <a:r>
              <a:rPr lang="en-US" sz="2000" dirty="0"/>
              <a:t>3Oz – 10mil</a:t>
            </a:r>
          </a:p>
          <a:p>
            <a:pPr lvl="1"/>
            <a:r>
              <a:rPr lang="en-US" sz="2000" dirty="0"/>
              <a:t>2Oz – 8mil</a:t>
            </a:r>
          </a:p>
          <a:p>
            <a:pPr lvl="1"/>
            <a:r>
              <a:rPr lang="en-US" sz="2000" dirty="0"/>
              <a:t>1Oz – 6mil</a:t>
            </a:r>
          </a:p>
          <a:p>
            <a:pPr lvl="1"/>
            <a:r>
              <a:rPr lang="en-US" sz="2000" dirty="0"/>
              <a:t>0.5Oz – 5mil</a:t>
            </a:r>
          </a:p>
          <a:p>
            <a:r>
              <a:rPr lang="en-US" dirty="0"/>
              <a:t>Try to enlarge the indicated width by 2mil in order to gain better yield and price.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43</a:t>
            </a:fld>
            <a:endParaRPr lang="en-US" dirty="0"/>
          </a:p>
        </p:txBody>
      </p:sp>
    </p:spTree>
    <p:extLst>
      <p:ext uri="{BB962C8B-B14F-4D97-AF65-F5344CB8AC3E}">
        <p14:creationId xmlns:p14="http://schemas.microsoft.com/office/powerpoint/2010/main" val="3143079579"/>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a:xfrm>
            <a:off x="405318" y="1288472"/>
            <a:ext cx="10434478" cy="4696275"/>
          </a:xfrm>
        </p:spPr>
        <p:txBody>
          <a:bodyPr/>
          <a:lstStyle/>
          <a:p>
            <a:r>
              <a:rPr lang="en-US" sz="2400" dirty="0"/>
              <a:t>Discrete components which are smaller than 0603 (Including) should be connected Symmetrically from both pins in order to minimize the tombstone defects. If one pin connected with a trace and the other with shape then thermal relief should be considered. Traces should be attached to the pad at the midpoint, being no more than 1/3rd the pad width. Preferred trace length of 10mils.</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44</a:t>
            </a:fld>
            <a:endParaRPr lang="en-US" dirty="0"/>
          </a:p>
        </p:txBody>
      </p:sp>
      <p:pic>
        <p:nvPicPr>
          <p:cNvPr id="5" name="Picture 4"/>
          <p:cNvPicPr/>
          <p:nvPr/>
        </p:nvPicPr>
        <p:blipFill>
          <a:blip r:embed="rId2"/>
          <a:stretch>
            <a:fillRect/>
          </a:stretch>
        </p:blipFill>
        <p:spPr>
          <a:xfrm>
            <a:off x="2626823" y="3389914"/>
            <a:ext cx="6264246" cy="3010453"/>
          </a:xfrm>
          <a:prstGeom prst="rect">
            <a:avLst/>
          </a:prstGeom>
        </p:spPr>
      </p:pic>
    </p:spTree>
    <p:extLst>
      <p:ext uri="{BB962C8B-B14F-4D97-AF65-F5344CB8AC3E}">
        <p14:creationId xmlns:p14="http://schemas.microsoft.com/office/powerpoint/2010/main" val="113297020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mc:AlternateContent xmlns:mc="http://schemas.openxmlformats.org/markup-compatibility/2006" xmlns:a14="http://schemas.microsoft.com/office/drawing/2010/main">
        <mc:Choice Requires="a14">
          <p:sp>
            <p:nvSpPr>
              <p:cNvPr id="3" name="Content Placeholder 2"/>
              <p:cNvSpPr>
                <a:spLocks noGrp="1"/>
              </p:cNvSpPr>
              <p:nvPr>
                <p:ph idx="1"/>
              </p:nvPr>
            </p:nvSpPr>
            <p:spPr/>
            <p:txBody>
              <a:bodyPr/>
              <a:lstStyle/>
              <a:p>
                <a:r>
                  <a:rPr lang="en-US" sz="1800" dirty="0"/>
                  <a:t>Thermal relief for TH components:</a:t>
                </a:r>
              </a:p>
              <a:p>
                <a:pPr lvl="1"/>
                <a:r>
                  <a:rPr lang="en-US" dirty="0"/>
                  <a:t>When the pin current is below 8A use thermal relief. </a:t>
                </a:r>
              </a:p>
              <a:p>
                <a:pPr marL="230187" lvl="1" indent="0">
                  <a:buNone/>
                </a:pPr>
                <a:r>
                  <a:rPr lang="en-US" dirty="0"/>
                  <a:t>     The connection width will be:</a:t>
                </a:r>
              </a:p>
              <a:p>
                <a:pPr marL="230187" lvl="1" indent="0">
                  <a:lnSpc>
                    <a:spcPct val="50000"/>
                  </a:lnSpc>
                  <a:buNone/>
                </a:pPr>
                <a:endParaRPr lang="en-US" dirty="0"/>
              </a:p>
              <a:p>
                <a:pPr marL="230187" lvl="1" indent="0">
                  <a:buNone/>
                </a:pPr>
                <a14:m>
                  <m:oMathPara xmlns:m="http://schemas.openxmlformats.org/officeDocument/2006/math">
                    <m:oMathParaPr>
                      <m:jc m:val="centerGroup"/>
                    </m:oMathParaPr>
                    <m:oMath xmlns:m="http://schemas.openxmlformats.org/officeDocument/2006/math">
                      <m:f>
                        <m:fPr>
                          <m:ctrlPr>
                            <a:rPr lang="en-US" i="1">
                              <a:latin typeface="Cambria Math" panose="02040503050406030204" pitchFamily="18" charset="0"/>
                              <a:ea typeface="Cambria Math" panose="02040503050406030204" pitchFamily="18" charset="0"/>
                            </a:rPr>
                          </m:ctrlPr>
                        </m:fPr>
                        <m:num>
                          <m:r>
                            <a:rPr lang="en-US" i="1">
                              <a:latin typeface="Cambria Math" panose="02040503050406030204" pitchFamily="18" charset="0"/>
                            </a:rPr>
                            <m:t>𝐷𝑟𝑖𝑙𝑙</m:t>
                          </m:r>
                          <m:r>
                            <a:rPr lang="en-US" i="1">
                              <a:latin typeface="Cambria Math" panose="02040503050406030204" pitchFamily="18" charset="0"/>
                            </a:rPr>
                            <m:t> </m:t>
                          </m:r>
                          <m:r>
                            <a:rPr lang="en-US" i="1">
                              <a:latin typeface="Cambria Math" panose="02040503050406030204" pitchFamily="18" charset="0"/>
                            </a:rPr>
                            <m:t>𝐷𝑖𝑎𝑚𝑒𝑡𝑒𝑟</m:t>
                          </m:r>
                          <m:r>
                            <a:rPr lang="en-US" i="1">
                              <a:latin typeface="Cambria Math" panose="02040503050406030204" pitchFamily="18" charset="0"/>
                              <a:ea typeface="Cambria Math" panose="02040503050406030204" pitchFamily="18" charset="0"/>
                            </a:rPr>
                            <m:t>×4</m:t>
                          </m:r>
                        </m:num>
                        <m:den>
                          <m:r>
                            <a:rPr lang="en-US" i="1">
                              <a:latin typeface="Cambria Math" panose="02040503050406030204" pitchFamily="18" charset="0"/>
                              <a:ea typeface="Cambria Math" panose="02040503050406030204" pitchFamily="18" charset="0"/>
                            </a:rPr>
                            <m:t>𝐶𝑜𝑝𝑝𝑒𝑟</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𝑡h𝑖𝑐𝑘𝑛𝑒𝑠𝑠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𝑂𝑧</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𝑁𝑢𝑚𝑏𝑒𝑟</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𝑙𝑎𝑦𝑒𝑟𝑠</m:t>
                          </m:r>
                          <m:r>
                            <a:rPr lang="en-US" i="1">
                              <a:latin typeface="Cambria Math" panose="02040503050406030204" pitchFamily="18" charset="0"/>
                              <a:ea typeface="Cambria Math" panose="02040503050406030204" pitchFamily="18" charset="0"/>
                            </a:rPr>
                            <m:t>×</m:t>
                          </m:r>
                          <m:r>
                            <a:rPr lang="en-US" i="1">
                              <a:latin typeface="Cambria Math" panose="02040503050406030204" pitchFamily="18" charset="0"/>
                              <a:ea typeface="Cambria Math" panose="02040503050406030204" pitchFamily="18" charset="0"/>
                            </a:rPr>
                            <m:t>𝑁𝑢𝑚𝑏𝑒𝑟</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𝑜𝑓</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𝑐𝑜𝑛𝑛𝑒𝑐𝑡𝑖𝑜𝑛𝑠</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𝑖𝑛</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𝑒𝑎𝑐h</m:t>
                          </m:r>
                          <m:r>
                            <a:rPr lang="en-US" i="1">
                              <a:latin typeface="Cambria Math" panose="02040503050406030204" pitchFamily="18" charset="0"/>
                              <a:ea typeface="Cambria Math" panose="02040503050406030204" pitchFamily="18" charset="0"/>
                            </a:rPr>
                            <m:t> </m:t>
                          </m:r>
                          <m:r>
                            <a:rPr lang="en-US" i="1">
                              <a:latin typeface="Cambria Math" panose="02040503050406030204" pitchFamily="18" charset="0"/>
                              <a:ea typeface="Cambria Math" panose="02040503050406030204" pitchFamily="18" charset="0"/>
                            </a:rPr>
                            <m:t>𝑙𝑎𝑦𝑒𝑟</m:t>
                          </m:r>
                        </m:den>
                      </m:f>
                    </m:oMath>
                  </m:oMathPara>
                </a14:m>
                <a:endParaRPr lang="en-US" dirty="0"/>
              </a:p>
              <a:p>
                <a:pPr marL="230187" lvl="1" indent="0">
                  <a:lnSpc>
                    <a:spcPct val="50000"/>
                  </a:lnSpc>
                  <a:buNone/>
                </a:pPr>
                <a:endParaRPr lang="en-US" dirty="0"/>
              </a:p>
              <a:p>
                <a:pPr lvl="1"/>
                <a:r>
                  <a:rPr lang="en-US" dirty="0"/>
                  <a:t>When the pin current is above 8A, use full contact and add thermal VIAs around the pin. The VIA is via40rd25 (Drill 25mil and Pad 40mil) open from SM at the bottom side. During the wave soldering process, the Tin will get into the drill and warm the pin area to help with the soldering.</a:t>
                </a:r>
              </a:p>
              <a:p>
                <a:pPr lvl="1"/>
                <a:r>
                  <a:rPr lang="en-US" dirty="0"/>
                  <a:t>Use 4 VIAs per each 1mm of the drill diameter (For example, if the drill is 3mm you need 12 VIAs around the pad).</a:t>
                </a:r>
              </a:p>
              <a:p>
                <a:pPr lvl="1"/>
                <a:r>
                  <a:rPr lang="en-US" dirty="0"/>
                  <a:t>The distance between the VIA center to the drill edge is 25-35mil.</a:t>
                </a:r>
              </a:p>
              <a:p>
                <a:endParaRPr lang="en-US" dirty="0"/>
              </a:p>
            </p:txBody>
          </p:sp>
        </mc:Choice>
        <mc:Fallback xmlns="">
          <p:sp>
            <p:nvSpPr>
              <p:cNvPr id="3" name="Content Placeholder 2"/>
              <p:cNvSpPr>
                <a:spLocks noGrp="1" noRot="1" noChangeAspect="1" noMove="1" noResize="1" noEditPoints="1" noAdjustHandles="1" noChangeArrowheads="1" noChangeShapeType="1" noTextEdit="1"/>
              </p:cNvSpPr>
              <p:nvPr>
                <p:ph idx="1"/>
              </p:nvPr>
            </p:nvSpPr>
            <p:spPr>
              <a:blipFill>
                <a:blip r:embed="rId2"/>
                <a:stretch>
                  <a:fillRect t="-1167"/>
                </a:stretch>
              </a:blipFill>
            </p:spPr>
            <p:txBody>
              <a:bodyPr/>
              <a:lstStyle/>
              <a:p>
                <a:r>
                  <a:rPr lang="en-US">
                    <a:noFill/>
                  </a:rPr>
                  <a:t> </a:t>
                </a:r>
              </a:p>
            </p:txBody>
          </p:sp>
        </mc:Fallback>
      </mc:AlternateContent>
      <p:sp>
        <p:nvSpPr>
          <p:cNvPr id="4" name="Slide Number Placeholder 3"/>
          <p:cNvSpPr>
            <a:spLocks noGrp="1"/>
          </p:cNvSpPr>
          <p:nvPr>
            <p:ph type="sldNum" sz="quarter" idx="12"/>
          </p:nvPr>
        </p:nvSpPr>
        <p:spPr/>
        <p:txBody>
          <a:bodyPr/>
          <a:lstStyle/>
          <a:p>
            <a:fld id="{4FAB73BC-B049-4115-A692-8D63A059BFB8}" type="slidenum">
              <a:rPr lang="en-US" smtClean="0"/>
              <a:pPr/>
              <a:t>45</a:t>
            </a:fld>
            <a:endParaRPr lang="en-US" dirty="0"/>
          </a:p>
        </p:txBody>
      </p:sp>
      <p:pic>
        <p:nvPicPr>
          <p:cNvPr id="5" name="Pictur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220147" y="5187142"/>
            <a:ext cx="2905521" cy="998773"/>
          </a:xfrm>
          <a:prstGeom prst="rect">
            <a:avLst/>
          </a:prstGeom>
        </p:spPr>
      </p:pic>
    </p:spTree>
    <p:extLst>
      <p:ext uri="{BB962C8B-B14F-4D97-AF65-F5344CB8AC3E}">
        <p14:creationId xmlns:p14="http://schemas.microsoft.com/office/powerpoint/2010/main" val="1939008072"/>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p:txBody>
          <a:bodyPr/>
          <a:lstStyle/>
          <a:p>
            <a:pPr lvl="1"/>
            <a:r>
              <a:rPr lang="en-US" sz="2200" dirty="0"/>
              <a:t>In case the VIAs is damaging the high current planes place them in a nonsymmetrical way which will damage the less. </a:t>
            </a:r>
          </a:p>
          <a:p>
            <a:pPr marL="230187" lvl="1" indent="0">
              <a:buNone/>
            </a:pPr>
            <a:endParaRPr lang="en-US" sz="2200" dirty="0"/>
          </a:p>
          <a:p>
            <a:pPr lvl="1"/>
            <a:endParaRPr lang="en-US" sz="2200" dirty="0"/>
          </a:p>
          <a:p>
            <a:pPr lvl="1"/>
            <a:endParaRPr lang="en-US" sz="2200" dirty="0"/>
          </a:p>
          <a:p>
            <a:pPr marL="230187" lvl="1" indent="0">
              <a:buNone/>
            </a:pPr>
            <a:endParaRPr lang="en-US" sz="2200" dirty="0"/>
          </a:p>
          <a:p>
            <a:pPr lvl="1"/>
            <a:r>
              <a:rPr lang="en-US" sz="2200" dirty="0"/>
              <a:t>For ellipsoid hole with D1 and D2 diameters, use 2x(D1+D2) VIAs around the pad.</a:t>
            </a:r>
          </a:p>
        </p:txBody>
      </p:sp>
      <p:sp>
        <p:nvSpPr>
          <p:cNvPr id="4" name="Slide Number Placeholder 3"/>
          <p:cNvSpPr>
            <a:spLocks noGrp="1"/>
          </p:cNvSpPr>
          <p:nvPr>
            <p:ph type="sldNum" sz="quarter" idx="12"/>
          </p:nvPr>
        </p:nvSpPr>
        <p:spPr/>
        <p:txBody>
          <a:bodyPr/>
          <a:lstStyle/>
          <a:p>
            <a:fld id="{4FAB73BC-B049-4115-A692-8D63A059BFB8}" type="slidenum">
              <a:rPr lang="en-US" smtClean="0"/>
              <a:pPr/>
              <a:t>46</a:t>
            </a:fld>
            <a:endParaRPr lang="en-US" dirty="0"/>
          </a:p>
        </p:txBody>
      </p:sp>
      <p:pic>
        <p:nvPicPr>
          <p:cNvPr id="5" name="Picture 4"/>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743795" y="2227811"/>
            <a:ext cx="6035731" cy="1424743"/>
          </a:xfrm>
          <a:prstGeom prst="rect">
            <a:avLst/>
          </a:prstGeom>
        </p:spPr>
      </p:pic>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550473" y="4688378"/>
            <a:ext cx="2422374" cy="1381178"/>
          </a:xfrm>
          <a:prstGeom prst="rect">
            <a:avLst/>
          </a:prstGeom>
        </p:spPr>
      </p:pic>
      <p:sp>
        <p:nvSpPr>
          <p:cNvPr id="7" name="Oval 6"/>
          <p:cNvSpPr/>
          <p:nvPr/>
        </p:nvSpPr>
        <p:spPr>
          <a:xfrm>
            <a:off x="4681868" y="2127227"/>
            <a:ext cx="738030" cy="201167"/>
          </a:xfrm>
          <a:prstGeom prst="ellipse">
            <a:avLst/>
          </a:prstGeom>
          <a:solidFill>
            <a:schemeClr val="bg1"/>
          </a:solidFill>
        </p:spPr>
        <p:style>
          <a:lnRef idx="3">
            <a:schemeClr val="lt1"/>
          </a:lnRef>
          <a:fillRef idx="1">
            <a:schemeClr val="accent1"/>
          </a:fillRef>
          <a:effectRef idx="1">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418747970"/>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a:xfrm>
            <a:off x="405318" y="1288472"/>
            <a:ext cx="10401227" cy="4696275"/>
          </a:xfrm>
        </p:spPr>
        <p:txBody>
          <a:bodyPr/>
          <a:lstStyle/>
          <a:p>
            <a:pPr lvl="0"/>
            <a:r>
              <a:rPr lang="en-US" dirty="0"/>
              <a:t>Do not connect TH components to more than 4 layers unless needed.</a:t>
            </a:r>
          </a:p>
          <a:p>
            <a:pPr lvl="0"/>
            <a:r>
              <a:rPr lang="en-US" dirty="0"/>
              <a:t>Via minimal size is VIA_20RD9 (drill 9mil, pad 20mil). Larger Vias are preferred (like VIA_24RD12). </a:t>
            </a:r>
          </a:p>
          <a:p>
            <a:pPr lvl="0"/>
            <a:r>
              <a:rPr lang="en-US" dirty="0"/>
              <a:t>Maximum current flow through via VIA_20RD9 is 0.5A.</a:t>
            </a:r>
          </a:p>
          <a:p>
            <a:pPr lvl="0"/>
            <a:r>
              <a:rPr lang="en-US" dirty="0"/>
              <a:t>Distance between Via solder mask opening to Pad same net – at least 4mil.</a:t>
            </a:r>
          </a:p>
          <a:p>
            <a:r>
              <a:rPr lang="en-US" dirty="0"/>
              <a:t>VIA solder mask covering:</a:t>
            </a:r>
          </a:p>
          <a:p>
            <a:pPr lvl="1"/>
            <a:r>
              <a:rPr lang="en-US" dirty="0"/>
              <a:t>All VIAs of 15mil drill and below should be SM plug in and covered with solder mask from both sides.</a:t>
            </a:r>
          </a:p>
          <a:p>
            <a:pPr lvl="1"/>
            <a:r>
              <a:rPr lang="en-US" dirty="0"/>
              <a:t>VIAS which are above15mil drill, should have solder mask opening from both sides with drill+4mil diameter.</a:t>
            </a:r>
          </a:p>
          <a:p>
            <a:pPr lvl="1"/>
            <a:r>
              <a:rPr lang="en-US" dirty="0"/>
              <a:t>ICT VIAs will be 12mil and above drill diameter, with solder mask opening from both sides of drill+4mil diameter.</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47</a:t>
            </a:fld>
            <a:endParaRPr lang="en-US" dirty="0"/>
          </a:p>
        </p:txBody>
      </p:sp>
    </p:spTree>
    <p:extLst>
      <p:ext uri="{BB962C8B-B14F-4D97-AF65-F5344CB8AC3E}">
        <p14:creationId xmlns:p14="http://schemas.microsoft.com/office/powerpoint/2010/main" val="165306401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a:xfrm>
            <a:off x="405317" y="1193222"/>
            <a:ext cx="11412000" cy="4696275"/>
          </a:xfrm>
        </p:spPr>
        <p:txBody>
          <a:bodyPr/>
          <a:lstStyle/>
          <a:p>
            <a:r>
              <a:rPr lang="en-US" dirty="0"/>
              <a:t>When you use multiple via for high current, please place a plane to short and cover all the VIAs on each layer.</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48</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3610322" y="2132908"/>
            <a:ext cx="4496922" cy="2294198"/>
          </a:xfrm>
          <a:prstGeom prst="rect">
            <a:avLst/>
          </a:prstGeom>
        </p:spPr>
      </p:pic>
    </p:spTree>
    <p:extLst>
      <p:ext uri="{BB962C8B-B14F-4D97-AF65-F5344CB8AC3E}">
        <p14:creationId xmlns:p14="http://schemas.microsoft.com/office/powerpoint/2010/main" val="1746475107"/>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Routing</a:t>
            </a:r>
            <a:endParaRPr lang="en-US" dirty="0"/>
          </a:p>
        </p:txBody>
      </p:sp>
      <p:sp>
        <p:nvSpPr>
          <p:cNvPr id="3" name="Content Placeholder 2"/>
          <p:cNvSpPr>
            <a:spLocks noGrp="1"/>
          </p:cNvSpPr>
          <p:nvPr>
            <p:ph idx="1"/>
          </p:nvPr>
        </p:nvSpPr>
        <p:spPr/>
        <p:txBody>
          <a:bodyPr/>
          <a:lstStyle/>
          <a:p>
            <a:r>
              <a:rPr lang="en-US" sz="2400" dirty="0"/>
              <a:t>Tracks routing angels should not be less than 90°. Make sure that you do not create degrees that are smaller than 90° between pads and wires.</a:t>
            </a:r>
          </a:p>
          <a:p>
            <a:endParaRPr lang="en-US" sz="2400" dirty="0"/>
          </a:p>
          <a:p>
            <a:pPr marL="0" indent="0">
              <a:buNone/>
            </a:pPr>
            <a:endParaRPr lang="en-US" sz="2400" dirty="0"/>
          </a:p>
          <a:p>
            <a:endParaRPr lang="en-US" sz="2400" dirty="0"/>
          </a:p>
          <a:p>
            <a:pPr marL="0" indent="0">
              <a:buNone/>
            </a:pPr>
            <a:endParaRPr lang="en-US" sz="2400" dirty="0"/>
          </a:p>
          <a:p>
            <a:r>
              <a:rPr lang="en-US" sz="2400" dirty="0"/>
              <a:t>Do not route conductors in a direction that is not 45°.</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49</a:t>
            </a:fld>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3408218" y="2078182"/>
            <a:ext cx="3142572" cy="1893009"/>
          </a:xfrm>
          <a:prstGeom prst="rect">
            <a:avLst/>
          </a:prstGeom>
        </p:spPr>
      </p:pic>
      <p:pic>
        <p:nvPicPr>
          <p:cNvPr id="6" name="Picture 5"/>
          <p:cNvPicPr/>
          <p:nvPr/>
        </p:nvPicPr>
        <p:blipFill>
          <a:blip r:embed="rId3" cstate="print">
            <a:extLst>
              <a:ext uri="{28A0092B-C50C-407E-A947-70E740481C1C}">
                <a14:useLocalDpi xmlns:a14="http://schemas.microsoft.com/office/drawing/2010/main" val="0"/>
              </a:ext>
            </a:extLst>
          </a:blip>
          <a:stretch>
            <a:fillRect/>
          </a:stretch>
        </p:blipFill>
        <p:spPr>
          <a:xfrm>
            <a:off x="3408218" y="4638502"/>
            <a:ext cx="3142572" cy="1757436"/>
          </a:xfrm>
          <a:prstGeom prst="rect">
            <a:avLst/>
          </a:prstGeom>
        </p:spPr>
      </p:pic>
    </p:spTree>
    <p:extLst>
      <p:ext uri="{BB962C8B-B14F-4D97-AF65-F5344CB8AC3E}">
        <p14:creationId xmlns:p14="http://schemas.microsoft.com/office/powerpoint/2010/main" val="4152935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ATE</a:t>
            </a:r>
            <a:endParaRPr lang="en-US" dirty="0"/>
          </a:p>
        </p:txBody>
      </p:sp>
      <p:sp>
        <p:nvSpPr>
          <p:cNvPr id="3" name="Content Placeholder 2"/>
          <p:cNvSpPr>
            <a:spLocks noGrp="1"/>
          </p:cNvSpPr>
          <p:nvPr>
            <p:ph idx="1"/>
          </p:nvPr>
        </p:nvSpPr>
        <p:spPr/>
        <p:txBody>
          <a:bodyPr/>
          <a:lstStyle/>
          <a:p>
            <a:pPr lvl="0"/>
            <a:r>
              <a:rPr lang="en-US" dirty="0"/>
              <a:t>ATE Pads should have at least 40mil diameter. </a:t>
            </a:r>
          </a:p>
          <a:p>
            <a:pPr lvl="0"/>
            <a:r>
              <a:rPr lang="en-US" dirty="0"/>
              <a:t>There are few footprints available of ATE TPs: ATE_TP_40, ATE_TP_60, ATE_TP_80, ATE_TP_120 and ATE_TP_160.</a:t>
            </a:r>
          </a:p>
          <a:p>
            <a:pPr lvl="0"/>
            <a:r>
              <a:rPr lang="en-US" dirty="0"/>
              <a:t>Please place all ATE TPs on the same side of the board. Bottom side is preferred.</a:t>
            </a:r>
          </a:p>
          <a:p>
            <a:pPr lvl="0"/>
            <a:r>
              <a:rPr lang="en-US" dirty="0"/>
              <a:t>You should keep 120mil between ATE TPs and TH pins on bottom side.</a:t>
            </a:r>
          </a:p>
          <a:p>
            <a:pPr lvl="0"/>
            <a:r>
              <a:rPr lang="en-US" dirty="0"/>
              <a:t>You should keep 80mil distance between ATE_TP_40, ATE_TP_60 centers. 90mil distance between ATE_TP_80 centers, and 320mil between ATE_TP_120 and ATE_TP_160 centers. You should keep 200mil distance between small ATE TPs centers to the large ATE TPs centers.</a:t>
            </a:r>
          </a:p>
          <a:p>
            <a:pPr lvl="0"/>
            <a:r>
              <a:rPr lang="en-US" dirty="0"/>
              <a:t>On the ATE TPs footprints, there are Package Keepout planes in order to keep distance between ATE TPs to high components.</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50</a:t>
            </a:fld>
            <a:endParaRPr lang="en-US" dirty="0"/>
          </a:p>
        </p:txBody>
      </p:sp>
      <p:pic>
        <p:nvPicPr>
          <p:cNvPr id="5" name="Picture 4"/>
          <p:cNvPicPr/>
          <p:nvPr/>
        </p:nvPicPr>
        <p:blipFill>
          <a:blip r:embed="rId2" cstate="print">
            <a:extLst>
              <a:ext uri="{28A0092B-C50C-407E-A947-70E740481C1C}">
                <a14:useLocalDpi xmlns:a14="http://schemas.microsoft.com/office/drawing/2010/main" val="0"/>
              </a:ext>
            </a:extLst>
          </a:blip>
          <a:stretch>
            <a:fillRect/>
          </a:stretch>
        </p:blipFill>
        <p:spPr>
          <a:xfrm>
            <a:off x="6350924" y="4671753"/>
            <a:ext cx="2306221" cy="1911177"/>
          </a:xfrm>
          <a:prstGeom prst="rect">
            <a:avLst/>
          </a:prstGeom>
        </p:spPr>
      </p:pic>
    </p:spTree>
    <p:extLst>
      <p:ext uri="{BB962C8B-B14F-4D97-AF65-F5344CB8AC3E}">
        <p14:creationId xmlns:p14="http://schemas.microsoft.com/office/powerpoint/2010/main" val="274061594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ATE</a:t>
            </a:r>
            <a:endParaRPr lang="en-US" dirty="0"/>
          </a:p>
        </p:txBody>
      </p:sp>
      <p:sp>
        <p:nvSpPr>
          <p:cNvPr id="3" name="Content Placeholder 2"/>
          <p:cNvSpPr>
            <a:spLocks noGrp="1"/>
          </p:cNvSpPr>
          <p:nvPr>
            <p:ph idx="1"/>
          </p:nvPr>
        </p:nvSpPr>
        <p:spPr>
          <a:xfrm>
            <a:off x="405318" y="1288472"/>
            <a:ext cx="11032995" cy="4696275"/>
          </a:xfrm>
        </p:spPr>
        <p:txBody>
          <a:bodyPr/>
          <a:lstStyle/>
          <a:p>
            <a:pPr lvl="0"/>
            <a:r>
              <a:rPr lang="en-US" sz="2200" dirty="0"/>
              <a:t>If you use TPs for other use than ATE please use other footprint (SMT_TP_1 for example), so they will not appear on the ATE layer.</a:t>
            </a:r>
          </a:p>
          <a:p>
            <a:pPr lvl="0"/>
            <a:r>
              <a:rPr lang="en-US" sz="2200" dirty="0"/>
              <a:t>Please add component Keepouts on each side of the board. On the ATE TPs side (Usually bottom) use   KEEPOUT-5_6 footprint and on the other side (Usually top) use KEEPOUT-3_1 footprint.</a:t>
            </a:r>
          </a:p>
          <a:p>
            <a:pPr lvl="0"/>
            <a:r>
              <a:rPr lang="en-US" sz="2200" dirty="0"/>
              <a:t>You should disperse them on your board. Please locate more keepouts where there is an ATE TPs concentration. Minimum 4 keepouts allowed on each side of the board.</a:t>
            </a:r>
          </a:p>
          <a:p>
            <a:pPr lvl="0"/>
            <a:r>
              <a:rPr lang="en-US" sz="2200" dirty="0"/>
              <a:t>If possible, please locate 2-3 locating pins with maximum distance between them. The drill diameter should be 3.5mm (MECH_3_5MM_NP footprint).</a:t>
            </a:r>
          </a:p>
          <a:p>
            <a:r>
              <a:rPr lang="en-US" sz="2200" dirty="0"/>
              <a:t>The distance between the locating pins to ATE TPs or conductors have to be minimum 3mm.</a:t>
            </a:r>
          </a:p>
          <a:p>
            <a:pPr lvl="0"/>
            <a:r>
              <a:rPr lang="en-US" sz="2200" dirty="0"/>
              <a:t>Please verify that you do not have any high component close to ATE TP as per package keepout area around each TP.</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51</a:t>
            </a:fld>
            <a:endParaRPr lang="en-US" dirty="0"/>
          </a:p>
        </p:txBody>
      </p:sp>
    </p:spTree>
    <p:extLst>
      <p:ext uri="{BB962C8B-B14F-4D97-AF65-F5344CB8AC3E}">
        <p14:creationId xmlns:p14="http://schemas.microsoft.com/office/powerpoint/2010/main" val="173582574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ATE</a:t>
            </a:r>
            <a:endParaRPr lang="en-US" dirty="0"/>
          </a:p>
        </p:txBody>
      </p:sp>
      <p:sp>
        <p:nvSpPr>
          <p:cNvPr id="3" name="Content Placeholder 2"/>
          <p:cNvSpPr>
            <a:spLocks noGrp="1"/>
          </p:cNvSpPr>
          <p:nvPr>
            <p:ph idx="1"/>
          </p:nvPr>
        </p:nvSpPr>
        <p:spPr>
          <a:xfrm>
            <a:off x="405318" y="1288472"/>
            <a:ext cx="10500980" cy="4696275"/>
          </a:xfrm>
        </p:spPr>
        <p:txBody>
          <a:bodyPr/>
          <a:lstStyle/>
          <a:p>
            <a:r>
              <a:rPr lang="en-US" sz="2400" dirty="0"/>
              <a:t>Please verify that the ATE TPs have the right distance between them. There is a circle around each ATE TP at the ATE Gerber. Please make sure that those circles do not overlap each other.</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52</a:t>
            </a:fld>
            <a:endParaRPr lang="en-US" dirty="0"/>
          </a:p>
        </p:txBody>
      </p:sp>
      <p:pic>
        <p:nvPicPr>
          <p:cNvPr id="5" name="Picture 4"/>
          <p:cNvPicPr/>
          <p:nvPr/>
        </p:nvPicPr>
        <p:blipFill>
          <a:blip r:embed="rId2">
            <a:extLst>
              <a:ext uri="{28A0092B-C50C-407E-A947-70E740481C1C}">
                <a14:useLocalDpi xmlns:a14="http://schemas.microsoft.com/office/drawing/2010/main" val="0"/>
              </a:ext>
            </a:extLst>
          </a:blip>
          <a:stretch>
            <a:fillRect/>
          </a:stretch>
        </p:blipFill>
        <p:spPr>
          <a:xfrm>
            <a:off x="2876203" y="2593571"/>
            <a:ext cx="6228973" cy="3797668"/>
          </a:xfrm>
          <a:prstGeom prst="rect">
            <a:avLst/>
          </a:prstGeom>
        </p:spPr>
      </p:pic>
    </p:spTree>
    <p:extLst>
      <p:ext uri="{BB962C8B-B14F-4D97-AF65-F5344CB8AC3E}">
        <p14:creationId xmlns:p14="http://schemas.microsoft.com/office/powerpoint/2010/main" val="229771728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ICT</a:t>
            </a:r>
            <a:endParaRPr lang="en-US" dirty="0"/>
          </a:p>
        </p:txBody>
      </p:sp>
      <p:sp>
        <p:nvSpPr>
          <p:cNvPr id="3" name="Content Placeholder 2"/>
          <p:cNvSpPr>
            <a:spLocks noGrp="1"/>
          </p:cNvSpPr>
          <p:nvPr>
            <p:ph idx="1"/>
          </p:nvPr>
        </p:nvSpPr>
        <p:spPr>
          <a:xfrm>
            <a:off x="405318" y="1288472"/>
            <a:ext cx="10667235" cy="4696275"/>
          </a:xfrm>
        </p:spPr>
        <p:txBody>
          <a:bodyPr/>
          <a:lstStyle/>
          <a:p>
            <a:pPr lvl="0"/>
            <a:r>
              <a:rPr lang="en-US" dirty="0"/>
              <a:t>We aim for 100% coverage of ICT. Not less than 90% from the allowed nets.</a:t>
            </a:r>
          </a:p>
          <a:p>
            <a:pPr lvl="0"/>
            <a:r>
              <a:rPr lang="en-US" dirty="0"/>
              <a:t>There are some signals that are not approved for stubs and longer lines such as clock, PWM and sensitive signals that can be damaged by it. Those signals will not be counted on the coverage if you will give them NO_TEST property in the DSN.</a:t>
            </a:r>
          </a:p>
          <a:p>
            <a:pPr lvl="0"/>
            <a:r>
              <a:rPr lang="en-US" dirty="0"/>
              <a:t>ICT can be implemented on both sides of the board, but bottom side is preferred.</a:t>
            </a:r>
          </a:p>
          <a:p>
            <a:pPr lvl="0"/>
            <a:r>
              <a:rPr lang="en-US" dirty="0"/>
              <a:t>ICT point should be numbered as ICT1, ICT2, …</a:t>
            </a:r>
          </a:p>
          <a:p>
            <a:pPr lvl="0"/>
            <a:r>
              <a:rPr lang="en-US" dirty="0"/>
              <a:t>ICT Pads and Vias should have 35mil diameter. </a:t>
            </a:r>
          </a:p>
          <a:p>
            <a:pPr lvl="0"/>
            <a:r>
              <a:rPr lang="en-US" dirty="0"/>
              <a:t>ICT Pads are ICT35SMT_TOP for top layer and ICT35SMT_BOTTOM for bottom layer.</a:t>
            </a:r>
          </a:p>
          <a:p>
            <a:pPr lvl="0"/>
            <a:r>
              <a:rPr lang="en-US" dirty="0"/>
              <a:t>ICT VIAs are VIA_XXRDXX_ICT _TOP for top layer and VIA_XXRDXX_ICT _BOTTOM for bottom layer.</a:t>
            </a:r>
          </a:p>
          <a:p>
            <a:pPr lvl="0"/>
            <a:r>
              <a:rPr lang="en-US" dirty="0"/>
              <a:t>ICT VIAs will be 12mil drill diameter and above.</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53</a:t>
            </a:fld>
            <a:endParaRPr lang="en-US" dirty="0"/>
          </a:p>
        </p:txBody>
      </p:sp>
    </p:spTree>
    <p:extLst>
      <p:ext uri="{BB962C8B-B14F-4D97-AF65-F5344CB8AC3E}">
        <p14:creationId xmlns:p14="http://schemas.microsoft.com/office/powerpoint/2010/main" val="2537451733"/>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ICT</a:t>
            </a:r>
            <a:endParaRPr lang="en-US" dirty="0"/>
          </a:p>
        </p:txBody>
      </p:sp>
      <p:sp>
        <p:nvSpPr>
          <p:cNvPr id="3" name="Content Placeholder 2"/>
          <p:cNvSpPr>
            <a:spLocks noGrp="1"/>
          </p:cNvSpPr>
          <p:nvPr>
            <p:ph idx="1"/>
          </p:nvPr>
        </p:nvSpPr>
        <p:spPr>
          <a:xfrm>
            <a:off x="405318" y="1288472"/>
            <a:ext cx="9752835" cy="4696275"/>
          </a:xfrm>
        </p:spPr>
        <p:txBody>
          <a:bodyPr/>
          <a:lstStyle/>
          <a:p>
            <a:pPr lvl="0"/>
            <a:r>
              <a:rPr lang="en-US" sz="1700" dirty="0"/>
              <a:t>Distance between ICT TPs centers: 55mil.</a:t>
            </a:r>
          </a:p>
          <a:p>
            <a:pPr lvl="0"/>
            <a:r>
              <a:rPr lang="en-US" sz="1700" dirty="0"/>
              <a:t>For no clean process: Distance from ICT TPs to SMD component’s pads 16mil.</a:t>
            </a:r>
          </a:p>
          <a:p>
            <a:r>
              <a:rPr lang="en-US" sz="1600" dirty="0"/>
              <a:t>Minimum distance from ICT TP to TH pin on bottom – 120mil.</a:t>
            </a:r>
            <a:endParaRPr lang="en-US" sz="1700" dirty="0"/>
          </a:p>
          <a:p>
            <a:pPr lvl="0"/>
            <a:r>
              <a:rPr lang="en-US" sz="1700" dirty="0"/>
              <a:t>Distance from high components: </a:t>
            </a:r>
          </a:p>
          <a:p>
            <a:pPr lvl="0"/>
            <a:endParaRPr lang="en-US" sz="1700" dirty="0"/>
          </a:p>
          <a:p>
            <a:pPr lvl="0"/>
            <a:endParaRPr lang="en-US" sz="1700" dirty="0"/>
          </a:p>
          <a:p>
            <a:pPr lvl="0"/>
            <a:endParaRPr lang="en-US" sz="1700" dirty="0"/>
          </a:p>
          <a:p>
            <a:pPr lvl="0"/>
            <a:endParaRPr lang="en-US" sz="1700" dirty="0"/>
          </a:p>
          <a:p>
            <a:pPr lvl="0"/>
            <a:endParaRPr lang="en-US" sz="1700" dirty="0"/>
          </a:p>
          <a:p>
            <a:pPr lvl="0"/>
            <a:endParaRPr lang="en-US" sz="1700" dirty="0"/>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54</a:t>
            </a:fld>
            <a:endParaRPr lang="en-US" dirty="0"/>
          </a:p>
        </p:txBody>
      </p:sp>
      <p:graphicFrame>
        <p:nvGraphicFramePr>
          <p:cNvPr id="5" name="Table 4">
            <a:extLst>
              <a:ext uri="{FF2B5EF4-FFF2-40B4-BE49-F238E27FC236}">
                <a16:creationId xmlns:a16="http://schemas.microsoft.com/office/drawing/2014/main" id="{183E63E7-5F79-7BF4-8700-DCC9589512CB}"/>
              </a:ext>
            </a:extLst>
          </p:cNvPr>
          <p:cNvGraphicFramePr>
            <a:graphicFrameLocks noGrp="1"/>
          </p:cNvGraphicFramePr>
          <p:nvPr>
            <p:extLst>
              <p:ext uri="{D42A27DB-BD31-4B8C-83A1-F6EECF244321}">
                <p14:modId xmlns:p14="http://schemas.microsoft.com/office/powerpoint/2010/main" val="2356938406"/>
              </p:ext>
            </p:extLst>
          </p:nvPr>
        </p:nvGraphicFramePr>
        <p:xfrm>
          <a:off x="1305636" y="2933749"/>
          <a:ext cx="5279409" cy="2743200"/>
        </p:xfrm>
        <a:graphic>
          <a:graphicData uri="http://schemas.openxmlformats.org/drawingml/2006/table">
            <a:tbl>
              <a:tblPr firstRow="1" bandRow="1">
                <a:tableStyleId>{85BE263C-DBD7-4A20-BB59-AAB30ACAA65A}</a:tableStyleId>
              </a:tblPr>
              <a:tblGrid>
                <a:gridCol w="2317845">
                  <a:extLst>
                    <a:ext uri="{9D8B030D-6E8A-4147-A177-3AD203B41FA5}">
                      <a16:colId xmlns:a16="http://schemas.microsoft.com/office/drawing/2014/main" val="67991363"/>
                    </a:ext>
                  </a:extLst>
                </a:gridCol>
                <a:gridCol w="1508077">
                  <a:extLst>
                    <a:ext uri="{9D8B030D-6E8A-4147-A177-3AD203B41FA5}">
                      <a16:colId xmlns:a16="http://schemas.microsoft.com/office/drawing/2014/main" val="817494736"/>
                    </a:ext>
                  </a:extLst>
                </a:gridCol>
                <a:gridCol w="1453487">
                  <a:extLst>
                    <a:ext uri="{9D8B030D-6E8A-4147-A177-3AD203B41FA5}">
                      <a16:colId xmlns:a16="http://schemas.microsoft.com/office/drawing/2014/main" val="2652295086"/>
                    </a:ext>
                  </a:extLst>
                </a:gridCol>
              </a:tblGrid>
              <a:tr h="182725">
                <a:tc>
                  <a:txBody>
                    <a:bodyPr/>
                    <a:lstStyle/>
                    <a:p>
                      <a:pPr algn="ctr"/>
                      <a:r>
                        <a:rPr lang="en-US" sz="1400" dirty="0"/>
                        <a:t>Component height (mm)</a:t>
                      </a:r>
                    </a:p>
                  </a:txBody>
                  <a:tcPr/>
                </a:tc>
                <a:tc>
                  <a:txBody>
                    <a:bodyPr/>
                    <a:lstStyle/>
                    <a:p>
                      <a:pPr algn="ctr"/>
                      <a:r>
                        <a:rPr lang="en-US" sz="1400" dirty="0"/>
                        <a:t>Distance (mm)</a:t>
                      </a:r>
                    </a:p>
                  </a:txBody>
                  <a:tcPr/>
                </a:tc>
                <a:tc>
                  <a:txBody>
                    <a:bodyPr/>
                    <a:lstStyle/>
                    <a:p>
                      <a:pPr algn="ctr"/>
                      <a:r>
                        <a:rPr lang="en-US" sz="1400" dirty="0"/>
                        <a:t>Distance (mil)</a:t>
                      </a:r>
                    </a:p>
                  </a:txBody>
                  <a:tcPr/>
                </a:tc>
                <a:extLst>
                  <a:ext uri="{0D108BD9-81ED-4DB2-BD59-A6C34878D82A}">
                    <a16:rowId xmlns:a16="http://schemas.microsoft.com/office/drawing/2014/main" val="1065603955"/>
                  </a:ext>
                </a:extLst>
              </a:tr>
              <a:tr h="182725">
                <a:tc>
                  <a:txBody>
                    <a:bodyPr/>
                    <a:lstStyle/>
                    <a:p>
                      <a:pPr algn="ctr"/>
                      <a:r>
                        <a:rPr lang="en-US" sz="1400" dirty="0"/>
                        <a:t>0-3</a:t>
                      </a:r>
                    </a:p>
                  </a:txBody>
                  <a:tcPr/>
                </a:tc>
                <a:tc>
                  <a:txBody>
                    <a:bodyPr/>
                    <a:lstStyle/>
                    <a:p>
                      <a:pPr algn="ctr"/>
                      <a:r>
                        <a:rPr lang="en-US" sz="1400" dirty="0"/>
                        <a:t>0.4</a:t>
                      </a:r>
                    </a:p>
                  </a:txBody>
                  <a:tcPr/>
                </a:tc>
                <a:tc>
                  <a:txBody>
                    <a:bodyPr/>
                    <a:lstStyle/>
                    <a:p>
                      <a:pPr algn="ctr"/>
                      <a:r>
                        <a:rPr lang="en-US" sz="1400" dirty="0"/>
                        <a:t>12</a:t>
                      </a:r>
                    </a:p>
                  </a:txBody>
                  <a:tcPr/>
                </a:tc>
                <a:extLst>
                  <a:ext uri="{0D108BD9-81ED-4DB2-BD59-A6C34878D82A}">
                    <a16:rowId xmlns:a16="http://schemas.microsoft.com/office/drawing/2014/main" val="3040965638"/>
                  </a:ext>
                </a:extLst>
              </a:tr>
              <a:tr h="182725">
                <a:tc>
                  <a:txBody>
                    <a:bodyPr/>
                    <a:lstStyle/>
                    <a:p>
                      <a:pPr algn="ctr"/>
                      <a:r>
                        <a:rPr lang="en-US" sz="1400" dirty="0"/>
                        <a:t>3-5</a:t>
                      </a:r>
                    </a:p>
                  </a:txBody>
                  <a:tcPr/>
                </a:tc>
                <a:tc>
                  <a:txBody>
                    <a:bodyPr/>
                    <a:lstStyle/>
                    <a:p>
                      <a:pPr algn="ctr"/>
                      <a:r>
                        <a:rPr lang="en-US" sz="1400" dirty="0"/>
                        <a:t>1.5</a:t>
                      </a:r>
                    </a:p>
                  </a:txBody>
                  <a:tcPr/>
                </a:tc>
                <a:tc>
                  <a:txBody>
                    <a:bodyPr/>
                    <a:lstStyle/>
                    <a:p>
                      <a:pPr algn="ctr"/>
                      <a:r>
                        <a:rPr lang="en-US" sz="1400" dirty="0"/>
                        <a:t>60</a:t>
                      </a:r>
                    </a:p>
                  </a:txBody>
                  <a:tcPr/>
                </a:tc>
                <a:extLst>
                  <a:ext uri="{0D108BD9-81ED-4DB2-BD59-A6C34878D82A}">
                    <a16:rowId xmlns:a16="http://schemas.microsoft.com/office/drawing/2014/main" val="4074751406"/>
                  </a:ext>
                </a:extLst>
              </a:tr>
              <a:tr h="182725">
                <a:tc>
                  <a:txBody>
                    <a:bodyPr/>
                    <a:lstStyle/>
                    <a:p>
                      <a:pPr algn="ctr"/>
                      <a:r>
                        <a:rPr lang="en-US" sz="1400" dirty="0"/>
                        <a:t>5-8</a:t>
                      </a:r>
                    </a:p>
                  </a:txBody>
                  <a:tcPr/>
                </a:tc>
                <a:tc>
                  <a:txBody>
                    <a:bodyPr/>
                    <a:lstStyle/>
                    <a:p>
                      <a:pPr algn="ctr"/>
                      <a:r>
                        <a:rPr lang="en-US" sz="1400" dirty="0"/>
                        <a:t>2.7</a:t>
                      </a:r>
                    </a:p>
                  </a:txBody>
                  <a:tcPr/>
                </a:tc>
                <a:tc>
                  <a:txBody>
                    <a:bodyPr/>
                    <a:lstStyle/>
                    <a:p>
                      <a:pPr algn="ctr"/>
                      <a:r>
                        <a:rPr lang="en-US" sz="1400" dirty="0"/>
                        <a:t>107</a:t>
                      </a:r>
                    </a:p>
                  </a:txBody>
                  <a:tcPr/>
                </a:tc>
                <a:extLst>
                  <a:ext uri="{0D108BD9-81ED-4DB2-BD59-A6C34878D82A}">
                    <a16:rowId xmlns:a16="http://schemas.microsoft.com/office/drawing/2014/main" val="1303609090"/>
                  </a:ext>
                </a:extLst>
              </a:tr>
              <a:tr h="182725">
                <a:tc>
                  <a:txBody>
                    <a:bodyPr/>
                    <a:lstStyle/>
                    <a:p>
                      <a:pPr algn="ctr"/>
                      <a:r>
                        <a:rPr lang="en-US" sz="1400" dirty="0"/>
                        <a:t>8-12</a:t>
                      </a:r>
                    </a:p>
                  </a:txBody>
                  <a:tcPr/>
                </a:tc>
                <a:tc>
                  <a:txBody>
                    <a:bodyPr/>
                    <a:lstStyle/>
                    <a:p>
                      <a:pPr algn="ctr"/>
                      <a:r>
                        <a:rPr lang="en-US" sz="1400" dirty="0"/>
                        <a:t>3.2</a:t>
                      </a:r>
                    </a:p>
                  </a:txBody>
                  <a:tcPr/>
                </a:tc>
                <a:tc>
                  <a:txBody>
                    <a:bodyPr/>
                    <a:lstStyle/>
                    <a:p>
                      <a:pPr algn="ctr"/>
                      <a:r>
                        <a:rPr lang="en-US" sz="1400" dirty="0"/>
                        <a:t>126</a:t>
                      </a:r>
                    </a:p>
                  </a:txBody>
                  <a:tcPr/>
                </a:tc>
                <a:extLst>
                  <a:ext uri="{0D108BD9-81ED-4DB2-BD59-A6C34878D82A}">
                    <a16:rowId xmlns:a16="http://schemas.microsoft.com/office/drawing/2014/main" val="2074731956"/>
                  </a:ext>
                </a:extLst>
              </a:tr>
              <a:tr h="260145">
                <a:tc>
                  <a:txBody>
                    <a:bodyPr/>
                    <a:lstStyle/>
                    <a:p>
                      <a:pPr algn="ctr"/>
                      <a:r>
                        <a:rPr lang="en-US" sz="1400" dirty="0"/>
                        <a:t>12-16</a:t>
                      </a:r>
                    </a:p>
                  </a:txBody>
                  <a:tcPr/>
                </a:tc>
                <a:tc>
                  <a:txBody>
                    <a:bodyPr/>
                    <a:lstStyle/>
                    <a:p>
                      <a:pPr algn="ctr"/>
                      <a:r>
                        <a:rPr lang="en-US" sz="1400" dirty="0"/>
                        <a:t>3.7</a:t>
                      </a:r>
                    </a:p>
                  </a:txBody>
                  <a:tcPr/>
                </a:tc>
                <a:tc>
                  <a:txBody>
                    <a:bodyPr/>
                    <a:lstStyle/>
                    <a:p>
                      <a:pPr algn="ctr"/>
                      <a:r>
                        <a:rPr lang="en-US" sz="1400" dirty="0"/>
                        <a:t>146</a:t>
                      </a:r>
                    </a:p>
                  </a:txBody>
                  <a:tcPr/>
                </a:tc>
                <a:extLst>
                  <a:ext uri="{0D108BD9-81ED-4DB2-BD59-A6C34878D82A}">
                    <a16:rowId xmlns:a16="http://schemas.microsoft.com/office/drawing/2014/main" val="3324979517"/>
                  </a:ext>
                </a:extLst>
              </a:tr>
              <a:tr h="182725">
                <a:tc>
                  <a:txBody>
                    <a:bodyPr/>
                    <a:lstStyle/>
                    <a:p>
                      <a:pPr algn="ctr"/>
                      <a:r>
                        <a:rPr lang="en-US" sz="1400" dirty="0"/>
                        <a:t>16-20</a:t>
                      </a:r>
                    </a:p>
                  </a:txBody>
                  <a:tcPr/>
                </a:tc>
                <a:tc>
                  <a:txBody>
                    <a:bodyPr/>
                    <a:lstStyle/>
                    <a:p>
                      <a:pPr algn="ctr"/>
                      <a:r>
                        <a:rPr lang="en-US" sz="1400" dirty="0"/>
                        <a:t>4.2</a:t>
                      </a:r>
                    </a:p>
                  </a:txBody>
                  <a:tcPr/>
                </a:tc>
                <a:tc>
                  <a:txBody>
                    <a:bodyPr/>
                    <a:lstStyle/>
                    <a:p>
                      <a:pPr algn="ctr"/>
                      <a:r>
                        <a:rPr lang="en-US" sz="1400" dirty="0"/>
                        <a:t>166</a:t>
                      </a:r>
                    </a:p>
                  </a:txBody>
                  <a:tcPr/>
                </a:tc>
                <a:extLst>
                  <a:ext uri="{0D108BD9-81ED-4DB2-BD59-A6C34878D82A}">
                    <a16:rowId xmlns:a16="http://schemas.microsoft.com/office/drawing/2014/main" val="1185364510"/>
                  </a:ext>
                </a:extLst>
              </a:tr>
              <a:tr h="182725">
                <a:tc>
                  <a:txBody>
                    <a:bodyPr/>
                    <a:lstStyle/>
                    <a:p>
                      <a:pPr algn="ctr"/>
                      <a:r>
                        <a:rPr lang="en-US" sz="1400" dirty="0"/>
                        <a:t>20-30</a:t>
                      </a:r>
                    </a:p>
                  </a:txBody>
                  <a:tcPr/>
                </a:tc>
                <a:tc>
                  <a:txBody>
                    <a:bodyPr/>
                    <a:lstStyle/>
                    <a:p>
                      <a:pPr algn="ctr"/>
                      <a:r>
                        <a:rPr lang="en-US" sz="1400" dirty="0"/>
                        <a:t>4.7</a:t>
                      </a:r>
                    </a:p>
                  </a:txBody>
                  <a:tcPr/>
                </a:tc>
                <a:tc>
                  <a:txBody>
                    <a:bodyPr/>
                    <a:lstStyle/>
                    <a:p>
                      <a:pPr algn="ctr"/>
                      <a:r>
                        <a:rPr lang="en-US" sz="1400" dirty="0"/>
                        <a:t>185</a:t>
                      </a:r>
                    </a:p>
                  </a:txBody>
                  <a:tcPr/>
                </a:tc>
                <a:extLst>
                  <a:ext uri="{0D108BD9-81ED-4DB2-BD59-A6C34878D82A}">
                    <a16:rowId xmlns:a16="http://schemas.microsoft.com/office/drawing/2014/main" val="1634709987"/>
                  </a:ext>
                </a:extLst>
              </a:tr>
              <a:tr h="182725">
                <a:tc>
                  <a:txBody>
                    <a:bodyPr/>
                    <a:lstStyle/>
                    <a:p>
                      <a:pPr algn="ctr"/>
                      <a:r>
                        <a:rPr lang="en-US" sz="1400" dirty="0"/>
                        <a:t>30 and above</a:t>
                      </a:r>
                    </a:p>
                  </a:txBody>
                  <a:tcPr/>
                </a:tc>
                <a:tc>
                  <a:txBody>
                    <a:bodyPr/>
                    <a:lstStyle/>
                    <a:p>
                      <a:pPr algn="ctr"/>
                      <a:r>
                        <a:rPr lang="en-US" sz="1400" dirty="0"/>
                        <a:t>6</a:t>
                      </a:r>
                    </a:p>
                  </a:txBody>
                  <a:tcPr/>
                </a:tc>
                <a:tc>
                  <a:txBody>
                    <a:bodyPr/>
                    <a:lstStyle/>
                    <a:p>
                      <a:pPr algn="ctr"/>
                      <a:r>
                        <a:rPr lang="en-US" sz="1400" dirty="0"/>
                        <a:t>237</a:t>
                      </a:r>
                    </a:p>
                  </a:txBody>
                  <a:tcPr/>
                </a:tc>
                <a:extLst>
                  <a:ext uri="{0D108BD9-81ED-4DB2-BD59-A6C34878D82A}">
                    <a16:rowId xmlns:a16="http://schemas.microsoft.com/office/drawing/2014/main" val="141673667"/>
                  </a:ext>
                </a:extLst>
              </a:tr>
            </a:tbl>
          </a:graphicData>
        </a:graphic>
      </p:graphicFrame>
    </p:spTree>
    <p:extLst>
      <p:ext uri="{BB962C8B-B14F-4D97-AF65-F5344CB8AC3E}">
        <p14:creationId xmlns:p14="http://schemas.microsoft.com/office/powerpoint/2010/main" val="2547708428"/>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ICT</a:t>
            </a:r>
            <a:endParaRPr lang="en-US" dirty="0"/>
          </a:p>
        </p:txBody>
      </p:sp>
      <p:sp>
        <p:nvSpPr>
          <p:cNvPr id="3" name="Content Placeholder 2"/>
          <p:cNvSpPr>
            <a:spLocks noGrp="1"/>
          </p:cNvSpPr>
          <p:nvPr>
            <p:ph idx="1"/>
          </p:nvPr>
        </p:nvSpPr>
        <p:spPr>
          <a:xfrm>
            <a:off x="405318" y="1288472"/>
            <a:ext cx="9736209" cy="4696275"/>
          </a:xfrm>
        </p:spPr>
        <p:txBody>
          <a:bodyPr/>
          <a:lstStyle/>
          <a:p>
            <a:pPr lvl="0"/>
            <a:r>
              <a:rPr lang="en-US" sz="1800" dirty="0"/>
              <a:t>Setting the ICT points:</a:t>
            </a:r>
          </a:p>
          <a:p>
            <a:pPr lvl="1"/>
            <a:r>
              <a:rPr lang="en-US" sz="1400" dirty="0"/>
              <a:t>Set all TPs as ICT points. </a:t>
            </a:r>
          </a:p>
          <a:p>
            <a:pPr lvl="1"/>
            <a:r>
              <a:rPr lang="en-US" sz="1400" dirty="0"/>
              <a:t>Change existing Vias to ICT Vias.</a:t>
            </a:r>
          </a:p>
          <a:p>
            <a:pPr lvl="1"/>
            <a:r>
              <a:rPr lang="en-US" sz="1400" dirty="0"/>
              <a:t>Add ICT Pads on traces and shapes on the outer layers.</a:t>
            </a:r>
          </a:p>
          <a:p>
            <a:pPr lvl="1"/>
            <a:r>
              <a:rPr lang="en-US" sz="1400" dirty="0"/>
              <a:t>Set TH pins as ICT points. </a:t>
            </a:r>
          </a:p>
          <a:p>
            <a:pPr lvl="1"/>
            <a:r>
              <a:rPr lang="en-US" sz="1400" dirty="0"/>
              <a:t>Add Vias or ICT Pads on the nets that left without ICT. Please check with the board designer to verify whether he allows stubs or not and take care of sensitive signals.</a:t>
            </a:r>
          </a:p>
          <a:p>
            <a:pPr lvl="0"/>
            <a:r>
              <a:rPr lang="en-US" sz="1800" dirty="0"/>
              <a:t>GND and power planes should have more than one ICT TP (one TP per 0.5A).</a:t>
            </a:r>
          </a:p>
          <a:p>
            <a:r>
              <a:rPr lang="en-US" sz="1800" dirty="0"/>
              <a:t>Do not place ICT TP surrounded with TH pins because they may be soldered in the wave soldering process.</a:t>
            </a:r>
          </a:p>
          <a:p>
            <a:r>
              <a:rPr lang="en-US" sz="1800" dirty="0"/>
              <a:t>Try to minimize the using of TH pins as ICT TPs.</a:t>
            </a:r>
          </a:p>
          <a:p>
            <a:r>
              <a:rPr lang="en-US" sz="1800" dirty="0">
                <a:solidFill>
                  <a:srgbClr val="FF0000"/>
                </a:solidFill>
              </a:rPr>
              <a:t>While using flying probe machines for ICT tests:</a:t>
            </a:r>
          </a:p>
          <a:p>
            <a:pPr lvl="1"/>
            <a:r>
              <a:rPr lang="en-US" sz="1600" dirty="0">
                <a:solidFill>
                  <a:srgbClr val="FF0000"/>
                </a:solidFill>
              </a:rPr>
              <a:t> better not to use ICT vias. ICT pads are better.</a:t>
            </a:r>
          </a:p>
          <a:p>
            <a:pPr lvl="1"/>
            <a:r>
              <a:rPr lang="en-US" sz="1600" dirty="0">
                <a:solidFill>
                  <a:srgbClr val="FF0000"/>
                </a:solidFill>
              </a:rPr>
              <a:t>Use filled and capped vias.</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55</a:t>
            </a:fld>
            <a:endParaRPr lang="en-US" dirty="0"/>
          </a:p>
        </p:txBody>
      </p:sp>
    </p:spTree>
    <p:extLst>
      <p:ext uri="{BB962C8B-B14F-4D97-AF65-F5344CB8AC3E}">
        <p14:creationId xmlns:p14="http://schemas.microsoft.com/office/powerpoint/2010/main" val="3216599889"/>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Panelization</a:t>
            </a:r>
            <a:endParaRPr lang="en-US" dirty="0"/>
          </a:p>
        </p:txBody>
      </p:sp>
      <p:sp>
        <p:nvSpPr>
          <p:cNvPr id="3" name="Content Placeholder 2"/>
          <p:cNvSpPr>
            <a:spLocks noGrp="1"/>
          </p:cNvSpPr>
          <p:nvPr>
            <p:ph idx="1"/>
          </p:nvPr>
        </p:nvSpPr>
        <p:spPr>
          <a:xfrm>
            <a:off x="405318" y="1288472"/>
            <a:ext cx="10850115" cy="4929333"/>
          </a:xfrm>
        </p:spPr>
        <p:txBody>
          <a:bodyPr/>
          <a:lstStyle/>
          <a:p>
            <a:pPr lvl="0"/>
            <a:r>
              <a:rPr lang="en-US" dirty="0"/>
              <a:t>Maximum panel size is 400mm x 500mm. Even for single board.</a:t>
            </a:r>
          </a:p>
          <a:p>
            <a:pPr lvl="0"/>
            <a:r>
              <a:rPr lang="en-US" dirty="0"/>
              <a:t>If there are component, which are less than 5mm from edge of PCB, tooling bars must be added.  If there are no SMT components, which are less than 5mm from edge of PCB there is no need for tooling bars.</a:t>
            </a:r>
          </a:p>
          <a:p>
            <a:pPr lvl="0"/>
            <a:r>
              <a:rPr lang="en-US" dirty="0"/>
              <a:t>The tooling bars should be placed at two opposite sides of the panel. If additional Mechanical strength needed, add full frame of tooling bar. A full frame is preferred.</a:t>
            </a:r>
          </a:p>
          <a:p>
            <a:pPr lvl="0"/>
            <a:r>
              <a:rPr lang="en-US" dirty="0"/>
              <a:t>The tooling bars width need to be 5mm width (200mil). If there are components which are protruding out of the board outline the tooling bars should be enlarged to be 200mil from the component edge.</a:t>
            </a:r>
          </a:p>
          <a:p>
            <a:pPr lvl="0"/>
            <a:r>
              <a:rPr lang="en-US" dirty="0"/>
              <a:t>The tooling bars will be connected to the board by tabs (KIRSUM_24_NO_HOLES footprint). 2.4mm without mice bites. The distance between the tabs should be no more than 50mm.</a:t>
            </a:r>
          </a:p>
          <a:p>
            <a:pPr lvl="0"/>
            <a:r>
              <a:rPr lang="en-US" dirty="0"/>
              <a:t>If you have more than one board on a panel, make sure that the tabs location for each board on the panel is identical.</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56</a:t>
            </a:fld>
            <a:endParaRPr lang="en-US" dirty="0"/>
          </a:p>
        </p:txBody>
      </p:sp>
    </p:spTree>
    <p:extLst>
      <p:ext uri="{BB962C8B-B14F-4D97-AF65-F5344CB8AC3E}">
        <p14:creationId xmlns:p14="http://schemas.microsoft.com/office/powerpoint/2010/main" val="17321640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Panelization</a:t>
            </a:r>
            <a:endParaRPr lang="en-US" dirty="0"/>
          </a:p>
        </p:txBody>
      </p:sp>
      <p:sp>
        <p:nvSpPr>
          <p:cNvPr id="3" name="Content Placeholder 2"/>
          <p:cNvSpPr>
            <a:spLocks noGrp="1"/>
          </p:cNvSpPr>
          <p:nvPr>
            <p:ph idx="1"/>
          </p:nvPr>
        </p:nvSpPr>
        <p:spPr>
          <a:xfrm>
            <a:off x="405318" y="1288472"/>
            <a:ext cx="5430217" cy="4696275"/>
          </a:xfrm>
        </p:spPr>
        <p:txBody>
          <a:bodyPr/>
          <a:lstStyle/>
          <a:p>
            <a:pPr lvl="0"/>
            <a:r>
              <a:rPr lang="en-US" dirty="0"/>
              <a:t>Please make sure that the tabs are not placed in front of MLCC (Ceramic capacitors), Crystal clock and edge connectors. A 200mil distance is needed.</a:t>
            </a:r>
          </a:p>
          <a:p>
            <a:pPr lvl="0"/>
            <a:r>
              <a:rPr lang="en-US" dirty="0"/>
              <a:t>Do not place tabs under components which protruding from the board edge.</a:t>
            </a:r>
          </a:p>
          <a:p>
            <a:pPr lvl="0"/>
            <a:r>
              <a:rPr lang="en-US" dirty="0"/>
              <a:t>The utilization of the panel including all rulers and orientation should fit to working panel of 22x46”. Coverage needs to be higher than 75%. Better to send the board for technologist for panelization recommendation.</a:t>
            </a:r>
          </a:p>
          <a:p>
            <a:pPr lvl="0"/>
            <a:r>
              <a:rPr lang="en-US" dirty="0"/>
              <a:t>Mark on each board its rotation related to the main board. </a:t>
            </a:r>
          </a:p>
          <a:p>
            <a:pPr lvl="0"/>
            <a:r>
              <a:rPr lang="en-US" dirty="0"/>
              <a:t>Number the boards in the Silkscreen layer.</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57</a:t>
            </a:fld>
            <a:endParaRPr lang="en-US" dirty="0"/>
          </a:p>
        </p:txBody>
      </p:sp>
      <p:pic>
        <p:nvPicPr>
          <p:cNvPr id="5" name="Chart Placeholder 4"/>
          <p:cNvPicPr>
            <a:picLocks/>
          </p:cNvPicPr>
          <p:nvPr/>
        </p:nvPicPr>
        <p:blipFill>
          <a:blip r:embed="rId2">
            <a:extLst>
              <a:ext uri="{28A0092B-C50C-407E-A947-70E740481C1C}">
                <a14:useLocalDpi xmlns:a14="http://schemas.microsoft.com/office/drawing/2010/main" val="0"/>
              </a:ext>
            </a:extLst>
          </a:blip>
          <a:stretch>
            <a:fillRect/>
          </a:stretch>
        </p:blipFill>
        <p:spPr>
          <a:xfrm>
            <a:off x="5835535" y="1359130"/>
            <a:ext cx="6054899" cy="4554958"/>
          </a:xfrm>
          <a:prstGeom prst="rect">
            <a:avLst/>
          </a:prstGeom>
        </p:spPr>
      </p:pic>
    </p:spTree>
    <p:extLst>
      <p:ext uri="{BB962C8B-B14F-4D97-AF65-F5344CB8AC3E}">
        <p14:creationId xmlns:p14="http://schemas.microsoft.com/office/powerpoint/2010/main" val="3869611773"/>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Panelization</a:t>
            </a:r>
            <a:endParaRPr lang="en-US" dirty="0"/>
          </a:p>
        </p:txBody>
      </p:sp>
      <p:sp>
        <p:nvSpPr>
          <p:cNvPr id="3" name="Content Placeholder 2"/>
          <p:cNvSpPr>
            <a:spLocks noGrp="1"/>
          </p:cNvSpPr>
          <p:nvPr>
            <p:ph idx="1"/>
          </p:nvPr>
        </p:nvSpPr>
        <p:spPr>
          <a:xfrm>
            <a:off x="405318" y="1288472"/>
            <a:ext cx="10268224" cy="4696275"/>
          </a:xfrm>
        </p:spPr>
        <p:txBody>
          <a:bodyPr/>
          <a:lstStyle/>
          <a:p>
            <a:r>
              <a:rPr lang="en-US" sz="2200" dirty="0"/>
              <a:t>On the panel, please place 3 fiducials on each side of the board no matter if contains SMD components or not. The fiducials should be as far as possible one from the others. </a:t>
            </a:r>
          </a:p>
          <a:p>
            <a:r>
              <a:rPr lang="en-US" sz="2200" dirty="0"/>
              <a:t>On the panel, please locate 4 locating pins with maximum distance between them. The drill diameter should be 2.5mm (MECH_2_5MM_NP footprint). The locating pins should be asymmetrical for the “Poke-Yoke“ fixture. Those holes use for some manufacturing processes.</a:t>
            </a:r>
          </a:p>
          <a:p>
            <a:r>
              <a:rPr lang="en-US" sz="2200" dirty="0">
                <a:solidFill>
                  <a:srgbClr val="FF0000"/>
                </a:solidFill>
              </a:rPr>
              <a:t>PCBs which contains only TH components do not need panelization and rulers.</a:t>
            </a:r>
          </a:p>
          <a:p>
            <a:r>
              <a:rPr lang="en-US" sz="2200" dirty="0"/>
              <a:t>All our boards need to be with tabs for router and not </a:t>
            </a:r>
            <a:r>
              <a:rPr lang="en-US" sz="2200" dirty="0" err="1"/>
              <a:t>Vcut</a:t>
            </a:r>
            <a:r>
              <a:rPr lang="en-US" sz="2200" dirty="0"/>
              <a:t> unless other approval from </a:t>
            </a:r>
            <a:r>
              <a:rPr lang="en-US" sz="2200" dirty="0" err="1"/>
              <a:t>QnR</a:t>
            </a:r>
            <a:r>
              <a:rPr lang="en-US" sz="2200" dirty="0"/>
              <a:t>. However, if you chose to use </a:t>
            </a:r>
            <a:r>
              <a:rPr lang="en-US" sz="2200" dirty="0" err="1"/>
              <a:t>Vcut</a:t>
            </a:r>
            <a:r>
              <a:rPr lang="en-US" sz="2200" dirty="0"/>
              <a:t>, you should mark each </a:t>
            </a:r>
            <a:r>
              <a:rPr lang="en-US" sz="2200" dirty="0" err="1"/>
              <a:t>Vcut</a:t>
            </a:r>
            <a:r>
              <a:rPr lang="en-US" sz="2200" dirty="0"/>
              <a:t> line. In addition, you need to keep 200mil from components to the edge of the board.</a:t>
            </a:r>
          </a:p>
          <a:p>
            <a:pPr marL="0" indent="0">
              <a:buNone/>
            </a:pPr>
            <a:endParaRPr lang="en-US" sz="2400" dirty="0"/>
          </a:p>
          <a:p>
            <a:pPr marL="0" indent="0">
              <a:buNone/>
            </a:pPr>
            <a:endParaRPr lang="en-US" sz="2400"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58</a:t>
            </a:fld>
            <a:endParaRPr lang="en-US" dirty="0"/>
          </a:p>
        </p:txBody>
      </p:sp>
    </p:spTree>
    <p:extLst>
      <p:ext uri="{BB962C8B-B14F-4D97-AF65-F5344CB8AC3E}">
        <p14:creationId xmlns:p14="http://schemas.microsoft.com/office/powerpoint/2010/main" val="3954359140"/>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a:t>Production files</a:t>
            </a:r>
            <a:endParaRPr lang="en-US" dirty="0"/>
          </a:p>
        </p:txBody>
      </p:sp>
      <p:sp>
        <p:nvSpPr>
          <p:cNvPr id="3" name="Content Placeholder 2"/>
          <p:cNvSpPr>
            <a:spLocks noGrp="1"/>
          </p:cNvSpPr>
          <p:nvPr>
            <p:ph idx="1"/>
          </p:nvPr>
        </p:nvSpPr>
        <p:spPr>
          <a:xfrm>
            <a:off x="405318" y="1288472"/>
            <a:ext cx="10667235" cy="4696275"/>
          </a:xfrm>
        </p:spPr>
        <p:txBody>
          <a:bodyPr/>
          <a:lstStyle/>
          <a:p>
            <a:pPr lvl="0"/>
            <a:r>
              <a:rPr lang="en-US" sz="2400" dirty="0"/>
              <a:t>Production files will be done only after designer, mechanic, technologist, and ATE approval.</a:t>
            </a:r>
          </a:p>
          <a:p>
            <a:pPr marL="0" indent="0">
              <a:buNone/>
            </a:pPr>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smtClean="0"/>
              <a:pPr/>
              <a:t>59</a:t>
            </a:fld>
            <a:endParaRPr lang="en-US" dirty="0"/>
          </a:p>
        </p:txBody>
      </p:sp>
    </p:spTree>
    <p:extLst>
      <p:ext uri="{BB962C8B-B14F-4D97-AF65-F5344CB8AC3E}">
        <p14:creationId xmlns:p14="http://schemas.microsoft.com/office/powerpoint/2010/main" val="2022825067"/>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7ADA1C-0DEA-EF88-1284-6D05D38E1A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6E52F9-BA4B-8B0F-5FC7-976DC3A85FA2}"/>
              </a:ext>
            </a:extLst>
          </p:cNvPr>
          <p:cNvSpPr>
            <a:spLocks noGrp="1"/>
          </p:cNvSpPr>
          <p:nvPr>
            <p:ph type="title"/>
          </p:nvPr>
        </p:nvSpPr>
        <p:spPr/>
        <p:txBody>
          <a:bodyPr/>
          <a:lstStyle/>
          <a:p>
            <a:r>
              <a:rPr lang="en-US" b="1" dirty="0"/>
              <a:t>Approvals</a:t>
            </a:r>
            <a:endParaRPr lang="en-US" dirty="0"/>
          </a:p>
        </p:txBody>
      </p:sp>
      <p:sp>
        <p:nvSpPr>
          <p:cNvPr id="3" name="Content Placeholder 2">
            <a:extLst>
              <a:ext uri="{FF2B5EF4-FFF2-40B4-BE49-F238E27FC236}">
                <a16:creationId xmlns:a16="http://schemas.microsoft.com/office/drawing/2014/main" id="{1C9258E3-0B99-6CD4-2F10-9881AC728295}"/>
              </a:ext>
            </a:extLst>
          </p:cNvPr>
          <p:cNvSpPr>
            <a:spLocks noGrp="1"/>
          </p:cNvSpPr>
          <p:nvPr>
            <p:ph idx="1"/>
          </p:nvPr>
        </p:nvSpPr>
        <p:spPr>
          <a:xfrm>
            <a:off x="405318" y="1288472"/>
            <a:ext cx="10667235" cy="4696275"/>
          </a:xfrm>
        </p:spPr>
        <p:txBody>
          <a:bodyPr/>
          <a:lstStyle/>
          <a:p>
            <a:r>
              <a:rPr lang="en-US" sz="2400" dirty="0">
                <a:solidFill>
                  <a:srgbClr val="0F4761"/>
                </a:solidFill>
                <a:effectLst/>
                <a:latin typeface="Segoe UI" panose="020B0502040204020203" pitchFamily="34" charset="0"/>
                <a:ea typeface="Times New Roman" panose="02020603050405020304" pitchFamily="18" charset="0"/>
                <a:cs typeface="Aptos" panose="020B0004020202020204" pitchFamily="34" charset="0"/>
              </a:rPr>
              <a:t>Placement approval – Please attach the files:</a:t>
            </a:r>
          </a:p>
          <a:p>
            <a:pPr lvl="1"/>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BRD file</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ASSY_CS.dxf</a:t>
            </a:r>
            <a:endPar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ASSY_PS.dxf</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emn</a:t>
            </a:r>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 emp files </a:t>
            </a:r>
          </a:p>
          <a:p>
            <a:pPr marL="527675" lvl="1" indent="0">
              <a:buNone/>
            </a:pPr>
            <a:r>
              <a:rPr lang="en-US" dirty="0">
                <a:solidFill>
                  <a:srgbClr val="0F4761"/>
                </a:solidFill>
                <a:effectLst/>
                <a:latin typeface="Segoe UI" panose="020B0502040204020203" pitchFamily="34" charset="0"/>
                <a:ea typeface="Aptos" panose="020B0004020202020204" pitchFamily="34" charset="0"/>
                <a:cs typeface="Aptos" panose="020B0004020202020204" pitchFamily="34" charset="0"/>
              </a:rPr>
              <a:t>Approvers: Responsible engineer and team leader, Mechanic, Albert, Benny.</a:t>
            </a:r>
            <a:endParaRPr lang="en-US" dirty="0">
              <a:effectLst/>
              <a:latin typeface="Aptos" panose="020B0004020202020204" pitchFamily="34" charset="0"/>
              <a:ea typeface="Aptos" panose="020B0004020202020204" pitchFamily="34" charset="0"/>
              <a:cs typeface="Aptos" panose="020B0004020202020204" pitchFamily="34" charset="0"/>
            </a:endParaRPr>
          </a:p>
          <a:p>
            <a:r>
              <a:rPr lang="en-US" sz="2400" dirty="0">
                <a:solidFill>
                  <a:srgbClr val="0F4761"/>
                </a:solidFill>
                <a:effectLst/>
                <a:latin typeface="Segoe UI" panose="020B0502040204020203" pitchFamily="34" charset="0"/>
                <a:ea typeface="Times New Roman" panose="02020603050405020304" pitchFamily="18" charset="0"/>
                <a:cs typeface="Aptos" panose="020B0004020202020204" pitchFamily="34" charset="0"/>
              </a:rPr>
              <a:t>Routing approval – Please attach the files:</a:t>
            </a:r>
          </a:p>
          <a:p>
            <a:pPr lvl="1"/>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BRD file</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marL="527675" lvl="1" indent="0">
              <a:buNone/>
            </a:pPr>
            <a:r>
              <a:rPr lang="en-US" dirty="0">
                <a:solidFill>
                  <a:srgbClr val="0F4761"/>
                </a:solidFill>
                <a:effectLst/>
                <a:latin typeface="Segoe UI" panose="020B0502040204020203" pitchFamily="34" charset="0"/>
                <a:ea typeface="Aptos" panose="020B0004020202020204" pitchFamily="34" charset="0"/>
                <a:cs typeface="Aptos" panose="020B0004020202020204" pitchFamily="34" charset="0"/>
              </a:rPr>
              <a:t>Approvers: Responsible engineer and team leader.</a:t>
            </a:r>
            <a:endParaRPr lang="en-US" dirty="0">
              <a:effectLst/>
              <a:latin typeface="Aptos" panose="020B0004020202020204" pitchFamily="34" charset="0"/>
              <a:ea typeface="Aptos" panose="020B0004020202020204" pitchFamily="34" charset="0"/>
              <a:cs typeface="Aptos" panose="020B0004020202020204" pitchFamily="34" charset="0"/>
            </a:endParaRPr>
          </a:p>
          <a:p>
            <a:pPr marL="1006475" indent="0">
              <a:buNone/>
            </a:pPr>
            <a:endParaRPr lang="en-US" sz="1400" dirty="0">
              <a:effectLst/>
              <a:latin typeface="Aptos" panose="020B0004020202020204" pitchFamily="34" charset="0"/>
              <a:ea typeface="Aptos" panose="020B0004020202020204" pitchFamily="34" charset="0"/>
              <a:cs typeface="Aptos" panose="020B0004020202020204" pitchFamily="34" charset="0"/>
            </a:endParaRPr>
          </a:p>
        </p:txBody>
      </p:sp>
      <p:sp>
        <p:nvSpPr>
          <p:cNvPr id="4" name="Slide Number Placeholder 3">
            <a:extLst>
              <a:ext uri="{FF2B5EF4-FFF2-40B4-BE49-F238E27FC236}">
                <a16:creationId xmlns:a16="http://schemas.microsoft.com/office/drawing/2014/main" id="{15CA1B32-7435-2B7C-91C0-F608F1944C6F}"/>
              </a:ext>
            </a:extLst>
          </p:cNvPr>
          <p:cNvSpPr>
            <a:spLocks noGrp="1"/>
          </p:cNvSpPr>
          <p:nvPr>
            <p:ph type="sldNum" sz="quarter" idx="12"/>
          </p:nvPr>
        </p:nvSpPr>
        <p:spPr/>
        <p:txBody>
          <a:bodyPr/>
          <a:lstStyle/>
          <a:p>
            <a:fld id="{4FAB73BC-B049-4115-A692-8D63A059BFB8}" type="slidenum">
              <a:rPr lang="en-US" smtClean="0"/>
              <a:pPr/>
              <a:t>60</a:t>
            </a:fld>
            <a:endParaRPr lang="en-US" dirty="0"/>
          </a:p>
        </p:txBody>
      </p:sp>
    </p:spTree>
    <p:extLst>
      <p:ext uri="{BB962C8B-B14F-4D97-AF65-F5344CB8AC3E}">
        <p14:creationId xmlns:p14="http://schemas.microsoft.com/office/powerpoint/2010/main" val="371722719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3A5BAB-7937-8EF7-9FC3-0646D4C91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C3BB5A7-8E5D-74A8-F9DD-4A36243B528C}"/>
              </a:ext>
            </a:extLst>
          </p:cNvPr>
          <p:cNvSpPr>
            <a:spLocks noGrp="1"/>
          </p:cNvSpPr>
          <p:nvPr>
            <p:ph type="title"/>
          </p:nvPr>
        </p:nvSpPr>
        <p:spPr/>
        <p:txBody>
          <a:bodyPr/>
          <a:lstStyle/>
          <a:p>
            <a:r>
              <a:rPr lang="en-US" b="1" dirty="0"/>
              <a:t>Approvals</a:t>
            </a:r>
            <a:endParaRPr lang="en-US" dirty="0"/>
          </a:p>
        </p:txBody>
      </p:sp>
      <p:sp>
        <p:nvSpPr>
          <p:cNvPr id="3" name="Content Placeholder 2">
            <a:extLst>
              <a:ext uri="{FF2B5EF4-FFF2-40B4-BE49-F238E27FC236}">
                <a16:creationId xmlns:a16="http://schemas.microsoft.com/office/drawing/2014/main" id="{6228EFAF-7319-01E1-8D3F-CED2E722BFB4}"/>
              </a:ext>
            </a:extLst>
          </p:cNvPr>
          <p:cNvSpPr>
            <a:spLocks noGrp="1"/>
          </p:cNvSpPr>
          <p:nvPr>
            <p:ph idx="1"/>
          </p:nvPr>
        </p:nvSpPr>
        <p:spPr>
          <a:xfrm>
            <a:off x="405318" y="1288472"/>
            <a:ext cx="10667235" cy="4696275"/>
          </a:xfrm>
        </p:spPr>
        <p:txBody>
          <a:bodyPr/>
          <a:lstStyle/>
          <a:p>
            <a:r>
              <a:rPr lang="en-US" sz="2400" dirty="0">
                <a:solidFill>
                  <a:srgbClr val="0F4761"/>
                </a:solidFill>
                <a:effectLst/>
                <a:latin typeface="Segoe UI" panose="020B0502040204020203" pitchFamily="34" charset="0"/>
                <a:ea typeface="Times New Roman" panose="02020603050405020304" pitchFamily="18" charset="0"/>
                <a:cs typeface="Aptos" panose="020B0004020202020204" pitchFamily="34" charset="0"/>
              </a:rPr>
              <a:t>Final approval – Please attach the files:</a:t>
            </a:r>
          </a:p>
          <a:p>
            <a:pPr lvl="1"/>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BRD file</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ASSY_CS.dxf</a:t>
            </a:r>
            <a:endPar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ASSY_PS.dxf</a:t>
            </a:r>
            <a:endPar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ATE_dxf</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Drill.dxf</a:t>
            </a:r>
            <a:endParaRPr lang="en-US" sz="1800" dirty="0">
              <a:effectLst/>
              <a:latin typeface="Aptos" panose="020B0004020202020204" pitchFamily="34" charset="0"/>
              <a:ea typeface="Aptos" panose="020B0004020202020204" pitchFamily="34" charset="0"/>
              <a:cs typeface="Aptos" panose="020B0004020202020204" pitchFamily="34" charset="0"/>
            </a:endParaRPr>
          </a:p>
          <a:p>
            <a:pPr lvl="1"/>
            <a:r>
              <a:rPr lang="en-US" sz="1800" dirty="0" err="1">
                <a:solidFill>
                  <a:srgbClr val="0F4761"/>
                </a:solidFill>
                <a:effectLst/>
                <a:latin typeface="Segoe UI" panose="020B0502040204020203" pitchFamily="34" charset="0"/>
                <a:ea typeface="Aptos" panose="020B0004020202020204" pitchFamily="34" charset="0"/>
                <a:cs typeface="Aptos" panose="020B0004020202020204" pitchFamily="34" charset="0"/>
              </a:rPr>
              <a:t>emn</a:t>
            </a:r>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 emp files </a:t>
            </a:r>
          </a:p>
          <a:p>
            <a:pPr lvl="1"/>
            <a:r>
              <a:rPr lang="en-US" dirty="0">
                <a:solidFill>
                  <a:srgbClr val="0F4761"/>
                </a:solidFill>
                <a:latin typeface="Segoe UI" panose="020B0502040204020203" pitchFamily="34" charset="0"/>
                <a:ea typeface="Aptos" panose="020B0004020202020204" pitchFamily="34" charset="0"/>
                <a:cs typeface="Aptos" panose="020B0004020202020204" pitchFamily="34" charset="0"/>
              </a:rPr>
              <a:t>ODB++</a:t>
            </a:r>
          </a:p>
          <a:p>
            <a:pPr lvl="1"/>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BOM (Responsible engineer)</a:t>
            </a:r>
          </a:p>
          <a:p>
            <a:pPr lvl="1"/>
            <a:r>
              <a:rPr lang="en-US" dirty="0">
                <a:solidFill>
                  <a:srgbClr val="0F4761"/>
                </a:solidFill>
                <a:latin typeface="Segoe UI" panose="020B0502040204020203" pitchFamily="34" charset="0"/>
                <a:ea typeface="Aptos" panose="020B0004020202020204" pitchFamily="34" charset="0"/>
                <a:cs typeface="Aptos" panose="020B0004020202020204" pitchFamily="34" charset="0"/>
              </a:rPr>
              <a:t>DOC-SP </a:t>
            </a:r>
            <a:r>
              <a:rPr lang="en-US" sz="1800" dirty="0">
                <a:solidFill>
                  <a:srgbClr val="0F4761"/>
                </a:solidFill>
                <a:effectLst/>
                <a:latin typeface="Segoe UI" panose="020B0502040204020203" pitchFamily="34" charset="0"/>
                <a:ea typeface="Aptos" panose="020B0004020202020204" pitchFamily="34" charset="0"/>
                <a:cs typeface="Aptos" panose="020B0004020202020204" pitchFamily="34" charset="0"/>
              </a:rPr>
              <a:t>(Responsible engineer)</a:t>
            </a:r>
          </a:p>
          <a:p>
            <a:pPr marL="527675" lvl="1" indent="0">
              <a:buNone/>
            </a:pPr>
            <a:r>
              <a:rPr lang="en-US" dirty="0">
                <a:solidFill>
                  <a:srgbClr val="FF0000"/>
                </a:solidFill>
                <a:effectLst/>
                <a:latin typeface="Segoe UI" panose="020B0502040204020203" pitchFamily="34" charset="0"/>
                <a:ea typeface="Aptos" panose="020B0004020202020204" pitchFamily="34" charset="0"/>
                <a:cs typeface="Aptos" panose="020B0004020202020204" pitchFamily="34" charset="0"/>
              </a:rPr>
              <a:t>Approvers: Responsible engineer and team leader, </a:t>
            </a:r>
            <a:r>
              <a:rPr lang="en-US" sz="1800" dirty="0">
                <a:solidFill>
                  <a:srgbClr val="FF0000"/>
                </a:solidFill>
                <a:effectLst/>
                <a:latin typeface="Segoe UI" panose="020B0502040204020203" pitchFamily="34" charset="0"/>
                <a:ea typeface="Aptos" panose="020B0004020202020204" pitchFamily="34" charset="0"/>
              </a:rPr>
              <a:t>Mechanic, Albert, </a:t>
            </a:r>
            <a:r>
              <a:rPr lang="en-US" dirty="0">
                <a:solidFill>
                  <a:srgbClr val="FF0000"/>
                </a:solidFill>
                <a:effectLst/>
                <a:latin typeface="Segoe UI" panose="020B0502040204020203" pitchFamily="34" charset="0"/>
                <a:ea typeface="Aptos" panose="020B0004020202020204" pitchFamily="34" charset="0"/>
                <a:cs typeface="Aptos" panose="020B0004020202020204" pitchFamily="34" charset="0"/>
              </a:rPr>
              <a:t>Benny ,</a:t>
            </a:r>
            <a:r>
              <a:rPr lang="en-US" sz="1800" dirty="0">
                <a:solidFill>
                  <a:srgbClr val="FF0000"/>
                </a:solidFill>
                <a:effectLst/>
                <a:latin typeface="Segoe UI" panose="020B0502040204020203" pitchFamily="34" charset="0"/>
                <a:ea typeface="Aptos" panose="020B0004020202020204" pitchFamily="34" charset="0"/>
              </a:rPr>
              <a:t>Naif A, </a:t>
            </a:r>
            <a:r>
              <a:rPr lang="en-US" sz="1800" dirty="0" err="1">
                <a:solidFill>
                  <a:srgbClr val="FF0000"/>
                </a:solidFill>
                <a:effectLst/>
                <a:latin typeface="Segoe UI" panose="020B0502040204020203" pitchFamily="34" charset="0"/>
                <a:ea typeface="Aptos" panose="020B0004020202020204" pitchFamily="34" charset="0"/>
              </a:rPr>
              <a:t>ShaulY</a:t>
            </a:r>
            <a:r>
              <a:rPr lang="en-US" sz="1800" dirty="0">
                <a:solidFill>
                  <a:srgbClr val="FF0000"/>
                </a:solidFill>
                <a:effectLst/>
                <a:latin typeface="Segoe UI" panose="020B0502040204020203" pitchFamily="34" charset="0"/>
                <a:ea typeface="Aptos" panose="020B0004020202020204" pitchFamily="34" charset="0"/>
              </a:rPr>
              <a:t>.</a:t>
            </a:r>
            <a:endParaRPr lang="en-US" dirty="0">
              <a:solidFill>
                <a:srgbClr val="FF0000"/>
              </a:solidFill>
              <a:effectLst/>
              <a:latin typeface="Aptos" panose="020B0004020202020204" pitchFamily="34" charset="0"/>
              <a:ea typeface="Aptos" panose="020B0004020202020204" pitchFamily="34" charset="0"/>
              <a:cs typeface="Aptos" panose="020B0004020202020204" pitchFamily="34" charset="0"/>
            </a:endParaRPr>
          </a:p>
          <a:p>
            <a:pPr marL="504000" lvl="1" indent="0">
              <a:buNone/>
            </a:pPr>
            <a:endParaRPr lang="en-US" dirty="0">
              <a:effectLst/>
            </a:endParaRPr>
          </a:p>
          <a:p>
            <a:pPr marL="0" indent="0">
              <a:buNone/>
            </a:pPr>
            <a:endParaRPr lang="en-US" dirty="0"/>
          </a:p>
        </p:txBody>
      </p:sp>
      <p:sp>
        <p:nvSpPr>
          <p:cNvPr id="4" name="Slide Number Placeholder 3">
            <a:extLst>
              <a:ext uri="{FF2B5EF4-FFF2-40B4-BE49-F238E27FC236}">
                <a16:creationId xmlns:a16="http://schemas.microsoft.com/office/drawing/2014/main" id="{B90FE109-848E-93FF-948D-0CB72278F15A}"/>
              </a:ext>
            </a:extLst>
          </p:cNvPr>
          <p:cNvSpPr>
            <a:spLocks noGrp="1"/>
          </p:cNvSpPr>
          <p:nvPr>
            <p:ph type="sldNum" sz="quarter" idx="12"/>
          </p:nvPr>
        </p:nvSpPr>
        <p:spPr/>
        <p:txBody>
          <a:bodyPr/>
          <a:lstStyle/>
          <a:p>
            <a:fld id="{4FAB73BC-B049-4115-A692-8D63A059BFB8}" type="slidenum">
              <a:rPr lang="en-US" smtClean="0"/>
              <a:pPr/>
              <a:t>61</a:t>
            </a:fld>
            <a:endParaRPr lang="en-US" dirty="0"/>
          </a:p>
        </p:txBody>
      </p:sp>
    </p:spTree>
    <p:extLst>
      <p:ext uri="{BB962C8B-B14F-4D97-AF65-F5344CB8AC3E}">
        <p14:creationId xmlns:p14="http://schemas.microsoft.com/office/powerpoint/2010/main" val="2803293880"/>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4638783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6.xml><?xml version="1.0" encoding="utf-8"?>
<p:tagLst xmlns:a="http://schemas.openxmlformats.org/drawingml/2006/main" xmlns:r="http://schemas.openxmlformats.org/officeDocument/2006/relationships" xmlns:p="http://schemas.openxmlformats.org/presentationml/2006/main">
  <p:tag name="KSO_WM_BEAUTIFY_FLAG" val=""/>
</p:tagLst>
</file>

<file path=ppt/tags/tag7.xml><?xml version="1.0" encoding="utf-8"?>
<p:tagLst xmlns:a="http://schemas.openxmlformats.org/drawingml/2006/main" xmlns:r="http://schemas.openxmlformats.org/officeDocument/2006/relationships" xmlns:p="http://schemas.openxmlformats.org/presentationml/2006/main">
  <p:tag name="KSO_WM_BEAUTIFY_FLAG" val=""/>
</p:tagLst>
</file>

<file path=ppt/tags/tag8.xml><?xml version="1.0" encoding="utf-8"?>
<p:tagLst xmlns:a="http://schemas.openxmlformats.org/drawingml/2006/main" xmlns:r="http://schemas.openxmlformats.org/officeDocument/2006/relationships" xmlns:p="http://schemas.openxmlformats.org/presentationml/2006/main">
  <p:tag name="KSO_WM_BEAUTIFY_FLAG" val=""/>
</p:tagLst>
</file>

<file path=ppt/tags/tag9.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0.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1.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2.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3.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4.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5.xml><?xml version="1.0" encoding="utf-8"?>
<p:tagLst xmlns:a="http://schemas.openxmlformats.org/drawingml/2006/main" xmlns:r="http://schemas.openxmlformats.org/officeDocument/2006/relationships" xmlns:p="http://schemas.openxmlformats.org/presentationml/2006/main">
  <p:tag name="KSO_WM_BEAUTIFY_FLAG" val=""/>
</p:tagLst>
</file>

<file path=ppt/tags/tag16.xml><?xml version="1.0" encoding="utf-8"?>
<p:tagLst xmlns:a="http://schemas.openxmlformats.org/drawingml/2006/main" xmlns:r="http://schemas.openxmlformats.org/officeDocument/2006/relationships" xmlns:p="http://schemas.openxmlformats.org/presentationml/2006/main">
  <p:tag name="KSO_WM_BEAUTIFY_FLAG" val=""/>
</p:tagLst>
</file>

<file path=ppt/theme/theme1.xml><?xml version="1.0" encoding="utf-8"?>
<a:theme xmlns:a="http://schemas.openxmlformats.org/drawingml/2006/main" name="Frame">
  <a:themeElements>
    <a:clrScheme name="Custom 9">
      <a:dk1>
        <a:srgbClr val="000000"/>
      </a:dk1>
      <a:lt1>
        <a:srgbClr val="FFFFFF"/>
      </a:lt1>
      <a:dk2>
        <a:srgbClr val="404040"/>
      </a:dk2>
      <a:lt2>
        <a:srgbClr val="F1F1F1"/>
      </a:lt2>
      <a:accent1>
        <a:srgbClr val="FF3232"/>
      </a:accent1>
      <a:accent2>
        <a:srgbClr val="001446"/>
      </a:accent2>
      <a:accent3>
        <a:srgbClr val="DEDEDE"/>
      </a:accent3>
      <a:accent4>
        <a:srgbClr val="696969"/>
      </a:accent4>
      <a:accent5>
        <a:srgbClr val="9E9E9E"/>
      </a:accent5>
      <a:accent6>
        <a:srgbClr val="3F4873"/>
      </a:accent6>
      <a:hlink>
        <a:srgbClr val="001446"/>
      </a:hlink>
      <a:folHlink>
        <a:srgbClr val="F00822"/>
      </a:folHlink>
    </a:clrScheme>
    <a:fontScheme name="solaredge">
      <a:majorFont>
        <a:latin typeface="Segoe UI Semibold"/>
        <a:ea typeface=""/>
        <a:cs typeface="Segoe UI Semibold"/>
      </a:majorFont>
      <a:minorFont>
        <a:latin typeface="Segoe UI"/>
        <a:ea typeface=""/>
        <a:cs typeface="Segoe UI"/>
      </a:minorFont>
    </a:fontScheme>
    <a:fmtScheme name="Frame">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hade val="98000"/>
                <a:satMod val="120000"/>
                <a:lumMod val="102000"/>
              </a:schemeClr>
            </a:gs>
            <a:gs pos="48000">
              <a:schemeClr val="phClr">
                <a:tint val="98000"/>
                <a:shade val="90000"/>
                <a:satMod val="110000"/>
                <a:lumMod val="103000"/>
              </a:schemeClr>
            </a:gs>
            <a:gs pos="100000">
              <a:schemeClr val="phClr">
                <a:tint val="98000"/>
                <a:shade val="80000"/>
                <a:satMod val="100000"/>
              </a:schemeClr>
            </a:gs>
          </a:gsLst>
          <a:lin ang="5400000" scaled="0"/>
        </a:gradFill>
      </a:bgFillStyleLst>
    </a:fmtScheme>
  </a:themeElements>
  <a:objectDefaults>
    <a:txDef>
      <a:spPr>
        <a:noFill/>
      </a:spPr>
      <a:bodyPr wrap="square" rtlCol="1">
        <a:noAutofit/>
      </a:bodyPr>
      <a:lstStyle>
        <a:defPPr algn="l">
          <a:defRPr dirty="0" err="1" smtClean="0">
            <a:latin typeface="Segoe UI" panose="020B0502040204020203" pitchFamily="34" charset="0"/>
            <a:cs typeface="Segoe UI" panose="020B0502040204020203" pitchFamily="34" charset="0"/>
          </a:defRPr>
        </a:defPPr>
      </a:lstStyle>
    </a:txDef>
  </a:objectDefaults>
  <a:extraClrSchemeLst/>
  <a:extLst>
    <a:ext uri="{05A4C25C-085E-4340-85A3-A5531E510DB2}">
      <thm15:themeFamily xmlns:thm15="http://schemas.microsoft.com/office/thememl/2012/main" name="SolarEdge PPT Template" id="{342A14CA-F451-524E-946C-111AEEF75DE0}" vid="{4BC8A2C4-2BA2-7046-9DE3-E3E2E8D611E6}"/>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eb08019-584f-4cf3-9965-127f9e4e6dfc" xsi:nil="true"/>
    <lcf76f155ced4ddcb4097134ff3c332f xmlns="fcffac0d-b31a-4f0d-b252-4fe01ade461d">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cument" ma:contentTypeID="0x0101007AFBE424BC50B241B01C4D90EC99ADAD" ma:contentTypeVersion="10" ma:contentTypeDescription="Create a new document." ma:contentTypeScope="" ma:versionID="a1e29afb4d137b1028d4b276639ea2b8">
  <xsd:schema xmlns:xsd="http://www.w3.org/2001/XMLSchema" xmlns:xs="http://www.w3.org/2001/XMLSchema" xmlns:p="http://schemas.microsoft.com/office/2006/metadata/properties" xmlns:ns2="fcffac0d-b31a-4f0d-b252-4fe01ade461d" xmlns:ns3="4eb08019-584f-4cf3-9965-127f9e4e6dfc" targetNamespace="http://schemas.microsoft.com/office/2006/metadata/properties" ma:root="true" ma:fieldsID="ab6eca1d812fdbd6c8a9a7489475db27" ns2:_="" ns3:_="">
    <xsd:import namespace="fcffac0d-b31a-4f0d-b252-4fe01ade461d"/>
    <xsd:import namespace="4eb08019-584f-4cf3-9965-127f9e4e6dfc"/>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DateTaken" minOccurs="0"/>
                <xsd:element ref="ns2:lcf76f155ced4ddcb4097134ff3c332f" minOccurs="0"/>
                <xsd:element ref="ns3:TaxCatchAll"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fcffac0d-b31a-4f0d-b252-4fe01ade461d"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DateTaken" ma:index="11" nillable="true" ma:displayName="MediaServiceDateTaken" ma:hidden="true" ma:indexed="true" ma:internalName="MediaServiceDateTaken"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2e211368-18e4-4c8f-90a1-ddf75dec7aef" ma:termSetId="09814cd3-568e-fe90-9814-8d621ff8fb84" ma:anchorId="fba54fb3-c3e1-fe81-a776-ca4b69148c4d" ma:open="true" ma:isKeyword="false">
      <xsd:complexType>
        <xsd:sequence>
          <xsd:element ref="pc:Terms" minOccurs="0" maxOccurs="1"/>
        </xsd:sequence>
      </xsd:complexType>
    </xsd:element>
    <xsd:element name="MediaServiceOCR" ma:index="15" nillable="true" ma:displayName="Extracted Text" ma:internalName="MediaServiceOCR" ma:readOnly="true">
      <xsd:simpleType>
        <xsd:restriction base="dms:Note">
          <xsd:maxLength value="255"/>
        </xsd:restriction>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MediaServiceEventHashCode" ma:index="17"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4eb08019-584f-4cf3-9965-127f9e4e6dfc"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6a008302-c642-4659-bd18-5be9fd68b0b1}" ma:internalName="TaxCatchAll" ma:showField="CatchAllData" ma:web="4eb08019-584f-4cf3-9965-127f9e4e6dfc">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72368C68-7693-47F0-A575-4D2F217C309F}">
  <ds:schemaRefs>
    <ds:schemaRef ds:uri="http://schemas.microsoft.com/office/2006/metadata/properties"/>
    <ds:schemaRef ds:uri="http://schemas.microsoft.com/office/infopath/2007/PartnerControls"/>
    <ds:schemaRef ds:uri="4eb08019-584f-4cf3-9965-127f9e4e6dfc"/>
    <ds:schemaRef ds:uri="fcffac0d-b31a-4f0d-b252-4fe01ade461d"/>
  </ds:schemaRefs>
</ds:datastoreItem>
</file>

<file path=customXml/itemProps2.xml><?xml version="1.0" encoding="utf-8"?>
<ds:datastoreItem xmlns:ds="http://schemas.openxmlformats.org/officeDocument/2006/customXml" ds:itemID="{3C68A3F7-6D31-4B9F-8627-350E6D531670}">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fcffac0d-b31a-4f0d-b252-4fe01ade461d"/>
    <ds:schemaRef ds:uri="4eb08019-584f-4cf3-9965-127f9e4e6dfc"/>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C984420C-611E-4607-82ED-671EEFCBBEC5}">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56956</TotalTime>
  <Words>6128</Words>
  <Application>Microsoft Office PowerPoint</Application>
  <PresentationFormat>Widescreen</PresentationFormat>
  <Paragraphs>578</Paragraphs>
  <Slides>62</Slides>
  <Notes>13</Notes>
  <HiddenSlides>0</HiddenSlides>
  <MMClips>0</MMClips>
  <ScaleCrop>false</ScaleCrop>
  <HeadingPairs>
    <vt:vector size="4" baseType="variant">
      <vt:variant>
        <vt:lpstr>Theme</vt:lpstr>
      </vt:variant>
      <vt:variant>
        <vt:i4>1</vt:i4>
      </vt:variant>
      <vt:variant>
        <vt:lpstr>Slide Titles</vt:lpstr>
      </vt:variant>
      <vt:variant>
        <vt:i4>62</vt:i4>
      </vt:variant>
    </vt:vector>
  </HeadingPairs>
  <TitlesOfParts>
    <vt:vector size="63" baseType="lpstr">
      <vt:lpstr>Frame</vt:lpstr>
      <vt:lpstr>Schematics And Layout Guidelines</vt:lpstr>
      <vt:lpstr>Changes History</vt:lpstr>
      <vt:lpstr>Changes History</vt:lpstr>
      <vt:lpstr>Purpose</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General</vt:lpstr>
      <vt:lpstr>Designing the DSN Working with blocks</vt:lpstr>
      <vt:lpstr>Designing the DSN Working with blocks</vt:lpstr>
      <vt:lpstr>Designing the DSN Working with blocks</vt:lpstr>
      <vt:lpstr>Designing the DSN Working with blocks</vt:lpstr>
      <vt:lpstr>Designing the DSN Test Points</vt:lpstr>
      <vt:lpstr>Designing the DSN Screws</vt:lpstr>
      <vt:lpstr>Before layout</vt:lpstr>
      <vt:lpstr>Before layout</vt:lpstr>
      <vt:lpstr>Before layout</vt:lpstr>
      <vt:lpstr>Starting layout</vt:lpstr>
      <vt:lpstr>Pre-Placement</vt:lpstr>
      <vt:lpstr>Placement</vt:lpstr>
      <vt:lpstr>Placement</vt:lpstr>
      <vt:lpstr>Placement</vt:lpstr>
      <vt:lpstr>Placement</vt:lpstr>
      <vt:lpstr>Placement</vt:lpstr>
      <vt:lpstr>Placement</vt:lpstr>
      <vt:lpstr>Placement</vt:lpstr>
      <vt:lpstr>Placement</vt:lpstr>
      <vt:lpstr>Placement</vt:lpstr>
      <vt:lpstr>Placement</vt:lpstr>
      <vt:lpstr>Placement</vt:lpstr>
      <vt:lpstr>Placement</vt:lpstr>
      <vt:lpstr>Placement</vt:lpstr>
      <vt:lpstr>Placement approval</vt:lpstr>
      <vt:lpstr>Routing</vt:lpstr>
      <vt:lpstr>Routing</vt:lpstr>
      <vt:lpstr>Routing</vt:lpstr>
      <vt:lpstr>Routing</vt:lpstr>
      <vt:lpstr>Routing</vt:lpstr>
      <vt:lpstr>Routing</vt:lpstr>
      <vt:lpstr>Routing</vt:lpstr>
      <vt:lpstr>Routing</vt:lpstr>
      <vt:lpstr>Routing</vt:lpstr>
      <vt:lpstr>ATE</vt:lpstr>
      <vt:lpstr>ATE</vt:lpstr>
      <vt:lpstr>ATE</vt:lpstr>
      <vt:lpstr>ICT</vt:lpstr>
      <vt:lpstr>ICT</vt:lpstr>
      <vt:lpstr>ICT</vt:lpstr>
      <vt:lpstr>Panelization</vt:lpstr>
      <vt:lpstr>Panelization</vt:lpstr>
      <vt:lpstr>Panelization</vt:lpstr>
      <vt:lpstr>Production files</vt:lpstr>
      <vt:lpstr>Approvals</vt:lpstr>
      <vt:lpstr>Approvals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 Title Here</dc:title>
  <dc:creator>Microsoft Office User</dc:creator>
  <cp:lastModifiedBy>Tal Levy</cp:lastModifiedBy>
  <cp:revision>696</cp:revision>
  <cp:lastPrinted>2025-01-20T07:03:14Z</cp:lastPrinted>
  <dcterms:created xsi:type="dcterms:W3CDTF">2018-06-26T10:53:48Z</dcterms:created>
  <dcterms:modified xsi:type="dcterms:W3CDTF">2025-10-30T11:20:52Z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0x0101007AFBE424BC50B241B01C4D90EC99ADAD</vt:lpwstr>
  </property>
</Properties>
</file>