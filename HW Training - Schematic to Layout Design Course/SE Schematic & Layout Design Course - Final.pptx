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3"/>
  </p:notesMasterIdLst>
  <p:sldIdLst>
    <p:sldId id="256" r:id="rId5"/>
    <p:sldId id="257" r:id="rId6"/>
    <p:sldId id="2147472789" r:id="rId7"/>
    <p:sldId id="2147472824" r:id="rId8"/>
    <p:sldId id="2147472825" r:id="rId9"/>
    <p:sldId id="2147472816" r:id="rId10"/>
    <p:sldId id="2147472814" r:id="rId11"/>
    <p:sldId id="2147472820" r:id="rId12"/>
    <p:sldId id="2147472812" r:id="rId13"/>
    <p:sldId id="2147472821" r:id="rId14"/>
    <p:sldId id="2147472811" r:id="rId15"/>
    <p:sldId id="2147472815" r:id="rId16"/>
    <p:sldId id="2147472822" r:id="rId17"/>
    <p:sldId id="2147472795" r:id="rId18"/>
    <p:sldId id="2147472819" r:id="rId19"/>
    <p:sldId id="2147472796" r:id="rId20"/>
    <p:sldId id="2147472797" r:id="rId21"/>
    <p:sldId id="2147472798" r:id="rId22"/>
    <p:sldId id="2147472800" r:id="rId23"/>
    <p:sldId id="2147472802" r:id="rId24"/>
    <p:sldId id="2147472803" r:id="rId25"/>
    <p:sldId id="2147472804" r:id="rId26"/>
    <p:sldId id="2147472806" r:id="rId27"/>
    <p:sldId id="2147472805" r:id="rId28"/>
    <p:sldId id="2147472807" r:id="rId29"/>
    <p:sldId id="2147472809" r:id="rId30"/>
    <p:sldId id="2147472823" r:id="rId31"/>
    <p:sldId id="2147472790" r:id="rId32"/>
  </p:sldIdLst>
  <p:sldSz cx="12192000" cy="6858000"/>
  <p:notesSz cx="6858000" cy="9144000"/>
  <p:custDataLst>
    <p:tags r:id="rId34"/>
  </p:custDataLst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C0EDBE6-863A-74D3-F4A8-306A820AC244}" name="Tzippi Shvili" initials="TS" userId="S::tzippi.sh@solaredge.com::8f8f9bed-ee64-4f5f-a02b-c008b86f49a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2F4"/>
    <a:srgbClr val="000000"/>
    <a:srgbClr val="BDDB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8/10/relationships/authors" Target="authors.xml"/><Relationship Id="rId21" Type="http://schemas.openxmlformats.org/officeDocument/2006/relationships/slide" Target="slides/slide17.xml"/><Relationship Id="rId34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452B3B-DE7E-AA45-8F12-61DBE76FFBA9}" type="datetimeFigureOut">
              <a:rPr lang="en-IL" smtClean="0"/>
              <a:t>11/09/2025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7520AC-CA0E-224F-8D82-D2B67D1F33B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97303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D72F6-5F79-A8E2-A10C-EC5144EE6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BE716A-21B8-4877-1062-4D4E7B9FB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407063-13E3-0712-61DD-C5EB0AC89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/>
              <a:t>להוסיף זמנים שלקח לנו לפתח את הקורס</a:t>
            </a:r>
            <a:endParaRPr lang="en-US"/>
          </a:p>
          <a:p>
            <a:r>
              <a:rPr lang="he-IL"/>
              <a:t>תהליך </a:t>
            </a:r>
            <a:r>
              <a:rPr lang="he-IL" err="1"/>
              <a:t>איטרטיבי</a:t>
            </a:r>
            <a:r>
              <a:rPr lang="he-IL"/>
              <a:t>, מתגלגל</a:t>
            </a:r>
          </a:p>
          <a:p>
            <a:r>
              <a:rPr lang="he-IL"/>
              <a:t>חצי שנה עבודה</a:t>
            </a:r>
          </a:p>
          <a:p>
            <a:endParaRPr lang="he-IL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6C681-90BC-E42E-0857-E2F36872ED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520AC-CA0E-224F-8D82-D2B67D1F33B8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0468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latin typeface="Calibri"/>
                <a:ea typeface="Calibri"/>
                <a:cs typeface="Calibri"/>
              </a:rPr>
              <a:t>מחברות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מודפסות</a:t>
            </a:r>
            <a:r>
              <a:rPr lang="en-US">
                <a:latin typeface="Calibri"/>
                <a:ea typeface="Calibri"/>
                <a:cs typeface="Calibri"/>
              </a:rPr>
              <a:t>\ ריקות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520AC-CA0E-224F-8D82-D2B67D1F33B8}" type="slidenum">
              <a:rPr lang="en-IL" smtClean="0"/>
              <a:t>28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56624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573DF1C-F4AA-9E9C-1253-609974D17009}"/>
              </a:ext>
            </a:extLst>
          </p:cNvPr>
          <p:cNvSpPr/>
          <p:nvPr userDrawn="1"/>
        </p:nvSpPr>
        <p:spPr>
          <a:xfrm>
            <a:off x="1" y="0"/>
            <a:ext cx="7920000" cy="6858000"/>
          </a:xfrm>
          <a:prstGeom prst="rect">
            <a:avLst/>
          </a:prstGeom>
          <a:gradFill>
            <a:gsLst>
              <a:gs pos="15000">
                <a:schemeClr val="tx2">
                  <a:alpha val="80000"/>
                </a:schemeClr>
              </a:gs>
              <a:gs pos="100000">
                <a:schemeClr val="tx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8D0E3BD-378B-80F3-2D20-131BC3DE9F9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05761" y="740098"/>
            <a:ext cx="2520000" cy="509371"/>
            <a:chOff x="10307382" y="4588869"/>
            <a:chExt cx="1008089" cy="20376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47D4FB8-58A8-DFCE-D26E-22DFD7BFC978}"/>
                </a:ext>
              </a:extLst>
            </p:cNvPr>
            <p:cNvSpPr/>
            <p:nvPr/>
          </p:nvSpPr>
          <p:spPr>
            <a:xfrm>
              <a:off x="10804619" y="4588869"/>
              <a:ext cx="510852" cy="203766"/>
            </a:xfrm>
            <a:custGeom>
              <a:avLst/>
              <a:gdLst>
                <a:gd name="connsiteX0" fmla="*/ 457660 w 510852"/>
                <a:gd name="connsiteY0" fmla="*/ 123534 h 203766"/>
                <a:gd name="connsiteX1" fmla="*/ 472483 w 510852"/>
                <a:gd name="connsiteY1" fmla="*/ 123534 h 203766"/>
                <a:gd name="connsiteX2" fmla="*/ 477818 w 510852"/>
                <a:gd name="connsiteY2" fmla="*/ 108320 h 203766"/>
                <a:gd name="connsiteX3" fmla="*/ 407749 w 510852"/>
                <a:gd name="connsiteY3" fmla="*/ 108320 h 203766"/>
                <a:gd name="connsiteX4" fmla="*/ 432442 w 510852"/>
                <a:gd name="connsiteY4" fmla="*/ 139866 h 203766"/>
                <a:gd name="connsiteX5" fmla="*/ 457669 w 510852"/>
                <a:gd name="connsiteY5" fmla="*/ 123534 h 203766"/>
                <a:gd name="connsiteX6" fmla="*/ 407758 w 510852"/>
                <a:gd name="connsiteY6" fmla="*/ 91615 h 203766"/>
                <a:gd name="connsiteX7" fmla="*/ 457669 w 510852"/>
                <a:gd name="connsiteY7" fmla="*/ 91615 h 203766"/>
                <a:gd name="connsiteX8" fmla="*/ 432442 w 510852"/>
                <a:gd name="connsiteY8" fmla="*/ 67032 h 203766"/>
                <a:gd name="connsiteX9" fmla="*/ 407749 w 510852"/>
                <a:gd name="connsiteY9" fmla="*/ 91615 h 203766"/>
                <a:gd name="connsiteX10" fmla="*/ 499941 w 510852"/>
                <a:gd name="connsiteY10" fmla="*/ 0 h 203766"/>
                <a:gd name="connsiteX11" fmla="*/ 248459 w 510852"/>
                <a:gd name="connsiteY11" fmla="*/ 0 h 203766"/>
                <a:gd name="connsiteX12" fmla="*/ 248459 w 510852"/>
                <a:gd name="connsiteY12" fmla="*/ 158913 h 203766"/>
                <a:gd name="connsiteX13" fmla="*/ 221792 w 510852"/>
                <a:gd name="connsiteY13" fmla="*/ 158913 h 203766"/>
                <a:gd name="connsiteX14" fmla="*/ 222859 w 510852"/>
                <a:gd name="connsiteY14" fmla="*/ 142208 h 203766"/>
                <a:gd name="connsiteX15" fmla="*/ 222005 w 510852"/>
                <a:gd name="connsiteY15" fmla="*/ 142208 h 203766"/>
                <a:gd name="connsiteX16" fmla="*/ 187185 w 510852"/>
                <a:gd name="connsiteY16" fmla="*/ 160191 h 203766"/>
                <a:gd name="connsiteX17" fmla="*/ 144521 w 510852"/>
                <a:gd name="connsiteY17" fmla="*/ 100016 h 203766"/>
                <a:gd name="connsiteX18" fmla="*/ 187185 w 510852"/>
                <a:gd name="connsiteY18" fmla="*/ 46389 h 203766"/>
                <a:gd name="connsiteX19" fmla="*/ 220725 w 510852"/>
                <a:gd name="connsiteY19" fmla="*/ 62348 h 203766"/>
                <a:gd name="connsiteX20" fmla="*/ 221792 w 510852"/>
                <a:gd name="connsiteY20" fmla="*/ 62348 h 203766"/>
                <a:gd name="connsiteX21" fmla="*/ 221792 w 510852"/>
                <a:gd name="connsiteY21" fmla="*/ 0 h 203766"/>
                <a:gd name="connsiteX22" fmla="*/ 81922 w 510852"/>
                <a:gd name="connsiteY22" fmla="*/ 0 h 203766"/>
                <a:gd name="connsiteX23" fmla="*/ 61443 w 510852"/>
                <a:gd name="connsiteY23" fmla="*/ 14576 h 203766"/>
                <a:gd name="connsiteX24" fmla="*/ 49075 w 510852"/>
                <a:gd name="connsiteY24" fmla="*/ 50540 h 203766"/>
                <a:gd name="connsiteX25" fmla="*/ 78134 w 510852"/>
                <a:gd name="connsiteY25" fmla="*/ 46389 h 203766"/>
                <a:gd name="connsiteX26" fmla="*/ 130178 w 510852"/>
                <a:gd name="connsiteY26" fmla="*/ 108320 h 203766"/>
                <a:gd name="connsiteX27" fmla="*/ 53494 w 510852"/>
                <a:gd name="connsiteY27" fmla="*/ 108320 h 203766"/>
                <a:gd name="connsiteX28" fmla="*/ 78134 w 510852"/>
                <a:gd name="connsiteY28" fmla="*/ 139866 h 203766"/>
                <a:gd name="connsiteX29" fmla="*/ 103414 w 510852"/>
                <a:gd name="connsiteY29" fmla="*/ 123534 h 203766"/>
                <a:gd name="connsiteX30" fmla="*/ 130080 w 510852"/>
                <a:gd name="connsiteY30" fmla="*/ 123534 h 203766"/>
                <a:gd name="connsiteX31" fmla="*/ 78036 w 510852"/>
                <a:gd name="connsiteY31" fmla="*/ 160191 h 203766"/>
                <a:gd name="connsiteX32" fmla="*/ 26845 w 510852"/>
                <a:gd name="connsiteY32" fmla="*/ 114228 h 203766"/>
                <a:gd name="connsiteX33" fmla="*/ 872 w 510852"/>
                <a:gd name="connsiteY33" fmla="*/ 189245 h 203766"/>
                <a:gd name="connsiteX34" fmla="*/ 11266 w 510852"/>
                <a:gd name="connsiteY34" fmla="*/ 203767 h 203766"/>
                <a:gd name="connsiteX35" fmla="*/ 283226 w 510852"/>
                <a:gd name="connsiteY35" fmla="*/ 203767 h 203766"/>
                <a:gd name="connsiteX36" fmla="*/ 267230 w 510852"/>
                <a:gd name="connsiteY36" fmla="*/ 170411 h 203766"/>
                <a:gd name="connsiteX37" fmla="*/ 292296 w 510852"/>
                <a:gd name="connsiteY37" fmla="*/ 170411 h 203766"/>
                <a:gd name="connsiteX38" fmla="*/ 313095 w 510852"/>
                <a:gd name="connsiteY38" fmla="*/ 187967 h 203766"/>
                <a:gd name="connsiteX39" fmla="*/ 340713 w 510852"/>
                <a:gd name="connsiteY39" fmla="*/ 164236 h 203766"/>
                <a:gd name="connsiteX40" fmla="*/ 340713 w 510852"/>
                <a:gd name="connsiteY40" fmla="*/ 142954 h 203766"/>
                <a:gd name="connsiteX41" fmla="*/ 340073 w 510852"/>
                <a:gd name="connsiteY41" fmla="*/ 142954 h 203766"/>
                <a:gd name="connsiteX42" fmla="*/ 305252 w 510852"/>
                <a:gd name="connsiteY42" fmla="*/ 160084 h 203766"/>
                <a:gd name="connsiteX43" fmla="*/ 262588 w 510852"/>
                <a:gd name="connsiteY43" fmla="*/ 106510 h 203766"/>
                <a:gd name="connsiteX44" fmla="*/ 305252 w 510852"/>
                <a:gd name="connsiteY44" fmla="*/ 46282 h 203766"/>
                <a:gd name="connsiteX45" fmla="*/ 340073 w 510852"/>
                <a:gd name="connsiteY45" fmla="*/ 64318 h 203766"/>
                <a:gd name="connsiteX46" fmla="*/ 340926 w 510852"/>
                <a:gd name="connsiteY46" fmla="*/ 64318 h 203766"/>
                <a:gd name="connsiteX47" fmla="*/ 339966 w 510852"/>
                <a:gd name="connsiteY47" fmla="*/ 47879 h 203766"/>
                <a:gd name="connsiteX48" fmla="*/ 366633 w 510852"/>
                <a:gd name="connsiteY48" fmla="*/ 47879 h 203766"/>
                <a:gd name="connsiteX49" fmla="*/ 366633 w 510852"/>
                <a:gd name="connsiteY49" fmla="*/ 158700 h 203766"/>
                <a:gd name="connsiteX50" fmla="*/ 346422 w 510852"/>
                <a:gd name="connsiteY50" fmla="*/ 203758 h 203766"/>
                <a:gd name="connsiteX51" fmla="*/ 429072 w 510852"/>
                <a:gd name="connsiteY51" fmla="*/ 203758 h 203766"/>
                <a:gd name="connsiteX52" fmla="*/ 449550 w 510852"/>
                <a:gd name="connsiteY52" fmla="*/ 189236 h 203766"/>
                <a:gd name="connsiteX53" fmla="*/ 460212 w 510852"/>
                <a:gd name="connsiteY53" fmla="*/ 158328 h 203766"/>
                <a:gd name="connsiteX54" fmla="*/ 432220 w 510852"/>
                <a:gd name="connsiteY54" fmla="*/ 160191 h 203766"/>
                <a:gd name="connsiteX55" fmla="*/ 380816 w 510852"/>
                <a:gd name="connsiteY55" fmla="*/ 103636 h 203766"/>
                <a:gd name="connsiteX56" fmla="*/ 432220 w 510852"/>
                <a:gd name="connsiteY56" fmla="*/ 46389 h 203766"/>
                <a:gd name="connsiteX57" fmla="*/ 483784 w 510852"/>
                <a:gd name="connsiteY57" fmla="*/ 90391 h 203766"/>
                <a:gd name="connsiteX58" fmla="*/ 509971 w 510852"/>
                <a:gd name="connsiteY58" fmla="*/ 14789 h 203766"/>
                <a:gd name="connsiteX59" fmla="*/ 499950 w 510852"/>
                <a:gd name="connsiteY59" fmla="*/ 0 h 203766"/>
                <a:gd name="connsiteX60" fmla="*/ 221276 w 510852"/>
                <a:gd name="connsiteY60" fmla="*/ 100016 h 203766"/>
                <a:gd name="connsiteX61" fmla="*/ 194929 w 510852"/>
                <a:gd name="connsiteY61" fmla="*/ 66766 h 203766"/>
                <a:gd name="connsiteX62" fmla="*/ 171143 w 510852"/>
                <a:gd name="connsiteY62" fmla="*/ 100016 h 203766"/>
                <a:gd name="connsiteX63" fmla="*/ 194929 w 510852"/>
                <a:gd name="connsiteY63" fmla="*/ 139866 h 203766"/>
                <a:gd name="connsiteX64" fmla="*/ 221276 w 510852"/>
                <a:gd name="connsiteY64" fmla="*/ 100016 h 203766"/>
                <a:gd name="connsiteX65" fmla="*/ 78152 w 510852"/>
                <a:gd name="connsiteY65" fmla="*/ 66766 h 203766"/>
                <a:gd name="connsiteX66" fmla="*/ 53512 w 510852"/>
                <a:gd name="connsiteY66" fmla="*/ 91349 h 203766"/>
                <a:gd name="connsiteX67" fmla="*/ 103422 w 510852"/>
                <a:gd name="connsiteY67" fmla="*/ 91349 h 203766"/>
                <a:gd name="connsiteX68" fmla="*/ 78143 w 510852"/>
                <a:gd name="connsiteY68" fmla="*/ 66766 h 203766"/>
                <a:gd name="connsiteX69" fmla="*/ 339966 w 510852"/>
                <a:gd name="connsiteY69" fmla="*/ 100016 h 203766"/>
                <a:gd name="connsiteX70" fmla="*/ 313299 w 510852"/>
                <a:gd name="connsiteY70" fmla="*/ 66766 h 203766"/>
                <a:gd name="connsiteX71" fmla="*/ 289513 w 510852"/>
                <a:gd name="connsiteY71" fmla="*/ 100016 h 203766"/>
                <a:gd name="connsiteX72" fmla="*/ 313299 w 510852"/>
                <a:gd name="connsiteY72" fmla="*/ 139866 h 203766"/>
                <a:gd name="connsiteX73" fmla="*/ 339966 w 510852"/>
                <a:gd name="connsiteY73" fmla="*/ 100016 h 20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510852" h="203766">
                  <a:moveTo>
                    <a:pt x="457660" y="123534"/>
                  </a:moveTo>
                  <a:lnTo>
                    <a:pt x="472483" y="123534"/>
                  </a:lnTo>
                  <a:lnTo>
                    <a:pt x="477818" y="108320"/>
                  </a:lnTo>
                  <a:lnTo>
                    <a:pt x="407749" y="108320"/>
                  </a:lnTo>
                  <a:cubicBezTo>
                    <a:pt x="407749" y="132264"/>
                    <a:pt x="408390" y="139866"/>
                    <a:pt x="432442" y="139866"/>
                  </a:cubicBezTo>
                  <a:cubicBezTo>
                    <a:pt x="447265" y="139866"/>
                    <a:pt x="457669" y="139866"/>
                    <a:pt x="457669" y="123534"/>
                  </a:cubicBezTo>
                  <a:moveTo>
                    <a:pt x="407758" y="91615"/>
                  </a:moveTo>
                  <a:lnTo>
                    <a:pt x="457669" y="91615"/>
                  </a:lnTo>
                  <a:cubicBezTo>
                    <a:pt x="457669" y="68736"/>
                    <a:pt x="454308" y="67032"/>
                    <a:pt x="432442" y="67032"/>
                  </a:cubicBezTo>
                  <a:cubicBezTo>
                    <a:pt x="409243" y="67032"/>
                    <a:pt x="407749" y="71876"/>
                    <a:pt x="407749" y="91615"/>
                  </a:cubicBezTo>
                  <a:moveTo>
                    <a:pt x="499941" y="0"/>
                  </a:moveTo>
                  <a:lnTo>
                    <a:pt x="248459" y="0"/>
                  </a:lnTo>
                  <a:lnTo>
                    <a:pt x="248459" y="158913"/>
                  </a:lnTo>
                  <a:lnTo>
                    <a:pt x="221792" y="158913"/>
                  </a:lnTo>
                  <a:lnTo>
                    <a:pt x="222859" y="142208"/>
                  </a:lnTo>
                  <a:lnTo>
                    <a:pt x="222005" y="142208"/>
                  </a:lnTo>
                  <a:cubicBezTo>
                    <a:pt x="215230" y="156837"/>
                    <a:pt x="202914" y="160191"/>
                    <a:pt x="187185" y="160191"/>
                  </a:cubicBezTo>
                  <a:cubicBezTo>
                    <a:pt x="145748" y="160191"/>
                    <a:pt x="144521" y="134118"/>
                    <a:pt x="144521" y="100016"/>
                  </a:cubicBezTo>
                  <a:cubicBezTo>
                    <a:pt x="144521" y="65914"/>
                    <a:pt x="149003" y="46389"/>
                    <a:pt x="187185" y="46389"/>
                  </a:cubicBezTo>
                  <a:cubicBezTo>
                    <a:pt x="200780" y="46389"/>
                    <a:pt x="215016" y="48943"/>
                    <a:pt x="220725" y="62348"/>
                  </a:cubicBezTo>
                  <a:lnTo>
                    <a:pt x="221792" y="62348"/>
                  </a:lnTo>
                  <a:lnTo>
                    <a:pt x="221792" y="0"/>
                  </a:lnTo>
                  <a:lnTo>
                    <a:pt x="81922" y="0"/>
                  </a:lnTo>
                  <a:cubicBezTo>
                    <a:pt x="72745" y="213"/>
                    <a:pt x="64636" y="5988"/>
                    <a:pt x="61443" y="14576"/>
                  </a:cubicBezTo>
                  <a:lnTo>
                    <a:pt x="49075" y="50540"/>
                  </a:lnTo>
                  <a:cubicBezTo>
                    <a:pt x="58429" y="47418"/>
                    <a:pt x="68281" y="46016"/>
                    <a:pt x="78134" y="46389"/>
                  </a:cubicBezTo>
                  <a:cubicBezTo>
                    <a:pt x="123989" y="46389"/>
                    <a:pt x="130178" y="59740"/>
                    <a:pt x="130178" y="108320"/>
                  </a:cubicBezTo>
                  <a:lnTo>
                    <a:pt x="53494" y="108320"/>
                  </a:lnTo>
                  <a:cubicBezTo>
                    <a:pt x="53494" y="132264"/>
                    <a:pt x="54134" y="139866"/>
                    <a:pt x="78134" y="139866"/>
                  </a:cubicBezTo>
                  <a:cubicBezTo>
                    <a:pt x="93010" y="139866"/>
                    <a:pt x="103414" y="139866"/>
                    <a:pt x="103414" y="123534"/>
                  </a:cubicBezTo>
                  <a:lnTo>
                    <a:pt x="130080" y="123534"/>
                  </a:lnTo>
                  <a:cubicBezTo>
                    <a:pt x="130080" y="158541"/>
                    <a:pt x="109869" y="160191"/>
                    <a:pt x="78036" y="160191"/>
                  </a:cubicBezTo>
                  <a:cubicBezTo>
                    <a:pt x="39107" y="160191"/>
                    <a:pt x="28445" y="148862"/>
                    <a:pt x="26845" y="114228"/>
                  </a:cubicBezTo>
                  <a:lnTo>
                    <a:pt x="872" y="189245"/>
                  </a:lnTo>
                  <a:cubicBezTo>
                    <a:pt x="872" y="189245"/>
                    <a:pt x="-4464" y="203767"/>
                    <a:pt x="11266" y="203767"/>
                  </a:cubicBezTo>
                  <a:lnTo>
                    <a:pt x="283226" y="203767"/>
                  </a:lnTo>
                  <a:cubicBezTo>
                    <a:pt x="272565" y="198923"/>
                    <a:pt x="266483" y="189298"/>
                    <a:pt x="267230" y="170411"/>
                  </a:cubicBezTo>
                  <a:lnTo>
                    <a:pt x="292296" y="170411"/>
                  </a:lnTo>
                  <a:cubicBezTo>
                    <a:pt x="292296" y="185625"/>
                    <a:pt x="298005" y="187967"/>
                    <a:pt x="313095" y="187967"/>
                  </a:cubicBezTo>
                  <a:cubicBezTo>
                    <a:pt x="335813" y="187967"/>
                    <a:pt x="340713" y="183283"/>
                    <a:pt x="340713" y="164236"/>
                  </a:cubicBezTo>
                  <a:lnTo>
                    <a:pt x="340713" y="142954"/>
                  </a:lnTo>
                  <a:lnTo>
                    <a:pt x="340073" y="142954"/>
                  </a:lnTo>
                  <a:cubicBezTo>
                    <a:pt x="333030" y="157529"/>
                    <a:pt x="318741" y="160084"/>
                    <a:pt x="305252" y="160084"/>
                  </a:cubicBezTo>
                  <a:cubicBezTo>
                    <a:pt x="267016" y="160084"/>
                    <a:pt x="262588" y="139121"/>
                    <a:pt x="262588" y="106510"/>
                  </a:cubicBezTo>
                  <a:cubicBezTo>
                    <a:pt x="262588" y="73899"/>
                    <a:pt x="263869" y="46282"/>
                    <a:pt x="305252" y="46282"/>
                  </a:cubicBezTo>
                  <a:cubicBezTo>
                    <a:pt x="320928" y="46282"/>
                    <a:pt x="333244" y="49689"/>
                    <a:pt x="340073" y="64318"/>
                  </a:cubicBezTo>
                  <a:lnTo>
                    <a:pt x="340926" y="64318"/>
                  </a:lnTo>
                  <a:lnTo>
                    <a:pt x="339966" y="47879"/>
                  </a:lnTo>
                  <a:lnTo>
                    <a:pt x="366633" y="47879"/>
                  </a:lnTo>
                  <a:lnTo>
                    <a:pt x="366633" y="158700"/>
                  </a:lnTo>
                  <a:cubicBezTo>
                    <a:pt x="366633" y="184614"/>
                    <a:pt x="361298" y="197752"/>
                    <a:pt x="346422" y="203758"/>
                  </a:cubicBezTo>
                  <a:lnTo>
                    <a:pt x="429072" y="203758"/>
                  </a:lnTo>
                  <a:cubicBezTo>
                    <a:pt x="438231" y="203554"/>
                    <a:pt x="446340" y="197797"/>
                    <a:pt x="449550" y="189236"/>
                  </a:cubicBezTo>
                  <a:lnTo>
                    <a:pt x="460212" y="158328"/>
                  </a:lnTo>
                  <a:cubicBezTo>
                    <a:pt x="450964" y="159871"/>
                    <a:pt x="441583" y="160492"/>
                    <a:pt x="432220" y="160191"/>
                  </a:cubicBezTo>
                  <a:cubicBezTo>
                    <a:pt x="389556" y="160191"/>
                    <a:pt x="380816" y="146626"/>
                    <a:pt x="380816" y="103636"/>
                  </a:cubicBezTo>
                  <a:cubicBezTo>
                    <a:pt x="380816" y="63785"/>
                    <a:pt x="387164" y="46389"/>
                    <a:pt x="432220" y="46389"/>
                  </a:cubicBezTo>
                  <a:cubicBezTo>
                    <a:pt x="471789" y="46389"/>
                    <a:pt x="481810" y="56387"/>
                    <a:pt x="483784" y="90391"/>
                  </a:cubicBezTo>
                  <a:lnTo>
                    <a:pt x="509971" y="14789"/>
                  </a:lnTo>
                  <a:cubicBezTo>
                    <a:pt x="509971" y="14789"/>
                    <a:pt x="515253" y="0"/>
                    <a:pt x="499950" y="0"/>
                  </a:cubicBezTo>
                  <a:moveTo>
                    <a:pt x="221276" y="100016"/>
                  </a:moveTo>
                  <a:cubicBezTo>
                    <a:pt x="221276" y="76285"/>
                    <a:pt x="218129" y="66766"/>
                    <a:pt x="194929" y="66766"/>
                  </a:cubicBezTo>
                  <a:cubicBezTo>
                    <a:pt x="176479" y="66766"/>
                    <a:pt x="171143" y="72089"/>
                    <a:pt x="171143" y="100016"/>
                  </a:cubicBezTo>
                  <a:cubicBezTo>
                    <a:pt x="171143" y="125237"/>
                    <a:pt x="170503" y="139866"/>
                    <a:pt x="194929" y="139866"/>
                  </a:cubicBezTo>
                  <a:cubicBezTo>
                    <a:pt x="222334" y="139866"/>
                    <a:pt x="221276" y="126515"/>
                    <a:pt x="221276" y="100016"/>
                  </a:cubicBezTo>
                  <a:moveTo>
                    <a:pt x="78152" y="66766"/>
                  </a:moveTo>
                  <a:cubicBezTo>
                    <a:pt x="54952" y="66766"/>
                    <a:pt x="53512" y="71610"/>
                    <a:pt x="53512" y="91349"/>
                  </a:cubicBezTo>
                  <a:lnTo>
                    <a:pt x="103422" y="91349"/>
                  </a:lnTo>
                  <a:cubicBezTo>
                    <a:pt x="103422" y="68469"/>
                    <a:pt x="100008" y="66766"/>
                    <a:pt x="78143" y="66766"/>
                  </a:cubicBezTo>
                  <a:moveTo>
                    <a:pt x="339966" y="100016"/>
                  </a:moveTo>
                  <a:cubicBezTo>
                    <a:pt x="339966" y="76285"/>
                    <a:pt x="336338" y="66766"/>
                    <a:pt x="313299" y="66766"/>
                  </a:cubicBezTo>
                  <a:cubicBezTo>
                    <a:pt x="294848" y="66766"/>
                    <a:pt x="289513" y="72089"/>
                    <a:pt x="289513" y="100016"/>
                  </a:cubicBezTo>
                  <a:cubicBezTo>
                    <a:pt x="289513" y="125237"/>
                    <a:pt x="289513" y="139866"/>
                    <a:pt x="313299" y="139866"/>
                  </a:cubicBezTo>
                  <a:cubicBezTo>
                    <a:pt x="339966" y="139866"/>
                    <a:pt x="339966" y="126515"/>
                    <a:pt x="339966" y="100016"/>
                  </a:cubicBezTo>
                </a:path>
              </a:pathLst>
            </a:custGeom>
            <a:solidFill>
              <a:srgbClr val="FF3232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r" defTabSz="914400" rtl="1" eaLnBrk="1" latinLnBrk="0" hangingPunct="1"/>
              <a:endParaRPr lang="en-IL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74E73EA-E9FC-1AF9-A150-E1F5ACE986CA}"/>
                </a:ext>
              </a:extLst>
            </p:cNvPr>
            <p:cNvSpPr/>
            <p:nvPr/>
          </p:nvSpPr>
          <p:spPr>
            <a:xfrm>
              <a:off x="10307382" y="4588869"/>
              <a:ext cx="508352" cy="160456"/>
            </a:xfrm>
            <a:custGeom>
              <a:avLst/>
              <a:gdLst>
                <a:gd name="connsiteX0" fmla="*/ 422866 w 508352"/>
                <a:gd name="connsiteY0" fmla="*/ 47879 h 160456"/>
                <a:gd name="connsiteX1" fmla="*/ 422866 w 508352"/>
                <a:gd name="connsiteY1" fmla="*/ 158913 h 160456"/>
                <a:gd name="connsiteX2" fmla="*/ 449532 w 508352"/>
                <a:gd name="connsiteY2" fmla="*/ 158913 h 160456"/>
                <a:gd name="connsiteX3" fmla="*/ 449532 w 508352"/>
                <a:gd name="connsiteY3" fmla="*/ 90444 h 160456"/>
                <a:gd name="connsiteX4" fmla="*/ 469691 w 508352"/>
                <a:gd name="connsiteY4" fmla="*/ 66926 h 160456"/>
                <a:gd name="connsiteX5" fmla="*/ 483286 w 508352"/>
                <a:gd name="connsiteY5" fmla="*/ 84695 h 160456"/>
                <a:gd name="connsiteX6" fmla="*/ 483286 w 508352"/>
                <a:gd name="connsiteY6" fmla="*/ 90444 h 160456"/>
                <a:gd name="connsiteX7" fmla="*/ 508353 w 508352"/>
                <a:gd name="connsiteY7" fmla="*/ 90444 h 160456"/>
                <a:gd name="connsiteX8" fmla="*/ 508353 w 508352"/>
                <a:gd name="connsiteY8" fmla="*/ 81404 h 160456"/>
                <a:gd name="connsiteX9" fmla="*/ 479080 w 508352"/>
                <a:gd name="connsiteY9" fmla="*/ 46397 h 160456"/>
                <a:gd name="connsiteX10" fmla="*/ 449328 w 508352"/>
                <a:gd name="connsiteY10" fmla="*/ 62357 h 160456"/>
                <a:gd name="connsiteX11" fmla="*/ 448261 w 508352"/>
                <a:gd name="connsiteY11" fmla="*/ 62357 h 160456"/>
                <a:gd name="connsiteX12" fmla="*/ 449008 w 508352"/>
                <a:gd name="connsiteY12" fmla="*/ 47888 h 160456"/>
                <a:gd name="connsiteX13" fmla="*/ 422874 w 508352"/>
                <a:gd name="connsiteY13" fmla="*/ 47888 h 160456"/>
                <a:gd name="connsiteX14" fmla="*/ 371461 w 508352"/>
                <a:gd name="connsiteY14" fmla="*/ 158913 h 160456"/>
                <a:gd name="connsiteX15" fmla="*/ 398128 w 508352"/>
                <a:gd name="connsiteY15" fmla="*/ 158913 h 160456"/>
                <a:gd name="connsiteX16" fmla="*/ 398128 w 508352"/>
                <a:gd name="connsiteY16" fmla="*/ 89220 h 160456"/>
                <a:gd name="connsiteX17" fmla="*/ 347577 w 508352"/>
                <a:gd name="connsiteY17" fmla="*/ 46655 h 160456"/>
                <a:gd name="connsiteX18" fmla="*/ 299588 w 508352"/>
                <a:gd name="connsiteY18" fmla="*/ 80384 h 160456"/>
                <a:gd name="connsiteX19" fmla="*/ 326255 w 508352"/>
                <a:gd name="connsiteY19" fmla="*/ 80384 h 160456"/>
                <a:gd name="connsiteX20" fmla="*/ 347266 w 508352"/>
                <a:gd name="connsiteY20" fmla="*/ 64903 h 160456"/>
                <a:gd name="connsiteX21" fmla="*/ 371052 w 508352"/>
                <a:gd name="connsiteY21" fmla="*/ 89273 h 160456"/>
                <a:gd name="connsiteX22" fmla="*/ 371052 w 508352"/>
                <a:gd name="connsiteY22" fmla="*/ 103689 h 160456"/>
                <a:gd name="connsiteX23" fmla="*/ 370625 w 508352"/>
                <a:gd name="connsiteY23" fmla="*/ 103689 h 160456"/>
                <a:gd name="connsiteX24" fmla="*/ 337298 w 508352"/>
                <a:gd name="connsiteY24" fmla="*/ 90976 h 160456"/>
                <a:gd name="connsiteX25" fmla="*/ 295648 w 508352"/>
                <a:gd name="connsiteY25" fmla="*/ 125078 h 160456"/>
                <a:gd name="connsiteX26" fmla="*/ 337298 w 508352"/>
                <a:gd name="connsiteY26" fmla="*/ 160457 h 160456"/>
                <a:gd name="connsiteX27" fmla="*/ 371906 w 508352"/>
                <a:gd name="connsiteY27" fmla="*/ 145242 h 160456"/>
                <a:gd name="connsiteX28" fmla="*/ 372546 w 508352"/>
                <a:gd name="connsiteY28" fmla="*/ 145242 h 160456"/>
                <a:gd name="connsiteX29" fmla="*/ 371479 w 508352"/>
                <a:gd name="connsiteY29" fmla="*/ 158913 h 160456"/>
                <a:gd name="connsiteX30" fmla="*/ 346608 w 508352"/>
                <a:gd name="connsiteY30" fmla="*/ 108905 h 160456"/>
                <a:gd name="connsiteX31" fmla="*/ 371248 w 508352"/>
                <a:gd name="connsiteY31" fmla="*/ 124865 h 160456"/>
                <a:gd name="connsiteX32" fmla="*/ 346608 w 508352"/>
                <a:gd name="connsiteY32" fmla="*/ 142049 h 160456"/>
                <a:gd name="connsiteX33" fmla="*/ 322182 w 508352"/>
                <a:gd name="connsiteY33" fmla="*/ 124865 h 160456"/>
                <a:gd name="connsiteX34" fmla="*/ 346608 w 508352"/>
                <a:gd name="connsiteY34" fmla="*/ 108905 h 160456"/>
                <a:gd name="connsiteX35" fmla="*/ 273134 w 508352"/>
                <a:gd name="connsiteY35" fmla="*/ 0 h 160456"/>
                <a:gd name="connsiteX36" fmla="*/ 246467 w 508352"/>
                <a:gd name="connsiteY36" fmla="*/ 0 h 160456"/>
                <a:gd name="connsiteX37" fmla="*/ 246467 w 508352"/>
                <a:gd name="connsiteY37" fmla="*/ 158913 h 160456"/>
                <a:gd name="connsiteX38" fmla="*/ 273134 w 508352"/>
                <a:gd name="connsiteY38" fmla="*/ 158913 h 160456"/>
                <a:gd name="connsiteX39" fmla="*/ 273134 w 508352"/>
                <a:gd name="connsiteY39" fmla="*/ 0 h 160456"/>
                <a:gd name="connsiteX40" fmla="*/ 171179 w 508352"/>
                <a:gd name="connsiteY40" fmla="*/ 66766 h 160456"/>
                <a:gd name="connsiteX41" fmla="*/ 196886 w 508352"/>
                <a:gd name="connsiteY41" fmla="*/ 103636 h 160456"/>
                <a:gd name="connsiteX42" fmla="*/ 171179 w 508352"/>
                <a:gd name="connsiteY42" fmla="*/ 139866 h 160456"/>
                <a:gd name="connsiteX43" fmla="*/ 145472 w 508352"/>
                <a:gd name="connsiteY43" fmla="*/ 103636 h 160456"/>
                <a:gd name="connsiteX44" fmla="*/ 171179 w 508352"/>
                <a:gd name="connsiteY44" fmla="*/ 66766 h 160456"/>
                <a:gd name="connsiteX45" fmla="*/ 171179 w 508352"/>
                <a:gd name="connsiteY45" fmla="*/ 46389 h 160456"/>
                <a:gd name="connsiteX46" fmla="*/ 118708 w 508352"/>
                <a:gd name="connsiteY46" fmla="*/ 103423 h 160456"/>
                <a:gd name="connsiteX47" fmla="*/ 171179 w 508352"/>
                <a:gd name="connsiteY47" fmla="*/ 160191 h 160456"/>
                <a:gd name="connsiteX48" fmla="*/ 223650 w 508352"/>
                <a:gd name="connsiteY48" fmla="*/ 103423 h 160456"/>
                <a:gd name="connsiteX49" fmla="*/ 171179 w 508352"/>
                <a:gd name="connsiteY49" fmla="*/ 46389 h 160456"/>
                <a:gd name="connsiteX50" fmla="*/ 98763 w 508352"/>
                <a:gd name="connsiteY50" fmla="*/ 77988 h 160456"/>
                <a:gd name="connsiteX51" fmla="*/ 50773 w 508352"/>
                <a:gd name="connsiteY51" fmla="*/ 46389 h 160456"/>
                <a:gd name="connsiteX52" fmla="*/ 9 w 508352"/>
                <a:gd name="connsiteY52" fmla="*/ 77563 h 160456"/>
                <a:gd name="connsiteX53" fmla="*/ 48426 w 508352"/>
                <a:gd name="connsiteY53" fmla="*/ 112090 h 160456"/>
                <a:gd name="connsiteX54" fmla="*/ 76044 w 508352"/>
                <a:gd name="connsiteY54" fmla="*/ 127145 h 160456"/>
                <a:gd name="connsiteX55" fmla="*/ 50764 w 508352"/>
                <a:gd name="connsiteY55" fmla="*/ 141987 h 160456"/>
                <a:gd name="connsiteX56" fmla="*/ 26765 w 508352"/>
                <a:gd name="connsiteY56" fmla="*/ 123951 h 160456"/>
                <a:gd name="connsiteX57" fmla="*/ 0 w 508352"/>
                <a:gd name="connsiteY57" fmla="*/ 123951 h 160456"/>
                <a:gd name="connsiteX58" fmla="*/ 50764 w 508352"/>
                <a:gd name="connsiteY58" fmla="*/ 160182 h 160456"/>
                <a:gd name="connsiteX59" fmla="*/ 102809 w 508352"/>
                <a:gd name="connsiteY59" fmla="*/ 127145 h 160456"/>
                <a:gd name="connsiteX60" fmla="*/ 53112 w 508352"/>
                <a:gd name="connsiteY60" fmla="*/ 91766 h 160456"/>
                <a:gd name="connsiteX61" fmla="*/ 26658 w 508352"/>
                <a:gd name="connsiteY61" fmla="*/ 79266 h 160456"/>
                <a:gd name="connsiteX62" fmla="*/ 50657 w 508352"/>
                <a:gd name="connsiteY62" fmla="*/ 64637 h 160456"/>
                <a:gd name="connsiteX63" fmla="*/ 71989 w 508352"/>
                <a:gd name="connsiteY63" fmla="*/ 77988 h 160456"/>
                <a:gd name="connsiteX64" fmla="*/ 98763 w 508352"/>
                <a:gd name="connsiteY64" fmla="*/ 77988 h 16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08352" h="160456">
                  <a:moveTo>
                    <a:pt x="422866" y="47879"/>
                  </a:moveTo>
                  <a:lnTo>
                    <a:pt x="422866" y="158913"/>
                  </a:lnTo>
                  <a:lnTo>
                    <a:pt x="449532" y="158913"/>
                  </a:lnTo>
                  <a:lnTo>
                    <a:pt x="449532" y="90444"/>
                  </a:lnTo>
                  <a:cubicBezTo>
                    <a:pt x="449106" y="76028"/>
                    <a:pt x="453801" y="66926"/>
                    <a:pt x="469691" y="66926"/>
                  </a:cubicBezTo>
                  <a:cubicBezTo>
                    <a:pt x="482219" y="66926"/>
                    <a:pt x="483286" y="73473"/>
                    <a:pt x="483286" y="84695"/>
                  </a:cubicBezTo>
                  <a:lnTo>
                    <a:pt x="483286" y="90444"/>
                  </a:lnTo>
                  <a:lnTo>
                    <a:pt x="508353" y="90444"/>
                  </a:lnTo>
                  <a:lnTo>
                    <a:pt x="508353" y="81404"/>
                  </a:lnTo>
                  <a:cubicBezTo>
                    <a:pt x="508353" y="60121"/>
                    <a:pt x="502644" y="46397"/>
                    <a:pt x="479080" y="46397"/>
                  </a:cubicBezTo>
                  <a:cubicBezTo>
                    <a:pt x="466125" y="46397"/>
                    <a:pt x="454654" y="50017"/>
                    <a:pt x="449328" y="62357"/>
                  </a:cubicBezTo>
                  <a:lnTo>
                    <a:pt x="448261" y="62357"/>
                  </a:lnTo>
                  <a:lnTo>
                    <a:pt x="449008" y="47888"/>
                  </a:lnTo>
                  <a:lnTo>
                    <a:pt x="422874" y="47888"/>
                  </a:lnTo>
                  <a:close/>
                  <a:moveTo>
                    <a:pt x="371461" y="158913"/>
                  </a:moveTo>
                  <a:lnTo>
                    <a:pt x="398128" y="158913"/>
                  </a:lnTo>
                  <a:lnTo>
                    <a:pt x="398128" y="89220"/>
                  </a:lnTo>
                  <a:cubicBezTo>
                    <a:pt x="398128" y="51977"/>
                    <a:pt x="383252" y="46655"/>
                    <a:pt x="347577" y="46655"/>
                  </a:cubicBezTo>
                  <a:cubicBezTo>
                    <a:pt x="322084" y="46655"/>
                    <a:pt x="299588" y="47932"/>
                    <a:pt x="299588" y="80384"/>
                  </a:cubicBezTo>
                  <a:lnTo>
                    <a:pt x="326255" y="80384"/>
                  </a:lnTo>
                  <a:cubicBezTo>
                    <a:pt x="326255" y="65968"/>
                    <a:pt x="335582" y="64903"/>
                    <a:pt x="347266" y="64903"/>
                  </a:cubicBezTo>
                  <a:cubicBezTo>
                    <a:pt x="369558" y="64903"/>
                    <a:pt x="371052" y="71237"/>
                    <a:pt x="371052" y="89273"/>
                  </a:cubicBezTo>
                  <a:lnTo>
                    <a:pt x="371052" y="103689"/>
                  </a:lnTo>
                  <a:lnTo>
                    <a:pt x="370625" y="103689"/>
                  </a:lnTo>
                  <a:cubicBezTo>
                    <a:pt x="364276" y="91189"/>
                    <a:pt x="350894" y="90976"/>
                    <a:pt x="337298" y="90976"/>
                  </a:cubicBezTo>
                  <a:cubicBezTo>
                    <a:pt x="309680" y="90976"/>
                    <a:pt x="295648" y="98375"/>
                    <a:pt x="295648" y="125078"/>
                  </a:cubicBezTo>
                  <a:cubicBezTo>
                    <a:pt x="295648" y="155187"/>
                    <a:pt x="312018" y="160457"/>
                    <a:pt x="337298" y="160457"/>
                  </a:cubicBezTo>
                  <a:cubicBezTo>
                    <a:pt x="350254" y="160457"/>
                    <a:pt x="366624" y="160031"/>
                    <a:pt x="371906" y="145242"/>
                  </a:cubicBezTo>
                  <a:lnTo>
                    <a:pt x="372546" y="145242"/>
                  </a:lnTo>
                  <a:lnTo>
                    <a:pt x="371479" y="158913"/>
                  </a:lnTo>
                  <a:close/>
                  <a:moveTo>
                    <a:pt x="346608" y="108905"/>
                  </a:moveTo>
                  <a:cubicBezTo>
                    <a:pt x="359777" y="108905"/>
                    <a:pt x="371248" y="109331"/>
                    <a:pt x="371248" y="124865"/>
                  </a:cubicBezTo>
                  <a:cubicBezTo>
                    <a:pt x="371248" y="140399"/>
                    <a:pt x="360586" y="142049"/>
                    <a:pt x="346608" y="142049"/>
                  </a:cubicBezTo>
                  <a:cubicBezTo>
                    <a:pt x="328584" y="142049"/>
                    <a:pt x="322182" y="140558"/>
                    <a:pt x="322182" y="124865"/>
                  </a:cubicBezTo>
                  <a:cubicBezTo>
                    <a:pt x="322182" y="109171"/>
                    <a:pt x="332843" y="108905"/>
                    <a:pt x="346608" y="108905"/>
                  </a:cubicBezTo>
                  <a:moveTo>
                    <a:pt x="273134" y="0"/>
                  </a:moveTo>
                  <a:lnTo>
                    <a:pt x="246467" y="0"/>
                  </a:lnTo>
                  <a:lnTo>
                    <a:pt x="246467" y="158913"/>
                  </a:lnTo>
                  <a:lnTo>
                    <a:pt x="273134" y="158913"/>
                  </a:lnTo>
                  <a:lnTo>
                    <a:pt x="273134" y="0"/>
                  </a:lnTo>
                  <a:close/>
                  <a:moveTo>
                    <a:pt x="171179" y="66766"/>
                  </a:moveTo>
                  <a:cubicBezTo>
                    <a:pt x="194965" y="66766"/>
                    <a:pt x="196886" y="73526"/>
                    <a:pt x="196886" y="103636"/>
                  </a:cubicBezTo>
                  <a:cubicBezTo>
                    <a:pt x="196886" y="133745"/>
                    <a:pt x="194965" y="139866"/>
                    <a:pt x="171179" y="139866"/>
                  </a:cubicBezTo>
                  <a:cubicBezTo>
                    <a:pt x="147393" y="139866"/>
                    <a:pt x="145472" y="133266"/>
                    <a:pt x="145472" y="103636"/>
                  </a:cubicBezTo>
                  <a:cubicBezTo>
                    <a:pt x="145472" y="74005"/>
                    <a:pt x="147393" y="66766"/>
                    <a:pt x="171179" y="66766"/>
                  </a:cubicBezTo>
                  <a:moveTo>
                    <a:pt x="171179" y="46389"/>
                  </a:moveTo>
                  <a:cubicBezTo>
                    <a:pt x="124683" y="46389"/>
                    <a:pt x="118708" y="60166"/>
                    <a:pt x="118708" y="103423"/>
                  </a:cubicBezTo>
                  <a:cubicBezTo>
                    <a:pt x="118708" y="146680"/>
                    <a:pt x="124683" y="160191"/>
                    <a:pt x="171179" y="160191"/>
                  </a:cubicBezTo>
                  <a:cubicBezTo>
                    <a:pt x="217675" y="160191"/>
                    <a:pt x="223650" y="146413"/>
                    <a:pt x="223650" y="103423"/>
                  </a:cubicBezTo>
                  <a:cubicBezTo>
                    <a:pt x="223650" y="60432"/>
                    <a:pt x="217728" y="46389"/>
                    <a:pt x="171179" y="46389"/>
                  </a:cubicBezTo>
                  <a:moveTo>
                    <a:pt x="98763" y="77988"/>
                  </a:moveTo>
                  <a:cubicBezTo>
                    <a:pt x="98763" y="46814"/>
                    <a:pt x="72629" y="46389"/>
                    <a:pt x="50773" y="46389"/>
                  </a:cubicBezTo>
                  <a:cubicBezTo>
                    <a:pt x="22088" y="46389"/>
                    <a:pt x="9" y="47027"/>
                    <a:pt x="9" y="77563"/>
                  </a:cubicBezTo>
                  <a:cubicBezTo>
                    <a:pt x="9" y="105969"/>
                    <a:pt x="7425" y="111717"/>
                    <a:pt x="48426" y="112090"/>
                  </a:cubicBezTo>
                  <a:cubicBezTo>
                    <a:pt x="75404" y="112516"/>
                    <a:pt x="76044" y="117413"/>
                    <a:pt x="76044" y="127145"/>
                  </a:cubicBezTo>
                  <a:cubicBezTo>
                    <a:pt x="76044" y="142412"/>
                    <a:pt x="66716" y="141987"/>
                    <a:pt x="50764" y="141987"/>
                  </a:cubicBezTo>
                  <a:cubicBezTo>
                    <a:pt x="30980" y="141987"/>
                    <a:pt x="27192" y="140070"/>
                    <a:pt x="26765" y="123951"/>
                  </a:cubicBezTo>
                  <a:lnTo>
                    <a:pt x="0" y="123951"/>
                  </a:lnTo>
                  <a:cubicBezTo>
                    <a:pt x="0" y="160182"/>
                    <a:pt x="20371" y="160182"/>
                    <a:pt x="50764" y="160182"/>
                  </a:cubicBezTo>
                  <a:cubicBezTo>
                    <a:pt x="78969" y="160182"/>
                    <a:pt x="102809" y="157254"/>
                    <a:pt x="102809" y="127145"/>
                  </a:cubicBezTo>
                  <a:cubicBezTo>
                    <a:pt x="102809" y="91127"/>
                    <a:pt x="79450" y="93043"/>
                    <a:pt x="53112" y="91766"/>
                  </a:cubicBezTo>
                  <a:cubicBezTo>
                    <a:pt x="29752" y="90701"/>
                    <a:pt x="26658" y="90435"/>
                    <a:pt x="26658" y="79266"/>
                  </a:cubicBezTo>
                  <a:cubicBezTo>
                    <a:pt x="26658" y="64637"/>
                    <a:pt x="36413" y="64637"/>
                    <a:pt x="50657" y="64637"/>
                  </a:cubicBezTo>
                  <a:cubicBezTo>
                    <a:pt x="64902" y="64637"/>
                    <a:pt x="71989" y="64637"/>
                    <a:pt x="71989" y="77988"/>
                  </a:cubicBezTo>
                  <a:lnTo>
                    <a:pt x="98763" y="77988"/>
                  </a:lnTo>
                  <a:close/>
                </a:path>
              </a:pathLst>
            </a:custGeom>
            <a:solidFill>
              <a:schemeClr val="bg1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l" defTabSz="914400" rtl="0" eaLnBrk="1" latinLnBrk="0" hangingPunct="1"/>
              <a:endParaRPr lang="en-IL">
                <a:solidFill>
                  <a:schemeClr val="bg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98D9D95-C44E-5026-FA56-4A39531CF3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000" y="3262180"/>
            <a:ext cx="5898291" cy="1762901"/>
          </a:xfrm>
        </p:spPr>
        <p:txBody>
          <a:bodyPr anchor="t">
            <a:noAutofit/>
          </a:bodyPr>
          <a:lstStyle>
            <a:lvl1pPr algn="l">
              <a:defRPr sz="54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881CA6-45A0-DD5E-16A3-5AA980CA8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6000" y="5123934"/>
            <a:ext cx="5939480" cy="477795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accent2"/>
                </a:solidFill>
                <a:latin typeface="+mj-lt"/>
                <a:cs typeface="Segoe UI Semibold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B96E0-0EED-EC45-A3A6-335AE9ACB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>
                    <a:alpha val="50000"/>
                  </a:schemeClr>
                </a:solidFill>
              </a:defRPr>
            </a:lvl1pPr>
          </a:lstStyle>
          <a:p>
            <a:fld id="{4055E60B-063F-7341-AAD1-65F55D97E323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8EE9470B-C5AD-0F15-8B9B-AD6021CF7E18}"/>
              </a:ext>
            </a:extLst>
          </p:cNvPr>
          <p:cNvSpPr/>
          <p:nvPr userDrawn="1"/>
        </p:nvSpPr>
        <p:spPr>
          <a:xfrm>
            <a:off x="592865" y="3173033"/>
            <a:ext cx="540000" cy="36000"/>
          </a:xfrm>
          <a:prstGeom prst="parallelogram">
            <a:avLst>
              <a:gd name="adj" fmla="val 33599"/>
            </a:avLst>
          </a:prstGeom>
          <a:solidFill>
            <a:srgbClr val="FF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>
              <a:solidFill>
                <a:srgbClr val="FF3232"/>
              </a:solidFill>
            </a:endParaRP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2671121A-1F24-9B5F-8B72-9C20570FD3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95124" y="6356350"/>
            <a:ext cx="504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>
                    <a:tint val="82000"/>
                    <a:alpha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algn="r" defTabSz="914400" rtl="1" eaLnBrk="1" latinLnBrk="0" hangingPunct="1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24184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49C20-CAD9-FFD2-CE2D-5525543FB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03630-E937-E68D-BE93-B4C7018B1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7D31-CDDE-39A3-0DD6-ED3E256F9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E7FC2-5991-B5B8-9AD3-AE6D68AE9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49114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49C20-CAD9-FFD2-CE2D-5525543FB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463296"/>
            <a:ext cx="11160000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03630-E937-E68D-BE93-B4C7018B1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000" y="2305877"/>
            <a:ext cx="11160000" cy="38482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7D31-CDDE-39A3-0DD6-ED3E256F9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E7FC2-5991-B5B8-9AD3-AE6D68AE9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‹#›</a:t>
            </a:fld>
            <a:endParaRPr lang="en-IL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CB354CA-FCBA-7A93-D38D-4AA6421A029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6000" y="1431235"/>
            <a:ext cx="11160000" cy="675378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200">
                <a:solidFill>
                  <a:schemeClr val="accent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98670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26357D-2506-AD94-EDB3-970E916B89B7}"/>
              </a:ext>
            </a:extLst>
          </p:cNvPr>
          <p:cNvSpPr/>
          <p:nvPr userDrawn="1"/>
        </p:nvSpPr>
        <p:spPr>
          <a:xfrm>
            <a:off x="1" y="0"/>
            <a:ext cx="7920000" cy="6858000"/>
          </a:xfrm>
          <a:prstGeom prst="rect">
            <a:avLst/>
          </a:prstGeom>
          <a:gradFill>
            <a:gsLst>
              <a:gs pos="15000">
                <a:schemeClr val="tx2">
                  <a:alpha val="80000"/>
                </a:schemeClr>
              </a:gs>
              <a:gs pos="100000">
                <a:schemeClr val="tx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91269-59A4-07DF-00FC-8E4BF8000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6000" y="5123934"/>
            <a:ext cx="5884800" cy="735772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lang="en-US" sz="2400" b="0" i="0" kern="1200" dirty="0">
                <a:solidFill>
                  <a:schemeClr val="accent2"/>
                </a:solidFill>
                <a:latin typeface="+mj-lt"/>
                <a:ea typeface="+mn-ea"/>
                <a:cs typeface="Segoe UI Semibold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585DB-4BC9-8A25-5B3F-10065DAC1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482A8-7645-2E7C-72E7-CC9D22CD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‹#›</a:t>
            </a:fld>
            <a:endParaRPr lang="en-IL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D12D4400-085C-5AD2-D671-9183993FEFF6}"/>
              </a:ext>
            </a:extLst>
          </p:cNvPr>
          <p:cNvSpPr/>
          <p:nvPr userDrawn="1"/>
        </p:nvSpPr>
        <p:spPr>
          <a:xfrm>
            <a:off x="592865" y="3173033"/>
            <a:ext cx="540000" cy="36000"/>
          </a:xfrm>
          <a:prstGeom prst="parallelogram">
            <a:avLst>
              <a:gd name="adj" fmla="val 33599"/>
            </a:avLst>
          </a:prstGeom>
          <a:solidFill>
            <a:srgbClr val="FF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>
              <a:solidFill>
                <a:srgbClr val="FF323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531D58-9868-8123-6A61-454D6EC24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3260035"/>
            <a:ext cx="5898052" cy="1762539"/>
          </a:xfrm>
        </p:spPr>
        <p:txBody>
          <a:bodyPr anchor="t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L" sz="5400" b="0" i="0" kern="1200" dirty="0">
                <a:solidFill>
                  <a:schemeClr val="bg1"/>
                </a:solidFill>
                <a:latin typeface="+mn-lt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E769BEC-8FF0-8DE9-DE3C-392ACF114B74}"/>
              </a:ext>
            </a:extLst>
          </p:cNvPr>
          <p:cNvGrpSpPr/>
          <p:nvPr userDrawn="1"/>
        </p:nvGrpSpPr>
        <p:grpSpPr>
          <a:xfrm>
            <a:off x="10654248" y="6448149"/>
            <a:ext cx="1008089" cy="203766"/>
            <a:chOff x="10654248" y="6448149"/>
            <a:chExt cx="1008089" cy="203766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A2CEBBD-0AD7-3EE5-8BC0-2B1E35483E40}"/>
                </a:ext>
              </a:extLst>
            </p:cNvPr>
            <p:cNvSpPr/>
            <p:nvPr/>
          </p:nvSpPr>
          <p:spPr>
            <a:xfrm>
              <a:off x="11151485" y="6448149"/>
              <a:ext cx="510852" cy="203766"/>
            </a:xfrm>
            <a:custGeom>
              <a:avLst/>
              <a:gdLst>
                <a:gd name="connsiteX0" fmla="*/ 457660 w 510852"/>
                <a:gd name="connsiteY0" fmla="*/ 123534 h 203766"/>
                <a:gd name="connsiteX1" fmla="*/ 472483 w 510852"/>
                <a:gd name="connsiteY1" fmla="*/ 123534 h 203766"/>
                <a:gd name="connsiteX2" fmla="*/ 477818 w 510852"/>
                <a:gd name="connsiteY2" fmla="*/ 108320 h 203766"/>
                <a:gd name="connsiteX3" fmla="*/ 407749 w 510852"/>
                <a:gd name="connsiteY3" fmla="*/ 108320 h 203766"/>
                <a:gd name="connsiteX4" fmla="*/ 432442 w 510852"/>
                <a:gd name="connsiteY4" fmla="*/ 139866 h 203766"/>
                <a:gd name="connsiteX5" fmla="*/ 457669 w 510852"/>
                <a:gd name="connsiteY5" fmla="*/ 123534 h 203766"/>
                <a:gd name="connsiteX6" fmla="*/ 407758 w 510852"/>
                <a:gd name="connsiteY6" fmla="*/ 91615 h 203766"/>
                <a:gd name="connsiteX7" fmla="*/ 457669 w 510852"/>
                <a:gd name="connsiteY7" fmla="*/ 91615 h 203766"/>
                <a:gd name="connsiteX8" fmla="*/ 432442 w 510852"/>
                <a:gd name="connsiteY8" fmla="*/ 67032 h 203766"/>
                <a:gd name="connsiteX9" fmla="*/ 407749 w 510852"/>
                <a:gd name="connsiteY9" fmla="*/ 91615 h 203766"/>
                <a:gd name="connsiteX10" fmla="*/ 499941 w 510852"/>
                <a:gd name="connsiteY10" fmla="*/ 0 h 203766"/>
                <a:gd name="connsiteX11" fmla="*/ 248459 w 510852"/>
                <a:gd name="connsiteY11" fmla="*/ 0 h 203766"/>
                <a:gd name="connsiteX12" fmla="*/ 248459 w 510852"/>
                <a:gd name="connsiteY12" fmla="*/ 158913 h 203766"/>
                <a:gd name="connsiteX13" fmla="*/ 221792 w 510852"/>
                <a:gd name="connsiteY13" fmla="*/ 158913 h 203766"/>
                <a:gd name="connsiteX14" fmla="*/ 222859 w 510852"/>
                <a:gd name="connsiteY14" fmla="*/ 142208 h 203766"/>
                <a:gd name="connsiteX15" fmla="*/ 222005 w 510852"/>
                <a:gd name="connsiteY15" fmla="*/ 142208 h 203766"/>
                <a:gd name="connsiteX16" fmla="*/ 187185 w 510852"/>
                <a:gd name="connsiteY16" fmla="*/ 160191 h 203766"/>
                <a:gd name="connsiteX17" fmla="*/ 144521 w 510852"/>
                <a:gd name="connsiteY17" fmla="*/ 100016 h 203766"/>
                <a:gd name="connsiteX18" fmla="*/ 187185 w 510852"/>
                <a:gd name="connsiteY18" fmla="*/ 46389 h 203766"/>
                <a:gd name="connsiteX19" fmla="*/ 220725 w 510852"/>
                <a:gd name="connsiteY19" fmla="*/ 62348 h 203766"/>
                <a:gd name="connsiteX20" fmla="*/ 221792 w 510852"/>
                <a:gd name="connsiteY20" fmla="*/ 62348 h 203766"/>
                <a:gd name="connsiteX21" fmla="*/ 221792 w 510852"/>
                <a:gd name="connsiteY21" fmla="*/ 0 h 203766"/>
                <a:gd name="connsiteX22" fmla="*/ 81922 w 510852"/>
                <a:gd name="connsiteY22" fmla="*/ 0 h 203766"/>
                <a:gd name="connsiteX23" fmla="*/ 61443 w 510852"/>
                <a:gd name="connsiteY23" fmla="*/ 14576 h 203766"/>
                <a:gd name="connsiteX24" fmla="*/ 49075 w 510852"/>
                <a:gd name="connsiteY24" fmla="*/ 50540 h 203766"/>
                <a:gd name="connsiteX25" fmla="*/ 78134 w 510852"/>
                <a:gd name="connsiteY25" fmla="*/ 46389 h 203766"/>
                <a:gd name="connsiteX26" fmla="*/ 130178 w 510852"/>
                <a:gd name="connsiteY26" fmla="*/ 108320 h 203766"/>
                <a:gd name="connsiteX27" fmla="*/ 53494 w 510852"/>
                <a:gd name="connsiteY27" fmla="*/ 108320 h 203766"/>
                <a:gd name="connsiteX28" fmla="*/ 78134 w 510852"/>
                <a:gd name="connsiteY28" fmla="*/ 139866 h 203766"/>
                <a:gd name="connsiteX29" fmla="*/ 103414 w 510852"/>
                <a:gd name="connsiteY29" fmla="*/ 123534 h 203766"/>
                <a:gd name="connsiteX30" fmla="*/ 130080 w 510852"/>
                <a:gd name="connsiteY30" fmla="*/ 123534 h 203766"/>
                <a:gd name="connsiteX31" fmla="*/ 78036 w 510852"/>
                <a:gd name="connsiteY31" fmla="*/ 160191 h 203766"/>
                <a:gd name="connsiteX32" fmla="*/ 26845 w 510852"/>
                <a:gd name="connsiteY32" fmla="*/ 114228 h 203766"/>
                <a:gd name="connsiteX33" fmla="*/ 872 w 510852"/>
                <a:gd name="connsiteY33" fmla="*/ 189245 h 203766"/>
                <a:gd name="connsiteX34" fmla="*/ 11266 w 510852"/>
                <a:gd name="connsiteY34" fmla="*/ 203767 h 203766"/>
                <a:gd name="connsiteX35" fmla="*/ 283226 w 510852"/>
                <a:gd name="connsiteY35" fmla="*/ 203767 h 203766"/>
                <a:gd name="connsiteX36" fmla="*/ 267230 w 510852"/>
                <a:gd name="connsiteY36" fmla="*/ 170411 h 203766"/>
                <a:gd name="connsiteX37" fmla="*/ 292296 w 510852"/>
                <a:gd name="connsiteY37" fmla="*/ 170411 h 203766"/>
                <a:gd name="connsiteX38" fmla="*/ 313095 w 510852"/>
                <a:gd name="connsiteY38" fmla="*/ 187967 h 203766"/>
                <a:gd name="connsiteX39" fmla="*/ 340713 w 510852"/>
                <a:gd name="connsiteY39" fmla="*/ 164236 h 203766"/>
                <a:gd name="connsiteX40" fmla="*/ 340713 w 510852"/>
                <a:gd name="connsiteY40" fmla="*/ 142954 h 203766"/>
                <a:gd name="connsiteX41" fmla="*/ 340073 w 510852"/>
                <a:gd name="connsiteY41" fmla="*/ 142954 h 203766"/>
                <a:gd name="connsiteX42" fmla="*/ 305252 w 510852"/>
                <a:gd name="connsiteY42" fmla="*/ 160084 h 203766"/>
                <a:gd name="connsiteX43" fmla="*/ 262588 w 510852"/>
                <a:gd name="connsiteY43" fmla="*/ 106510 h 203766"/>
                <a:gd name="connsiteX44" fmla="*/ 305252 w 510852"/>
                <a:gd name="connsiteY44" fmla="*/ 46282 h 203766"/>
                <a:gd name="connsiteX45" fmla="*/ 340073 w 510852"/>
                <a:gd name="connsiteY45" fmla="*/ 64318 h 203766"/>
                <a:gd name="connsiteX46" fmla="*/ 340926 w 510852"/>
                <a:gd name="connsiteY46" fmla="*/ 64318 h 203766"/>
                <a:gd name="connsiteX47" fmla="*/ 339966 w 510852"/>
                <a:gd name="connsiteY47" fmla="*/ 47879 h 203766"/>
                <a:gd name="connsiteX48" fmla="*/ 366633 w 510852"/>
                <a:gd name="connsiteY48" fmla="*/ 47879 h 203766"/>
                <a:gd name="connsiteX49" fmla="*/ 366633 w 510852"/>
                <a:gd name="connsiteY49" fmla="*/ 158700 h 203766"/>
                <a:gd name="connsiteX50" fmla="*/ 346422 w 510852"/>
                <a:gd name="connsiteY50" fmla="*/ 203758 h 203766"/>
                <a:gd name="connsiteX51" fmla="*/ 429072 w 510852"/>
                <a:gd name="connsiteY51" fmla="*/ 203758 h 203766"/>
                <a:gd name="connsiteX52" fmla="*/ 449550 w 510852"/>
                <a:gd name="connsiteY52" fmla="*/ 189236 h 203766"/>
                <a:gd name="connsiteX53" fmla="*/ 460212 w 510852"/>
                <a:gd name="connsiteY53" fmla="*/ 158328 h 203766"/>
                <a:gd name="connsiteX54" fmla="*/ 432220 w 510852"/>
                <a:gd name="connsiteY54" fmla="*/ 160191 h 203766"/>
                <a:gd name="connsiteX55" fmla="*/ 380816 w 510852"/>
                <a:gd name="connsiteY55" fmla="*/ 103636 h 203766"/>
                <a:gd name="connsiteX56" fmla="*/ 432220 w 510852"/>
                <a:gd name="connsiteY56" fmla="*/ 46389 h 203766"/>
                <a:gd name="connsiteX57" fmla="*/ 483784 w 510852"/>
                <a:gd name="connsiteY57" fmla="*/ 90391 h 203766"/>
                <a:gd name="connsiteX58" fmla="*/ 509971 w 510852"/>
                <a:gd name="connsiteY58" fmla="*/ 14789 h 203766"/>
                <a:gd name="connsiteX59" fmla="*/ 499950 w 510852"/>
                <a:gd name="connsiteY59" fmla="*/ 0 h 203766"/>
                <a:gd name="connsiteX60" fmla="*/ 221276 w 510852"/>
                <a:gd name="connsiteY60" fmla="*/ 100016 h 203766"/>
                <a:gd name="connsiteX61" fmla="*/ 194929 w 510852"/>
                <a:gd name="connsiteY61" fmla="*/ 66766 h 203766"/>
                <a:gd name="connsiteX62" fmla="*/ 171143 w 510852"/>
                <a:gd name="connsiteY62" fmla="*/ 100016 h 203766"/>
                <a:gd name="connsiteX63" fmla="*/ 194929 w 510852"/>
                <a:gd name="connsiteY63" fmla="*/ 139866 h 203766"/>
                <a:gd name="connsiteX64" fmla="*/ 221276 w 510852"/>
                <a:gd name="connsiteY64" fmla="*/ 100016 h 203766"/>
                <a:gd name="connsiteX65" fmla="*/ 78152 w 510852"/>
                <a:gd name="connsiteY65" fmla="*/ 66766 h 203766"/>
                <a:gd name="connsiteX66" fmla="*/ 53512 w 510852"/>
                <a:gd name="connsiteY66" fmla="*/ 91349 h 203766"/>
                <a:gd name="connsiteX67" fmla="*/ 103422 w 510852"/>
                <a:gd name="connsiteY67" fmla="*/ 91349 h 203766"/>
                <a:gd name="connsiteX68" fmla="*/ 78143 w 510852"/>
                <a:gd name="connsiteY68" fmla="*/ 66766 h 203766"/>
                <a:gd name="connsiteX69" fmla="*/ 339966 w 510852"/>
                <a:gd name="connsiteY69" fmla="*/ 100016 h 203766"/>
                <a:gd name="connsiteX70" fmla="*/ 313299 w 510852"/>
                <a:gd name="connsiteY70" fmla="*/ 66766 h 203766"/>
                <a:gd name="connsiteX71" fmla="*/ 289513 w 510852"/>
                <a:gd name="connsiteY71" fmla="*/ 100016 h 203766"/>
                <a:gd name="connsiteX72" fmla="*/ 313299 w 510852"/>
                <a:gd name="connsiteY72" fmla="*/ 139866 h 203766"/>
                <a:gd name="connsiteX73" fmla="*/ 339966 w 510852"/>
                <a:gd name="connsiteY73" fmla="*/ 100016 h 20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510852" h="203766">
                  <a:moveTo>
                    <a:pt x="457660" y="123534"/>
                  </a:moveTo>
                  <a:lnTo>
                    <a:pt x="472483" y="123534"/>
                  </a:lnTo>
                  <a:lnTo>
                    <a:pt x="477818" y="108320"/>
                  </a:lnTo>
                  <a:lnTo>
                    <a:pt x="407749" y="108320"/>
                  </a:lnTo>
                  <a:cubicBezTo>
                    <a:pt x="407749" y="132264"/>
                    <a:pt x="408390" y="139866"/>
                    <a:pt x="432442" y="139866"/>
                  </a:cubicBezTo>
                  <a:cubicBezTo>
                    <a:pt x="447265" y="139866"/>
                    <a:pt x="457669" y="139866"/>
                    <a:pt x="457669" y="123534"/>
                  </a:cubicBezTo>
                  <a:moveTo>
                    <a:pt x="407758" y="91615"/>
                  </a:moveTo>
                  <a:lnTo>
                    <a:pt x="457669" y="91615"/>
                  </a:lnTo>
                  <a:cubicBezTo>
                    <a:pt x="457669" y="68736"/>
                    <a:pt x="454308" y="67032"/>
                    <a:pt x="432442" y="67032"/>
                  </a:cubicBezTo>
                  <a:cubicBezTo>
                    <a:pt x="409243" y="67032"/>
                    <a:pt x="407749" y="71876"/>
                    <a:pt x="407749" y="91615"/>
                  </a:cubicBezTo>
                  <a:moveTo>
                    <a:pt x="499941" y="0"/>
                  </a:moveTo>
                  <a:lnTo>
                    <a:pt x="248459" y="0"/>
                  </a:lnTo>
                  <a:lnTo>
                    <a:pt x="248459" y="158913"/>
                  </a:lnTo>
                  <a:lnTo>
                    <a:pt x="221792" y="158913"/>
                  </a:lnTo>
                  <a:lnTo>
                    <a:pt x="222859" y="142208"/>
                  </a:lnTo>
                  <a:lnTo>
                    <a:pt x="222005" y="142208"/>
                  </a:lnTo>
                  <a:cubicBezTo>
                    <a:pt x="215230" y="156837"/>
                    <a:pt x="202914" y="160191"/>
                    <a:pt x="187185" y="160191"/>
                  </a:cubicBezTo>
                  <a:cubicBezTo>
                    <a:pt x="145748" y="160191"/>
                    <a:pt x="144521" y="134118"/>
                    <a:pt x="144521" y="100016"/>
                  </a:cubicBezTo>
                  <a:cubicBezTo>
                    <a:pt x="144521" y="65914"/>
                    <a:pt x="149003" y="46389"/>
                    <a:pt x="187185" y="46389"/>
                  </a:cubicBezTo>
                  <a:cubicBezTo>
                    <a:pt x="200780" y="46389"/>
                    <a:pt x="215016" y="48943"/>
                    <a:pt x="220725" y="62348"/>
                  </a:cubicBezTo>
                  <a:lnTo>
                    <a:pt x="221792" y="62348"/>
                  </a:lnTo>
                  <a:lnTo>
                    <a:pt x="221792" y="0"/>
                  </a:lnTo>
                  <a:lnTo>
                    <a:pt x="81922" y="0"/>
                  </a:lnTo>
                  <a:cubicBezTo>
                    <a:pt x="72745" y="213"/>
                    <a:pt x="64636" y="5988"/>
                    <a:pt x="61443" y="14576"/>
                  </a:cubicBezTo>
                  <a:lnTo>
                    <a:pt x="49075" y="50540"/>
                  </a:lnTo>
                  <a:cubicBezTo>
                    <a:pt x="58429" y="47418"/>
                    <a:pt x="68281" y="46016"/>
                    <a:pt x="78134" y="46389"/>
                  </a:cubicBezTo>
                  <a:cubicBezTo>
                    <a:pt x="123989" y="46389"/>
                    <a:pt x="130178" y="59740"/>
                    <a:pt x="130178" y="108320"/>
                  </a:cubicBezTo>
                  <a:lnTo>
                    <a:pt x="53494" y="108320"/>
                  </a:lnTo>
                  <a:cubicBezTo>
                    <a:pt x="53494" y="132264"/>
                    <a:pt x="54134" y="139866"/>
                    <a:pt x="78134" y="139866"/>
                  </a:cubicBezTo>
                  <a:cubicBezTo>
                    <a:pt x="93010" y="139866"/>
                    <a:pt x="103414" y="139866"/>
                    <a:pt x="103414" y="123534"/>
                  </a:cubicBezTo>
                  <a:lnTo>
                    <a:pt x="130080" y="123534"/>
                  </a:lnTo>
                  <a:cubicBezTo>
                    <a:pt x="130080" y="158541"/>
                    <a:pt x="109869" y="160191"/>
                    <a:pt x="78036" y="160191"/>
                  </a:cubicBezTo>
                  <a:cubicBezTo>
                    <a:pt x="39107" y="160191"/>
                    <a:pt x="28445" y="148862"/>
                    <a:pt x="26845" y="114228"/>
                  </a:cubicBezTo>
                  <a:lnTo>
                    <a:pt x="872" y="189245"/>
                  </a:lnTo>
                  <a:cubicBezTo>
                    <a:pt x="872" y="189245"/>
                    <a:pt x="-4464" y="203767"/>
                    <a:pt x="11266" y="203767"/>
                  </a:cubicBezTo>
                  <a:lnTo>
                    <a:pt x="283226" y="203767"/>
                  </a:lnTo>
                  <a:cubicBezTo>
                    <a:pt x="272565" y="198923"/>
                    <a:pt x="266483" y="189298"/>
                    <a:pt x="267230" y="170411"/>
                  </a:cubicBezTo>
                  <a:lnTo>
                    <a:pt x="292296" y="170411"/>
                  </a:lnTo>
                  <a:cubicBezTo>
                    <a:pt x="292296" y="185625"/>
                    <a:pt x="298005" y="187967"/>
                    <a:pt x="313095" y="187967"/>
                  </a:cubicBezTo>
                  <a:cubicBezTo>
                    <a:pt x="335813" y="187967"/>
                    <a:pt x="340713" y="183283"/>
                    <a:pt x="340713" y="164236"/>
                  </a:cubicBezTo>
                  <a:lnTo>
                    <a:pt x="340713" y="142954"/>
                  </a:lnTo>
                  <a:lnTo>
                    <a:pt x="340073" y="142954"/>
                  </a:lnTo>
                  <a:cubicBezTo>
                    <a:pt x="333030" y="157529"/>
                    <a:pt x="318741" y="160084"/>
                    <a:pt x="305252" y="160084"/>
                  </a:cubicBezTo>
                  <a:cubicBezTo>
                    <a:pt x="267016" y="160084"/>
                    <a:pt x="262588" y="139121"/>
                    <a:pt x="262588" y="106510"/>
                  </a:cubicBezTo>
                  <a:cubicBezTo>
                    <a:pt x="262588" y="73899"/>
                    <a:pt x="263869" y="46282"/>
                    <a:pt x="305252" y="46282"/>
                  </a:cubicBezTo>
                  <a:cubicBezTo>
                    <a:pt x="320928" y="46282"/>
                    <a:pt x="333244" y="49689"/>
                    <a:pt x="340073" y="64318"/>
                  </a:cubicBezTo>
                  <a:lnTo>
                    <a:pt x="340926" y="64318"/>
                  </a:lnTo>
                  <a:lnTo>
                    <a:pt x="339966" y="47879"/>
                  </a:lnTo>
                  <a:lnTo>
                    <a:pt x="366633" y="47879"/>
                  </a:lnTo>
                  <a:lnTo>
                    <a:pt x="366633" y="158700"/>
                  </a:lnTo>
                  <a:cubicBezTo>
                    <a:pt x="366633" y="184614"/>
                    <a:pt x="361298" y="197752"/>
                    <a:pt x="346422" y="203758"/>
                  </a:cubicBezTo>
                  <a:lnTo>
                    <a:pt x="429072" y="203758"/>
                  </a:lnTo>
                  <a:cubicBezTo>
                    <a:pt x="438231" y="203554"/>
                    <a:pt x="446340" y="197797"/>
                    <a:pt x="449550" y="189236"/>
                  </a:cubicBezTo>
                  <a:lnTo>
                    <a:pt x="460212" y="158328"/>
                  </a:lnTo>
                  <a:cubicBezTo>
                    <a:pt x="450964" y="159871"/>
                    <a:pt x="441583" y="160492"/>
                    <a:pt x="432220" y="160191"/>
                  </a:cubicBezTo>
                  <a:cubicBezTo>
                    <a:pt x="389556" y="160191"/>
                    <a:pt x="380816" y="146626"/>
                    <a:pt x="380816" y="103636"/>
                  </a:cubicBezTo>
                  <a:cubicBezTo>
                    <a:pt x="380816" y="63785"/>
                    <a:pt x="387164" y="46389"/>
                    <a:pt x="432220" y="46389"/>
                  </a:cubicBezTo>
                  <a:cubicBezTo>
                    <a:pt x="471789" y="46389"/>
                    <a:pt x="481810" y="56387"/>
                    <a:pt x="483784" y="90391"/>
                  </a:cubicBezTo>
                  <a:lnTo>
                    <a:pt x="509971" y="14789"/>
                  </a:lnTo>
                  <a:cubicBezTo>
                    <a:pt x="509971" y="14789"/>
                    <a:pt x="515253" y="0"/>
                    <a:pt x="499950" y="0"/>
                  </a:cubicBezTo>
                  <a:moveTo>
                    <a:pt x="221276" y="100016"/>
                  </a:moveTo>
                  <a:cubicBezTo>
                    <a:pt x="221276" y="76285"/>
                    <a:pt x="218129" y="66766"/>
                    <a:pt x="194929" y="66766"/>
                  </a:cubicBezTo>
                  <a:cubicBezTo>
                    <a:pt x="176479" y="66766"/>
                    <a:pt x="171143" y="72089"/>
                    <a:pt x="171143" y="100016"/>
                  </a:cubicBezTo>
                  <a:cubicBezTo>
                    <a:pt x="171143" y="125237"/>
                    <a:pt x="170503" y="139866"/>
                    <a:pt x="194929" y="139866"/>
                  </a:cubicBezTo>
                  <a:cubicBezTo>
                    <a:pt x="222334" y="139866"/>
                    <a:pt x="221276" y="126515"/>
                    <a:pt x="221276" y="100016"/>
                  </a:cubicBezTo>
                  <a:moveTo>
                    <a:pt x="78152" y="66766"/>
                  </a:moveTo>
                  <a:cubicBezTo>
                    <a:pt x="54952" y="66766"/>
                    <a:pt x="53512" y="71610"/>
                    <a:pt x="53512" y="91349"/>
                  </a:cubicBezTo>
                  <a:lnTo>
                    <a:pt x="103422" y="91349"/>
                  </a:lnTo>
                  <a:cubicBezTo>
                    <a:pt x="103422" y="68469"/>
                    <a:pt x="100008" y="66766"/>
                    <a:pt x="78143" y="66766"/>
                  </a:cubicBezTo>
                  <a:moveTo>
                    <a:pt x="339966" y="100016"/>
                  </a:moveTo>
                  <a:cubicBezTo>
                    <a:pt x="339966" y="76285"/>
                    <a:pt x="336338" y="66766"/>
                    <a:pt x="313299" y="66766"/>
                  </a:cubicBezTo>
                  <a:cubicBezTo>
                    <a:pt x="294848" y="66766"/>
                    <a:pt x="289513" y="72089"/>
                    <a:pt x="289513" y="100016"/>
                  </a:cubicBezTo>
                  <a:cubicBezTo>
                    <a:pt x="289513" y="125237"/>
                    <a:pt x="289513" y="139866"/>
                    <a:pt x="313299" y="139866"/>
                  </a:cubicBezTo>
                  <a:cubicBezTo>
                    <a:pt x="339966" y="139866"/>
                    <a:pt x="339966" y="126515"/>
                    <a:pt x="339966" y="100016"/>
                  </a:cubicBezTo>
                </a:path>
              </a:pathLst>
            </a:custGeom>
            <a:solidFill>
              <a:schemeClr val="bg1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l" defTabSz="914400" rtl="0" eaLnBrk="1" latinLnBrk="0" hangingPunct="1"/>
              <a:endParaRPr lang="en-IL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109D1F7F-823A-B1A4-0B2B-DC556F233687}"/>
                </a:ext>
              </a:extLst>
            </p:cNvPr>
            <p:cNvSpPr/>
            <p:nvPr/>
          </p:nvSpPr>
          <p:spPr>
            <a:xfrm>
              <a:off x="10654248" y="6448149"/>
              <a:ext cx="508352" cy="160456"/>
            </a:xfrm>
            <a:custGeom>
              <a:avLst/>
              <a:gdLst>
                <a:gd name="connsiteX0" fmla="*/ 422866 w 508352"/>
                <a:gd name="connsiteY0" fmla="*/ 47879 h 160456"/>
                <a:gd name="connsiteX1" fmla="*/ 422866 w 508352"/>
                <a:gd name="connsiteY1" fmla="*/ 158913 h 160456"/>
                <a:gd name="connsiteX2" fmla="*/ 449532 w 508352"/>
                <a:gd name="connsiteY2" fmla="*/ 158913 h 160456"/>
                <a:gd name="connsiteX3" fmla="*/ 449532 w 508352"/>
                <a:gd name="connsiteY3" fmla="*/ 90444 h 160456"/>
                <a:gd name="connsiteX4" fmla="*/ 469691 w 508352"/>
                <a:gd name="connsiteY4" fmla="*/ 66926 h 160456"/>
                <a:gd name="connsiteX5" fmla="*/ 483286 w 508352"/>
                <a:gd name="connsiteY5" fmla="*/ 84695 h 160456"/>
                <a:gd name="connsiteX6" fmla="*/ 483286 w 508352"/>
                <a:gd name="connsiteY6" fmla="*/ 90444 h 160456"/>
                <a:gd name="connsiteX7" fmla="*/ 508353 w 508352"/>
                <a:gd name="connsiteY7" fmla="*/ 90444 h 160456"/>
                <a:gd name="connsiteX8" fmla="*/ 508353 w 508352"/>
                <a:gd name="connsiteY8" fmla="*/ 81404 h 160456"/>
                <a:gd name="connsiteX9" fmla="*/ 479080 w 508352"/>
                <a:gd name="connsiteY9" fmla="*/ 46397 h 160456"/>
                <a:gd name="connsiteX10" fmla="*/ 449328 w 508352"/>
                <a:gd name="connsiteY10" fmla="*/ 62357 h 160456"/>
                <a:gd name="connsiteX11" fmla="*/ 448261 w 508352"/>
                <a:gd name="connsiteY11" fmla="*/ 62357 h 160456"/>
                <a:gd name="connsiteX12" fmla="*/ 449008 w 508352"/>
                <a:gd name="connsiteY12" fmla="*/ 47888 h 160456"/>
                <a:gd name="connsiteX13" fmla="*/ 422874 w 508352"/>
                <a:gd name="connsiteY13" fmla="*/ 47888 h 160456"/>
                <a:gd name="connsiteX14" fmla="*/ 371461 w 508352"/>
                <a:gd name="connsiteY14" fmla="*/ 158913 h 160456"/>
                <a:gd name="connsiteX15" fmla="*/ 398128 w 508352"/>
                <a:gd name="connsiteY15" fmla="*/ 158913 h 160456"/>
                <a:gd name="connsiteX16" fmla="*/ 398128 w 508352"/>
                <a:gd name="connsiteY16" fmla="*/ 89220 h 160456"/>
                <a:gd name="connsiteX17" fmla="*/ 347577 w 508352"/>
                <a:gd name="connsiteY17" fmla="*/ 46655 h 160456"/>
                <a:gd name="connsiteX18" fmla="*/ 299588 w 508352"/>
                <a:gd name="connsiteY18" fmla="*/ 80384 h 160456"/>
                <a:gd name="connsiteX19" fmla="*/ 326255 w 508352"/>
                <a:gd name="connsiteY19" fmla="*/ 80384 h 160456"/>
                <a:gd name="connsiteX20" fmla="*/ 347266 w 508352"/>
                <a:gd name="connsiteY20" fmla="*/ 64903 h 160456"/>
                <a:gd name="connsiteX21" fmla="*/ 371052 w 508352"/>
                <a:gd name="connsiteY21" fmla="*/ 89273 h 160456"/>
                <a:gd name="connsiteX22" fmla="*/ 371052 w 508352"/>
                <a:gd name="connsiteY22" fmla="*/ 103689 h 160456"/>
                <a:gd name="connsiteX23" fmla="*/ 370625 w 508352"/>
                <a:gd name="connsiteY23" fmla="*/ 103689 h 160456"/>
                <a:gd name="connsiteX24" fmla="*/ 337298 w 508352"/>
                <a:gd name="connsiteY24" fmla="*/ 90976 h 160456"/>
                <a:gd name="connsiteX25" fmla="*/ 295648 w 508352"/>
                <a:gd name="connsiteY25" fmla="*/ 125078 h 160456"/>
                <a:gd name="connsiteX26" fmla="*/ 337298 w 508352"/>
                <a:gd name="connsiteY26" fmla="*/ 160457 h 160456"/>
                <a:gd name="connsiteX27" fmla="*/ 371906 w 508352"/>
                <a:gd name="connsiteY27" fmla="*/ 145242 h 160456"/>
                <a:gd name="connsiteX28" fmla="*/ 372546 w 508352"/>
                <a:gd name="connsiteY28" fmla="*/ 145242 h 160456"/>
                <a:gd name="connsiteX29" fmla="*/ 371479 w 508352"/>
                <a:gd name="connsiteY29" fmla="*/ 158913 h 160456"/>
                <a:gd name="connsiteX30" fmla="*/ 346608 w 508352"/>
                <a:gd name="connsiteY30" fmla="*/ 108905 h 160456"/>
                <a:gd name="connsiteX31" fmla="*/ 371248 w 508352"/>
                <a:gd name="connsiteY31" fmla="*/ 124865 h 160456"/>
                <a:gd name="connsiteX32" fmla="*/ 346608 w 508352"/>
                <a:gd name="connsiteY32" fmla="*/ 142049 h 160456"/>
                <a:gd name="connsiteX33" fmla="*/ 322182 w 508352"/>
                <a:gd name="connsiteY33" fmla="*/ 124865 h 160456"/>
                <a:gd name="connsiteX34" fmla="*/ 346608 w 508352"/>
                <a:gd name="connsiteY34" fmla="*/ 108905 h 160456"/>
                <a:gd name="connsiteX35" fmla="*/ 273134 w 508352"/>
                <a:gd name="connsiteY35" fmla="*/ 0 h 160456"/>
                <a:gd name="connsiteX36" fmla="*/ 246467 w 508352"/>
                <a:gd name="connsiteY36" fmla="*/ 0 h 160456"/>
                <a:gd name="connsiteX37" fmla="*/ 246467 w 508352"/>
                <a:gd name="connsiteY37" fmla="*/ 158913 h 160456"/>
                <a:gd name="connsiteX38" fmla="*/ 273134 w 508352"/>
                <a:gd name="connsiteY38" fmla="*/ 158913 h 160456"/>
                <a:gd name="connsiteX39" fmla="*/ 273134 w 508352"/>
                <a:gd name="connsiteY39" fmla="*/ 0 h 160456"/>
                <a:gd name="connsiteX40" fmla="*/ 171179 w 508352"/>
                <a:gd name="connsiteY40" fmla="*/ 66766 h 160456"/>
                <a:gd name="connsiteX41" fmla="*/ 196886 w 508352"/>
                <a:gd name="connsiteY41" fmla="*/ 103636 h 160456"/>
                <a:gd name="connsiteX42" fmla="*/ 171179 w 508352"/>
                <a:gd name="connsiteY42" fmla="*/ 139866 h 160456"/>
                <a:gd name="connsiteX43" fmla="*/ 145472 w 508352"/>
                <a:gd name="connsiteY43" fmla="*/ 103636 h 160456"/>
                <a:gd name="connsiteX44" fmla="*/ 171179 w 508352"/>
                <a:gd name="connsiteY44" fmla="*/ 66766 h 160456"/>
                <a:gd name="connsiteX45" fmla="*/ 171179 w 508352"/>
                <a:gd name="connsiteY45" fmla="*/ 46389 h 160456"/>
                <a:gd name="connsiteX46" fmla="*/ 118708 w 508352"/>
                <a:gd name="connsiteY46" fmla="*/ 103423 h 160456"/>
                <a:gd name="connsiteX47" fmla="*/ 171179 w 508352"/>
                <a:gd name="connsiteY47" fmla="*/ 160191 h 160456"/>
                <a:gd name="connsiteX48" fmla="*/ 223650 w 508352"/>
                <a:gd name="connsiteY48" fmla="*/ 103423 h 160456"/>
                <a:gd name="connsiteX49" fmla="*/ 171179 w 508352"/>
                <a:gd name="connsiteY49" fmla="*/ 46389 h 160456"/>
                <a:gd name="connsiteX50" fmla="*/ 98763 w 508352"/>
                <a:gd name="connsiteY50" fmla="*/ 77988 h 160456"/>
                <a:gd name="connsiteX51" fmla="*/ 50773 w 508352"/>
                <a:gd name="connsiteY51" fmla="*/ 46389 h 160456"/>
                <a:gd name="connsiteX52" fmla="*/ 9 w 508352"/>
                <a:gd name="connsiteY52" fmla="*/ 77563 h 160456"/>
                <a:gd name="connsiteX53" fmla="*/ 48426 w 508352"/>
                <a:gd name="connsiteY53" fmla="*/ 112090 h 160456"/>
                <a:gd name="connsiteX54" fmla="*/ 76044 w 508352"/>
                <a:gd name="connsiteY54" fmla="*/ 127145 h 160456"/>
                <a:gd name="connsiteX55" fmla="*/ 50764 w 508352"/>
                <a:gd name="connsiteY55" fmla="*/ 141987 h 160456"/>
                <a:gd name="connsiteX56" fmla="*/ 26765 w 508352"/>
                <a:gd name="connsiteY56" fmla="*/ 123951 h 160456"/>
                <a:gd name="connsiteX57" fmla="*/ 0 w 508352"/>
                <a:gd name="connsiteY57" fmla="*/ 123951 h 160456"/>
                <a:gd name="connsiteX58" fmla="*/ 50764 w 508352"/>
                <a:gd name="connsiteY58" fmla="*/ 160182 h 160456"/>
                <a:gd name="connsiteX59" fmla="*/ 102809 w 508352"/>
                <a:gd name="connsiteY59" fmla="*/ 127145 h 160456"/>
                <a:gd name="connsiteX60" fmla="*/ 53112 w 508352"/>
                <a:gd name="connsiteY60" fmla="*/ 91766 h 160456"/>
                <a:gd name="connsiteX61" fmla="*/ 26658 w 508352"/>
                <a:gd name="connsiteY61" fmla="*/ 79266 h 160456"/>
                <a:gd name="connsiteX62" fmla="*/ 50657 w 508352"/>
                <a:gd name="connsiteY62" fmla="*/ 64637 h 160456"/>
                <a:gd name="connsiteX63" fmla="*/ 71989 w 508352"/>
                <a:gd name="connsiteY63" fmla="*/ 77988 h 160456"/>
                <a:gd name="connsiteX64" fmla="*/ 98763 w 508352"/>
                <a:gd name="connsiteY64" fmla="*/ 77988 h 16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08352" h="160456">
                  <a:moveTo>
                    <a:pt x="422866" y="47879"/>
                  </a:moveTo>
                  <a:lnTo>
                    <a:pt x="422866" y="158913"/>
                  </a:lnTo>
                  <a:lnTo>
                    <a:pt x="449532" y="158913"/>
                  </a:lnTo>
                  <a:lnTo>
                    <a:pt x="449532" y="90444"/>
                  </a:lnTo>
                  <a:cubicBezTo>
                    <a:pt x="449106" y="76028"/>
                    <a:pt x="453801" y="66926"/>
                    <a:pt x="469691" y="66926"/>
                  </a:cubicBezTo>
                  <a:cubicBezTo>
                    <a:pt x="482219" y="66926"/>
                    <a:pt x="483286" y="73473"/>
                    <a:pt x="483286" y="84695"/>
                  </a:cubicBezTo>
                  <a:lnTo>
                    <a:pt x="483286" y="90444"/>
                  </a:lnTo>
                  <a:lnTo>
                    <a:pt x="508353" y="90444"/>
                  </a:lnTo>
                  <a:lnTo>
                    <a:pt x="508353" y="81404"/>
                  </a:lnTo>
                  <a:cubicBezTo>
                    <a:pt x="508353" y="60121"/>
                    <a:pt x="502644" y="46397"/>
                    <a:pt x="479080" y="46397"/>
                  </a:cubicBezTo>
                  <a:cubicBezTo>
                    <a:pt x="466125" y="46397"/>
                    <a:pt x="454654" y="50017"/>
                    <a:pt x="449328" y="62357"/>
                  </a:cubicBezTo>
                  <a:lnTo>
                    <a:pt x="448261" y="62357"/>
                  </a:lnTo>
                  <a:lnTo>
                    <a:pt x="449008" y="47888"/>
                  </a:lnTo>
                  <a:lnTo>
                    <a:pt x="422874" y="47888"/>
                  </a:lnTo>
                  <a:close/>
                  <a:moveTo>
                    <a:pt x="371461" y="158913"/>
                  </a:moveTo>
                  <a:lnTo>
                    <a:pt x="398128" y="158913"/>
                  </a:lnTo>
                  <a:lnTo>
                    <a:pt x="398128" y="89220"/>
                  </a:lnTo>
                  <a:cubicBezTo>
                    <a:pt x="398128" y="51977"/>
                    <a:pt x="383252" y="46655"/>
                    <a:pt x="347577" y="46655"/>
                  </a:cubicBezTo>
                  <a:cubicBezTo>
                    <a:pt x="322084" y="46655"/>
                    <a:pt x="299588" y="47932"/>
                    <a:pt x="299588" y="80384"/>
                  </a:cubicBezTo>
                  <a:lnTo>
                    <a:pt x="326255" y="80384"/>
                  </a:lnTo>
                  <a:cubicBezTo>
                    <a:pt x="326255" y="65968"/>
                    <a:pt x="335582" y="64903"/>
                    <a:pt x="347266" y="64903"/>
                  </a:cubicBezTo>
                  <a:cubicBezTo>
                    <a:pt x="369558" y="64903"/>
                    <a:pt x="371052" y="71237"/>
                    <a:pt x="371052" y="89273"/>
                  </a:cubicBezTo>
                  <a:lnTo>
                    <a:pt x="371052" y="103689"/>
                  </a:lnTo>
                  <a:lnTo>
                    <a:pt x="370625" y="103689"/>
                  </a:lnTo>
                  <a:cubicBezTo>
                    <a:pt x="364276" y="91189"/>
                    <a:pt x="350894" y="90976"/>
                    <a:pt x="337298" y="90976"/>
                  </a:cubicBezTo>
                  <a:cubicBezTo>
                    <a:pt x="309680" y="90976"/>
                    <a:pt x="295648" y="98375"/>
                    <a:pt x="295648" y="125078"/>
                  </a:cubicBezTo>
                  <a:cubicBezTo>
                    <a:pt x="295648" y="155187"/>
                    <a:pt x="312018" y="160457"/>
                    <a:pt x="337298" y="160457"/>
                  </a:cubicBezTo>
                  <a:cubicBezTo>
                    <a:pt x="350254" y="160457"/>
                    <a:pt x="366624" y="160031"/>
                    <a:pt x="371906" y="145242"/>
                  </a:cubicBezTo>
                  <a:lnTo>
                    <a:pt x="372546" y="145242"/>
                  </a:lnTo>
                  <a:lnTo>
                    <a:pt x="371479" y="158913"/>
                  </a:lnTo>
                  <a:close/>
                  <a:moveTo>
                    <a:pt x="346608" y="108905"/>
                  </a:moveTo>
                  <a:cubicBezTo>
                    <a:pt x="359777" y="108905"/>
                    <a:pt x="371248" y="109331"/>
                    <a:pt x="371248" y="124865"/>
                  </a:cubicBezTo>
                  <a:cubicBezTo>
                    <a:pt x="371248" y="140399"/>
                    <a:pt x="360586" y="142049"/>
                    <a:pt x="346608" y="142049"/>
                  </a:cubicBezTo>
                  <a:cubicBezTo>
                    <a:pt x="328584" y="142049"/>
                    <a:pt x="322182" y="140558"/>
                    <a:pt x="322182" y="124865"/>
                  </a:cubicBezTo>
                  <a:cubicBezTo>
                    <a:pt x="322182" y="109171"/>
                    <a:pt x="332843" y="108905"/>
                    <a:pt x="346608" y="108905"/>
                  </a:cubicBezTo>
                  <a:moveTo>
                    <a:pt x="273134" y="0"/>
                  </a:moveTo>
                  <a:lnTo>
                    <a:pt x="246467" y="0"/>
                  </a:lnTo>
                  <a:lnTo>
                    <a:pt x="246467" y="158913"/>
                  </a:lnTo>
                  <a:lnTo>
                    <a:pt x="273134" y="158913"/>
                  </a:lnTo>
                  <a:lnTo>
                    <a:pt x="273134" y="0"/>
                  </a:lnTo>
                  <a:close/>
                  <a:moveTo>
                    <a:pt x="171179" y="66766"/>
                  </a:moveTo>
                  <a:cubicBezTo>
                    <a:pt x="194965" y="66766"/>
                    <a:pt x="196886" y="73526"/>
                    <a:pt x="196886" y="103636"/>
                  </a:cubicBezTo>
                  <a:cubicBezTo>
                    <a:pt x="196886" y="133745"/>
                    <a:pt x="194965" y="139866"/>
                    <a:pt x="171179" y="139866"/>
                  </a:cubicBezTo>
                  <a:cubicBezTo>
                    <a:pt x="147393" y="139866"/>
                    <a:pt x="145472" y="133266"/>
                    <a:pt x="145472" y="103636"/>
                  </a:cubicBezTo>
                  <a:cubicBezTo>
                    <a:pt x="145472" y="74005"/>
                    <a:pt x="147393" y="66766"/>
                    <a:pt x="171179" y="66766"/>
                  </a:cubicBezTo>
                  <a:moveTo>
                    <a:pt x="171179" y="46389"/>
                  </a:moveTo>
                  <a:cubicBezTo>
                    <a:pt x="124683" y="46389"/>
                    <a:pt x="118708" y="60166"/>
                    <a:pt x="118708" y="103423"/>
                  </a:cubicBezTo>
                  <a:cubicBezTo>
                    <a:pt x="118708" y="146680"/>
                    <a:pt x="124683" y="160191"/>
                    <a:pt x="171179" y="160191"/>
                  </a:cubicBezTo>
                  <a:cubicBezTo>
                    <a:pt x="217675" y="160191"/>
                    <a:pt x="223650" y="146413"/>
                    <a:pt x="223650" y="103423"/>
                  </a:cubicBezTo>
                  <a:cubicBezTo>
                    <a:pt x="223650" y="60432"/>
                    <a:pt x="217728" y="46389"/>
                    <a:pt x="171179" y="46389"/>
                  </a:cubicBezTo>
                  <a:moveTo>
                    <a:pt x="98763" y="77988"/>
                  </a:moveTo>
                  <a:cubicBezTo>
                    <a:pt x="98763" y="46814"/>
                    <a:pt x="72629" y="46389"/>
                    <a:pt x="50773" y="46389"/>
                  </a:cubicBezTo>
                  <a:cubicBezTo>
                    <a:pt x="22088" y="46389"/>
                    <a:pt x="9" y="47027"/>
                    <a:pt x="9" y="77563"/>
                  </a:cubicBezTo>
                  <a:cubicBezTo>
                    <a:pt x="9" y="105969"/>
                    <a:pt x="7425" y="111717"/>
                    <a:pt x="48426" y="112090"/>
                  </a:cubicBezTo>
                  <a:cubicBezTo>
                    <a:pt x="75404" y="112516"/>
                    <a:pt x="76044" y="117413"/>
                    <a:pt x="76044" y="127145"/>
                  </a:cubicBezTo>
                  <a:cubicBezTo>
                    <a:pt x="76044" y="142412"/>
                    <a:pt x="66716" y="141987"/>
                    <a:pt x="50764" y="141987"/>
                  </a:cubicBezTo>
                  <a:cubicBezTo>
                    <a:pt x="30980" y="141987"/>
                    <a:pt x="27192" y="140070"/>
                    <a:pt x="26765" y="123951"/>
                  </a:cubicBezTo>
                  <a:lnTo>
                    <a:pt x="0" y="123951"/>
                  </a:lnTo>
                  <a:cubicBezTo>
                    <a:pt x="0" y="160182"/>
                    <a:pt x="20371" y="160182"/>
                    <a:pt x="50764" y="160182"/>
                  </a:cubicBezTo>
                  <a:cubicBezTo>
                    <a:pt x="78969" y="160182"/>
                    <a:pt x="102809" y="157254"/>
                    <a:pt x="102809" y="127145"/>
                  </a:cubicBezTo>
                  <a:cubicBezTo>
                    <a:pt x="102809" y="91127"/>
                    <a:pt x="79450" y="93043"/>
                    <a:pt x="53112" y="91766"/>
                  </a:cubicBezTo>
                  <a:cubicBezTo>
                    <a:pt x="29752" y="90701"/>
                    <a:pt x="26658" y="90435"/>
                    <a:pt x="26658" y="79266"/>
                  </a:cubicBezTo>
                  <a:cubicBezTo>
                    <a:pt x="26658" y="64637"/>
                    <a:pt x="36413" y="64637"/>
                    <a:pt x="50657" y="64637"/>
                  </a:cubicBezTo>
                  <a:cubicBezTo>
                    <a:pt x="64902" y="64637"/>
                    <a:pt x="71989" y="64637"/>
                    <a:pt x="71989" y="77988"/>
                  </a:cubicBezTo>
                  <a:lnTo>
                    <a:pt x="98763" y="77988"/>
                  </a:lnTo>
                  <a:close/>
                </a:path>
              </a:pathLst>
            </a:custGeom>
            <a:solidFill>
              <a:schemeClr val="bg1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l" defTabSz="914400" rtl="0" eaLnBrk="1" latinLnBrk="0" hangingPunct="1"/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316442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49C20-CAD9-FFD2-CE2D-5525543FB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463296"/>
            <a:ext cx="11160000" cy="7315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03630-E937-E68D-BE93-B4C7018B1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000" y="2305877"/>
            <a:ext cx="11160000" cy="384827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7D31-CDDE-39A3-0DD6-ED3E256F9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>
                    <a:lumMod val="20000"/>
                    <a:lumOff val="80000"/>
                    <a:alpha val="50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E7FC2-5991-B5B8-9AD3-AE6D68AE9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>
                    <a:lumMod val="20000"/>
                    <a:lumOff val="80000"/>
                    <a:alpha val="50000"/>
                  </a:schemeClr>
                </a:solidFill>
              </a:defRPr>
            </a:lvl1pPr>
          </a:lstStyle>
          <a:p>
            <a:fld id="{4055E60B-063F-7341-AAD1-65F55D97E323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CB354CA-FCBA-7A93-D38D-4AA6421A029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6000" y="1431235"/>
            <a:ext cx="11160000" cy="675378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200">
                <a:solidFill>
                  <a:schemeClr val="accent2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92395E59-618E-4D11-8C81-6FBE6E307EDC}"/>
              </a:ext>
            </a:extLst>
          </p:cNvPr>
          <p:cNvSpPr/>
          <p:nvPr userDrawn="1"/>
        </p:nvSpPr>
        <p:spPr>
          <a:xfrm>
            <a:off x="10654248" y="6448149"/>
            <a:ext cx="508352" cy="160456"/>
          </a:xfrm>
          <a:custGeom>
            <a:avLst/>
            <a:gdLst>
              <a:gd name="connsiteX0" fmla="*/ 422866 w 508352"/>
              <a:gd name="connsiteY0" fmla="*/ 47879 h 160456"/>
              <a:gd name="connsiteX1" fmla="*/ 422866 w 508352"/>
              <a:gd name="connsiteY1" fmla="*/ 158913 h 160456"/>
              <a:gd name="connsiteX2" fmla="*/ 449532 w 508352"/>
              <a:gd name="connsiteY2" fmla="*/ 158913 h 160456"/>
              <a:gd name="connsiteX3" fmla="*/ 449532 w 508352"/>
              <a:gd name="connsiteY3" fmla="*/ 90444 h 160456"/>
              <a:gd name="connsiteX4" fmla="*/ 469691 w 508352"/>
              <a:gd name="connsiteY4" fmla="*/ 66926 h 160456"/>
              <a:gd name="connsiteX5" fmla="*/ 483286 w 508352"/>
              <a:gd name="connsiteY5" fmla="*/ 84695 h 160456"/>
              <a:gd name="connsiteX6" fmla="*/ 483286 w 508352"/>
              <a:gd name="connsiteY6" fmla="*/ 90444 h 160456"/>
              <a:gd name="connsiteX7" fmla="*/ 508353 w 508352"/>
              <a:gd name="connsiteY7" fmla="*/ 90444 h 160456"/>
              <a:gd name="connsiteX8" fmla="*/ 508353 w 508352"/>
              <a:gd name="connsiteY8" fmla="*/ 81404 h 160456"/>
              <a:gd name="connsiteX9" fmla="*/ 479080 w 508352"/>
              <a:gd name="connsiteY9" fmla="*/ 46397 h 160456"/>
              <a:gd name="connsiteX10" fmla="*/ 449328 w 508352"/>
              <a:gd name="connsiteY10" fmla="*/ 62357 h 160456"/>
              <a:gd name="connsiteX11" fmla="*/ 448261 w 508352"/>
              <a:gd name="connsiteY11" fmla="*/ 62357 h 160456"/>
              <a:gd name="connsiteX12" fmla="*/ 449008 w 508352"/>
              <a:gd name="connsiteY12" fmla="*/ 47888 h 160456"/>
              <a:gd name="connsiteX13" fmla="*/ 422874 w 508352"/>
              <a:gd name="connsiteY13" fmla="*/ 47888 h 160456"/>
              <a:gd name="connsiteX14" fmla="*/ 371461 w 508352"/>
              <a:gd name="connsiteY14" fmla="*/ 158913 h 160456"/>
              <a:gd name="connsiteX15" fmla="*/ 398128 w 508352"/>
              <a:gd name="connsiteY15" fmla="*/ 158913 h 160456"/>
              <a:gd name="connsiteX16" fmla="*/ 398128 w 508352"/>
              <a:gd name="connsiteY16" fmla="*/ 89220 h 160456"/>
              <a:gd name="connsiteX17" fmla="*/ 347577 w 508352"/>
              <a:gd name="connsiteY17" fmla="*/ 46655 h 160456"/>
              <a:gd name="connsiteX18" fmla="*/ 299588 w 508352"/>
              <a:gd name="connsiteY18" fmla="*/ 80384 h 160456"/>
              <a:gd name="connsiteX19" fmla="*/ 326255 w 508352"/>
              <a:gd name="connsiteY19" fmla="*/ 80384 h 160456"/>
              <a:gd name="connsiteX20" fmla="*/ 347266 w 508352"/>
              <a:gd name="connsiteY20" fmla="*/ 64903 h 160456"/>
              <a:gd name="connsiteX21" fmla="*/ 371052 w 508352"/>
              <a:gd name="connsiteY21" fmla="*/ 89273 h 160456"/>
              <a:gd name="connsiteX22" fmla="*/ 371052 w 508352"/>
              <a:gd name="connsiteY22" fmla="*/ 103689 h 160456"/>
              <a:gd name="connsiteX23" fmla="*/ 370625 w 508352"/>
              <a:gd name="connsiteY23" fmla="*/ 103689 h 160456"/>
              <a:gd name="connsiteX24" fmla="*/ 337298 w 508352"/>
              <a:gd name="connsiteY24" fmla="*/ 90976 h 160456"/>
              <a:gd name="connsiteX25" fmla="*/ 295648 w 508352"/>
              <a:gd name="connsiteY25" fmla="*/ 125078 h 160456"/>
              <a:gd name="connsiteX26" fmla="*/ 337298 w 508352"/>
              <a:gd name="connsiteY26" fmla="*/ 160457 h 160456"/>
              <a:gd name="connsiteX27" fmla="*/ 371906 w 508352"/>
              <a:gd name="connsiteY27" fmla="*/ 145242 h 160456"/>
              <a:gd name="connsiteX28" fmla="*/ 372546 w 508352"/>
              <a:gd name="connsiteY28" fmla="*/ 145242 h 160456"/>
              <a:gd name="connsiteX29" fmla="*/ 371479 w 508352"/>
              <a:gd name="connsiteY29" fmla="*/ 158913 h 160456"/>
              <a:gd name="connsiteX30" fmla="*/ 346608 w 508352"/>
              <a:gd name="connsiteY30" fmla="*/ 108905 h 160456"/>
              <a:gd name="connsiteX31" fmla="*/ 371248 w 508352"/>
              <a:gd name="connsiteY31" fmla="*/ 124865 h 160456"/>
              <a:gd name="connsiteX32" fmla="*/ 346608 w 508352"/>
              <a:gd name="connsiteY32" fmla="*/ 142049 h 160456"/>
              <a:gd name="connsiteX33" fmla="*/ 322182 w 508352"/>
              <a:gd name="connsiteY33" fmla="*/ 124865 h 160456"/>
              <a:gd name="connsiteX34" fmla="*/ 346608 w 508352"/>
              <a:gd name="connsiteY34" fmla="*/ 108905 h 160456"/>
              <a:gd name="connsiteX35" fmla="*/ 273134 w 508352"/>
              <a:gd name="connsiteY35" fmla="*/ 0 h 160456"/>
              <a:gd name="connsiteX36" fmla="*/ 246467 w 508352"/>
              <a:gd name="connsiteY36" fmla="*/ 0 h 160456"/>
              <a:gd name="connsiteX37" fmla="*/ 246467 w 508352"/>
              <a:gd name="connsiteY37" fmla="*/ 158913 h 160456"/>
              <a:gd name="connsiteX38" fmla="*/ 273134 w 508352"/>
              <a:gd name="connsiteY38" fmla="*/ 158913 h 160456"/>
              <a:gd name="connsiteX39" fmla="*/ 273134 w 508352"/>
              <a:gd name="connsiteY39" fmla="*/ 0 h 160456"/>
              <a:gd name="connsiteX40" fmla="*/ 171179 w 508352"/>
              <a:gd name="connsiteY40" fmla="*/ 66766 h 160456"/>
              <a:gd name="connsiteX41" fmla="*/ 196886 w 508352"/>
              <a:gd name="connsiteY41" fmla="*/ 103636 h 160456"/>
              <a:gd name="connsiteX42" fmla="*/ 171179 w 508352"/>
              <a:gd name="connsiteY42" fmla="*/ 139866 h 160456"/>
              <a:gd name="connsiteX43" fmla="*/ 145472 w 508352"/>
              <a:gd name="connsiteY43" fmla="*/ 103636 h 160456"/>
              <a:gd name="connsiteX44" fmla="*/ 171179 w 508352"/>
              <a:gd name="connsiteY44" fmla="*/ 66766 h 160456"/>
              <a:gd name="connsiteX45" fmla="*/ 171179 w 508352"/>
              <a:gd name="connsiteY45" fmla="*/ 46389 h 160456"/>
              <a:gd name="connsiteX46" fmla="*/ 118708 w 508352"/>
              <a:gd name="connsiteY46" fmla="*/ 103423 h 160456"/>
              <a:gd name="connsiteX47" fmla="*/ 171179 w 508352"/>
              <a:gd name="connsiteY47" fmla="*/ 160191 h 160456"/>
              <a:gd name="connsiteX48" fmla="*/ 223650 w 508352"/>
              <a:gd name="connsiteY48" fmla="*/ 103423 h 160456"/>
              <a:gd name="connsiteX49" fmla="*/ 171179 w 508352"/>
              <a:gd name="connsiteY49" fmla="*/ 46389 h 160456"/>
              <a:gd name="connsiteX50" fmla="*/ 98763 w 508352"/>
              <a:gd name="connsiteY50" fmla="*/ 77988 h 160456"/>
              <a:gd name="connsiteX51" fmla="*/ 50773 w 508352"/>
              <a:gd name="connsiteY51" fmla="*/ 46389 h 160456"/>
              <a:gd name="connsiteX52" fmla="*/ 9 w 508352"/>
              <a:gd name="connsiteY52" fmla="*/ 77563 h 160456"/>
              <a:gd name="connsiteX53" fmla="*/ 48426 w 508352"/>
              <a:gd name="connsiteY53" fmla="*/ 112090 h 160456"/>
              <a:gd name="connsiteX54" fmla="*/ 76044 w 508352"/>
              <a:gd name="connsiteY54" fmla="*/ 127145 h 160456"/>
              <a:gd name="connsiteX55" fmla="*/ 50764 w 508352"/>
              <a:gd name="connsiteY55" fmla="*/ 141987 h 160456"/>
              <a:gd name="connsiteX56" fmla="*/ 26765 w 508352"/>
              <a:gd name="connsiteY56" fmla="*/ 123951 h 160456"/>
              <a:gd name="connsiteX57" fmla="*/ 0 w 508352"/>
              <a:gd name="connsiteY57" fmla="*/ 123951 h 160456"/>
              <a:gd name="connsiteX58" fmla="*/ 50764 w 508352"/>
              <a:gd name="connsiteY58" fmla="*/ 160182 h 160456"/>
              <a:gd name="connsiteX59" fmla="*/ 102809 w 508352"/>
              <a:gd name="connsiteY59" fmla="*/ 127145 h 160456"/>
              <a:gd name="connsiteX60" fmla="*/ 53112 w 508352"/>
              <a:gd name="connsiteY60" fmla="*/ 91766 h 160456"/>
              <a:gd name="connsiteX61" fmla="*/ 26658 w 508352"/>
              <a:gd name="connsiteY61" fmla="*/ 79266 h 160456"/>
              <a:gd name="connsiteX62" fmla="*/ 50657 w 508352"/>
              <a:gd name="connsiteY62" fmla="*/ 64637 h 160456"/>
              <a:gd name="connsiteX63" fmla="*/ 71989 w 508352"/>
              <a:gd name="connsiteY63" fmla="*/ 77988 h 160456"/>
              <a:gd name="connsiteX64" fmla="*/ 98763 w 508352"/>
              <a:gd name="connsiteY64" fmla="*/ 77988 h 160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508352" h="160456">
                <a:moveTo>
                  <a:pt x="422866" y="47879"/>
                </a:moveTo>
                <a:lnTo>
                  <a:pt x="422866" y="158913"/>
                </a:lnTo>
                <a:lnTo>
                  <a:pt x="449532" y="158913"/>
                </a:lnTo>
                <a:lnTo>
                  <a:pt x="449532" y="90444"/>
                </a:lnTo>
                <a:cubicBezTo>
                  <a:pt x="449106" y="76028"/>
                  <a:pt x="453801" y="66926"/>
                  <a:pt x="469691" y="66926"/>
                </a:cubicBezTo>
                <a:cubicBezTo>
                  <a:pt x="482219" y="66926"/>
                  <a:pt x="483286" y="73473"/>
                  <a:pt x="483286" y="84695"/>
                </a:cubicBezTo>
                <a:lnTo>
                  <a:pt x="483286" y="90444"/>
                </a:lnTo>
                <a:lnTo>
                  <a:pt x="508353" y="90444"/>
                </a:lnTo>
                <a:lnTo>
                  <a:pt x="508353" y="81404"/>
                </a:lnTo>
                <a:cubicBezTo>
                  <a:pt x="508353" y="60121"/>
                  <a:pt x="502644" y="46397"/>
                  <a:pt x="479080" y="46397"/>
                </a:cubicBezTo>
                <a:cubicBezTo>
                  <a:pt x="466125" y="46397"/>
                  <a:pt x="454654" y="50017"/>
                  <a:pt x="449328" y="62357"/>
                </a:cubicBezTo>
                <a:lnTo>
                  <a:pt x="448261" y="62357"/>
                </a:lnTo>
                <a:lnTo>
                  <a:pt x="449008" y="47888"/>
                </a:lnTo>
                <a:lnTo>
                  <a:pt x="422874" y="47888"/>
                </a:lnTo>
                <a:close/>
                <a:moveTo>
                  <a:pt x="371461" y="158913"/>
                </a:moveTo>
                <a:lnTo>
                  <a:pt x="398128" y="158913"/>
                </a:lnTo>
                <a:lnTo>
                  <a:pt x="398128" y="89220"/>
                </a:lnTo>
                <a:cubicBezTo>
                  <a:pt x="398128" y="51977"/>
                  <a:pt x="383252" y="46655"/>
                  <a:pt x="347577" y="46655"/>
                </a:cubicBezTo>
                <a:cubicBezTo>
                  <a:pt x="322084" y="46655"/>
                  <a:pt x="299588" y="47932"/>
                  <a:pt x="299588" y="80384"/>
                </a:cubicBezTo>
                <a:lnTo>
                  <a:pt x="326255" y="80384"/>
                </a:lnTo>
                <a:cubicBezTo>
                  <a:pt x="326255" y="65968"/>
                  <a:pt x="335582" y="64903"/>
                  <a:pt x="347266" y="64903"/>
                </a:cubicBezTo>
                <a:cubicBezTo>
                  <a:pt x="369558" y="64903"/>
                  <a:pt x="371052" y="71237"/>
                  <a:pt x="371052" y="89273"/>
                </a:cubicBezTo>
                <a:lnTo>
                  <a:pt x="371052" y="103689"/>
                </a:lnTo>
                <a:lnTo>
                  <a:pt x="370625" y="103689"/>
                </a:lnTo>
                <a:cubicBezTo>
                  <a:pt x="364276" y="91189"/>
                  <a:pt x="350894" y="90976"/>
                  <a:pt x="337298" y="90976"/>
                </a:cubicBezTo>
                <a:cubicBezTo>
                  <a:pt x="309680" y="90976"/>
                  <a:pt x="295648" y="98375"/>
                  <a:pt x="295648" y="125078"/>
                </a:cubicBezTo>
                <a:cubicBezTo>
                  <a:pt x="295648" y="155187"/>
                  <a:pt x="312018" y="160457"/>
                  <a:pt x="337298" y="160457"/>
                </a:cubicBezTo>
                <a:cubicBezTo>
                  <a:pt x="350254" y="160457"/>
                  <a:pt x="366624" y="160031"/>
                  <a:pt x="371906" y="145242"/>
                </a:cubicBezTo>
                <a:lnTo>
                  <a:pt x="372546" y="145242"/>
                </a:lnTo>
                <a:lnTo>
                  <a:pt x="371479" y="158913"/>
                </a:lnTo>
                <a:close/>
                <a:moveTo>
                  <a:pt x="346608" y="108905"/>
                </a:moveTo>
                <a:cubicBezTo>
                  <a:pt x="359777" y="108905"/>
                  <a:pt x="371248" y="109331"/>
                  <a:pt x="371248" y="124865"/>
                </a:cubicBezTo>
                <a:cubicBezTo>
                  <a:pt x="371248" y="140399"/>
                  <a:pt x="360586" y="142049"/>
                  <a:pt x="346608" y="142049"/>
                </a:cubicBezTo>
                <a:cubicBezTo>
                  <a:pt x="328584" y="142049"/>
                  <a:pt x="322182" y="140558"/>
                  <a:pt x="322182" y="124865"/>
                </a:cubicBezTo>
                <a:cubicBezTo>
                  <a:pt x="322182" y="109171"/>
                  <a:pt x="332843" y="108905"/>
                  <a:pt x="346608" y="108905"/>
                </a:cubicBezTo>
                <a:moveTo>
                  <a:pt x="273134" y="0"/>
                </a:moveTo>
                <a:lnTo>
                  <a:pt x="246467" y="0"/>
                </a:lnTo>
                <a:lnTo>
                  <a:pt x="246467" y="158913"/>
                </a:lnTo>
                <a:lnTo>
                  <a:pt x="273134" y="158913"/>
                </a:lnTo>
                <a:lnTo>
                  <a:pt x="273134" y="0"/>
                </a:lnTo>
                <a:close/>
                <a:moveTo>
                  <a:pt x="171179" y="66766"/>
                </a:moveTo>
                <a:cubicBezTo>
                  <a:pt x="194965" y="66766"/>
                  <a:pt x="196886" y="73526"/>
                  <a:pt x="196886" y="103636"/>
                </a:cubicBezTo>
                <a:cubicBezTo>
                  <a:pt x="196886" y="133745"/>
                  <a:pt x="194965" y="139866"/>
                  <a:pt x="171179" y="139866"/>
                </a:cubicBezTo>
                <a:cubicBezTo>
                  <a:pt x="147393" y="139866"/>
                  <a:pt x="145472" y="133266"/>
                  <a:pt x="145472" y="103636"/>
                </a:cubicBezTo>
                <a:cubicBezTo>
                  <a:pt x="145472" y="74005"/>
                  <a:pt x="147393" y="66766"/>
                  <a:pt x="171179" y="66766"/>
                </a:cubicBezTo>
                <a:moveTo>
                  <a:pt x="171179" y="46389"/>
                </a:moveTo>
                <a:cubicBezTo>
                  <a:pt x="124683" y="46389"/>
                  <a:pt x="118708" y="60166"/>
                  <a:pt x="118708" y="103423"/>
                </a:cubicBezTo>
                <a:cubicBezTo>
                  <a:pt x="118708" y="146680"/>
                  <a:pt x="124683" y="160191"/>
                  <a:pt x="171179" y="160191"/>
                </a:cubicBezTo>
                <a:cubicBezTo>
                  <a:pt x="217675" y="160191"/>
                  <a:pt x="223650" y="146413"/>
                  <a:pt x="223650" y="103423"/>
                </a:cubicBezTo>
                <a:cubicBezTo>
                  <a:pt x="223650" y="60432"/>
                  <a:pt x="217728" y="46389"/>
                  <a:pt x="171179" y="46389"/>
                </a:cubicBezTo>
                <a:moveTo>
                  <a:pt x="98763" y="77988"/>
                </a:moveTo>
                <a:cubicBezTo>
                  <a:pt x="98763" y="46814"/>
                  <a:pt x="72629" y="46389"/>
                  <a:pt x="50773" y="46389"/>
                </a:cubicBezTo>
                <a:cubicBezTo>
                  <a:pt x="22088" y="46389"/>
                  <a:pt x="9" y="47027"/>
                  <a:pt x="9" y="77563"/>
                </a:cubicBezTo>
                <a:cubicBezTo>
                  <a:pt x="9" y="105969"/>
                  <a:pt x="7425" y="111717"/>
                  <a:pt x="48426" y="112090"/>
                </a:cubicBezTo>
                <a:cubicBezTo>
                  <a:pt x="75404" y="112516"/>
                  <a:pt x="76044" y="117413"/>
                  <a:pt x="76044" y="127145"/>
                </a:cubicBezTo>
                <a:cubicBezTo>
                  <a:pt x="76044" y="142412"/>
                  <a:pt x="66716" y="141987"/>
                  <a:pt x="50764" y="141987"/>
                </a:cubicBezTo>
                <a:cubicBezTo>
                  <a:pt x="30980" y="141987"/>
                  <a:pt x="27192" y="140070"/>
                  <a:pt x="26765" y="123951"/>
                </a:cubicBezTo>
                <a:lnTo>
                  <a:pt x="0" y="123951"/>
                </a:lnTo>
                <a:cubicBezTo>
                  <a:pt x="0" y="160182"/>
                  <a:pt x="20371" y="160182"/>
                  <a:pt x="50764" y="160182"/>
                </a:cubicBezTo>
                <a:cubicBezTo>
                  <a:pt x="78969" y="160182"/>
                  <a:pt x="102809" y="157254"/>
                  <a:pt x="102809" y="127145"/>
                </a:cubicBezTo>
                <a:cubicBezTo>
                  <a:pt x="102809" y="91127"/>
                  <a:pt x="79450" y="93043"/>
                  <a:pt x="53112" y="91766"/>
                </a:cubicBezTo>
                <a:cubicBezTo>
                  <a:pt x="29752" y="90701"/>
                  <a:pt x="26658" y="90435"/>
                  <a:pt x="26658" y="79266"/>
                </a:cubicBezTo>
                <a:cubicBezTo>
                  <a:pt x="26658" y="64637"/>
                  <a:pt x="36413" y="64637"/>
                  <a:pt x="50657" y="64637"/>
                </a:cubicBezTo>
                <a:cubicBezTo>
                  <a:pt x="64902" y="64637"/>
                  <a:pt x="71989" y="64637"/>
                  <a:pt x="71989" y="77988"/>
                </a:cubicBezTo>
                <a:lnTo>
                  <a:pt x="98763" y="77988"/>
                </a:lnTo>
                <a:close/>
              </a:path>
            </a:pathLst>
          </a:custGeom>
          <a:solidFill>
            <a:schemeClr val="bg1"/>
          </a:solidFill>
          <a:ln w="882" cap="flat">
            <a:noFill/>
            <a:prstDash val="solid"/>
            <a:miter/>
          </a:ln>
        </p:spPr>
        <p:txBody>
          <a:bodyPr rtlCol="0" anchor="ctr"/>
          <a:lstStyle/>
          <a:p>
            <a:pPr marL="0" algn="l" defTabSz="914400" rtl="0" eaLnBrk="1" latinLnBrk="0" hangingPunct="1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82471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7D31-CDDE-39A3-0DD6-ED3E256F9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E7FC2-5991-B5B8-9AD3-AE6D68AE9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‹#›</a:t>
            </a:fld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A49C20-CAD9-FFD2-CE2D-5525543FB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3852045"/>
            <a:ext cx="3600000" cy="2330093"/>
          </a:xfrm>
        </p:spPr>
        <p:txBody>
          <a:bodyPr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03630-E937-E68D-BE93-B4C7018B1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00" y="3863163"/>
            <a:ext cx="7380000" cy="2279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A5E8B33C-41D5-C601-28DC-EB67316E3A4C}"/>
              </a:ext>
            </a:extLst>
          </p:cNvPr>
          <p:cNvSpPr/>
          <p:nvPr userDrawn="1"/>
        </p:nvSpPr>
        <p:spPr>
          <a:xfrm>
            <a:off x="592865" y="3770895"/>
            <a:ext cx="540000" cy="36000"/>
          </a:xfrm>
          <a:prstGeom prst="parallelogram">
            <a:avLst>
              <a:gd name="adj" fmla="val 33599"/>
            </a:avLst>
          </a:prstGeom>
          <a:solidFill>
            <a:srgbClr val="FF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>
              <a:solidFill>
                <a:srgbClr val="FF3232"/>
              </a:solidFill>
            </a:endParaRP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3038852B-0D31-BB0D-A4CC-B5B8777F3F0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429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08561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49C20-CAD9-FFD2-CE2D-5525543FB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000" y="463296"/>
            <a:ext cx="5427600" cy="731520"/>
          </a:xfrm>
        </p:spPr>
        <p:txBody>
          <a:bodyPr/>
          <a:lstStyle/>
          <a:p>
            <a:r>
              <a:rPr lang="en-US"/>
              <a:t>Click to edit title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03630-E937-E68D-BE93-B4C7018B1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000" y="1474149"/>
            <a:ext cx="54276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E7FC2-5991-B5B8-9AD3-AE6D68AE9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‹#›</a:t>
            </a:fld>
            <a:endParaRPr lang="en-IL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E44F1283-EEBE-41D7-8302-9E97D40C0998}"/>
              </a:ext>
            </a:extLst>
          </p:cNvPr>
          <p:cNvSpPr/>
          <p:nvPr userDrawn="1"/>
        </p:nvSpPr>
        <p:spPr>
          <a:xfrm>
            <a:off x="592865" y="388644"/>
            <a:ext cx="540000" cy="36000"/>
          </a:xfrm>
          <a:prstGeom prst="parallelogram">
            <a:avLst>
              <a:gd name="adj" fmla="val 33599"/>
            </a:avLst>
          </a:prstGeom>
          <a:solidFill>
            <a:srgbClr val="FF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>
              <a:solidFill>
                <a:srgbClr val="FF3232"/>
              </a:solidFill>
            </a:endParaRPr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7C32B4B0-C302-1C77-FFC3-D812528EF5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9175" y="0"/>
            <a:ext cx="6184900" cy="6858000"/>
          </a:xfrm>
          <a:custGeom>
            <a:avLst/>
            <a:gdLst>
              <a:gd name="connsiteX0" fmla="*/ 4813416 w 6096000"/>
              <a:gd name="connsiteY0" fmla="*/ 6557054 h 6858000"/>
              <a:gd name="connsiteX1" fmla="*/ 4838056 w 6096000"/>
              <a:gd name="connsiteY1" fmla="*/ 6573014 h 6858000"/>
              <a:gd name="connsiteX2" fmla="*/ 4813416 w 6096000"/>
              <a:gd name="connsiteY2" fmla="*/ 6590198 h 6858000"/>
              <a:gd name="connsiteX3" fmla="*/ 4788990 w 6096000"/>
              <a:gd name="connsiteY3" fmla="*/ 6573014 h 6858000"/>
              <a:gd name="connsiteX4" fmla="*/ 4813416 w 6096000"/>
              <a:gd name="connsiteY4" fmla="*/ 6557054 h 6858000"/>
              <a:gd name="connsiteX5" fmla="*/ 5371794 w 6096000"/>
              <a:gd name="connsiteY5" fmla="*/ 6556469 h 6858000"/>
              <a:gd name="connsiteX6" fmla="*/ 5396487 w 6096000"/>
              <a:gd name="connsiteY6" fmla="*/ 6588015 h 6858000"/>
              <a:gd name="connsiteX7" fmla="*/ 5421714 w 6096000"/>
              <a:gd name="connsiteY7" fmla="*/ 6571683 h 6858000"/>
              <a:gd name="connsiteX8" fmla="*/ 5436528 w 6096000"/>
              <a:gd name="connsiteY8" fmla="*/ 6571683 h 6858000"/>
              <a:gd name="connsiteX9" fmla="*/ 5441863 w 6096000"/>
              <a:gd name="connsiteY9" fmla="*/ 6556469 h 6858000"/>
              <a:gd name="connsiteX10" fmla="*/ 5396487 w 6096000"/>
              <a:gd name="connsiteY10" fmla="*/ 6515181 h 6858000"/>
              <a:gd name="connsiteX11" fmla="*/ 5371794 w 6096000"/>
              <a:gd name="connsiteY11" fmla="*/ 6539764 h 6858000"/>
              <a:gd name="connsiteX12" fmla="*/ 5371803 w 6096000"/>
              <a:gd name="connsiteY12" fmla="*/ 6539764 h 6858000"/>
              <a:gd name="connsiteX13" fmla="*/ 5421714 w 6096000"/>
              <a:gd name="connsiteY13" fmla="*/ 6539764 h 6858000"/>
              <a:gd name="connsiteX14" fmla="*/ 5396487 w 6096000"/>
              <a:gd name="connsiteY14" fmla="*/ 6515181 h 6858000"/>
              <a:gd name="connsiteX15" fmla="*/ 5277344 w 6096000"/>
              <a:gd name="connsiteY15" fmla="*/ 6514915 h 6858000"/>
              <a:gd name="connsiteX16" fmla="*/ 5253558 w 6096000"/>
              <a:gd name="connsiteY16" fmla="*/ 6548165 h 6858000"/>
              <a:gd name="connsiteX17" fmla="*/ 5277344 w 6096000"/>
              <a:gd name="connsiteY17" fmla="*/ 6588015 h 6858000"/>
              <a:gd name="connsiteX18" fmla="*/ 5304011 w 6096000"/>
              <a:gd name="connsiteY18" fmla="*/ 6548165 h 6858000"/>
              <a:gd name="connsiteX19" fmla="*/ 5277344 w 6096000"/>
              <a:gd name="connsiteY19" fmla="*/ 6514915 h 6858000"/>
              <a:gd name="connsiteX20" fmla="*/ 5158974 w 6096000"/>
              <a:gd name="connsiteY20" fmla="*/ 6514915 h 6858000"/>
              <a:gd name="connsiteX21" fmla="*/ 5135188 w 6096000"/>
              <a:gd name="connsiteY21" fmla="*/ 6548165 h 6858000"/>
              <a:gd name="connsiteX22" fmla="*/ 5158974 w 6096000"/>
              <a:gd name="connsiteY22" fmla="*/ 6588015 h 6858000"/>
              <a:gd name="connsiteX23" fmla="*/ 5185321 w 6096000"/>
              <a:gd name="connsiteY23" fmla="*/ 6548165 h 6858000"/>
              <a:gd name="connsiteX24" fmla="*/ 5158974 w 6096000"/>
              <a:gd name="connsiteY24" fmla="*/ 6514915 h 6858000"/>
              <a:gd name="connsiteX25" fmla="*/ 5042188 w 6096000"/>
              <a:gd name="connsiteY25" fmla="*/ 6514915 h 6858000"/>
              <a:gd name="connsiteX26" fmla="*/ 5042193 w 6096000"/>
              <a:gd name="connsiteY26" fmla="*/ 6514916 h 6858000"/>
              <a:gd name="connsiteX27" fmla="*/ 5021177 w 6096000"/>
              <a:gd name="connsiteY27" fmla="*/ 6519805 h 6858000"/>
              <a:gd name="connsiteX28" fmla="*/ 5017557 w 6096000"/>
              <a:gd name="connsiteY28" fmla="*/ 6539498 h 6858000"/>
              <a:gd name="connsiteX29" fmla="*/ 5067467 w 6096000"/>
              <a:gd name="connsiteY29" fmla="*/ 6539498 h 6858000"/>
              <a:gd name="connsiteX30" fmla="*/ 5063027 w 6096000"/>
              <a:gd name="connsiteY30" fmla="*/ 6518627 h 6858000"/>
              <a:gd name="connsiteX31" fmla="*/ 5042193 w 6096000"/>
              <a:gd name="connsiteY31" fmla="*/ 6514916 h 6858000"/>
              <a:gd name="connsiteX32" fmla="*/ 5042197 w 6096000"/>
              <a:gd name="connsiteY32" fmla="*/ 6514915 h 6858000"/>
              <a:gd name="connsiteX33" fmla="*/ 4637987 w 6096000"/>
              <a:gd name="connsiteY33" fmla="*/ 6514915 h 6858000"/>
              <a:gd name="connsiteX34" fmla="*/ 4663694 w 6096000"/>
              <a:gd name="connsiteY34" fmla="*/ 6551785 h 6858000"/>
              <a:gd name="connsiteX35" fmla="*/ 4637987 w 6096000"/>
              <a:gd name="connsiteY35" fmla="*/ 6588015 h 6858000"/>
              <a:gd name="connsiteX36" fmla="*/ 4612280 w 6096000"/>
              <a:gd name="connsiteY36" fmla="*/ 6551785 h 6858000"/>
              <a:gd name="connsiteX37" fmla="*/ 4637987 w 6096000"/>
              <a:gd name="connsiteY37" fmla="*/ 6514915 h 6858000"/>
              <a:gd name="connsiteX38" fmla="*/ 4814385 w 6096000"/>
              <a:gd name="connsiteY38" fmla="*/ 6494804 h 6858000"/>
              <a:gd name="connsiteX39" fmla="*/ 4766396 w 6096000"/>
              <a:gd name="connsiteY39" fmla="*/ 6528533 h 6858000"/>
              <a:gd name="connsiteX40" fmla="*/ 4793063 w 6096000"/>
              <a:gd name="connsiteY40" fmla="*/ 6528533 h 6858000"/>
              <a:gd name="connsiteX41" fmla="*/ 4814074 w 6096000"/>
              <a:gd name="connsiteY41" fmla="*/ 6513052 h 6858000"/>
              <a:gd name="connsiteX42" fmla="*/ 4837860 w 6096000"/>
              <a:gd name="connsiteY42" fmla="*/ 6537422 h 6858000"/>
              <a:gd name="connsiteX43" fmla="*/ 4837860 w 6096000"/>
              <a:gd name="connsiteY43" fmla="*/ 6551838 h 6858000"/>
              <a:gd name="connsiteX44" fmla="*/ 4837433 w 6096000"/>
              <a:gd name="connsiteY44" fmla="*/ 6551838 h 6858000"/>
              <a:gd name="connsiteX45" fmla="*/ 4804106 w 6096000"/>
              <a:gd name="connsiteY45" fmla="*/ 6539125 h 6858000"/>
              <a:gd name="connsiteX46" fmla="*/ 4762456 w 6096000"/>
              <a:gd name="connsiteY46" fmla="*/ 6573227 h 6858000"/>
              <a:gd name="connsiteX47" fmla="*/ 4804106 w 6096000"/>
              <a:gd name="connsiteY47" fmla="*/ 6608606 h 6858000"/>
              <a:gd name="connsiteX48" fmla="*/ 4838714 w 6096000"/>
              <a:gd name="connsiteY48" fmla="*/ 6593391 h 6858000"/>
              <a:gd name="connsiteX49" fmla="*/ 4839354 w 6096000"/>
              <a:gd name="connsiteY49" fmla="*/ 6593391 h 6858000"/>
              <a:gd name="connsiteX50" fmla="*/ 4838287 w 6096000"/>
              <a:gd name="connsiteY50" fmla="*/ 6607062 h 6858000"/>
              <a:gd name="connsiteX51" fmla="*/ 4864936 w 6096000"/>
              <a:gd name="connsiteY51" fmla="*/ 6607062 h 6858000"/>
              <a:gd name="connsiteX52" fmla="*/ 4864936 w 6096000"/>
              <a:gd name="connsiteY52" fmla="*/ 6537369 h 6858000"/>
              <a:gd name="connsiteX53" fmla="*/ 4814385 w 6096000"/>
              <a:gd name="connsiteY53" fmla="*/ 6494804 h 6858000"/>
              <a:gd name="connsiteX54" fmla="*/ 4945888 w 6096000"/>
              <a:gd name="connsiteY54" fmla="*/ 6494546 h 6858000"/>
              <a:gd name="connsiteX55" fmla="*/ 4916136 w 6096000"/>
              <a:gd name="connsiteY55" fmla="*/ 6510506 h 6858000"/>
              <a:gd name="connsiteX56" fmla="*/ 4915069 w 6096000"/>
              <a:gd name="connsiteY56" fmla="*/ 6510506 h 6858000"/>
              <a:gd name="connsiteX57" fmla="*/ 4915816 w 6096000"/>
              <a:gd name="connsiteY57" fmla="*/ 6496037 h 6858000"/>
              <a:gd name="connsiteX58" fmla="*/ 4889682 w 6096000"/>
              <a:gd name="connsiteY58" fmla="*/ 6496037 h 6858000"/>
              <a:gd name="connsiteX59" fmla="*/ 4889674 w 6096000"/>
              <a:gd name="connsiteY59" fmla="*/ 6496028 h 6858000"/>
              <a:gd name="connsiteX60" fmla="*/ 4889674 w 6096000"/>
              <a:gd name="connsiteY60" fmla="*/ 6607062 h 6858000"/>
              <a:gd name="connsiteX61" fmla="*/ 4916340 w 6096000"/>
              <a:gd name="connsiteY61" fmla="*/ 6607062 h 6858000"/>
              <a:gd name="connsiteX62" fmla="*/ 4916340 w 6096000"/>
              <a:gd name="connsiteY62" fmla="*/ 6538593 h 6858000"/>
              <a:gd name="connsiteX63" fmla="*/ 4936499 w 6096000"/>
              <a:gd name="connsiteY63" fmla="*/ 6515075 h 6858000"/>
              <a:gd name="connsiteX64" fmla="*/ 4950094 w 6096000"/>
              <a:gd name="connsiteY64" fmla="*/ 6532844 h 6858000"/>
              <a:gd name="connsiteX65" fmla="*/ 4950094 w 6096000"/>
              <a:gd name="connsiteY65" fmla="*/ 6538593 h 6858000"/>
              <a:gd name="connsiteX66" fmla="*/ 4975161 w 6096000"/>
              <a:gd name="connsiteY66" fmla="*/ 6538593 h 6858000"/>
              <a:gd name="connsiteX67" fmla="*/ 4975161 w 6096000"/>
              <a:gd name="connsiteY67" fmla="*/ 6529553 h 6858000"/>
              <a:gd name="connsiteX68" fmla="*/ 4945888 w 6096000"/>
              <a:gd name="connsiteY68" fmla="*/ 6494546 h 6858000"/>
              <a:gd name="connsiteX69" fmla="*/ 4637987 w 6096000"/>
              <a:gd name="connsiteY69" fmla="*/ 6494538 h 6858000"/>
              <a:gd name="connsiteX70" fmla="*/ 4585516 w 6096000"/>
              <a:gd name="connsiteY70" fmla="*/ 6551572 h 6858000"/>
              <a:gd name="connsiteX71" fmla="*/ 4637987 w 6096000"/>
              <a:gd name="connsiteY71" fmla="*/ 6608340 h 6858000"/>
              <a:gd name="connsiteX72" fmla="*/ 4690458 w 6096000"/>
              <a:gd name="connsiteY72" fmla="*/ 6551572 h 6858000"/>
              <a:gd name="connsiteX73" fmla="*/ 4637987 w 6096000"/>
              <a:gd name="connsiteY73" fmla="*/ 6494538 h 6858000"/>
              <a:gd name="connsiteX74" fmla="*/ 4517581 w 6096000"/>
              <a:gd name="connsiteY74" fmla="*/ 6494538 h 6858000"/>
              <a:gd name="connsiteX75" fmla="*/ 4466817 w 6096000"/>
              <a:gd name="connsiteY75" fmla="*/ 6525712 h 6858000"/>
              <a:gd name="connsiteX76" fmla="*/ 4515234 w 6096000"/>
              <a:gd name="connsiteY76" fmla="*/ 6560239 h 6858000"/>
              <a:gd name="connsiteX77" fmla="*/ 4542852 w 6096000"/>
              <a:gd name="connsiteY77" fmla="*/ 6575294 h 6858000"/>
              <a:gd name="connsiteX78" fmla="*/ 4517572 w 6096000"/>
              <a:gd name="connsiteY78" fmla="*/ 6590136 h 6858000"/>
              <a:gd name="connsiteX79" fmla="*/ 4493573 w 6096000"/>
              <a:gd name="connsiteY79" fmla="*/ 6572100 h 6858000"/>
              <a:gd name="connsiteX80" fmla="*/ 4466808 w 6096000"/>
              <a:gd name="connsiteY80" fmla="*/ 6572100 h 6858000"/>
              <a:gd name="connsiteX81" fmla="*/ 4517572 w 6096000"/>
              <a:gd name="connsiteY81" fmla="*/ 6608331 h 6858000"/>
              <a:gd name="connsiteX82" fmla="*/ 4569617 w 6096000"/>
              <a:gd name="connsiteY82" fmla="*/ 6575294 h 6858000"/>
              <a:gd name="connsiteX83" fmla="*/ 4519920 w 6096000"/>
              <a:gd name="connsiteY83" fmla="*/ 6539915 h 6858000"/>
              <a:gd name="connsiteX84" fmla="*/ 4493466 w 6096000"/>
              <a:gd name="connsiteY84" fmla="*/ 6527415 h 6858000"/>
              <a:gd name="connsiteX85" fmla="*/ 4517465 w 6096000"/>
              <a:gd name="connsiteY85" fmla="*/ 6512786 h 6858000"/>
              <a:gd name="connsiteX86" fmla="*/ 4538797 w 6096000"/>
              <a:gd name="connsiteY86" fmla="*/ 6526137 h 6858000"/>
              <a:gd name="connsiteX87" fmla="*/ 4565571 w 6096000"/>
              <a:gd name="connsiteY87" fmla="*/ 6526137 h 6858000"/>
              <a:gd name="connsiteX88" fmla="*/ 4517581 w 6096000"/>
              <a:gd name="connsiteY88" fmla="*/ 6494538 h 6858000"/>
              <a:gd name="connsiteX89" fmla="*/ 5045967 w 6096000"/>
              <a:gd name="connsiteY89" fmla="*/ 6448149 h 6858000"/>
              <a:gd name="connsiteX90" fmla="*/ 5025488 w 6096000"/>
              <a:gd name="connsiteY90" fmla="*/ 6462725 h 6858000"/>
              <a:gd name="connsiteX91" fmla="*/ 5013120 w 6096000"/>
              <a:gd name="connsiteY91" fmla="*/ 6498689 h 6858000"/>
              <a:gd name="connsiteX92" fmla="*/ 5042179 w 6096000"/>
              <a:gd name="connsiteY92" fmla="*/ 6494538 h 6858000"/>
              <a:gd name="connsiteX93" fmla="*/ 5094223 w 6096000"/>
              <a:gd name="connsiteY93" fmla="*/ 6556469 h 6858000"/>
              <a:gd name="connsiteX94" fmla="*/ 5017539 w 6096000"/>
              <a:gd name="connsiteY94" fmla="*/ 6556469 h 6858000"/>
              <a:gd name="connsiteX95" fmla="*/ 5042179 w 6096000"/>
              <a:gd name="connsiteY95" fmla="*/ 6588015 h 6858000"/>
              <a:gd name="connsiteX96" fmla="*/ 5067459 w 6096000"/>
              <a:gd name="connsiteY96" fmla="*/ 6571683 h 6858000"/>
              <a:gd name="connsiteX97" fmla="*/ 5094125 w 6096000"/>
              <a:gd name="connsiteY97" fmla="*/ 6571683 h 6858000"/>
              <a:gd name="connsiteX98" fmla="*/ 5042081 w 6096000"/>
              <a:gd name="connsiteY98" fmla="*/ 6608340 h 6858000"/>
              <a:gd name="connsiteX99" fmla="*/ 4990890 w 6096000"/>
              <a:gd name="connsiteY99" fmla="*/ 6562377 h 6858000"/>
              <a:gd name="connsiteX100" fmla="*/ 4964917 w 6096000"/>
              <a:gd name="connsiteY100" fmla="*/ 6637394 h 6858000"/>
              <a:gd name="connsiteX101" fmla="*/ 4975311 w 6096000"/>
              <a:gd name="connsiteY101" fmla="*/ 6651916 h 6858000"/>
              <a:gd name="connsiteX102" fmla="*/ 5247271 w 6096000"/>
              <a:gd name="connsiteY102" fmla="*/ 6651916 h 6858000"/>
              <a:gd name="connsiteX103" fmla="*/ 5231275 w 6096000"/>
              <a:gd name="connsiteY103" fmla="*/ 6618560 h 6858000"/>
              <a:gd name="connsiteX104" fmla="*/ 5256341 w 6096000"/>
              <a:gd name="connsiteY104" fmla="*/ 6618560 h 6858000"/>
              <a:gd name="connsiteX105" fmla="*/ 5277140 w 6096000"/>
              <a:gd name="connsiteY105" fmla="*/ 6636116 h 6858000"/>
              <a:gd name="connsiteX106" fmla="*/ 5304758 w 6096000"/>
              <a:gd name="connsiteY106" fmla="*/ 6612385 h 6858000"/>
              <a:gd name="connsiteX107" fmla="*/ 5304758 w 6096000"/>
              <a:gd name="connsiteY107" fmla="*/ 6591103 h 6858000"/>
              <a:gd name="connsiteX108" fmla="*/ 5304118 w 6096000"/>
              <a:gd name="connsiteY108" fmla="*/ 6591103 h 6858000"/>
              <a:gd name="connsiteX109" fmla="*/ 5269297 w 6096000"/>
              <a:gd name="connsiteY109" fmla="*/ 6608233 h 6858000"/>
              <a:gd name="connsiteX110" fmla="*/ 5226633 w 6096000"/>
              <a:gd name="connsiteY110" fmla="*/ 6554659 h 6858000"/>
              <a:gd name="connsiteX111" fmla="*/ 5269297 w 6096000"/>
              <a:gd name="connsiteY111" fmla="*/ 6494431 h 6858000"/>
              <a:gd name="connsiteX112" fmla="*/ 5304118 w 6096000"/>
              <a:gd name="connsiteY112" fmla="*/ 6512467 h 6858000"/>
              <a:gd name="connsiteX113" fmla="*/ 5304971 w 6096000"/>
              <a:gd name="connsiteY113" fmla="*/ 6512467 h 6858000"/>
              <a:gd name="connsiteX114" fmla="*/ 5304011 w 6096000"/>
              <a:gd name="connsiteY114" fmla="*/ 6496028 h 6858000"/>
              <a:gd name="connsiteX115" fmla="*/ 5330678 w 6096000"/>
              <a:gd name="connsiteY115" fmla="*/ 6496028 h 6858000"/>
              <a:gd name="connsiteX116" fmla="*/ 5330678 w 6096000"/>
              <a:gd name="connsiteY116" fmla="*/ 6606849 h 6858000"/>
              <a:gd name="connsiteX117" fmla="*/ 5310467 w 6096000"/>
              <a:gd name="connsiteY117" fmla="*/ 6651907 h 6858000"/>
              <a:gd name="connsiteX118" fmla="*/ 5393117 w 6096000"/>
              <a:gd name="connsiteY118" fmla="*/ 6651907 h 6858000"/>
              <a:gd name="connsiteX119" fmla="*/ 5413595 w 6096000"/>
              <a:gd name="connsiteY119" fmla="*/ 6637385 h 6858000"/>
              <a:gd name="connsiteX120" fmla="*/ 5424257 w 6096000"/>
              <a:gd name="connsiteY120" fmla="*/ 6606477 h 6858000"/>
              <a:gd name="connsiteX121" fmla="*/ 5396265 w 6096000"/>
              <a:gd name="connsiteY121" fmla="*/ 6608340 h 6858000"/>
              <a:gd name="connsiteX122" fmla="*/ 5344861 w 6096000"/>
              <a:gd name="connsiteY122" fmla="*/ 6551785 h 6858000"/>
              <a:gd name="connsiteX123" fmla="*/ 5396265 w 6096000"/>
              <a:gd name="connsiteY123" fmla="*/ 6494538 h 6858000"/>
              <a:gd name="connsiteX124" fmla="*/ 5447829 w 6096000"/>
              <a:gd name="connsiteY124" fmla="*/ 6538540 h 6858000"/>
              <a:gd name="connsiteX125" fmla="*/ 5474016 w 6096000"/>
              <a:gd name="connsiteY125" fmla="*/ 6462938 h 6858000"/>
              <a:gd name="connsiteX126" fmla="*/ 5463995 w 6096000"/>
              <a:gd name="connsiteY126" fmla="*/ 6448149 h 6858000"/>
              <a:gd name="connsiteX127" fmla="*/ 5463986 w 6096000"/>
              <a:gd name="connsiteY127" fmla="*/ 6448149 h 6858000"/>
              <a:gd name="connsiteX128" fmla="*/ 5212504 w 6096000"/>
              <a:gd name="connsiteY128" fmla="*/ 6448149 h 6858000"/>
              <a:gd name="connsiteX129" fmla="*/ 5212504 w 6096000"/>
              <a:gd name="connsiteY129" fmla="*/ 6607062 h 6858000"/>
              <a:gd name="connsiteX130" fmla="*/ 5185837 w 6096000"/>
              <a:gd name="connsiteY130" fmla="*/ 6607062 h 6858000"/>
              <a:gd name="connsiteX131" fmla="*/ 5186904 w 6096000"/>
              <a:gd name="connsiteY131" fmla="*/ 6590357 h 6858000"/>
              <a:gd name="connsiteX132" fmla="*/ 5186050 w 6096000"/>
              <a:gd name="connsiteY132" fmla="*/ 6590357 h 6858000"/>
              <a:gd name="connsiteX133" fmla="*/ 5151230 w 6096000"/>
              <a:gd name="connsiteY133" fmla="*/ 6608340 h 6858000"/>
              <a:gd name="connsiteX134" fmla="*/ 5108566 w 6096000"/>
              <a:gd name="connsiteY134" fmla="*/ 6548165 h 6858000"/>
              <a:gd name="connsiteX135" fmla="*/ 5151230 w 6096000"/>
              <a:gd name="connsiteY135" fmla="*/ 6494538 h 6858000"/>
              <a:gd name="connsiteX136" fmla="*/ 5184770 w 6096000"/>
              <a:gd name="connsiteY136" fmla="*/ 6510497 h 6858000"/>
              <a:gd name="connsiteX137" fmla="*/ 5185837 w 6096000"/>
              <a:gd name="connsiteY137" fmla="*/ 6510497 h 6858000"/>
              <a:gd name="connsiteX138" fmla="*/ 5185837 w 6096000"/>
              <a:gd name="connsiteY138" fmla="*/ 6448149 h 6858000"/>
              <a:gd name="connsiteX139" fmla="*/ 4713275 w 6096000"/>
              <a:gd name="connsiteY139" fmla="*/ 6448149 h 6858000"/>
              <a:gd name="connsiteX140" fmla="*/ 4713275 w 6096000"/>
              <a:gd name="connsiteY140" fmla="*/ 6607062 h 6858000"/>
              <a:gd name="connsiteX141" fmla="*/ 4739942 w 6096000"/>
              <a:gd name="connsiteY141" fmla="*/ 6607062 h 6858000"/>
              <a:gd name="connsiteX142" fmla="*/ 4739942 w 6096000"/>
              <a:gd name="connsiteY142" fmla="*/ 6448149 h 6858000"/>
              <a:gd name="connsiteX143" fmla="*/ 0 w 6096000"/>
              <a:gd name="connsiteY143" fmla="*/ 0 h 6858000"/>
              <a:gd name="connsiteX144" fmla="*/ 6096000 w 6096000"/>
              <a:gd name="connsiteY144" fmla="*/ 0 h 6858000"/>
              <a:gd name="connsiteX145" fmla="*/ 6096000 w 6096000"/>
              <a:gd name="connsiteY145" fmla="*/ 6858000 h 6858000"/>
              <a:gd name="connsiteX146" fmla="*/ 0 w 6096000"/>
              <a:gd name="connsiteY146" fmla="*/ 6858000 h 6858000"/>
              <a:gd name="connsiteX0" fmla="*/ 4902316 w 6184900"/>
              <a:gd name="connsiteY0" fmla="*/ 6557054 h 6858000"/>
              <a:gd name="connsiteX1" fmla="*/ 4926956 w 6184900"/>
              <a:gd name="connsiteY1" fmla="*/ 6573014 h 6858000"/>
              <a:gd name="connsiteX2" fmla="*/ 4902316 w 6184900"/>
              <a:gd name="connsiteY2" fmla="*/ 6590198 h 6858000"/>
              <a:gd name="connsiteX3" fmla="*/ 4877890 w 6184900"/>
              <a:gd name="connsiteY3" fmla="*/ 6573014 h 6858000"/>
              <a:gd name="connsiteX4" fmla="*/ 4902316 w 6184900"/>
              <a:gd name="connsiteY4" fmla="*/ 6557054 h 6858000"/>
              <a:gd name="connsiteX5" fmla="*/ 5460694 w 6184900"/>
              <a:gd name="connsiteY5" fmla="*/ 6556469 h 6858000"/>
              <a:gd name="connsiteX6" fmla="*/ 5485387 w 6184900"/>
              <a:gd name="connsiteY6" fmla="*/ 6588015 h 6858000"/>
              <a:gd name="connsiteX7" fmla="*/ 5510614 w 6184900"/>
              <a:gd name="connsiteY7" fmla="*/ 6571683 h 6858000"/>
              <a:gd name="connsiteX8" fmla="*/ 5525428 w 6184900"/>
              <a:gd name="connsiteY8" fmla="*/ 6571683 h 6858000"/>
              <a:gd name="connsiteX9" fmla="*/ 5530763 w 6184900"/>
              <a:gd name="connsiteY9" fmla="*/ 6556469 h 6858000"/>
              <a:gd name="connsiteX10" fmla="*/ 5460694 w 6184900"/>
              <a:gd name="connsiteY10" fmla="*/ 6556469 h 6858000"/>
              <a:gd name="connsiteX11" fmla="*/ 5485387 w 6184900"/>
              <a:gd name="connsiteY11" fmla="*/ 6515181 h 6858000"/>
              <a:gd name="connsiteX12" fmla="*/ 5460694 w 6184900"/>
              <a:gd name="connsiteY12" fmla="*/ 6539764 h 6858000"/>
              <a:gd name="connsiteX13" fmla="*/ 5460703 w 6184900"/>
              <a:gd name="connsiteY13" fmla="*/ 6539764 h 6858000"/>
              <a:gd name="connsiteX14" fmla="*/ 5510614 w 6184900"/>
              <a:gd name="connsiteY14" fmla="*/ 6539764 h 6858000"/>
              <a:gd name="connsiteX15" fmla="*/ 5485387 w 6184900"/>
              <a:gd name="connsiteY15" fmla="*/ 6515181 h 6858000"/>
              <a:gd name="connsiteX16" fmla="*/ 5366244 w 6184900"/>
              <a:gd name="connsiteY16" fmla="*/ 6514915 h 6858000"/>
              <a:gd name="connsiteX17" fmla="*/ 5342458 w 6184900"/>
              <a:gd name="connsiteY17" fmla="*/ 6548165 h 6858000"/>
              <a:gd name="connsiteX18" fmla="*/ 5366244 w 6184900"/>
              <a:gd name="connsiteY18" fmla="*/ 6588015 h 6858000"/>
              <a:gd name="connsiteX19" fmla="*/ 5392911 w 6184900"/>
              <a:gd name="connsiteY19" fmla="*/ 6548165 h 6858000"/>
              <a:gd name="connsiteX20" fmla="*/ 5366244 w 6184900"/>
              <a:gd name="connsiteY20" fmla="*/ 6514915 h 6858000"/>
              <a:gd name="connsiteX21" fmla="*/ 5247874 w 6184900"/>
              <a:gd name="connsiteY21" fmla="*/ 6514915 h 6858000"/>
              <a:gd name="connsiteX22" fmla="*/ 5224088 w 6184900"/>
              <a:gd name="connsiteY22" fmla="*/ 6548165 h 6858000"/>
              <a:gd name="connsiteX23" fmla="*/ 5247874 w 6184900"/>
              <a:gd name="connsiteY23" fmla="*/ 6588015 h 6858000"/>
              <a:gd name="connsiteX24" fmla="*/ 5274221 w 6184900"/>
              <a:gd name="connsiteY24" fmla="*/ 6548165 h 6858000"/>
              <a:gd name="connsiteX25" fmla="*/ 5247874 w 6184900"/>
              <a:gd name="connsiteY25" fmla="*/ 6514915 h 6858000"/>
              <a:gd name="connsiteX26" fmla="*/ 5131088 w 6184900"/>
              <a:gd name="connsiteY26" fmla="*/ 6514915 h 6858000"/>
              <a:gd name="connsiteX27" fmla="*/ 5131093 w 6184900"/>
              <a:gd name="connsiteY27" fmla="*/ 6514916 h 6858000"/>
              <a:gd name="connsiteX28" fmla="*/ 5110077 w 6184900"/>
              <a:gd name="connsiteY28" fmla="*/ 6519805 h 6858000"/>
              <a:gd name="connsiteX29" fmla="*/ 5106457 w 6184900"/>
              <a:gd name="connsiteY29" fmla="*/ 6539498 h 6858000"/>
              <a:gd name="connsiteX30" fmla="*/ 5156367 w 6184900"/>
              <a:gd name="connsiteY30" fmla="*/ 6539498 h 6858000"/>
              <a:gd name="connsiteX31" fmla="*/ 5151927 w 6184900"/>
              <a:gd name="connsiteY31" fmla="*/ 6518627 h 6858000"/>
              <a:gd name="connsiteX32" fmla="*/ 5131093 w 6184900"/>
              <a:gd name="connsiteY32" fmla="*/ 6514916 h 6858000"/>
              <a:gd name="connsiteX33" fmla="*/ 5131097 w 6184900"/>
              <a:gd name="connsiteY33" fmla="*/ 6514915 h 6858000"/>
              <a:gd name="connsiteX34" fmla="*/ 5131088 w 6184900"/>
              <a:gd name="connsiteY34" fmla="*/ 6514915 h 6858000"/>
              <a:gd name="connsiteX35" fmla="*/ 4726887 w 6184900"/>
              <a:gd name="connsiteY35" fmla="*/ 6514915 h 6858000"/>
              <a:gd name="connsiteX36" fmla="*/ 4752594 w 6184900"/>
              <a:gd name="connsiteY36" fmla="*/ 6551785 h 6858000"/>
              <a:gd name="connsiteX37" fmla="*/ 4726887 w 6184900"/>
              <a:gd name="connsiteY37" fmla="*/ 6588015 h 6858000"/>
              <a:gd name="connsiteX38" fmla="*/ 4701180 w 6184900"/>
              <a:gd name="connsiteY38" fmla="*/ 6551785 h 6858000"/>
              <a:gd name="connsiteX39" fmla="*/ 4726887 w 6184900"/>
              <a:gd name="connsiteY39" fmla="*/ 6514915 h 6858000"/>
              <a:gd name="connsiteX40" fmla="*/ 4903285 w 6184900"/>
              <a:gd name="connsiteY40" fmla="*/ 6494804 h 6858000"/>
              <a:gd name="connsiteX41" fmla="*/ 4855296 w 6184900"/>
              <a:gd name="connsiteY41" fmla="*/ 6528533 h 6858000"/>
              <a:gd name="connsiteX42" fmla="*/ 4881963 w 6184900"/>
              <a:gd name="connsiteY42" fmla="*/ 6528533 h 6858000"/>
              <a:gd name="connsiteX43" fmla="*/ 4902974 w 6184900"/>
              <a:gd name="connsiteY43" fmla="*/ 6513052 h 6858000"/>
              <a:gd name="connsiteX44" fmla="*/ 4926760 w 6184900"/>
              <a:gd name="connsiteY44" fmla="*/ 6537422 h 6858000"/>
              <a:gd name="connsiteX45" fmla="*/ 4926760 w 6184900"/>
              <a:gd name="connsiteY45" fmla="*/ 6551838 h 6858000"/>
              <a:gd name="connsiteX46" fmla="*/ 4926333 w 6184900"/>
              <a:gd name="connsiteY46" fmla="*/ 6551838 h 6858000"/>
              <a:gd name="connsiteX47" fmla="*/ 4893006 w 6184900"/>
              <a:gd name="connsiteY47" fmla="*/ 6539125 h 6858000"/>
              <a:gd name="connsiteX48" fmla="*/ 4851356 w 6184900"/>
              <a:gd name="connsiteY48" fmla="*/ 6573227 h 6858000"/>
              <a:gd name="connsiteX49" fmla="*/ 4893006 w 6184900"/>
              <a:gd name="connsiteY49" fmla="*/ 6608606 h 6858000"/>
              <a:gd name="connsiteX50" fmla="*/ 4927614 w 6184900"/>
              <a:gd name="connsiteY50" fmla="*/ 6593391 h 6858000"/>
              <a:gd name="connsiteX51" fmla="*/ 4928254 w 6184900"/>
              <a:gd name="connsiteY51" fmla="*/ 6593391 h 6858000"/>
              <a:gd name="connsiteX52" fmla="*/ 4927187 w 6184900"/>
              <a:gd name="connsiteY52" fmla="*/ 6607062 h 6858000"/>
              <a:gd name="connsiteX53" fmla="*/ 4953836 w 6184900"/>
              <a:gd name="connsiteY53" fmla="*/ 6607062 h 6858000"/>
              <a:gd name="connsiteX54" fmla="*/ 4953836 w 6184900"/>
              <a:gd name="connsiteY54" fmla="*/ 6537369 h 6858000"/>
              <a:gd name="connsiteX55" fmla="*/ 4903285 w 6184900"/>
              <a:gd name="connsiteY55" fmla="*/ 6494804 h 6858000"/>
              <a:gd name="connsiteX56" fmla="*/ 5034788 w 6184900"/>
              <a:gd name="connsiteY56" fmla="*/ 6494546 h 6858000"/>
              <a:gd name="connsiteX57" fmla="*/ 5005036 w 6184900"/>
              <a:gd name="connsiteY57" fmla="*/ 6510506 h 6858000"/>
              <a:gd name="connsiteX58" fmla="*/ 5003969 w 6184900"/>
              <a:gd name="connsiteY58" fmla="*/ 6510506 h 6858000"/>
              <a:gd name="connsiteX59" fmla="*/ 5004716 w 6184900"/>
              <a:gd name="connsiteY59" fmla="*/ 6496037 h 6858000"/>
              <a:gd name="connsiteX60" fmla="*/ 4978582 w 6184900"/>
              <a:gd name="connsiteY60" fmla="*/ 6496037 h 6858000"/>
              <a:gd name="connsiteX61" fmla="*/ 4978574 w 6184900"/>
              <a:gd name="connsiteY61" fmla="*/ 6496028 h 6858000"/>
              <a:gd name="connsiteX62" fmla="*/ 4978574 w 6184900"/>
              <a:gd name="connsiteY62" fmla="*/ 6607062 h 6858000"/>
              <a:gd name="connsiteX63" fmla="*/ 5005240 w 6184900"/>
              <a:gd name="connsiteY63" fmla="*/ 6607062 h 6858000"/>
              <a:gd name="connsiteX64" fmla="*/ 5005240 w 6184900"/>
              <a:gd name="connsiteY64" fmla="*/ 6538593 h 6858000"/>
              <a:gd name="connsiteX65" fmla="*/ 5025399 w 6184900"/>
              <a:gd name="connsiteY65" fmla="*/ 6515075 h 6858000"/>
              <a:gd name="connsiteX66" fmla="*/ 5038994 w 6184900"/>
              <a:gd name="connsiteY66" fmla="*/ 6532844 h 6858000"/>
              <a:gd name="connsiteX67" fmla="*/ 5038994 w 6184900"/>
              <a:gd name="connsiteY67" fmla="*/ 6538593 h 6858000"/>
              <a:gd name="connsiteX68" fmla="*/ 5064061 w 6184900"/>
              <a:gd name="connsiteY68" fmla="*/ 6538593 h 6858000"/>
              <a:gd name="connsiteX69" fmla="*/ 5064061 w 6184900"/>
              <a:gd name="connsiteY69" fmla="*/ 6529553 h 6858000"/>
              <a:gd name="connsiteX70" fmla="*/ 5034788 w 6184900"/>
              <a:gd name="connsiteY70" fmla="*/ 6494546 h 6858000"/>
              <a:gd name="connsiteX71" fmla="*/ 4726887 w 6184900"/>
              <a:gd name="connsiteY71" fmla="*/ 6494538 h 6858000"/>
              <a:gd name="connsiteX72" fmla="*/ 4674416 w 6184900"/>
              <a:gd name="connsiteY72" fmla="*/ 6551572 h 6858000"/>
              <a:gd name="connsiteX73" fmla="*/ 4726887 w 6184900"/>
              <a:gd name="connsiteY73" fmla="*/ 6608340 h 6858000"/>
              <a:gd name="connsiteX74" fmla="*/ 4779358 w 6184900"/>
              <a:gd name="connsiteY74" fmla="*/ 6551572 h 6858000"/>
              <a:gd name="connsiteX75" fmla="*/ 4726887 w 6184900"/>
              <a:gd name="connsiteY75" fmla="*/ 6494538 h 6858000"/>
              <a:gd name="connsiteX76" fmla="*/ 4606481 w 6184900"/>
              <a:gd name="connsiteY76" fmla="*/ 6494538 h 6858000"/>
              <a:gd name="connsiteX77" fmla="*/ 4555717 w 6184900"/>
              <a:gd name="connsiteY77" fmla="*/ 6525712 h 6858000"/>
              <a:gd name="connsiteX78" fmla="*/ 4604134 w 6184900"/>
              <a:gd name="connsiteY78" fmla="*/ 6560239 h 6858000"/>
              <a:gd name="connsiteX79" fmla="*/ 4631752 w 6184900"/>
              <a:gd name="connsiteY79" fmla="*/ 6575294 h 6858000"/>
              <a:gd name="connsiteX80" fmla="*/ 4606472 w 6184900"/>
              <a:gd name="connsiteY80" fmla="*/ 6590136 h 6858000"/>
              <a:gd name="connsiteX81" fmla="*/ 4582473 w 6184900"/>
              <a:gd name="connsiteY81" fmla="*/ 6572100 h 6858000"/>
              <a:gd name="connsiteX82" fmla="*/ 4555708 w 6184900"/>
              <a:gd name="connsiteY82" fmla="*/ 6572100 h 6858000"/>
              <a:gd name="connsiteX83" fmla="*/ 4606472 w 6184900"/>
              <a:gd name="connsiteY83" fmla="*/ 6608331 h 6858000"/>
              <a:gd name="connsiteX84" fmla="*/ 4658517 w 6184900"/>
              <a:gd name="connsiteY84" fmla="*/ 6575294 h 6858000"/>
              <a:gd name="connsiteX85" fmla="*/ 4608820 w 6184900"/>
              <a:gd name="connsiteY85" fmla="*/ 6539915 h 6858000"/>
              <a:gd name="connsiteX86" fmla="*/ 4582366 w 6184900"/>
              <a:gd name="connsiteY86" fmla="*/ 6527415 h 6858000"/>
              <a:gd name="connsiteX87" fmla="*/ 4606365 w 6184900"/>
              <a:gd name="connsiteY87" fmla="*/ 6512786 h 6858000"/>
              <a:gd name="connsiteX88" fmla="*/ 4627697 w 6184900"/>
              <a:gd name="connsiteY88" fmla="*/ 6526137 h 6858000"/>
              <a:gd name="connsiteX89" fmla="*/ 4654471 w 6184900"/>
              <a:gd name="connsiteY89" fmla="*/ 6526137 h 6858000"/>
              <a:gd name="connsiteX90" fmla="*/ 4606481 w 6184900"/>
              <a:gd name="connsiteY90" fmla="*/ 6494538 h 6858000"/>
              <a:gd name="connsiteX91" fmla="*/ 5134867 w 6184900"/>
              <a:gd name="connsiteY91" fmla="*/ 6448149 h 6858000"/>
              <a:gd name="connsiteX92" fmla="*/ 5114388 w 6184900"/>
              <a:gd name="connsiteY92" fmla="*/ 6462725 h 6858000"/>
              <a:gd name="connsiteX93" fmla="*/ 5102020 w 6184900"/>
              <a:gd name="connsiteY93" fmla="*/ 6498689 h 6858000"/>
              <a:gd name="connsiteX94" fmla="*/ 5131079 w 6184900"/>
              <a:gd name="connsiteY94" fmla="*/ 6494538 h 6858000"/>
              <a:gd name="connsiteX95" fmla="*/ 5183123 w 6184900"/>
              <a:gd name="connsiteY95" fmla="*/ 6556469 h 6858000"/>
              <a:gd name="connsiteX96" fmla="*/ 5106439 w 6184900"/>
              <a:gd name="connsiteY96" fmla="*/ 6556469 h 6858000"/>
              <a:gd name="connsiteX97" fmla="*/ 5131079 w 6184900"/>
              <a:gd name="connsiteY97" fmla="*/ 6588015 h 6858000"/>
              <a:gd name="connsiteX98" fmla="*/ 5156359 w 6184900"/>
              <a:gd name="connsiteY98" fmla="*/ 6571683 h 6858000"/>
              <a:gd name="connsiteX99" fmla="*/ 5183025 w 6184900"/>
              <a:gd name="connsiteY99" fmla="*/ 6571683 h 6858000"/>
              <a:gd name="connsiteX100" fmla="*/ 5130981 w 6184900"/>
              <a:gd name="connsiteY100" fmla="*/ 6608340 h 6858000"/>
              <a:gd name="connsiteX101" fmla="*/ 5079790 w 6184900"/>
              <a:gd name="connsiteY101" fmla="*/ 6562377 h 6858000"/>
              <a:gd name="connsiteX102" fmla="*/ 5053817 w 6184900"/>
              <a:gd name="connsiteY102" fmla="*/ 6637394 h 6858000"/>
              <a:gd name="connsiteX103" fmla="*/ 5064211 w 6184900"/>
              <a:gd name="connsiteY103" fmla="*/ 6651916 h 6858000"/>
              <a:gd name="connsiteX104" fmla="*/ 5336171 w 6184900"/>
              <a:gd name="connsiteY104" fmla="*/ 6651916 h 6858000"/>
              <a:gd name="connsiteX105" fmla="*/ 5320175 w 6184900"/>
              <a:gd name="connsiteY105" fmla="*/ 6618560 h 6858000"/>
              <a:gd name="connsiteX106" fmla="*/ 5345241 w 6184900"/>
              <a:gd name="connsiteY106" fmla="*/ 6618560 h 6858000"/>
              <a:gd name="connsiteX107" fmla="*/ 5366040 w 6184900"/>
              <a:gd name="connsiteY107" fmla="*/ 6636116 h 6858000"/>
              <a:gd name="connsiteX108" fmla="*/ 5393658 w 6184900"/>
              <a:gd name="connsiteY108" fmla="*/ 6612385 h 6858000"/>
              <a:gd name="connsiteX109" fmla="*/ 5393658 w 6184900"/>
              <a:gd name="connsiteY109" fmla="*/ 6591103 h 6858000"/>
              <a:gd name="connsiteX110" fmla="*/ 5393018 w 6184900"/>
              <a:gd name="connsiteY110" fmla="*/ 6591103 h 6858000"/>
              <a:gd name="connsiteX111" fmla="*/ 5358197 w 6184900"/>
              <a:gd name="connsiteY111" fmla="*/ 6608233 h 6858000"/>
              <a:gd name="connsiteX112" fmla="*/ 5315533 w 6184900"/>
              <a:gd name="connsiteY112" fmla="*/ 6554659 h 6858000"/>
              <a:gd name="connsiteX113" fmla="*/ 5358197 w 6184900"/>
              <a:gd name="connsiteY113" fmla="*/ 6494431 h 6858000"/>
              <a:gd name="connsiteX114" fmla="*/ 5393018 w 6184900"/>
              <a:gd name="connsiteY114" fmla="*/ 6512467 h 6858000"/>
              <a:gd name="connsiteX115" fmla="*/ 5393871 w 6184900"/>
              <a:gd name="connsiteY115" fmla="*/ 6512467 h 6858000"/>
              <a:gd name="connsiteX116" fmla="*/ 5392911 w 6184900"/>
              <a:gd name="connsiteY116" fmla="*/ 6496028 h 6858000"/>
              <a:gd name="connsiteX117" fmla="*/ 5419578 w 6184900"/>
              <a:gd name="connsiteY117" fmla="*/ 6496028 h 6858000"/>
              <a:gd name="connsiteX118" fmla="*/ 5419578 w 6184900"/>
              <a:gd name="connsiteY118" fmla="*/ 6606849 h 6858000"/>
              <a:gd name="connsiteX119" fmla="*/ 5399367 w 6184900"/>
              <a:gd name="connsiteY119" fmla="*/ 6651907 h 6858000"/>
              <a:gd name="connsiteX120" fmla="*/ 5482017 w 6184900"/>
              <a:gd name="connsiteY120" fmla="*/ 6651907 h 6858000"/>
              <a:gd name="connsiteX121" fmla="*/ 5502495 w 6184900"/>
              <a:gd name="connsiteY121" fmla="*/ 6637385 h 6858000"/>
              <a:gd name="connsiteX122" fmla="*/ 5513157 w 6184900"/>
              <a:gd name="connsiteY122" fmla="*/ 6606477 h 6858000"/>
              <a:gd name="connsiteX123" fmla="*/ 5485165 w 6184900"/>
              <a:gd name="connsiteY123" fmla="*/ 6608340 h 6858000"/>
              <a:gd name="connsiteX124" fmla="*/ 5433761 w 6184900"/>
              <a:gd name="connsiteY124" fmla="*/ 6551785 h 6858000"/>
              <a:gd name="connsiteX125" fmla="*/ 5485165 w 6184900"/>
              <a:gd name="connsiteY125" fmla="*/ 6494538 h 6858000"/>
              <a:gd name="connsiteX126" fmla="*/ 5536729 w 6184900"/>
              <a:gd name="connsiteY126" fmla="*/ 6538540 h 6858000"/>
              <a:gd name="connsiteX127" fmla="*/ 5562916 w 6184900"/>
              <a:gd name="connsiteY127" fmla="*/ 6462938 h 6858000"/>
              <a:gd name="connsiteX128" fmla="*/ 5552895 w 6184900"/>
              <a:gd name="connsiteY128" fmla="*/ 6448149 h 6858000"/>
              <a:gd name="connsiteX129" fmla="*/ 5552886 w 6184900"/>
              <a:gd name="connsiteY129" fmla="*/ 6448149 h 6858000"/>
              <a:gd name="connsiteX130" fmla="*/ 5301404 w 6184900"/>
              <a:gd name="connsiteY130" fmla="*/ 6448149 h 6858000"/>
              <a:gd name="connsiteX131" fmla="*/ 5301404 w 6184900"/>
              <a:gd name="connsiteY131" fmla="*/ 6607062 h 6858000"/>
              <a:gd name="connsiteX132" fmla="*/ 5274737 w 6184900"/>
              <a:gd name="connsiteY132" fmla="*/ 6607062 h 6858000"/>
              <a:gd name="connsiteX133" fmla="*/ 5275804 w 6184900"/>
              <a:gd name="connsiteY133" fmla="*/ 6590357 h 6858000"/>
              <a:gd name="connsiteX134" fmla="*/ 5274950 w 6184900"/>
              <a:gd name="connsiteY134" fmla="*/ 6590357 h 6858000"/>
              <a:gd name="connsiteX135" fmla="*/ 5240130 w 6184900"/>
              <a:gd name="connsiteY135" fmla="*/ 6608340 h 6858000"/>
              <a:gd name="connsiteX136" fmla="*/ 5197466 w 6184900"/>
              <a:gd name="connsiteY136" fmla="*/ 6548165 h 6858000"/>
              <a:gd name="connsiteX137" fmla="*/ 5240130 w 6184900"/>
              <a:gd name="connsiteY137" fmla="*/ 6494538 h 6858000"/>
              <a:gd name="connsiteX138" fmla="*/ 5273670 w 6184900"/>
              <a:gd name="connsiteY138" fmla="*/ 6510497 h 6858000"/>
              <a:gd name="connsiteX139" fmla="*/ 5274737 w 6184900"/>
              <a:gd name="connsiteY139" fmla="*/ 6510497 h 6858000"/>
              <a:gd name="connsiteX140" fmla="*/ 5274737 w 6184900"/>
              <a:gd name="connsiteY140" fmla="*/ 6448149 h 6858000"/>
              <a:gd name="connsiteX141" fmla="*/ 5134867 w 6184900"/>
              <a:gd name="connsiteY141" fmla="*/ 6448149 h 6858000"/>
              <a:gd name="connsiteX142" fmla="*/ 4802175 w 6184900"/>
              <a:gd name="connsiteY142" fmla="*/ 6448149 h 6858000"/>
              <a:gd name="connsiteX143" fmla="*/ 4802175 w 6184900"/>
              <a:gd name="connsiteY143" fmla="*/ 6607062 h 6858000"/>
              <a:gd name="connsiteX144" fmla="*/ 4828842 w 6184900"/>
              <a:gd name="connsiteY144" fmla="*/ 6607062 h 6858000"/>
              <a:gd name="connsiteX145" fmla="*/ 4828842 w 6184900"/>
              <a:gd name="connsiteY145" fmla="*/ 6448149 h 6858000"/>
              <a:gd name="connsiteX146" fmla="*/ 4802175 w 6184900"/>
              <a:gd name="connsiteY146" fmla="*/ 6448149 h 6858000"/>
              <a:gd name="connsiteX147" fmla="*/ 0 w 6184900"/>
              <a:gd name="connsiteY147" fmla="*/ 0 h 6858000"/>
              <a:gd name="connsiteX148" fmla="*/ 6184900 w 6184900"/>
              <a:gd name="connsiteY148" fmla="*/ 0 h 6858000"/>
              <a:gd name="connsiteX149" fmla="*/ 6184900 w 6184900"/>
              <a:gd name="connsiteY149" fmla="*/ 6858000 h 6858000"/>
              <a:gd name="connsiteX150" fmla="*/ 88900 w 6184900"/>
              <a:gd name="connsiteY150" fmla="*/ 6858000 h 6858000"/>
              <a:gd name="connsiteX151" fmla="*/ 0 w 6184900"/>
              <a:gd name="connsiteY151" fmla="*/ 0 h 6858000"/>
              <a:gd name="connsiteX0" fmla="*/ 4902316 w 6184900"/>
              <a:gd name="connsiteY0" fmla="*/ 6557054 h 6858000"/>
              <a:gd name="connsiteX1" fmla="*/ 4926956 w 6184900"/>
              <a:gd name="connsiteY1" fmla="*/ 6573014 h 6858000"/>
              <a:gd name="connsiteX2" fmla="*/ 4902316 w 6184900"/>
              <a:gd name="connsiteY2" fmla="*/ 6590198 h 6858000"/>
              <a:gd name="connsiteX3" fmla="*/ 4877890 w 6184900"/>
              <a:gd name="connsiteY3" fmla="*/ 6573014 h 6858000"/>
              <a:gd name="connsiteX4" fmla="*/ 4902316 w 6184900"/>
              <a:gd name="connsiteY4" fmla="*/ 6557054 h 6858000"/>
              <a:gd name="connsiteX5" fmla="*/ 5460694 w 6184900"/>
              <a:gd name="connsiteY5" fmla="*/ 6556469 h 6858000"/>
              <a:gd name="connsiteX6" fmla="*/ 5485387 w 6184900"/>
              <a:gd name="connsiteY6" fmla="*/ 6588015 h 6858000"/>
              <a:gd name="connsiteX7" fmla="*/ 5510614 w 6184900"/>
              <a:gd name="connsiteY7" fmla="*/ 6571683 h 6858000"/>
              <a:gd name="connsiteX8" fmla="*/ 5525428 w 6184900"/>
              <a:gd name="connsiteY8" fmla="*/ 6571683 h 6858000"/>
              <a:gd name="connsiteX9" fmla="*/ 5530763 w 6184900"/>
              <a:gd name="connsiteY9" fmla="*/ 6556469 h 6858000"/>
              <a:gd name="connsiteX10" fmla="*/ 5460694 w 6184900"/>
              <a:gd name="connsiteY10" fmla="*/ 6556469 h 6858000"/>
              <a:gd name="connsiteX11" fmla="*/ 5485387 w 6184900"/>
              <a:gd name="connsiteY11" fmla="*/ 6515181 h 6858000"/>
              <a:gd name="connsiteX12" fmla="*/ 5460694 w 6184900"/>
              <a:gd name="connsiteY12" fmla="*/ 6539764 h 6858000"/>
              <a:gd name="connsiteX13" fmla="*/ 5460703 w 6184900"/>
              <a:gd name="connsiteY13" fmla="*/ 6539764 h 6858000"/>
              <a:gd name="connsiteX14" fmla="*/ 5510614 w 6184900"/>
              <a:gd name="connsiteY14" fmla="*/ 6539764 h 6858000"/>
              <a:gd name="connsiteX15" fmla="*/ 5485387 w 6184900"/>
              <a:gd name="connsiteY15" fmla="*/ 6515181 h 6858000"/>
              <a:gd name="connsiteX16" fmla="*/ 5366244 w 6184900"/>
              <a:gd name="connsiteY16" fmla="*/ 6514915 h 6858000"/>
              <a:gd name="connsiteX17" fmla="*/ 5342458 w 6184900"/>
              <a:gd name="connsiteY17" fmla="*/ 6548165 h 6858000"/>
              <a:gd name="connsiteX18" fmla="*/ 5366244 w 6184900"/>
              <a:gd name="connsiteY18" fmla="*/ 6588015 h 6858000"/>
              <a:gd name="connsiteX19" fmla="*/ 5392911 w 6184900"/>
              <a:gd name="connsiteY19" fmla="*/ 6548165 h 6858000"/>
              <a:gd name="connsiteX20" fmla="*/ 5366244 w 6184900"/>
              <a:gd name="connsiteY20" fmla="*/ 6514915 h 6858000"/>
              <a:gd name="connsiteX21" fmla="*/ 5247874 w 6184900"/>
              <a:gd name="connsiteY21" fmla="*/ 6514915 h 6858000"/>
              <a:gd name="connsiteX22" fmla="*/ 5224088 w 6184900"/>
              <a:gd name="connsiteY22" fmla="*/ 6548165 h 6858000"/>
              <a:gd name="connsiteX23" fmla="*/ 5247874 w 6184900"/>
              <a:gd name="connsiteY23" fmla="*/ 6588015 h 6858000"/>
              <a:gd name="connsiteX24" fmla="*/ 5274221 w 6184900"/>
              <a:gd name="connsiteY24" fmla="*/ 6548165 h 6858000"/>
              <a:gd name="connsiteX25" fmla="*/ 5247874 w 6184900"/>
              <a:gd name="connsiteY25" fmla="*/ 6514915 h 6858000"/>
              <a:gd name="connsiteX26" fmla="*/ 5131088 w 6184900"/>
              <a:gd name="connsiteY26" fmla="*/ 6514915 h 6858000"/>
              <a:gd name="connsiteX27" fmla="*/ 5131093 w 6184900"/>
              <a:gd name="connsiteY27" fmla="*/ 6514916 h 6858000"/>
              <a:gd name="connsiteX28" fmla="*/ 5110077 w 6184900"/>
              <a:gd name="connsiteY28" fmla="*/ 6519805 h 6858000"/>
              <a:gd name="connsiteX29" fmla="*/ 5106457 w 6184900"/>
              <a:gd name="connsiteY29" fmla="*/ 6539498 h 6858000"/>
              <a:gd name="connsiteX30" fmla="*/ 5156367 w 6184900"/>
              <a:gd name="connsiteY30" fmla="*/ 6539498 h 6858000"/>
              <a:gd name="connsiteX31" fmla="*/ 5151927 w 6184900"/>
              <a:gd name="connsiteY31" fmla="*/ 6518627 h 6858000"/>
              <a:gd name="connsiteX32" fmla="*/ 5131093 w 6184900"/>
              <a:gd name="connsiteY32" fmla="*/ 6514916 h 6858000"/>
              <a:gd name="connsiteX33" fmla="*/ 5131097 w 6184900"/>
              <a:gd name="connsiteY33" fmla="*/ 6514915 h 6858000"/>
              <a:gd name="connsiteX34" fmla="*/ 5131088 w 6184900"/>
              <a:gd name="connsiteY34" fmla="*/ 6514915 h 6858000"/>
              <a:gd name="connsiteX35" fmla="*/ 4726887 w 6184900"/>
              <a:gd name="connsiteY35" fmla="*/ 6514915 h 6858000"/>
              <a:gd name="connsiteX36" fmla="*/ 4752594 w 6184900"/>
              <a:gd name="connsiteY36" fmla="*/ 6551785 h 6858000"/>
              <a:gd name="connsiteX37" fmla="*/ 4726887 w 6184900"/>
              <a:gd name="connsiteY37" fmla="*/ 6588015 h 6858000"/>
              <a:gd name="connsiteX38" fmla="*/ 4701180 w 6184900"/>
              <a:gd name="connsiteY38" fmla="*/ 6551785 h 6858000"/>
              <a:gd name="connsiteX39" fmla="*/ 4726887 w 6184900"/>
              <a:gd name="connsiteY39" fmla="*/ 6514915 h 6858000"/>
              <a:gd name="connsiteX40" fmla="*/ 4903285 w 6184900"/>
              <a:gd name="connsiteY40" fmla="*/ 6494804 h 6858000"/>
              <a:gd name="connsiteX41" fmla="*/ 4855296 w 6184900"/>
              <a:gd name="connsiteY41" fmla="*/ 6528533 h 6858000"/>
              <a:gd name="connsiteX42" fmla="*/ 4881963 w 6184900"/>
              <a:gd name="connsiteY42" fmla="*/ 6528533 h 6858000"/>
              <a:gd name="connsiteX43" fmla="*/ 4902974 w 6184900"/>
              <a:gd name="connsiteY43" fmla="*/ 6513052 h 6858000"/>
              <a:gd name="connsiteX44" fmla="*/ 4926760 w 6184900"/>
              <a:gd name="connsiteY44" fmla="*/ 6537422 h 6858000"/>
              <a:gd name="connsiteX45" fmla="*/ 4926760 w 6184900"/>
              <a:gd name="connsiteY45" fmla="*/ 6551838 h 6858000"/>
              <a:gd name="connsiteX46" fmla="*/ 4926333 w 6184900"/>
              <a:gd name="connsiteY46" fmla="*/ 6551838 h 6858000"/>
              <a:gd name="connsiteX47" fmla="*/ 4893006 w 6184900"/>
              <a:gd name="connsiteY47" fmla="*/ 6539125 h 6858000"/>
              <a:gd name="connsiteX48" fmla="*/ 4851356 w 6184900"/>
              <a:gd name="connsiteY48" fmla="*/ 6573227 h 6858000"/>
              <a:gd name="connsiteX49" fmla="*/ 4893006 w 6184900"/>
              <a:gd name="connsiteY49" fmla="*/ 6608606 h 6858000"/>
              <a:gd name="connsiteX50" fmla="*/ 4927614 w 6184900"/>
              <a:gd name="connsiteY50" fmla="*/ 6593391 h 6858000"/>
              <a:gd name="connsiteX51" fmla="*/ 4928254 w 6184900"/>
              <a:gd name="connsiteY51" fmla="*/ 6593391 h 6858000"/>
              <a:gd name="connsiteX52" fmla="*/ 4927187 w 6184900"/>
              <a:gd name="connsiteY52" fmla="*/ 6607062 h 6858000"/>
              <a:gd name="connsiteX53" fmla="*/ 4953836 w 6184900"/>
              <a:gd name="connsiteY53" fmla="*/ 6607062 h 6858000"/>
              <a:gd name="connsiteX54" fmla="*/ 4953836 w 6184900"/>
              <a:gd name="connsiteY54" fmla="*/ 6537369 h 6858000"/>
              <a:gd name="connsiteX55" fmla="*/ 4903285 w 6184900"/>
              <a:gd name="connsiteY55" fmla="*/ 6494804 h 6858000"/>
              <a:gd name="connsiteX56" fmla="*/ 5034788 w 6184900"/>
              <a:gd name="connsiteY56" fmla="*/ 6494546 h 6858000"/>
              <a:gd name="connsiteX57" fmla="*/ 5005036 w 6184900"/>
              <a:gd name="connsiteY57" fmla="*/ 6510506 h 6858000"/>
              <a:gd name="connsiteX58" fmla="*/ 5003969 w 6184900"/>
              <a:gd name="connsiteY58" fmla="*/ 6510506 h 6858000"/>
              <a:gd name="connsiteX59" fmla="*/ 5004716 w 6184900"/>
              <a:gd name="connsiteY59" fmla="*/ 6496037 h 6858000"/>
              <a:gd name="connsiteX60" fmla="*/ 4978582 w 6184900"/>
              <a:gd name="connsiteY60" fmla="*/ 6496037 h 6858000"/>
              <a:gd name="connsiteX61" fmla="*/ 4978574 w 6184900"/>
              <a:gd name="connsiteY61" fmla="*/ 6496028 h 6858000"/>
              <a:gd name="connsiteX62" fmla="*/ 4978574 w 6184900"/>
              <a:gd name="connsiteY62" fmla="*/ 6607062 h 6858000"/>
              <a:gd name="connsiteX63" fmla="*/ 5005240 w 6184900"/>
              <a:gd name="connsiteY63" fmla="*/ 6607062 h 6858000"/>
              <a:gd name="connsiteX64" fmla="*/ 5005240 w 6184900"/>
              <a:gd name="connsiteY64" fmla="*/ 6538593 h 6858000"/>
              <a:gd name="connsiteX65" fmla="*/ 5025399 w 6184900"/>
              <a:gd name="connsiteY65" fmla="*/ 6515075 h 6858000"/>
              <a:gd name="connsiteX66" fmla="*/ 5038994 w 6184900"/>
              <a:gd name="connsiteY66" fmla="*/ 6532844 h 6858000"/>
              <a:gd name="connsiteX67" fmla="*/ 5038994 w 6184900"/>
              <a:gd name="connsiteY67" fmla="*/ 6538593 h 6858000"/>
              <a:gd name="connsiteX68" fmla="*/ 5064061 w 6184900"/>
              <a:gd name="connsiteY68" fmla="*/ 6538593 h 6858000"/>
              <a:gd name="connsiteX69" fmla="*/ 5064061 w 6184900"/>
              <a:gd name="connsiteY69" fmla="*/ 6529553 h 6858000"/>
              <a:gd name="connsiteX70" fmla="*/ 5034788 w 6184900"/>
              <a:gd name="connsiteY70" fmla="*/ 6494546 h 6858000"/>
              <a:gd name="connsiteX71" fmla="*/ 4726887 w 6184900"/>
              <a:gd name="connsiteY71" fmla="*/ 6494538 h 6858000"/>
              <a:gd name="connsiteX72" fmla="*/ 4674416 w 6184900"/>
              <a:gd name="connsiteY72" fmla="*/ 6551572 h 6858000"/>
              <a:gd name="connsiteX73" fmla="*/ 4726887 w 6184900"/>
              <a:gd name="connsiteY73" fmla="*/ 6608340 h 6858000"/>
              <a:gd name="connsiteX74" fmla="*/ 4779358 w 6184900"/>
              <a:gd name="connsiteY74" fmla="*/ 6551572 h 6858000"/>
              <a:gd name="connsiteX75" fmla="*/ 4726887 w 6184900"/>
              <a:gd name="connsiteY75" fmla="*/ 6494538 h 6858000"/>
              <a:gd name="connsiteX76" fmla="*/ 4606481 w 6184900"/>
              <a:gd name="connsiteY76" fmla="*/ 6494538 h 6858000"/>
              <a:gd name="connsiteX77" fmla="*/ 4555717 w 6184900"/>
              <a:gd name="connsiteY77" fmla="*/ 6525712 h 6858000"/>
              <a:gd name="connsiteX78" fmla="*/ 4604134 w 6184900"/>
              <a:gd name="connsiteY78" fmla="*/ 6560239 h 6858000"/>
              <a:gd name="connsiteX79" fmla="*/ 4631752 w 6184900"/>
              <a:gd name="connsiteY79" fmla="*/ 6575294 h 6858000"/>
              <a:gd name="connsiteX80" fmla="*/ 4606472 w 6184900"/>
              <a:gd name="connsiteY80" fmla="*/ 6590136 h 6858000"/>
              <a:gd name="connsiteX81" fmla="*/ 4582473 w 6184900"/>
              <a:gd name="connsiteY81" fmla="*/ 6572100 h 6858000"/>
              <a:gd name="connsiteX82" fmla="*/ 4555708 w 6184900"/>
              <a:gd name="connsiteY82" fmla="*/ 6572100 h 6858000"/>
              <a:gd name="connsiteX83" fmla="*/ 4606472 w 6184900"/>
              <a:gd name="connsiteY83" fmla="*/ 6608331 h 6858000"/>
              <a:gd name="connsiteX84" fmla="*/ 4658517 w 6184900"/>
              <a:gd name="connsiteY84" fmla="*/ 6575294 h 6858000"/>
              <a:gd name="connsiteX85" fmla="*/ 4608820 w 6184900"/>
              <a:gd name="connsiteY85" fmla="*/ 6539915 h 6858000"/>
              <a:gd name="connsiteX86" fmla="*/ 4582366 w 6184900"/>
              <a:gd name="connsiteY86" fmla="*/ 6527415 h 6858000"/>
              <a:gd name="connsiteX87" fmla="*/ 4606365 w 6184900"/>
              <a:gd name="connsiteY87" fmla="*/ 6512786 h 6858000"/>
              <a:gd name="connsiteX88" fmla="*/ 4627697 w 6184900"/>
              <a:gd name="connsiteY88" fmla="*/ 6526137 h 6858000"/>
              <a:gd name="connsiteX89" fmla="*/ 4654471 w 6184900"/>
              <a:gd name="connsiteY89" fmla="*/ 6526137 h 6858000"/>
              <a:gd name="connsiteX90" fmla="*/ 4606481 w 6184900"/>
              <a:gd name="connsiteY90" fmla="*/ 6494538 h 6858000"/>
              <a:gd name="connsiteX91" fmla="*/ 5134867 w 6184900"/>
              <a:gd name="connsiteY91" fmla="*/ 6448149 h 6858000"/>
              <a:gd name="connsiteX92" fmla="*/ 5114388 w 6184900"/>
              <a:gd name="connsiteY92" fmla="*/ 6462725 h 6858000"/>
              <a:gd name="connsiteX93" fmla="*/ 5102020 w 6184900"/>
              <a:gd name="connsiteY93" fmla="*/ 6498689 h 6858000"/>
              <a:gd name="connsiteX94" fmla="*/ 5131079 w 6184900"/>
              <a:gd name="connsiteY94" fmla="*/ 6494538 h 6858000"/>
              <a:gd name="connsiteX95" fmla="*/ 5183123 w 6184900"/>
              <a:gd name="connsiteY95" fmla="*/ 6556469 h 6858000"/>
              <a:gd name="connsiteX96" fmla="*/ 5106439 w 6184900"/>
              <a:gd name="connsiteY96" fmla="*/ 6556469 h 6858000"/>
              <a:gd name="connsiteX97" fmla="*/ 5131079 w 6184900"/>
              <a:gd name="connsiteY97" fmla="*/ 6588015 h 6858000"/>
              <a:gd name="connsiteX98" fmla="*/ 5156359 w 6184900"/>
              <a:gd name="connsiteY98" fmla="*/ 6571683 h 6858000"/>
              <a:gd name="connsiteX99" fmla="*/ 5183025 w 6184900"/>
              <a:gd name="connsiteY99" fmla="*/ 6571683 h 6858000"/>
              <a:gd name="connsiteX100" fmla="*/ 5130981 w 6184900"/>
              <a:gd name="connsiteY100" fmla="*/ 6608340 h 6858000"/>
              <a:gd name="connsiteX101" fmla="*/ 5079790 w 6184900"/>
              <a:gd name="connsiteY101" fmla="*/ 6562377 h 6858000"/>
              <a:gd name="connsiteX102" fmla="*/ 5053817 w 6184900"/>
              <a:gd name="connsiteY102" fmla="*/ 6637394 h 6858000"/>
              <a:gd name="connsiteX103" fmla="*/ 5064211 w 6184900"/>
              <a:gd name="connsiteY103" fmla="*/ 6651916 h 6858000"/>
              <a:gd name="connsiteX104" fmla="*/ 5336171 w 6184900"/>
              <a:gd name="connsiteY104" fmla="*/ 6651916 h 6858000"/>
              <a:gd name="connsiteX105" fmla="*/ 5320175 w 6184900"/>
              <a:gd name="connsiteY105" fmla="*/ 6618560 h 6858000"/>
              <a:gd name="connsiteX106" fmla="*/ 5345241 w 6184900"/>
              <a:gd name="connsiteY106" fmla="*/ 6618560 h 6858000"/>
              <a:gd name="connsiteX107" fmla="*/ 5366040 w 6184900"/>
              <a:gd name="connsiteY107" fmla="*/ 6636116 h 6858000"/>
              <a:gd name="connsiteX108" fmla="*/ 5393658 w 6184900"/>
              <a:gd name="connsiteY108" fmla="*/ 6612385 h 6858000"/>
              <a:gd name="connsiteX109" fmla="*/ 5393658 w 6184900"/>
              <a:gd name="connsiteY109" fmla="*/ 6591103 h 6858000"/>
              <a:gd name="connsiteX110" fmla="*/ 5393018 w 6184900"/>
              <a:gd name="connsiteY110" fmla="*/ 6591103 h 6858000"/>
              <a:gd name="connsiteX111" fmla="*/ 5358197 w 6184900"/>
              <a:gd name="connsiteY111" fmla="*/ 6608233 h 6858000"/>
              <a:gd name="connsiteX112" fmla="*/ 5315533 w 6184900"/>
              <a:gd name="connsiteY112" fmla="*/ 6554659 h 6858000"/>
              <a:gd name="connsiteX113" fmla="*/ 5358197 w 6184900"/>
              <a:gd name="connsiteY113" fmla="*/ 6494431 h 6858000"/>
              <a:gd name="connsiteX114" fmla="*/ 5393018 w 6184900"/>
              <a:gd name="connsiteY114" fmla="*/ 6512467 h 6858000"/>
              <a:gd name="connsiteX115" fmla="*/ 5393871 w 6184900"/>
              <a:gd name="connsiteY115" fmla="*/ 6512467 h 6858000"/>
              <a:gd name="connsiteX116" fmla="*/ 5392911 w 6184900"/>
              <a:gd name="connsiteY116" fmla="*/ 6496028 h 6858000"/>
              <a:gd name="connsiteX117" fmla="*/ 5419578 w 6184900"/>
              <a:gd name="connsiteY117" fmla="*/ 6496028 h 6858000"/>
              <a:gd name="connsiteX118" fmla="*/ 5419578 w 6184900"/>
              <a:gd name="connsiteY118" fmla="*/ 6606849 h 6858000"/>
              <a:gd name="connsiteX119" fmla="*/ 5399367 w 6184900"/>
              <a:gd name="connsiteY119" fmla="*/ 6651907 h 6858000"/>
              <a:gd name="connsiteX120" fmla="*/ 5482017 w 6184900"/>
              <a:gd name="connsiteY120" fmla="*/ 6651907 h 6858000"/>
              <a:gd name="connsiteX121" fmla="*/ 5502495 w 6184900"/>
              <a:gd name="connsiteY121" fmla="*/ 6637385 h 6858000"/>
              <a:gd name="connsiteX122" fmla="*/ 5513157 w 6184900"/>
              <a:gd name="connsiteY122" fmla="*/ 6606477 h 6858000"/>
              <a:gd name="connsiteX123" fmla="*/ 5485165 w 6184900"/>
              <a:gd name="connsiteY123" fmla="*/ 6608340 h 6858000"/>
              <a:gd name="connsiteX124" fmla="*/ 5433761 w 6184900"/>
              <a:gd name="connsiteY124" fmla="*/ 6551785 h 6858000"/>
              <a:gd name="connsiteX125" fmla="*/ 5485165 w 6184900"/>
              <a:gd name="connsiteY125" fmla="*/ 6494538 h 6858000"/>
              <a:gd name="connsiteX126" fmla="*/ 5536729 w 6184900"/>
              <a:gd name="connsiteY126" fmla="*/ 6538540 h 6858000"/>
              <a:gd name="connsiteX127" fmla="*/ 5562916 w 6184900"/>
              <a:gd name="connsiteY127" fmla="*/ 6462938 h 6858000"/>
              <a:gd name="connsiteX128" fmla="*/ 5552895 w 6184900"/>
              <a:gd name="connsiteY128" fmla="*/ 6448149 h 6858000"/>
              <a:gd name="connsiteX129" fmla="*/ 5552886 w 6184900"/>
              <a:gd name="connsiteY129" fmla="*/ 6448149 h 6858000"/>
              <a:gd name="connsiteX130" fmla="*/ 5301404 w 6184900"/>
              <a:gd name="connsiteY130" fmla="*/ 6448149 h 6858000"/>
              <a:gd name="connsiteX131" fmla="*/ 5301404 w 6184900"/>
              <a:gd name="connsiteY131" fmla="*/ 6607062 h 6858000"/>
              <a:gd name="connsiteX132" fmla="*/ 5274737 w 6184900"/>
              <a:gd name="connsiteY132" fmla="*/ 6607062 h 6858000"/>
              <a:gd name="connsiteX133" fmla="*/ 5275804 w 6184900"/>
              <a:gd name="connsiteY133" fmla="*/ 6590357 h 6858000"/>
              <a:gd name="connsiteX134" fmla="*/ 5274950 w 6184900"/>
              <a:gd name="connsiteY134" fmla="*/ 6590357 h 6858000"/>
              <a:gd name="connsiteX135" fmla="*/ 5240130 w 6184900"/>
              <a:gd name="connsiteY135" fmla="*/ 6608340 h 6858000"/>
              <a:gd name="connsiteX136" fmla="*/ 5197466 w 6184900"/>
              <a:gd name="connsiteY136" fmla="*/ 6548165 h 6858000"/>
              <a:gd name="connsiteX137" fmla="*/ 5240130 w 6184900"/>
              <a:gd name="connsiteY137" fmla="*/ 6494538 h 6858000"/>
              <a:gd name="connsiteX138" fmla="*/ 5273670 w 6184900"/>
              <a:gd name="connsiteY138" fmla="*/ 6510497 h 6858000"/>
              <a:gd name="connsiteX139" fmla="*/ 5274737 w 6184900"/>
              <a:gd name="connsiteY139" fmla="*/ 6510497 h 6858000"/>
              <a:gd name="connsiteX140" fmla="*/ 5274737 w 6184900"/>
              <a:gd name="connsiteY140" fmla="*/ 6448149 h 6858000"/>
              <a:gd name="connsiteX141" fmla="*/ 5134867 w 6184900"/>
              <a:gd name="connsiteY141" fmla="*/ 6448149 h 6858000"/>
              <a:gd name="connsiteX142" fmla="*/ 4802175 w 6184900"/>
              <a:gd name="connsiteY142" fmla="*/ 6448149 h 6858000"/>
              <a:gd name="connsiteX143" fmla="*/ 4802175 w 6184900"/>
              <a:gd name="connsiteY143" fmla="*/ 6607062 h 6858000"/>
              <a:gd name="connsiteX144" fmla="*/ 4828842 w 6184900"/>
              <a:gd name="connsiteY144" fmla="*/ 6607062 h 6858000"/>
              <a:gd name="connsiteX145" fmla="*/ 4828842 w 6184900"/>
              <a:gd name="connsiteY145" fmla="*/ 6448149 h 6858000"/>
              <a:gd name="connsiteX146" fmla="*/ 4802175 w 6184900"/>
              <a:gd name="connsiteY146" fmla="*/ 6448149 h 6858000"/>
              <a:gd name="connsiteX147" fmla="*/ 0 w 6184900"/>
              <a:gd name="connsiteY147" fmla="*/ 0 h 6858000"/>
              <a:gd name="connsiteX148" fmla="*/ 6184900 w 6184900"/>
              <a:gd name="connsiteY148" fmla="*/ 0 h 6858000"/>
              <a:gd name="connsiteX149" fmla="*/ 6184900 w 6184900"/>
              <a:gd name="connsiteY149" fmla="*/ 6858000 h 6858000"/>
              <a:gd name="connsiteX150" fmla="*/ 0 w 6184900"/>
              <a:gd name="connsiteY150" fmla="*/ 6858000 h 6858000"/>
              <a:gd name="connsiteX151" fmla="*/ 0 w 6184900"/>
              <a:gd name="connsiteY1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</a:cxnLst>
            <a:rect l="l" t="t" r="r" b="b"/>
            <a:pathLst>
              <a:path w="6184900" h="6858000">
                <a:moveTo>
                  <a:pt x="4902316" y="6557054"/>
                </a:moveTo>
                <a:lnTo>
                  <a:pt x="4926956" y="6573014"/>
                </a:lnTo>
                <a:cubicBezTo>
                  <a:pt x="4926956" y="6588548"/>
                  <a:pt x="4916294" y="6590198"/>
                  <a:pt x="4902316" y="6590198"/>
                </a:cubicBezTo>
                <a:cubicBezTo>
                  <a:pt x="4884292" y="6590198"/>
                  <a:pt x="4877890" y="6588707"/>
                  <a:pt x="4877890" y="6573014"/>
                </a:cubicBezTo>
                <a:cubicBezTo>
                  <a:pt x="4877890" y="6557320"/>
                  <a:pt x="4888551" y="6557054"/>
                  <a:pt x="4902316" y="6557054"/>
                </a:cubicBezTo>
                <a:close/>
                <a:moveTo>
                  <a:pt x="5460694" y="6556469"/>
                </a:moveTo>
                <a:cubicBezTo>
                  <a:pt x="5460694" y="6580413"/>
                  <a:pt x="5461335" y="6588015"/>
                  <a:pt x="5485387" y="6588015"/>
                </a:cubicBezTo>
                <a:cubicBezTo>
                  <a:pt x="5500210" y="6588015"/>
                  <a:pt x="5510614" y="6588015"/>
                  <a:pt x="5510614" y="6571683"/>
                </a:cubicBezTo>
                <a:lnTo>
                  <a:pt x="5525428" y="6571683"/>
                </a:lnTo>
                <a:lnTo>
                  <a:pt x="5530763" y="6556469"/>
                </a:lnTo>
                <a:lnTo>
                  <a:pt x="5460694" y="6556469"/>
                </a:lnTo>
                <a:close/>
                <a:moveTo>
                  <a:pt x="5485387" y="6515181"/>
                </a:moveTo>
                <a:cubicBezTo>
                  <a:pt x="5462188" y="6515181"/>
                  <a:pt x="5460694" y="6520025"/>
                  <a:pt x="5460694" y="6539764"/>
                </a:cubicBezTo>
                <a:lnTo>
                  <a:pt x="5460703" y="6539764"/>
                </a:lnTo>
                <a:lnTo>
                  <a:pt x="5510614" y="6539764"/>
                </a:lnTo>
                <a:cubicBezTo>
                  <a:pt x="5510614" y="6516885"/>
                  <a:pt x="5507253" y="6515181"/>
                  <a:pt x="5485387" y="6515181"/>
                </a:cubicBezTo>
                <a:close/>
                <a:moveTo>
                  <a:pt x="5366244" y="6514915"/>
                </a:moveTo>
                <a:cubicBezTo>
                  <a:pt x="5347793" y="6514915"/>
                  <a:pt x="5342458" y="6520238"/>
                  <a:pt x="5342458" y="6548165"/>
                </a:cubicBezTo>
                <a:cubicBezTo>
                  <a:pt x="5342458" y="6573386"/>
                  <a:pt x="5342458" y="6588015"/>
                  <a:pt x="5366244" y="6588015"/>
                </a:cubicBezTo>
                <a:cubicBezTo>
                  <a:pt x="5392911" y="6588015"/>
                  <a:pt x="5392911" y="6574664"/>
                  <a:pt x="5392911" y="6548165"/>
                </a:cubicBezTo>
                <a:cubicBezTo>
                  <a:pt x="5392911" y="6524434"/>
                  <a:pt x="5389283" y="6514915"/>
                  <a:pt x="5366244" y="6514915"/>
                </a:cubicBezTo>
                <a:close/>
                <a:moveTo>
                  <a:pt x="5247874" y="6514915"/>
                </a:moveTo>
                <a:cubicBezTo>
                  <a:pt x="5229424" y="6514915"/>
                  <a:pt x="5224088" y="6520238"/>
                  <a:pt x="5224088" y="6548165"/>
                </a:cubicBezTo>
                <a:cubicBezTo>
                  <a:pt x="5224088" y="6573386"/>
                  <a:pt x="5223448" y="6588015"/>
                  <a:pt x="5247874" y="6588015"/>
                </a:cubicBezTo>
                <a:cubicBezTo>
                  <a:pt x="5275279" y="6588015"/>
                  <a:pt x="5274221" y="6574664"/>
                  <a:pt x="5274221" y="6548165"/>
                </a:cubicBezTo>
                <a:cubicBezTo>
                  <a:pt x="5274221" y="6524434"/>
                  <a:pt x="5271074" y="6514915"/>
                  <a:pt x="5247874" y="6514915"/>
                </a:cubicBezTo>
                <a:close/>
                <a:moveTo>
                  <a:pt x="5131088" y="6514915"/>
                </a:moveTo>
                <a:cubicBezTo>
                  <a:pt x="5131090" y="6514915"/>
                  <a:pt x="5131091" y="6514916"/>
                  <a:pt x="5131093" y="6514916"/>
                </a:cubicBezTo>
                <a:lnTo>
                  <a:pt x="5110077" y="6519805"/>
                </a:lnTo>
                <a:cubicBezTo>
                  <a:pt x="5106817" y="6523483"/>
                  <a:pt x="5106457" y="6529629"/>
                  <a:pt x="5106457" y="6539498"/>
                </a:cubicBezTo>
                <a:lnTo>
                  <a:pt x="5156367" y="6539498"/>
                </a:lnTo>
                <a:cubicBezTo>
                  <a:pt x="5156367" y="6528058"/>
                  <a:pt x="5155513" y="6521913"/>
                  <a:pt x="5151927" y="6518627"/>
                </a:cubicBezTo>
                <a:lnTo>
                  <a:pt x="5131093" y="6514916"/>
                </a:lnTo>
                <a:cubicBezTo>
                  <a:pt x="5131094" y="6514916"/>
                  <a:pt x="5131096" y="6514915"/>
                  <a:pt x="5131097" y="6514915"/>
                </a:cubicBezTo>
                <a:lnTo>
                  <a:pt x="5131088" y="6514915"/>
                </a:lnTo>
                <a:close/>
                <a:moveTo>
                  <a:pt x="4726887" y="6514915"/>
                </a:moveTo>
                <a:cubicBezTo>
                  <a:pt x="4750673" y="6514915"/>
                  <a:pt x="4752594" y="6521675"/>
                  <a:pt x="4752594" y="6551785"/>
                </a:cubicBezTo>
                <a:cubicBezTo>
                  <a:pt x="4752594" y="6581894"/>
                  <a:pt x="4750673" y="6588015"/>
                  <a:pt x="4726887" y="6588015"/>
                </a:cubicBezTo>
                <a:cubicBezTo>
                  <a:pt x="4703101" y="6588015"/>
                  <a:pt x="4701180" y="6581415"/>
                  <a:pt x="4701180" y="6551785"/>
                </a:cubicBezTo>
                <a:cubicBezTo>
                  <a:pt x="4701180" y="6522154"/>
                  <a:pt x="4703101" y="6514915"/>
                  <a:pt x="4726887" y="6514915"/>
                </a:cubicBezTo>
                <a:close/>
                <a:moveTo>
                  <a:pt x="4903285" y="6494804"/>
                </a:moveTo>
                <a:cubicBezTo>
                  <a:pt x="4877792" y="6494804"/>
                  <a:pt x="4855296" y="6496081"/>
                  <a:pt x="4855296" y="6528533"/>
                </a:cubicBezTo>
                <a:lnTo>
                  <a:pt x="4881963" y="6528533"/>
                </a:lnTo>
                <a:cubicBezTo>
                  <a:pt x="4881963" y="6514117"/>
                  <a:pt x="4891290" y="6513052"/>
                  <a:pt x="4902974" y="6513052"/>
                </a:cubicBezTo>
                <a:cubicBezTo>
                  <a:pt x="4925266" y="6513052"/>
                  <a:pt x="4926760" y="6519386"/>
                  <a:pt x="4926760" y="6537422"/>
                </a:cubicBezTo>
                <a:lnTo>
                  <a:pt x="4926760" y="6551838"/>
                </a:lnTo>
                <a:lnTo>
                  <a:pt x="4926333" y="6551838"/>
                </a:lnTo>
                <a:cubicBezTo>
                  <a:pt x="4919984" y="6539338"/>
                  <a:pt x="4906602" y="6539125"/>
                  <a:pt x="4893006" y="6539125"/>
                </a:cubicBezTo>
                <a:cubicBezTo>
                  <a:pt x="4865388" y="6539125"/>
                  <a:pt x="4851356" y="6546524"/>
                  <a:pt x="4851356" y="6573227"/>
                </a:cubicBezTo>
                <a:cubicBezTo>
                  <a:pt x="4851356" y="6603336"/>
                  <a:pt x="4867726" y="6608606"/>
                  <a:pt x="4893006" y="6608606"/>
                </a:cubicBezTo>
                <a:cubicBezTo>
                  <a:pt x="4905962" y="6608606"/>
                  <a:pt x="4922332" y="6608180"/>
                  <a:pt x="4927614" y="6593391"/>
                </a:cubicBezTo>
                <a:lnTo>
                  <a:pt x="4928254" y="6593391"/>
                </a:lnTo>
                <a:cubicBezTo>
                  <a:pt x="4927898" y="6597948"/>
                  <a:pt x="4927543" y="6602505"/>
                  <a:pt x="4927187" y="6607062"/>
                </a:cubicBezTo>
                <a:lnTo>
                  <a:pt x="4953836" y="6607062"/>
                </a:lnTo>
                <a:lnTo>
                  <a:pt x="4953836" y="6537369"/>
                </a:lnTo>
                <a:cubicBezTo>
                  <a:pt x="4953836" y="6500126"/>
                  <a:pt x="4938960" y="6494804"/>
                  <a:pt x="4903285" y="6494804"/>
                </a:cubicBezTo>
                <a:close/>
                <a:moveTo>
                  <a:pt x="5034788" y="6494546"/>
                </a:moveTo>
                <a:cubicBezTo>
                  <a:pt x="5021833" y="6494546"/>
                  <a:pt x="5010362" y="6498166"/>
                  <a:pt x="5005036" y="6510506"/>
                </a:cubicBezTo>
                <a:lnTo>
                  <a:pt x="5003969" y="6510506"/>
                </a:lnTo>
                <a:lnTo>
                  <a:pt x="5004716" y="6496037"/>
                </a:lnTo>
                <a:lnTo>
                  <a:pt x="4978582" y="6496037"/>
                </a:lnTo>
                <a:cubicBezTo>
                  <a:pt x="4978579" y="6496034"/>
                  <a:pt x="4978577" y="6496031"/>
                  <a:pt x="4978574" y="6496028"/>
                </a:cubicBezTo>
                <a:lnTo>
                  <a:pt x="4978574" y="6607062"/>
                </a:lnTo>
                <a:lnTo>
                  <a:pt x="5005240" y="6607062"/>
                </a:lnTo>
                <a:lnTo>
                  <a:pt x="5005240" y="6538593"/>
                </a:lnTo>
                <a:cubicBezTo>
                  <a:pt x="5004814" y="6524177"/>
                  <a:pt x="5009509" y="6515075"/>
                  <a:pt x="5025399" y="6515075"/>
                </a:cubicBezTo>
                <a:cubicBezTo>
                  <a:pt x="5037927" y="6515075"/>
                  <a:pt x="5038994" y="6521622"/>
                  <a:pt x="5038994" y="6532844"/>
                </a:cubicBezTo>
                <a:lnTo>
                  <a:pt x="5038994" y="6538593"/>
                </a:lnTo>
                <a:lnTo>
                  <a:pt x="5064061" y="6538593"/>
                </a:lnTo>
                <a:lnTo>
                  <a:pt x="5064061" y="6529553"/>
                </a:lnTo>
                <a:cubicBezTo>
                  <a:pt x="5064061" y="6508270"/>
                  <a:pt x="5058352" y="6494546"/>
                  <a:pt x="5034788" y="6494546"/>
                </a:cubicBezTo>
                <a:close/>
                <a:moveTo>
                  <a:pt x="4726887" y="6494538"/>
                </a:moveTo>
                <a:cubicBezTo>
                  <a:pt x="4680391" y="6494538"/>
                  <a:pt x="4674416" y="6508315"/>
                  <a:pt x="4674416" y="6551572"/>
                </a:cubicBezTo>
                <a:cubicBezTo>
                  <a:pt x="4674416" y="6594829"/>
                  <a:pt x="4680391" y="6608340"/>
                  <a:pt x="4726887" y="6608340"/>
                </a:cubicBezTo>
                <a:cubicBezTo>
                  <a:pt x="4773383" y="6608340"/>
                  <a:pt x="4779358" y="6594562"/>
                  <a:pt x="4779358" y="6551572"/>
                </a:cubicBezTo>
                <a:cubicBezTo>
                  <a:pt x="4779358" y="6508581"/>
                  <a:pt x="4773436" y="6494538"/>
                  <a:pt x="4726887" y="6494538"/>
                </a:cubicBezTo>
                <a:close/>
                <a:moveTo>
                  <a:pt x="4606481" y="6494538"/>
                </a:moveTo>
                <a:cubicBezTo>
                  <a:pt x="4577796" y="6494538"/>
                  <a:pt x="4555717" y="6495176"/>
                  <a:pt x="4555717" y="6525712"/>
                </a:cubicBezTo>
                <a:cubicBezTo>
                  <a:pt x="4555717" y="6554118"/>
                  <a:pt x="4563133" y="6559866"/>
                  <a:pt x="4604134" y="6560239"/>
                </a:cubicBezTo>
                <a:cubicBezTo>
                  <a:pt x="4631112" y="6560665"/>
                  <a:pt x="4631752" y="6565562"/>
                  <a:pt x="4631752" y="6575294"/>
                </a:cubicBezTo>
                <a:cubicBezTo>
                  <a:pt x="4631752" y="6590561"/>
                  <a:pt x="4622424" y="6590136"/>
                  <a:pt x="4606472" y="6590136"/>
                </a:cubicBezTo>
                <a:cubicBezTo>
                  <a:pt x="4586688" y="6590136"/>
                  <a:pt x="4582900" y="6588219"/>
                  <a:pt x="4582473" y="6572100"/>
                </a:cubicBezTo>
                <a:lnTo>
                  <a:pt x="4555708" y="6572100"/>
                </a:lnTo>
                <a:cubicBezTo>
                  <a:pt x="4555708" y="6608331"/>
                  <a:pt x="4576079" y="6608331"/>
                  <a:pt x="4606472" y="6608331"/>
                </a:cubicBezTo>
                <a:cubicBezTo>
                  <a:pt x="4634677" y="6608331"/>
                  <a:pt x="4658517" y="6605403"/>
                  <a:pt x="4658517" y="6575294"/>
                </a:cubicBezTo>
                <a:cubicBezTo>
                  <a:pt x="4658517" y="6539276"/>
                  <a:pt x="4635158" y="6541192"/>
                  <a:pt x="4608820" y="6539915"/>
                </a:cubicBezTo>
                <a:cubicBezTo>
                  <a:pt x="4585460" y="6538850"/>
                  <a:pt x="4582366" y="6538584"/>
                  <a:pt x="4582366" y="6527415"/>
                </a:cubicBezTo>
                <a:cubicBezTo>
                  <a:pt x="4582366" y="6512786"/>
                  <a:pt x="4592121" y="6512786"/>
                  <a:pt x="4606365" y="6512786"/>
                </a:cubicBezTo>
                <a:cubicBezTo>
                  <a:pt x="4620610" y="6512786"/>
                  <a:pt x="4627697" y="6512786"/>
                  <a:pt x="4627697" y="6526137"/>
                </a:cubicBezTo>
                <a:lnTo>
                  <a:pt x="4654471" y="6526137"/>
                </a:lnTo>
                <a:cubicBezTo>
                  <a:pt x="4654471" y="6494963"/>
                  <a:pt x="4628337" y="6494538"/>
                  <a:pt x="4606481" y="6494538"/>
                </a:cubicBezTo>
                <a:close/>
                <a:moveTo>
                  <a:pt x="5134867" y="6448149"/>
                </a:moveTo>
                <a:cubicBezTo>
                  <a:pt x="5125690" y="6448362"/>
                  <a:pt x="5117581" y="6454137"/>
                  <a:pt x="5114388" y="6462725"/>
                </a:cubicBezTo>
                <a:lnTo>
                  <a:pt x="5102020" y="6498689"/>
                </a:lnTo>
                <a:cubicBezTo>
                  <a:pt x="5111374" y="6495567"/>
                  <a:pt x="5121226" y="6494165"/>
                  <a:pt x="5131079" y="6494538"/>
                </a:cubicBezTo>
                <a:cubicBezTo>
                  <a:pt x="5176934" y="6494538"/>
                  <a:pt x="5183123" y="6507889"/>
                  <a:pt x="5183123" y="6556469"/>
                </a:cubicBezTo>
                <a:lnTo>
                  <a:pt x="5106439" y="6556469"/>
                </a:lnTo>
                <a:cubicBezTo>
                  <a:pt x="5106439" y="6580413"/>
                  <a:pt x="5107079" y="6588015"/>
                  <a:pt x="5131079" y="6588015"/>
                </a:cubicBezTo>
                <a:cubicBezTo>
                  <a:pt x="5145955" y="6588015"/>
                  <a:pt x="5156359" y="6588015"/>
                  <a:pt x="5156359" y="6571683"/>
                </a:cubicBezTo>
                <a:lnTo>
                  <a:pt x="5183025" y="6571683"/>
                </a:lnTo>
                <a:cubicBezTo>
                  <a:pt x="5183025" y="6606690"/>
                  <a:pt x="5162814" y="6608340"/>
                  <a:pt x="5130981" y="6608340"/>
                </a:cubicBezTo>
                <a:cubicBezTo>
                  <a:pt x="5092052" y="6608340"/>
                  <a:pt x="5081390" y="6597011"/>
                  <a:pt x="5079790" y="6562377"/>
                </a:cubicBezTo>
                <a:lnTo>
                  <a:pt x="5053817" y="6637394"/>
                </a:lnTo>
                <a:cubicBezTo>
                  <a:pt x="5053817" y="6637394"/>
                  <a:pt x="5048481" y="6651916"/>
                  <a:pt x="5064211" y="6651916"/>
                </a:cubicBezTo>
                <a:lnTo>
                  <a:pt x="5336171" y="6651916"/>
                </a:lnTo>
                <a:cubicBezTo>
                  <a:pt x="5325510" y="6647072"/>
                  <a:pt x="5319428" y="6637447"/>
                  <a:pt x="5320175" y="6618560"/>
                </a:cubicBezTo>
                <a:lnTo>
                  <a:pt x="5345241" y="6618560"/>
                </a:lnTo>
                <a:cubicBezTo>
                  <a:pt x="5345241" y="6633774"/>
                  <a:pt x="5350950" y="6636116"/>
                  <a:pt x="5366040" y="6636116"/>
                </a:cubicBezTo>
                <a:cubicBezTo>
                  <a:pt x="5388758" y="6636116"/>
                  <a:pt x="5393658" y="6631432"/>
                  <a:pt x="5393658" y="6612385"/>
                </a:cubicBezTo>
                <a:lnTo>
                  <a:pt x="5393658" y="6591103"/>
                </a:lnTo>
                <a:lnTo>
                  <a:pt x="5393018" y="6591103"/>
                </a:lnTo>
                <a:cubicBezTo>
                  <a:pt x="5385975" y="6605678"/>
                  <a:pt x="5371686" y="6608233"/>
                  <a:pt x="5358197" y="6608233"/>
                </a:cubicBezTo>
                <a:cubicBezTo>
                  <a:pt x="5319961" y="6608233"/>
                  <a:pt x="5315533" y="6587270"/>
                  <a:pt x="5315533" y="6554659"/>
                </a:cubicBezTo>
                <a:cubicBezTo>
                  <a:pt x="5315533" y="6522048"/>
                  <a:pt x="5316814" y="6494431"/>
                  <a:pt x="5358197" y="6494431"/>
                </a:cubicBezTo>
                <a:cubicBezTo>
                  <a:pt x="5373873" y="6494431"/>
                  <a:pt x="5386189" y="6497838"/>
                  <a:pt x="5393018" y="6512467"/>
                </a:cubicBezTo>
                <a:lnTo>
                  <a:pt x="5393871" y="6512467"/>
                </a:lnTo>
                <a:lnTo>
                  <a:pt x="5392911" y="6496028"/>
                </a:lnTo>
                <a:lnTo>
                  <a:pt x="5419578" y="6496028"/>
                </a:lnTo>
                <a:lnTo>
                  <a:pt x="5419578" y="6606849"/>
                </a:lnTo>
                <a:cubicBezTo>
                  <a:pt x="5419578" y="6632763"/>
                  <a:pt x="5414243" y="6645901"/>
                  <a:pt x="5399367" y="6651907"/>
                </a:cubicBezTo>
                <a:lnTo>
                  <a:pt x="5482017" y="6651907"/>
                </a:lnTo>
                <a:cubicBezTo>
                  <a:pt x="5491176" y="6651703"/>
                  <a:pt x="5499285" y="6645946"/>
                  <a:pt x="5502495" y="6637385"/>
                </a:cubicBezTo>
                <a:lnTo>
                  <a:pt x="5513157" y="6606477"/>
                </a:lnTo>
                <a:cubicBezTo>
                  <a:pt x="5503909" y="6608020"/>
                  <a:pt x="5494528" y="6608641"/>
                  <a:pt x="5485165" y="6608340"/>
                </a:cubicBezTo>
                <a:cubicBezTo>
                  <a:pt x="5442501" y="6608340"/>
                  <a:pt x="5433761" y="6594775"/>
                  <a:pt x="5433761" y="6551785"/>
                </a:cubicBezTo>
                <a:cubicBezTo>
                  <a:pt x="5433761" y="6511934"/>
                  <a:pt x="5440109" y="6494538"/>
                  <a:pt x="5485165" y="6494538"/>
                </a:cubicBezTo>
                <a:cubicBezTo>
                  <a:pt x="5524734" y="6494538"/>
                  <a:pt x="5534755" y="6504536"/>
                  <a:pt x="5536729" y="6538540"/>
                </a:cubicBezTo>
                <a:lnTo>
                  <a:pt x="5562916" y="6462938"/>
                </a:lnTo>
                <a:cubicBezTo>
                  <a:pt x="5562916" y="6462938"/>
                  <a:pt x="5568198" y="6448149"/>
                  <a:pt x="5552895" y="6448149"/>
                </a:cubicBezTo>
                <a:lnTo>
                  <a:pt x="5552886" y="6448149"/>
                </a:lnTo>
                <a:lnTo>
                  <a:pt x="5301404" y="6448149"/>
                </a:lnTo>
                <a:lnTo>
                  <a:pt x="5301404" y="6607062"/>
                </a:lnTo>
                <a:lnTo>
                  <a:pt x="5274737" y="6607062"/>
                </a:lnTo>
                <a:cubicBezTo>
                  <a:pt x="5275093" y="6601494"/>
                  <a:pt x="5275448" y="6595925"/>
                  <a:pt x="5275804" y="6590357"/>
                </a:cubicBezTo>
                <a:lnTo>
                  <a:pt x="5274950" y="6590357"/>
                </a:lnTo>
                <a:cubicBezTo>
                  <a:pt x="5268175" y="6604986"/>
                  <a:pt x="5255859" y="6608340"/>
                  <a:pt x="5240130" y="6608340"/>
                </a:cubicBezTo>
                <a:cubicBezTo>
                  <a:pt x="5198693" y="6608340"/>
                  <a:pt x="5197466" y="6582267"/>
                  <a:pt x="5197466" y="6548165"/>
                </a:cubicBezTo>
                <a:cubicBezTo>
                  <a:pt x="5197466" y="6514063"/>
                  <a:pt x="5201948" y="6494538"/>
                  <a:pt x="5240130" y="6494538"/>
                </a:cubicBezTo>
                <a:cubicBezTo>
                  <a:pt x="5253725" y="6494538"/>
                  <a:pt x="5267961" y="6497092"/>
                  <a:pt x="5273670" y="6510497"/>
                </a:cubicBezTo>
                <a:lnTo>
                  <a:pt x="5274737" y="6510497"/>
                </a:lnTo>
                <a:lnTo>
                  <a:pt x="5274737" y="6448149"/>
                </a:lnTo>
                <a:lnTo>
                  <a:pt x="5134867" y="6448149"/>
                </a:lnTo>
                <a:close/>
                <a:moveTo>
                  <a:pt x="4802175" y="6448149"/>
                </a:moveTo>
                <a:lnTo>
                  <a:pt x="4802175" y="6607062"/>
                </a:lnTo>
                <a:lnTo>
                  <a:pt x="4828842" y="6607062"/>
                </a:lnTo>
                <a:lnTo>
                  <a:pt x="4828842" y="6448149"/>
                </a:lnTo>
                <a:lnTo>
                  <a:pt x="4802175" y="6448149"/>
                </a:lnTo>
                <a:close/>
                <a:moveTo>
                  <a:pt x="0" y="0"/>
                </a:moveTo>
                <a:lnTo>
                  <a:pt x="6184900" y="0"/>
                </a:lnTo>
                <a:lnTo>
                  <a:pt x="61849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7D31-CDDE-39A3-0DD6-ED3E256F9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0546" y="6356350"/>
            <a:ext cx="5040000" cy="365125"/>
          </a:xfrm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8690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D1917E99-AB11-B164-8391-B4BBD8F84C70}"/>
              </a:ext>
            </a:extLst>
          </p:cNvPr>
          <p:cNvGrpSpPr/>
          <p:nvPr userDrawn="1"/>
        </p:nvGrpSpPr>
        <p:grpSpPr>
          <a:xfrm>
            <a:off x="6096000" y="0"/>
            <a:ext cx="6096000" cy="6858000"/>
            <a:chOff x="6096000" y="0"/>
            <a:chExt cx="6096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7665DDE-92C2-A272-A795-9FD903344FF8}"/>
                </a:ext>
              </a:extLst>
            </p:cNvPr>
            <p:cNvSpPr/>
            <p:nvPr/>
          </p:nvSpPr>
          <p:spPr>
            <a:xfrm>
              <a:off x="6096000" y="0"/>
              <a:ext cx="6096000" cy="685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DF29C92-28FE-9D8D-0BB2-09F4F241EC2E}"/>
                </a:ext>
              </a:extLst>
            </p:cNvPr>
            <p:cNvSpPr/>
            <p:nvPr/>
          </p:nvSpPr>
          <p:spPr>
            <a:xfrm>
              <a:off x="11151485" y="6448149"/>
              <a:ext cx="510852" cy="203766"/>
            </a:xfrm>
            <a:custGeom>
              <a:avLst/>
              <a:gdLst>
                <a:gd name="connsiteX0" fmla="*/ 457660 w 510852"/>
                <a:gd name="connsiteY0" fmla="*/ 123534 h 203766"/>
                <a:gd name="connsiteX1" fmla="*/ 472483 w 510852"/>
                <a:gd name="connsiteY1" fmla="*/ 123534 h 203766"/>
                <a:gd name="connsiteX2" fmla="*/ 477818 w 510852"/>
                <a:gd name="connsiteY2" fmla="*/ 108320 h 203766"/>
                <a:gd name="connsiteX3" fmla="*/ 407749 w 510852"/>
                <a:gd name="connsiteY3" fmla="*/ 108320 h 203766"/>
                <a:gd name="connsiteX4" fmla="*/ 432442 w 510852"/>
                <a:gd name="connsiteY4" fmla="*/ 139866 h 203766"/>
                <a:gd name="connsiteX5" fmla="*/ 457669 w 510852"/>
                <a:gd name="connsiteY5" fmla="*/ 123534 h 203766"/>
                <a:gd name="connsiteX6" fmla="*/ 407758 w 510852"/>
                <a:gd name="connsiteY6" fmla="*/ 91615 h 203766"/>
                <a:gd name="connsiteX7" fmla="*/ 457669 w 510852"/>
                <a:gd name="connsiteY7" fmla="*/ 91615 h 203766"/>
                <a:gd name="connsiteX8" fmla="*/ 432442 w 510852"/>
                <a:gd name="connsiteY8" fmla="*/ 67032 h 203766"/>
                <a:gd name="connsiteX9" fmla="*/ 407749 w 510852"/>
                <a:gd name="connsiteY9" fmla="*/ 91615 h 203766"/>
                <a:gd name="connsiteX10" fmla="*/ 499941 w 510852"/>
                <a:gd name="connsiteY10" fmla="*/ 0 h 203766"/>
                <a:gd name="connsiteX11" fmla="*/ 248459 w 510852"/>
                <a:gd name="connsiteY11" fmla="*/ 0 h 203766"/>
                <a:gd name="connsiteX12" fmla="*/ 248459 w 510852"/>
                <a:gd name="connsiteY12" fmla="*/ 158913 h 203766"/>
                <a:gd name="connsiteX13" fmla="*/ 221792 w 510852"/>
                <a:gd name="connsiteY13" fmla="*/ 158913 h 203766"/>
                <a:gd name="connsiteX14" fmla="*/ 222859 w 510852"/>
                <a:gd name="connsiteY14" fmla="*/ 142208 h 203766"/>
                <a:gd name="connsiteX15" fmla="*/ 222005 w 510852"/>
                <a:gd name="connsiteY15" fmla="*/ 142208 h 203766"/>
                <a:gd name="connsiteX16" fmla="*/ 187185 w 510852"/>
                <a:gd name="connsiteY16" fmla="*/ 160191 h 203766"/>
                <a:gd name="connsiteX17" fmla="*/ 144521 w 510852"/>
                <a:gd name="connsiteY17" fmla="*/ 100016 h 203766"/>
                <a:gd name="connsiteX18" fmla="*/ 187185 w 510852"/>
                <a:gd name="connsiteY18" fmla="*/ 46389 h 203766"/>
                <a:gd name="connsiteX19" fmla="*/ 220725 w 510852"/>
                <a:gd name="connsiteY19" fmla="*/ 62348 h 203766"/>
                <a:gd name="connsiteX20" fmla="*/ 221792 w 510852"/>
                <a:gd name="connsiteY20" fmla="*/ 62348 h 203766"/>
                <a:gd name="connsiteX21" fmla="*/ 221792 w 510852"/>
                <a:gd name="connsiteY21" fmla="*/ 0 h 203766"/>
                <a:gd name="connsiteX22" fmla="*/ 81922 w 510852"/>
                <a:gd name="connsiteY22" fmla="*/ 0 h 203766"/>
                <a:gd name="connsiteX23" fmla="*/ 61443 w 510852"/>
                <a:gd name="connsiteY23" fmla="*/ 14576 h 203766"/>
                <a:gd name="connsiteX24" fmla="*/ 49075 w 510852"/>
                <a:gd name="connsiteY24" fmla="*/ 50540 h 203766"/>
                <a:gd name="connsiteX25" fmla="*/ 78134 w 510852"/>
                <a:gd name="connsiteY25" fmla="*/ 46389 h 203766"/>
                <a:gd name="connsiteX26" fmla="*/ 130178 w 510852"/>
                <a:gd name="connsiteY26" fmla="*/ 108320 h 203766"/>
                <a:gd name="connsiteX27" fmla="*/ 53494 w 510852"/>
                <a:gd name="connsiteY27" fmla="*/ 108320 h 203766"/>
                <a:gd name="connsiteX28" fmla="*/ 78134 w 510852"/>
                <a:gd name="connsiteY28" fmla="*/ 139866 h 203766"/>
                <a:gd name="connsiteX29" fmla="*/ 103414 w 510852"/>
                <a:gd name="connsiteY29" fmla="*/ 123534 h 203766"/>
                <a:gd name="connsiteX30" fmla="*/ 130080 w 510852"/>
                <a:gd name="connsiteY30" fmla="*/ 123534 h 203766"/>
                <a:gd name="connsiteX31" fmla="*/ 78036 w 510852"/>
                <a:gd name="connsiteY31" fmla="*/ 160191 h 203766"/>
                <a:gd name="connsiteX32" fmla="*/ 26845 w 510852"/>
                <a:gd name="connsiteY32" fmla="*/ 114228 h 203766"/>
                <a:gd name="connsiteX33" fmla="*/ 872 w 510852"/>
                <a:gd name="connsiteY33" fmla="*/ 189245 h 203766"/>
                <a:gd name="connsiteX34" fmla="*/ 11266 w 510852"/>
                <a:gd name="connsiteY34" fmla="*/ 203767 h 203766"/>
                <a:gd name="connsiteX35" fmla="*/ 283226 w 510852"/>
                <a:gd name="connsiteY35" fmla="*/ 203767 h 203766"/>
                <a:gd name="connsiteX36" fmla="*/ 267230 w 510852"/>
                <a:gd name="connsiteY36" fmla="*/ 170411 h 203766"/>
                <a:gd name="connsiteX37" fmla="*/ 292296 w 510852"/>
                <a:gd name="connsiteY37" fmla="*/ 170411 h 203766"/>
                <a:gd name="connsiteX38" fmla="*/ 313095 w 510852"/>
                <a:gd name="connsiteY38" fmla="*/ 187967 h 203766"/>
                <a:gd name="connsiteX39" fmla="*/ 340713 w 510852"/>
                <a:gd name="connsiteY39" fmla="*/ 164236 h 203766"/>
                <a:gd name="connsiteX40" fmla="*/ 340713 w 510852"/>
                <a:gd name="connsiteY40" fmla="*/ 142954 h 203766"/>
                <a:gd name="connsiteX41" fmla="*/ 340073 w 510852"/>
                <a:gd name="connsiteY41" fmla="*/ 142954 h 203766"/>
                <a:gd name="connsiteX42" fmla="*/ 305252 w 510852"/>
                <a:gd name="connsiteY42" fmla="*/ 160084 h 203766"/>
                <a:gd name="connsiteX43" fmla="*/ 262588 w 510852"/>
                <a:gd name="connsiteY43" fmla="*/ 106510 h 203766"/>
                <a:gd name="connsiteX44" fmla="*/ 305252 w 510852"/>
                <a:gd name="connsiteY44" fmla="*/ 46282 h 203766"/>
                <a:gd name="connsiteX45" fmla="*/ 340073 w 510852"/>
                <a:gd name="connsiteY45" fmla="*/ 64318 h 203766"/>
                <a:gd name="connsiteX46" fmla="*/ 340926 w 510852"/>
                <a:gd name="connsiteY46" fmla="*/ 64318 h 203766"/>
                <a:gd name="connsiteX47" fmla="*/ 339966 w 510852"/>
                <a:gd name="connsiteY47" fmla="*/ 47879 h 203766"/>
                <a:gd name="connsiteX48" fmla="*/ 366633 w 510852"/>
                <a:gd name="connsiteY48" fmla="*/ 47879 h 203766"/>
                <a:gd name="connsiteX49" fmla="*/ 366633 w 510852"/>
                <a:gd name="connsiteY49" fmla="*/ 158700 h 203766"/>
                <a:gd name="connsiteX50" fmla="*/ 346422 w 510852"/>
                <a:gd name="connsiteY50" fmla="*/ 203758 h 203766"/>
                <a:gd name="connsiteX51" fmla="*/ 429072 w 510852"/>
                <a:gd name="connsiteY51" fmla="*/ 203758 h 203766"/>
                <a:gd name="connsiteX52" fmla="*/ 449550 w 510852"/>
                <a:gd name="connsiteY52" fmla="*/ 189236 h 203766"/>
                <a:gd name="connsiteX53" fmla="*/ 460212 w 510852"/>
                <a:gd name="connsiteY53" fmla="*/ 158328 h 203766"/>
                <a:gd name="connsiteX54" fmla="*/ 432220 w 510852"/>
                <a:gd name="connsiteY54" fmla="*/ 160191 h 203766"/>
                <a:gd name="connsiteX55" fmla="*/ 380816 w 510852"/>
                <a:gd name="connsiteY55" fmla="*/ 103636 h 203766"/>
                <a:gd name="connsiteX56" fmla="*/ 432220 w 510852"/>
                <a:gd name="connsiteY56" fmla="*/ 46389 h 203766"/>
                <a:gd name="connsiteX57" fmla="*/ 483784 w 510852"/>
                <a:gd name="connsiteY57" fmla="*/ 90391 h 203766"/>
                <a:gd name="connsiteX58" fmla="*/ 509971 w 510852"/>
                <a:gd name="connsiteY58" fmla="*/ 14789 h 203766"/>
                <a:gd name="connsiteX59" fmla="*/ 499950 w 510852"/>
                <a:gd name="connsiteY59" fmla="*/ 0 h 203766"/>
                <a:gd name="connsiteX60" fmla="*/ 221276 w 510852"/>
                <a:gd name="connsiteY60" fmla="*/ 100016 h 203766"/>
                <a:gd name="connsiteX61" fmla="*/ 194929 w 510852"/>
                <a:gd name="connsiteY61" fmla="*/ 66766 h 203766"/>
                <a:gd name="connsiteX62" fmla="*/ 171143 w 510852"/>
                <a:gd name="connsiteY62" fmla="*/ 100016 h 203766"/>
                <a:gd name="connsiteX63" fmla="*/ 194929 w 510852"/>
                <a:gd name="connsiteY63" fmla="*/ 139866 h 203766"/>
                <a:gd name="connsiteX64" fmla="*/ 221276 w 510852"/>
                <a:gd name="connsiteY64" fmla="*/ 100016 h 203766"/>
                <a:gd name="connsiteX65" fmla="*/ 78152 w 510852"/>
                <a:gd name="connsiteY65" fmla="*/ 66766 h 203766"/>
                <a:gd name="connsiteX66" fmla="*/ 53512 w 510852"/>
                <a:gd name="connsiteY66" fmla="*/ 91349 h 203766"/>
                <a:gd name="connsiteX67" fmla="*/ 103422 w 510852"/>
                <a:gd name="connsiteY67" fmla="*/ 91349 h 203766"/>
                <a:gd name="connsiteX68" fmla="*/ 78143 w 510852"/>
                <a:gd name="connsiteY68" fmla="*/ 66766 h 203766"/>
                <a:gd name="connsiteX69" fmla="*/ 339966 w 510852"/>
                <a:gd name="connsiteY69" fmla="*/ 100016 h 203766"/>
                <a:gd name="connsiteX70" fmla="*/ 313299 w 510852"/>
                <a:gd name="connsiteY70" fmla="*/ 66766 h 203766"/>
                <a:gd name="connsiteX71" fmla="*/ 289513 w 510852"/>
                <a:gd name="connsiteY71" fmla="*/ 100016 h 203766"/>
                <a:gd name="connsiteX72" fmla="*/ 313299 w 510852"/>
                <a:gd name="connsiteY72" fmla="*/ 139866 h 203766"/>
                <a:gd name="connsiteX73" fmla="*/ 339966 w 510852"/>
                <a:gd name="connsiteY73" fmla="*/ 100016 h 20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510852" h="203766">
                  <a:moveTo>
                    <a:pt x="457660" y="123534"/>
                  </a:moveTo>
                  <a:lnTo>
                    <a:pt x="472483" y="123534"/>
                  </a:lnTo>
                  <a:lnTo>
                    <a:pt x="477818" y="108320"/>
                  </a:lnTo>
                  <a:lnTo>
                    <a:pt x="407749" y="108320"/>
                  </a:lnTo>
                  <a:cubicBezTo>
                    <a:pt x="407749" y="132264"/>
                    <a:pt x="408390" y="139866"/>
                    <a:pt x="432442" y="139866"/>
                  </a:cubicBezTo>
                  <a:cubicBezTo>
                    <a:pt x="447265" y="139866"/>
                    <a:pt x="457669" y="139866"/>
                    <a:pt x="457669" y="123534"/>
                  </a:cubicBezTo>
                  <a:moveTo>
                    <a:pt x="407758" y="91615"/>
                  </a:moveTo>
                  <a:lnTo>
                    <a:pt x="457669" y="91615"/>
                  </a:lnTo>
                  <a:cubicBezTo>
                    <a:pt x="457669" y="68736"/>
                    <a:pt x="454308" y="67032"/>
                    <a:pt x="432442" y="67032"/>
                  </a:cubicBezTo>
                  <a:cubicBezTo>
                    <a:pt x="409243" y="67032"/>
                    <a:pt x="407749" y="71876"/>
                    <a:pt x="407749" y="91615"/>
                  </a:cubicBezTo>
                  <a:moveTo>
                    <a:pt x="499941" y="0"/>
                  </a:moveTo>
                  <a:lnTo>
                    <a:pt x="248459" y="0"/>
                  </a:lnTo>
                  <a:lnTo>
                    <a:pt x="248459" y="158913"/>
                  </a:lnTo>
                  <a:lnTo>
                    <a:pt x="221792" y="158913"/>
                  </a:lnTo>
                  <a:lnTo>
                    <a:pt x="222859" y="142208"/>
                  </a:lnTo>
                  <a:lnTo>
                    <a:pt x="222005" y="142208"/>
                  </a:lnTo>
                  <a:cubicBezTo>
                    <a:pt x="215230" y="156837"/>
                    <a:pt x="202914" y="160191"/>
                    <a:pt x="187185" y="160191"/>
                  </a:cubicBezTo>
                  <a:cubicBezTo>
                    <a:pt x="145748" y="160191"/>
                    <a:pt x="144521" y="134118"/>
                    <a:pt x="144521" y="100016"/>
                  </a:cubicBezTo>
                  <a:cubicBezTo>
                    <a:pt x="144521" y="65914"/>
                    <a:pt x="149003" y="46389"/>
                    <a:pt x="187185" y="46389"/>
                  </a:cubicBezTo>
                  <a:cubicBezTo>
                    <a:pt x="200780" y="46389"/>
                    <a:pt x="215016" y="48943"/>
                    <a:pt x="220725" y="62348"/>
                  </a:cubicBezTo>
                  <a:lnTo>
                    <a:pt x="221792" y="62348"/>
                  </a:lnTo>
                  <a:lnTo>
                    <a:pt x="221792" y="0"/>
                  </a:lnTo>
                  <a:lnTo>
                    <a:pt x="81922" y="0"/>
                  </a:lnTo>
                  <a:cubicBezTo>
                    <a:pt x="72745" y="213"/>
                    <a:pt x="64636" y="5988"/>
                    <a:pt x="61443" y="14576"/>
                  </a:cubicBezTo>
                  <a:lnTo>
                    <a:pt x="49075" y="50540"/>
                  </a:lnTo>
                  <a:cubicBezTo>
                    <a:pt x="58429" y="47418"/>
                    <a:pt x="68281" y="46016"/>
                    <a:pt x="78134" y="46389"/>
                  </a:cubicBezTo>
                  <a:cubicBezTo>
                    <a:pt x="123989" y="46389"/>
                    <a:pt x="130178" y="59740"/>
                    <a:pt x="130178" y="108320"/>
                  </a:cubicBezTo>
                  <a:lnTo>
                    <a:pt x="53494" y="108320"/>
                  </a:lnTo>
                  <a:cubicBezTo>
                    <a:pt x="53494" y="132264"/>
                    <a:pt x="54134" y="139866"/>
                    <a:pt x="78134" y="139866"/>
                  </a:cubicBezTo>
                  <a:cubicBezTo>
                    <a:pt x="93010" y="139866"/>
                    <a:pt x="103414" y="139866"/>
                    <a:pt x="103414" y="123534"/>
                  </a:cubicBezTo>
                  <a:lnTo>
                    <a:pt x="130080" y="123534"/>
                  </a:lnTo>
                  <a:cubicBezTo>
                    <a:pt x="130080" y="158541"/>
                    <a:pt x="109869" y="160191"/>
                    <a:pt x="78036" y="160191"/>
                  </a:cubicBezTo>
                  <a:cubicBezTo>
                    <a:pt x="39107" y="160191"/>
                    <a:pt x="28445" y="148862"/>
                    <a:pt x="26845" y="114228"/>
                  </a:cubicBezTo>
                  <a:lnTo>
                    <a:pt x="872" y="189245"/>
                  </a:lnTo>
                  <a:cubicBezTo>
                    <a:pt x="872" y="189245"/>
                    <a:pt x="-4464" y="203767"/>
                    <a:pt x="11266" y="203767"/>
                  </a:cubicBezTo>
                  <a:lnTo>
                    <a:pt x="283226" y="203767"/>
                  </a:lnTo>
                  <a:cubicBezTo>
                    <a:pt x="272565" y="198923"/>
                    <a:pt x="266483" y="189298"/>
                    <a:pt x="267230" y="170411"/>
                  </a:cubicBezTo>
                  <a:lnTo>
                    <a:pt x="292296" y="170411"/>
                  </a:lnTo>
                  <a:cubicBezTo>
                    <a:pt x="292296" y="185625"/>
                    <a:pt x="298005" y="187967"/>
                    <a:pt x="313095" y="187967"/>
                  </a:cubicBezTo>
                  <a:cubicBezTo>
                    <a:pt x="335813" y="187967"/>
                    <a:pt x="340713" y="183283"/>
                    <a:pt x="340713" y="164236"/>
                  </a:cubicBezTo>
                  <a:lnTo>
                    <a:pt x="340713" y="142954"/>
                  </a:lnTo>
                  <a:lnTo>
                    <a:pt x="340073" y="142954"/>
                  </a:lnTo>
                  <a:cubicBezTo>
                    <a:pt x="333030" y="157529"/>
                    <a:pt x="318741" y="160084"/>
                    <a:pt x="305252" y="160084"/>
                  </a:cubicBezTo>
                  <a:cubicBezTo>
                    <a:pt x="267016" y="160084"/>
                    <a:pt x="262588" y="139121"/>
                    <a:pt x="262588" y="106510"/>
                  </a:cubicBezTo>
                  <a:cubicBezTo>
                    <a:pt x="262588" y="73899"/>
                    <a:pt x="263869" y="46282"/>
                    <a:pt x="305252" y="46282"/>
                  </a:cubicBezTo>
                  <a:cubicBezTo>
                    <a:pt x="320928" y="46282"/>
                    <a:pt x="333244" y="49689"/>
                    <a:pt x="340073" y="64318"/>
                  </a:cubicBezTo>
                  <a:lnTo>
                    <a:pt x="340926" y="64318"/>
                  </a:lnTo>
                  <a:lnTo>
                    <a:pt x="339966" y="47879"/>
                  </a:lnTo>
                  <a:lnTo>
                    <a:pt x="366633" y="47879"/>
                  </a:lnTo>
                  <a:lnTo>
                    <a:pt x="366633" y="158700"/>
                  </a:lnTo>
                  <a:cubicBezTo>
                    <a:pt x="366633" y="184614"/>
                    <a:pt x="361298" y="197752"/>
                    <a:pt x="346422" y="203758"/>
                  </a:cubicBezTo>
                  <a:lnTo>
                    <a:pt x="429072" y="203758"/>
                  </a:lnTo>
                  <a:cubicBezTo>
                    <a:pt x="438231" y="203554"/>
                    <a:pt x="446340" y="197797"/>
                    <a:pt x="449550" y="189236"/>
                  </a:cubicBezTo>
                  <a:lnTo>
                    <a:pt x="460212" y="158328"/>
                  </a:lnTo>
                  <a:cubicBezTo>
                    <a:pt x="450964" y="159871"/>
                    <a:pt x="441583" y="160492"/>
                    <a:pt x="432220" y="160191"/>
                  </a:cubicBezTo>
                  <a:cubicBezTo>
                    <a:pt x="389556" y="160191"/>
                    <a:pt x="380816" y="146626"/>
                    <a:pt x="380816" y="103636"/>
                  </a:cubicBezTo>
                  <a:cubicBezTo>
                    <a:pt x="380816" y="63785"/>
                    <a:pt x="387164" y="46389"/>
                    <a:pt x="432220" y="46389"/>
                  </a:cubicBezTo>
                  <a:cubicBezTo>
                    <a:pt x="471789" y="46389"/>
                    <a:pt x="481810" y="56387"/>
                    <a:pt x="483784" y="90391"/>
                  </a:cubicBezTo>
                  <a:lnTo>
                    <a:pt x="509971" y="14789"/>
                  </a:lnTo>
                  <a:cubicBezTo>
                    <a:pt x="509971" y="14789"/>
                    <a:pt x="515253" y="0"/>
                    <a:pt x="499950" y="0"/>
                  </a:cubicBezTo>
                  <a:moveTo>
                    <a:pt x="221276" y="100016"/>
                  </a:moveTo>
                  <a:cubicBezTo>
                    <a:pt x="221276" y="76285"/>
                    <a:pt x="218129" y="66766"/>
                    <a:pt x="194929" y="66766"/>
                  </a:cubicBezTo>
                  <a:cubicBezTo>
                    <a:pt x="176479" y="66766"/>
                    <a:pt x="171143" y="72089"/>
                    <a:pt x="171143" y="100016"/>
                  </a:cubicBezTo>
                  <a:cubicBezTo>
                    <a:pt x="171143" y="125237"/>
                    <a:pt x="170503" y="139866"/>
                    <a:pt x="194929" y="139866"/>
                  </a:cubicBezTo>
                  <a:cubicBezTo>
                    <a:pt x="222334" y="139866"/>
                    <a:pt x="221276" y="126515"/>
                    <a:pt x="221276" y="100016"/>
                  </a:cubicBezTo>
                  <a:moveTo>
                    <a:pt x="78152" y="66766"/>
                  </a:moveTo>
                  <a:cubicBezTo>
                    <a:pt x="54952" y="66766"/>
                    <a:pt x="53512" y="71610"/>
                    <a:pt x="53512" y="91349"/>
                  </a:cubicBezTo>
                  <a:lnTo>
                    <a:pt x="103422" y="91349"/>
                  </a:lnTo>
                  <a:cubicBezTo>
                    <a:pt x="103422" y="68469"/>
                    <a:pt x="100008" y="66766"/>
                    <a:pt x="78143" y="66766"/>
                  </a:cubicBezTo>
                  <a:moveTo>
                    <a:pt x="339966" y="100016"/>
                  </a:moveTo>
                  <a:cubicBezTo>
                    <a:pt x="339966" y="76285"/>
                    <a:pt x="336338" y="66766"/>
                    <a:pt x="313299" y="66766"/>
                  </a:cubicBezTo>
                  <a:cubicBezTo>
                    <a:pt x="294848" y="66766"/>
                    <a:pt x="289513" y="72089"/>
                    <a:pt x="289513" y="100016"/>
                  </a:cubicBezTo>
                  <a:cubicBezTo>
                    <a:pt x="289513" y="125237"/>
                    <a:pt x="289513" y="139866"/>
                    <a:pt x="313299" y="139866"/>
                  </a:cubicBezTo>
                  <a:cubicBezTo>
                    <a:pt x="339966" y="139866"/>
                    <a:pt x="339966" y="126515"/>
                    <a:pt x="339966" y="100016"/>
                  </a:cubicBezTo>
                </a:path>
              </a:pathLst>
            </a:custGeom>
            <a:solidFill>
              <a:srgbClr val="FF3232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r" defTabSz="914400" rtl="1" eaLnBrk="1" latinLnBrk="0" hangingPunct="1"/>
              <a:endParaRPr lang="en-IL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664D957-A473-1F45-51E8-88C5A302C759}"/>
                </a:ext>
              </a:extLst>
            </p:cNvPr>
            <p:cNvSpPr/>
            <p:nvPr/>
          </p:nvSpPr>
          <p:spPr>
            <a:xfrm>
              <a:off x="10654248" y="6448149"/>
              <a:ext cx="508352" cy="160456"/>
            </a:xfrm>
            <a:custGeom>
              <a:avLst/>
              <a:gdLst>
                <a:gd name="connsiteX0" fmla="*/ 422866 w 508352"/>
                <a:gd name="connsiteY0" fmla="*/ 47879 h 160456"/>
                <a:gd name="connsiteX1" fmla="*/ 422866 w 508352"/>
                <a:gd name="connsiteY1" fmla="*/ 158913 h 160456"/>
                <a:gd name="connsiteX2" fmla="*/ 449532 w 508352"/>
                <a:gd name="connsiteY2" fmla="*/ 158913 h 160456"/>
                <a:gd name="connsiteX3" fmla="*/ 449532 w 508352"/>
                <a:gd name="connsiteY3" fmla="*/ 90444 h 160456"/>
                <a:gd name="connsiteX4" fmla="*/ 469691 w 508352"/>
                <a:gd name="connsiteY4" fmla="*/ 66926 h 160456"/>
                <a:gd name="connsiteX5" fmla="*/ 483286 w 508352"/>
                <a:gd name="connsiteY5" fmla="*/ 84695 h 160456"/>
                <a:gd name="connsiteX6" fmla="*/ 483286 w 508352"/>
                <a:gd name="connsiteY6" fmla="*/ 90444 h 160456"/>
                <a:gd name="connsiteX7" fmla="*/ 508353 w 508352"/>
                <a:gd name="connsiteY7" fmla="*/ 90444 h 160456"/>
                <a:gd name="connsiteX8" fmla="*/ 508353 w 508352"/>
                <a:gd name="connsiteY8" fmla="*/ 81404 h 160456"/>
                <a:gd name="connsiteX9" fmla="*/ 479080 w 508352"/>
                <a:gd name="connsiteY9" fmla="*/ 46397 h 160456"/>
                <a:gd name="connsiteX10" fmla="*/ 449328 w 508352"/>
                <a:gd name="connsiteY10" fmla="*/ 62357 h 160456"/>
                <a:gd name="connsiteX11" fmla="*/ 448261 w 508352"/>
                <a:gd name="connsiteY11" fmla="*/ 62357 h 160456"/>
                <a:gd name="connsiteX12" fmla="*/ 449008 w 508352"/>
                <a:gd name="connsiteY12" fmla="*/ 47888 h 160456"/>
                <a:gd name="connsiteX13" fmla="*/ 422874 w 508352"/>
                <a:gd name="connsiteY13" fmla="*/ 47888 h 160456"/>
                <a:gd name="connsiteX14" fmla="*/ 371461 w 508352"/>
                <a:gd name="connsiteY14" fmla="*/ 158913 h 160456"/>
                <a:gd name="connsiteX15" fmla="*/ 398128 w 508352"/>
                <a:gd name="connsiteY15" fmla="*/ 158913 h 160456"/>
                <a:gd name="connsiteX16" fmla="*/ 398128 w 508352"/>
                <a:gd name="connsiteY16" fmla="*/ 89220 h 160456"/>
                <a:gd name="connsiteX17" fmla="*/ 347577 w 508352"/>
                <a:gd name="connsiteY17" fmla="*/ 46655 h 160456"/>
                <a:gd name="connsiteX18" fmla="*/ 299588 w 508352"/>
                <a:gd name="connsiteY18" fmla="*/ 80384 h 160456"/>
                <a:gd name="connsiteX19" fmla="*/ 326255 w 508352"/>
                <a:gd name="connsiteY19" fmla="*/ 80384 h 160456"/>
                <a:gd name="connsiteX20" fmla="*/ 347266 w 508352"/>
                <a:gd name="connsiteY20" fmla="*/ 64903 h 160456"/>
                <a:gd name="connsiteX21" fmla="*/ 371052 w 508352"/>
                <a:gd name="connsiteY21" fmla="*/ 89273 h 160456"/>
                <a:gd name="connsiteX22" fmla="*/ 371052 w 508352"/>
                <a:gd name="connsiteY22" fmla="*/ 103689 h 160456"/>
                <a:gd name="connsiteX23" fmla="*/ 370625 w 508352"/>
                <a:gd name="connsiteY23" fmla="*/ 103689 h 160456"/>
                <a:gd name="connsiteX24" fmla="*/ 337298 w 508352"/>
                <a:gd name="connsiteY24" fmla="*/ 90976 h 160456"/>
                <a:gd name="connsiteX25" fmla="*/ 295648 w 508352"/>
                <a:gd name="connsiteY25" fmla="*/ 125078 h 160456"/>
                <a:gd name="connsiteX26" fmla="*/ 337298 w 508352"/>
                <a:gd name="connsiteY26" fmla="*/ 160457 h 160456"/>
                <a:gd name="connsiteX27" fmla="*/ 371906 w 508352"/>
                <a:gd name="connsiteY27" fmla="*/ 145242 h 160456"/>
                <a:gd name="connsiteX28" fmla="*/ 372546 w 508352"/>
                <a:gd name="connsiteY28" fmla="*/ 145242 h 160456"/>
                <a:gd name="connsiteX29" fmla="*/ 371479 w 508352"/>
                <a:gd name="connsiteY29" fmla="*/ 158913 h 160456"/>
                <a:gd name="connsiteX30" fmla="*/ 346608 w 508352"/>
                <a:gd name="connsiteY30" fmla="*/ 108905 h 160456"/>
                <a:gd name="connsiteX31" fmla="*/ 371248 w 508352"/>
                <a:gd name="connsiteY31" fmla="*/ 124865 h 160456"/>
                <a:gd name="connsiteX32" fmla="*/ 346608 w 508352"/>
                <a:gd name="connsiteY32" fmla="*/ 142049 h 160456"/>
                <a:gd name="connsiteX33" fmla="*/ 322182 w 508352"/>
                <a:gd name="connsiteY33" fmla="*/ 124865 h 160456"/>
                <a:gd name="connsiteX34" fmla="*/ 346608 w 508352"/>
                <a:gd name="connsiteY34" fmla="*/ 108905 h 160456"/>
                <a:gd name="connsiteX35" fmla="*/ 273134 w 508352"/>
                <a:gd name="connsiteY35" fmla="*/ 0 h 160456"/>
                <a:gd name="connsiteX36" fmla="*/ 246467 w 508352"/>
                <a:gd name="connsiteY36" fmla="*/ 0 h 160456"/>
                <a:gd name="connsiteX37" fmla="*/ 246467 w 508352"/>
                <a:gd name="connsiteY37" fmla="*/ 158913 h 160456"/>
                <a:gd name="connsiteX38" fmla="*/ 273134 w 508352"/>
                <a:gd name="connsiteY38" fmla="*/ 158913 h 160456"/>
                <a:gd name="connsiteX39" fmla="*/ 273134 w 508352"/>
                <a:gd name="connsiteY39" fmla="*/ 0 h 160456"/>
                <a:gd name="connsiteX40" fmla="*/ 171179 w 508352"/>
                <a:gd name="connsiteY40" fmla="*/ 66766 h 160456"/>
                <a:gd name="connsiteX41" fmla="*/ 196886 w 508352"/>
                <a:gd name="connsiteY41" fmla="*/ 103636 h 160456"/>
                <a:gd name="connsiteX42" fmla="*/ 171179 w 508352"/>
                <a:gd name="connsiteY42" fmla="*/ 139866 h 160456"/>
                <a:gd name="connsiteX43" fmla="*/ 145472 w 508352"/>
                <a:gd name="connsiteY43" fmla="*/ 103636 h 160456"/>
                <a:gd name="connsiteX44" fmla="*/ 171179 w 508352"/>
                <a:gd name="connsiteY44" fmla="*/ 66766 h 160456"/>
                <a:gd name="connsiteX45" fmla="*/ 171179 w 508352"/>
                <a:gd name="connsiteY45" fmla="*/ 46389 h 160456"/>
                <a:gd name="connsiteX46" fmla="*/ 118708 w 508352"/>
                <a:gd name="connsiteY46" fmla="*/ 103423 h 160456"/>
                <a:gd name="connsiteX47" fmla="*/ 171179 w 508352"/>
                <a:gd name="connsiteY47" fmla="*/ 160191 h 160456"/>
                <a:gd name="connsiteX48" fmla="*/ 223650 w 508352"/>
                <a:gd name="connsiteY48" fmla="*/ 103423 h 160456"/>
                <a:gd name="connsiteX49" fmla="*/ 171179 w 508352"/>
                <a:gd name="connsiteY49" fmla="*/ 46389 h 160456"/>
                <a:gd name="connsiteX50" fmla="*/ 98763 w 508352"/>
                <a:gd name="connsiteY50" fmla="*/ 77988 h 160456"/>
                <a:gd name="connsiteX51" fmla="*/ 50773 w 508352"/>
                <a:gd name="connsiteY51" fmla="*/ 46389 h 160456"/>
                <a:gd name="connsiteX52" fmla="*/ 9 w 508352"/>
                <a:gd name="connsiteY52" fmla="*/ 77563 h 160456"/>
                <a:gd name="connsiteX53" fmla="*/ 48426 w 508352"/>
                <a:gd name="connsiteY53" fmla="*/ 112090 h 160456"/>
                <a:gd name="connsiteX54" fmla="*/ 76044 w 508352"/>
                <a:gd name="connsiteY54" fmla="*/ 127145 h 160456"/>
                <a:gd name="connsiteX55" fmla="*/ 50764 w 508352"/>
                <a:gd name="connsiteY55" fmla="*/ 141987 h 160456"/>
                <a:gd name="connsiteX56" fmla="*/ 26765 w 508352"/>
                <a:gd name="connsiteY56" fmla="*/ 123951 h 160456"/>
                <a:gd name="connsiteX57" fmla="*/ 0 w 508352"/>
                <a:gd name="connsiteY57" fmla="*/ 123951 h 160456"/>
                <a:gd name="connsiteX58" fmla="*/ 50764 w 508352"/>
                <a:gd name="connsiteY58" fmla="*/ 160182 h 160456"/>
                <a:gd name="connsiteX59" fmla="*/ 102809 w 508352"/>
                <a:gd name="connsiteY59" fmla="*/ 127145 h 160456"/>
                <a:gd name="connsiteX60" fmla="*/ 53112 w 508352"/>
                <a:gd name="connsiteY60" fmla="*/ 91766 h 160456"/>
                <a:gd name="connsiteX61" fmla="*/ 26658 w 508352"/>
                <a:gd name="connsiteY61" fmla="*/ 79266 h 160456"/>
                <a:gd name="connsiteX62" fmla="*/ 50657 w 508352"/>
                <a:gd name="connsiteY62" fmla="*/ 64637 h 160456"/>
                <a:gd name="connsiteX63" fmla="*/ 71989 w 508352"/>
                <a:gd name="connsiteY63" fmla="*/ 77988 h 160456"/>
                <a:gd name="connsiteX64" fmla="*/ 98763 w 508352"/>
                <a:gd name="connsiteY64" fmla="*/ 77988 h 16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08352" h="160456">
                  <a:moveTo>
                    <a:pt x="422866" y="47879"/>
                  </a:moveTo>
                  <a:lnTo>
                    <a:pt x="422866" y="158913"/>
                  </a:lnTo>
                  <a:lnTo>
                    <a:pt x="449532" y="158913"/>
                  </a:lnTo>
                  <a:lnTo>
                    <a:pt x="449532" y="90444"/>
                  </a:lnTo>
                  <a:cubicBezTo>
                    <a:pt x="449106" y="76028"/>
                    <a:pt x="453801" y="66926"/>
                    <a:pt x="469691" y="66926"/>
                  </a:cubicBezTo>
                  <a:cubicBezTo>
                    <a:pt x="482219" y="66926"/>
                    <a:pt x="483286" y="73473"/>
                    <a:pt x="483286" y="84695"/>
                  </a:cubicBezTo>
                  <a:lnTo>
                    <a:pt x="483286" y="90444"/>
                  </a:lnTo>
                  <a:lnTo>
                    <a:pt x="508353" y="90444"/>
                  </a:lnTo>
                  <a:lnTo>
                    <a:pt x="508353" y="81404"/>
                  </a:lnTo>
                  <a:cubicBezTo>
                    <a:pt x="508353" y="60121"/>
                    <a:pt x="502644" y="46397"/>
                    <a:pt x="479080" y="46397"/>
                  </a:cubicBezTo>
                  <a:cubicBezTo>
                    <a:pt x="466125" y="46397"/>
                    <a:pt x="454654" y="50017"/>
                    <a:pt x="449328" y="62357"/>
                  </a:cubicBezTo>
                  <a:lnTo>
                    <a:pt x="448261" y="62357"/>
                  </a:lnTo>
                  <a:lnTo>
                    <a:pt x="449008" y="47888"/>
                  </a:lnTo>
                  <a:lnTo>
                    <a:pt x="422874" y="47888"/>
                  </a:lnTo>
                  <a:close/>
                  <a:moveTo>
                    <a:pt x="371461" y="158913"/>
                  </a:moveTo>
                  <a:lnTo>
                    <a:pt x="398128" y="158913"/>
                  </a:lnTo>
                  <a:lnTo>
                    <a:pt x="398128" y="89220"/>
                  </a:lnTo>
                  <a:cubicBezTo>
                    <a:pt x="398128" y="51977"/>
                    <a:pt x="383252" y="46655"/>
                    <a:pt x="347577" y="46655"/>
                  </a:cubicBezTo>
                  <a:cubicBezTo>
                    <a:pt x="322084" y="46655"/>
                    <a:pt x="299588" y="47932"/>
                    <a:pt x="299588" y="80384"/>
                  </a:cubicBezTo>
                  <a:lnTo>
                    <a:pt x="326255" y="80384"/>
                  </a:lnTo>
                  <a:cubicBezTo>
                    <a:pt x="326255" y="65968"/>
                    <a:pt x="335582" y="64903"/>
                    <a:pt x="347266" y="64903"/>
                  </a:cubicBezTo>
                  <a:cubicBezTo>
                    <a:pt x="369558" y="64903"/>
                    <a:pt x="371052" y="71237"/>
                    <a:pt x="371052" y="89273"/>
                  </a:cubicBezTo>
                  <a:lnTo>
                    <a:pt x="371052" y="103689"/>
                  </a:lnTo>
                  <a:lnTo>
                    <a:pt x="370625" y="103689"/>
                  </a:lnTo>
                  <a:cubicBezTo>
                    <a:pt x="364276" y="91189"/>
                    <a:pt x="350894" y="90976"/>
                    <a:pt x="337298" y="90976"/>
                  </a:cubicBezTo>
                  <a:cubicBezTo>
                    <a:pt x="309680" y="90976"/>
                    <a:pt x="295648" y="98375"/>
                    <a:pt x="295648" y="125078"/>
                  </a:cubicBezTo>
                  <a:cubicBezTo>
                    <a:pt x="295648" y="155187"/>
                    <a:pt x="312018" y="160457"/>
                    <a:pt x="337298" y="160457"/>
                  </a:cubicBezTo>
                  <a:cubicBezTo>
                    <a:pt x="350254" y="160457"/>
                    <a:pt x="366624" y="160031"/>
                    <a:pt x="371906" y="145242"/>
                  </a:cubicBezTo>
                  <a:lnTo>
                    <a:pt x="372546" y="145242"/>
                  </a:lnTo>
                  <a:lnTo>
                    <a:pt x="371479" y="158913"/>
                  </a:lnTo>
                  <a:close/>
                  <a:moveTo>
                    <a:pt x="346608" y="108905"/>
                  </a:moveTo>
                  <a:cubicBezTo>
                    <a:pt x="359777" y="108905"/>
                    <a:pt x="371248" y="109331"/>
                    <a:pt x="371248" y="124865"/>
                  </a:cubicBezTo>
                  <a:cubicBezTo>
                    <a:pt x="371248" y="140399"/>
                    <a:pt x="360586" y="142049"/>
                    <a:pt x="346608" y="142049"/>
                  </a:cubicBezTo>
                  <a:cubicBezTo>
                    <a:pt x="328584" y="142049"/>
                    <a:pt x="322182" y="140558"/>
                    <a:pt x="322182" y="124865"/>
                  </a:cubicBezTo>
                  <a:cubicBezTo>
                    <a:pt x="322182" y="109171"/>
                    <a:pt x="332843" y="108905"/>
                    <a:pt x="346608" y="108905"/>
                  </a:cubicBezTo>
                  <a:moveTo>
                    <a:pt x="273134" y="0"/>
                  </a:moveTo>
                  <a:lnTo>
                    <a:pt x="246467" y="0"/>
                  </a:lnTo>
                  <a:lnTo>
                    <a:pt x="246467" y="158913"/>
                  </a:lnTo>
                  <a:lnTo>
                    <a:pt x="273134" y="158913"/>
                  </a:lnTo>
                  <a:lnTo>
                    <a:pt x="273134" y="0"/>
                  </a:lnTo>
                  <a:close/>
                  <a:moveTo>
                    <a:pt x="171179" y="66766"/>
                  </a:moveTo>
                  <a:cubicBezTo>
                    <a:pt x="194965" y="66766"/>
                    <a:pt x="196886" y="73526"/>
                    <a:pt x="196886" y="103636"/>
                  </a:cubicBezTo>
                  <a:cubicBezTo>
                    <a:pt x="196886" y="133745"/>
                    <a:pt x="194965" y="139866"/>
                    <a:pt x="171179" y="139866"/>
                  </a:cubicBezTo>
                  <a:cubicBezTo>
                    <a:pt x="147393" y="139866"/>
                    <a:pt x="145472" y="133266"/>
                    <a:pt x="145472" y="103636"/>
                  </a:cubicBezTo>
                  <a:cubicBezTo>
                    <a:pt x="145472" y="74005"/>
                    <a:pt x="147393" y="66766"/>
                    <a:pt x="171179" y="66766"/>
                  </a:cubicBezTo>
                  <a:moveTo>
                    <a:pt x="171179" y="46389"/>
                  </a:moveTo>
                  <a:cubicBezTo>
                    <a:pt x="124683" y="46389"/>
                    <a:pt x="118708" y="60166"/>
                    <a:pt x="118708" y="103423"/>
                  </a:cubicBezTo>
                  <a:cubicBezTo>
                    <a:pt x="118708" y="146680"/>
                    <a:pt x="124683" y="160191"/>
                    <a:pt x="171179" y="160191"/>
                  </a:cubicBezTo>
                  <a:cubicBezTo>
                    <a:pt x="217675" y="160191"/>
                    <a:pt x="223650" y="146413"/>
                    <a:pt x="223650" y="103423"/>
                  </a:cubicBezTo>
                  <a:cubicBezTo>
                    <a:pt x="223650" y="60432"/>
                    <a:pt x="217728" y="46389"/>
                    <a:pt x="171179" y="46389"/>
                  </a:cubicBezTo>
                  <a:moveTo>
                    <a:pt x="98763" y="77988"/>
                  </a:moveTo>
                  <a:cubicBezTo>
                    <a:pt x="98763" y="46814"/>
                    <a:pt x="72629" y="46389"/>
                    <a:pt x="50773" y="46389"/>
                  </a:cubicBezTo>
                  <a:cubicBezTo>
                    <a:pt x="22088" y="46389"/>
                    <a:pt x="9" y="47027"/>
                    <a:pt x="9" y="77563"/>
                  </a:cubicBezTo>
                  <a:cubicBezTo>
                    <a:pt x="9" y="105969"/>
                    <a:pt x="7425" y="111717"/>
                    <a:pt x="48426" y="112090"/>
                  </a:cubicBezTo>
                  <a:cubicBezTo>
                    <a:pt x="75404" y="112516"/>
                    <a:pt x="76044" y="117413"/>
                    <a:pt x="76044" y="127145"/>
                  </a:cubicBezTo>
                  <a:cubicBezTo>
                    <a:pt x="76044" y="142412"/>
                    <a:pt x="66716" y="141987"/>
                    <a:pt x="50764" y="141987"/>
                  </a:cubicBezTo>
                  <a:cubicBezTo>
                    <a:pt x="30980" y="141987"/>
                    <a:pt x="27192" y="140070"/>
                    <a:pt x="26765" y="123951"/>
                  </a:cubicBezTo>
                  <a:lnTo>
                    <a:pt x="0" y="123951"/>
                  </a:lnTo>
                  <a:cubicBezTo>
                    <a:pt x="0" y="160182"/>
                    <a:pt x="20371" y="160182"/>
                    <a:pt x="50764" y="160182"/>
                  </a:cubicBezTo>
                  <a:cubicBezTo>
                    <a:pt x="78969" y="160182"/>
                    <a:pt x="102809" y="157254"/>
                    <a:pt x="102809" y="127145"/>
                  </a:cubicBezTo>
                  <a:cubicBezTo>
                    <a:pt x="102809" y="91127"/>
                    <a:pt x="79450" y="93043"/>
                    <a:pt x="53112" y="91766"/>
                  </a:cubicBezTo>
                  <a:cubicBezTo>
                    <a:pt x="29752" y="90701"/>
                    <a:pt x="26658" y="90435"/>
                    <a:pt x="26658" y="79266"/>
                  </a:cubicBezTo>
                  <a:cubicBezTo>
                    <a:pt x="26658" y="64637"/>
                    <a:pt x="36413" y="64637"/>
                    <a:pt x="50657" y="64637"/>
                  </a:cubicBezTo>
                  <a:cubicBezTo>
                    <a:pt x="64902" y="64637"/>
                    <a:pt x="71989" y="64637"/>
                    <a:pt x="71989" y="77988"/>
                  </a:cubicBezTo>
                  <a:lnTo>
                    <a:pt x="98763" y="77988"/>
                  </a:lnTo>
                  <a:close/>
                </a:path>
              </a:pathLst>
            </a:custGeom>
            <a:solidFill>
              <a:schemeClr val="bg1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l" defTabSz="914400" rtl="0" eaLnBrk="1" latinLnBrk="0" hangingPunct="1"/>
              <a:endParaRPr lang="en-IL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B9C007F-BD8B-09BA-F328-D72DF6B18B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001" y="463296"/>
            <a:ext cx="5364000" cy="1067330"/>
          </a:xfrm>
        </p:spPr>
        <p:txBody>
          <a:bodyPr/>
          <a:lstStyle/>
          <a:p>
            <a:r>
              <a:rPr lang="en-US"/>
              <a:t>Click to edit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A8CEB-8694-EA37-7BA0-FDAD45965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6001" y="1681163"/>
            <a:ext cx="5400000" cy="823912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EA84F-FD1F-BAC2-8046-8983299085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6001" y="2505075"/>
            <a:ext cx="540000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DBF64-FDEA-B621-4A52-5A1EC7D873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6000" y="1681163"/>
            <a:ext cx="5400000" cy="823912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7C6ABF-8EC2-A975-58E5-887C9D96A9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6000" y="2505075"/>
            <a:ext cx="5400000" cy="36845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3FDF2E-A52A-6137-A0DA-310FD4356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D1ED1D-EC77-FD5D-38C5-FE40F4AD3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51083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49C20-CAD9-FFD2-CE2D-5525543FB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463295"/>
            <a:ext cx="4334296" cy="130586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03630-E937-E68D-BE93-B4C7018B1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000" y="2045155"/>
            <a:ext cx="4334296" cy="39079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7D31-CDDE-39A3-0DD6-ED3E256F9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E7FC2-5991-B5B8-9AD3-AE6D68AE9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‹#›</a:t>
            </a:fld>
            <a:endParaRPr lang="en-IL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F33FC7A-6F25-BD5D-6C1C-94F77D5722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72063" y="1076325"/>
            <a:ext cx="6357937" cy="4095749"/>
          </a:xfrm>
          <a:prstGeom prst="roundRect">
            <a:avLst>
              <a:gd name="adj" fmla="val 2501"/>
            </a:avLst>
          </a:prstGeom>
          <a:solidFill>
            <a:schemeClr val="bg2"/>
          </a:solidFill>
        </p:spPr>
        <p:txBody>
          <a:bodyPr lIns="90000" tIns="1080000"/>
          <a:lstStyle>
            <a:lvl1pPr marL="0" indent="0" algn="ctr">
              <a:buFontTx/>
              <a:buNone/>
              <a:defRPr sz="1050" b="1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Drag &amp; drop photo here or click icon to add picture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8266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49C20-CAD9-FFD2-CE2D-5525543FB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99" y="463295"/>
            <a:ext cx="6401635" cy="13058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03630-E937-E68D-BE93-B4C7018B1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99" y="2045155"/>
            <a:ext cx="6401635" cy="39079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7D31-CDDE-39A3-0DD6-ED3E256F9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E7FC2-5991-B5B8-9AD3-AE6D68AE9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‹#›</a:t>
            </a:fld>
            <a:endParaRPr lang="en-IL"/>
          </a:p>
        </p:txBody>
      </p:sp>
      <p:sp>
        <p:nvSpPr>
          <p:cNvPr id="4" name="Рисунок 13">
            <a:extLst>
              <a:ext uri="{FF2B5EF4-FFF2-40B4-BE49-F238E27FC236}">
                <a16:creationId xmlns:a16="http://schemas.microsoft.com/office/drawing/2014/main" id="{703DF917-C371-2EE1-EEC8-B1EF6E5FFAE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895965" y="554724"/>
            <a:ext cx="2689989" cy="5748552"/>
          </a:xfrm>
          <a:custGeom>
            <a:avLst/>
            <a:gdLst>
              <a:gd name="connsiteX0" fmla="*/ 466924 w 4408266"/>
              <a:gd name="connsiteY0" fmla="*/ 0 h 9420405"/>
              <a:gd name="connsiteX1" fmla="*/ 1057794 w 4408266"/>
              <a:gd name="connsiteY1" fmla="*/ 0 h 9420405"/>
              <a:gd name="connsiteX2" fmla="*/ 1057794 w 4408266"/>
              <a:gd name="connsiteY2" fmla="*/ 111037 h 9420405"/>
              <a:gd name="connsiteX3" fmla="*/ 1248692 w 4408266"/>
              <a:gd name="connsiteY3" fmla="*/ 301936 h 9420405"/>
              <a:gd name="connsiteX4" fmla="*/ 3161000 w 4408266"/>
              <a:gd name="connsiteY4" fmla="*/ 301936 h 9420405"/>
              <a:gd name="connsiteX5" fmla="*/ 3351900 w 4408266"/>
              <a:gd name="connsiteY5" fmla="*/ 111037 h 9420405"/>
              <a:gd name="connsiteX6" fmla="*/ 3351900 w 4408266"/>
              <a:gd name="connsiteY6" fmla="*/ 0 h 9420405"/>
              <a:gd name="connsiteX7" fmla="*/ 3941342 w 4408266"/>
              <a:gd name="connsiteY7" fmla="*/ 0 h 9420405"/>
              <a:gd name="connsiteX8" fmla="*/ 4408266 w 4408266"/>
              <a:gd name="connsiteY8" fmla="*/ 466923 h 9420405"/>
              <a:gd name="connsiteX9" fmla="*/ 4408266 w 4408266"/>
              <a:gd name="connsiteY9" fmla="*/ 8953482 h 9420405"/>
              <a:gd name="connsiteX10" fmla="*/ 3941342 w 4408266"/>
              <a:gd name="connsiteY10" fmla="*/ 9420405 h 9420405"/>
              <a:gd name="connsiteX11" fmla="*/ 466924 w 4408266"/>
              <a:gd name="connsiteY11" fmla="*/ 9420405 h 9420405"/>
              <a:gd name="connsiteX12" fmla="*/ 0 w 4408266"/>
              <a:gd name="connsiteY12" fmla="*/ 8953482 h 9420405"/>
              <a:gd name="connsiteX13" fmla="*/ 0 w 4408266"/>
              <a:gd name="connsiteY13" fmla="*/ 466923 h 9420405"/>
              <a:gd name="connsiteX14" fmla="*/ 466924 w 4408266"/>
              <a:gd name="connsiteY14" fmla="*/ 0 h 9420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408266" h="9420405">
                <a:moveTo>
                  <a:pt x="466924" y="0"/>
                </a:moveTo>
                <a:lnTo>
                  <a:pt x="1057794" y="0"/>
                </a:lnTo>
                <a:lnTo>
                  <a:pt x="1057794" y="111037"/>
                </a:lnTo>
                <a:cubicBezTo>
                  <a:pt x="1057794" y="216468"/>
                  <a:pt x="1143262" y="301936"/>
                  <a:pt x="1248692" y="301936"/>
                </a:cubicBezTo>
                <a:lnTo>
                  <a:pt x="3161000" y="301936"/>
                </a:lnTo>
                <a:cubicBezTo>
                  <a:pt x="3266430" y="301936"/>
                  <a:pt x="3351900" y="216468"/>
                  <a:pt x="3351900" y="111037"/>
                </a:cubicBezTo>
                <a:lnTo>
                  <a:pt x="3351900" y="0"/>
                </a:lnTo>
                <a:lnTo>
                  <a:pt x="3941342" y="0"/>
                </a:lnTo>
                <a:cubicBezTo>
                  <a:pt x="4199216" y="0"/>
                  <a:pt x="4408266" y="209049"/>
                  <a:pt x="4408266" y="466923"/>
                </a:cubicBezTo>
                <a:lnTo>
                  <a:pt x="4408266" y="8953482"/>
                </a:lnTo>
                <a:cubicBezTo>
                  <a:pt x="4408266" y="9211356"/>
                  <a:pt x="4199216" y="9420405"/>
                  <a:pt x="3941342" y="9420405"/>
                </a:cubicBezTo>
                <a:lnTo>
                  <a:pt x="466924" y="9420405"/>
                </a:lnTo>
                <a:cubicBezTo>
                  <a:pt x="209050" y="9420405"/>
                  <a:pt x="0" y="9211356"/>
                  <a:pt x="0" y="8953482"/>
                </a:cubicBezTo>
                <a:lnTo>
                  <a:pt x="0" y="466923"/>
                </a:lnTo>
                <a:cubicBezTo>
                  <a:pt x="0" y="209049"/>
                  <a:pt x="209050" y="0"/>
                  <a:pt x="466924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0" tIns="2015999" rIns="360000" bIns="0" rtlCol="0" anchor="t">
            <a:noAutofit/>
          </a:bodyPr>
          <a:lstStyle>
            <a:lvl1pPr marL="0" indent="0" algn="ctr">
              <a:buFontTx/>
              <a:buNone/>
              <a:defRPr lang="en-US" sz="1050" b="1">
                <a:solidFill>
                  <a:schemeClr val="tx2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Drag &amp; drop photo here or click icon to add picture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99088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86843-798F-9528-D4D9-3655F6C01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3617FA-3534-F19B-98B2-AE7DCF46A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368E83-62E0-E2E2-274E-E676247B0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20687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59DDDC-957F-114E-5FCD-A9EC022B3109}"/>
              </a:ext>
            </a:extLst>
          </p:cNvPr>
          <p:cNvSpPr/>
          <p:nvPr userDrawn="1"/>
        </p:nvSpPr>
        <p:spPr>
          <a:xfrm>
            <a:off x="1" y="0"/>
            <a:ext cx="7920000" cy="6858000"/>
          </a:xfrm>
          <a:prstGeom prst="rect">
            <a:avLst/>
          </a:prstGeom>
          <a:gradFill>
            <a:gsLst>
              <a:gs pos="15000">
                <a:schemeClr val="tx2">
                  <a:alpha val="80000"/>
                </a:schemeClr>
              </a:gs>
              <a:gs pos="100000">
                <a:schemeClr val="tx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8D0E3BD-378B-80F3-2D20-131BC3DE9F9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85274" y="4830420"/>
            <a:ext cx="1692000" cy="342004"/>
            <a:chOff x="10307382" y="4588869"/>
            <a:chExt cx="1008089" cy="20376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47D4FB8-58A8-DFCE-D26E-22DFD7BFC978}"/>
                </a:ext>
              </a:extLst>
            </p:cNvPr>
            <p:cNvSpPr/>
            <p:nvPr/>
          </p:nvSpPr>
          <p:spPr>
            <a:xfrm>
              <a:off x="10804619" y="4588869"/>
              <a:ext cx="510852" cy="203766"/>
            </a:xfrm>
            <a:custGeom>
              <a:avLst/>
              <a:gdLst>
                <a:gd name="connsiteX0" fmla="*/ 457660 w 510852"/>
                <a:gd name="connsiteY0" fmla="*/ 123534 h 203766"/>
                <a:gd name="connsiteX1" fmla="*/ 472483 w 510852"/>
                <a:gd name="connsiteY1" fmla="*/ 123534 h 203766"/>
                <a:gd name="connsiteX2" fmla="*/ 477818 w 510852"/>
                <a:gd name="connsiteY2" fmla="*/ 108320 h 203766"/>
                <a:gd name="connsiteX3" fmla="*/ 407749 w 510852"/>
                <a:gd name="connsiteY3" fmla="*/ 108320 h 203766"/>
                <a:gd name="connsiteX4" fmla="*/ 432442 w 510852"/>
                <a:gd name="connsiteY4" fmla="*/ 139866 h 203766"/>
                <a:gd name="connsiteX5" fmla="*/ 457669 w 510852"/>
                <a:gd name="connsiteY5" fmla="*/ 123534 h 203766"/>
                <a:gd name="connsiteX6" fmla="*/ 407758 w 510852"/>
                <a:gd name="connsiteY6" fmla="*/ 91615 h 203766"/>
                <a:gd name="connsiteX7" fmla="*/ 457669 w 510852"/>
                <a:gd name="connsiteY7" fmla="*/ 91615 h 203766"/>
                <a:gd name="connsiteX8" fmla="*/ 432442 w 510852"/>
                <a:gd name="connsiteY8" fmla="*/ 67032 h 203766"/>
                <a:gd name="connsiteX9" fmla="*/ 407749 w 510852"/>
                <a:gd name="connsiteY9" fmla="*/ 91615 h 203766"/>
                <a:gd name="connsiteX10" fmla="*/ 499941 w 510852"/>
                <a:gd name="connsiteY10" fmla="*/ 0 h 203766"/>
                <a:gd name="connsiteX11" fmla="*/ 248459 w 510852"/>
                <a:gd name="connsiteY11" fmla="*/ 0 h 203766"/>
                <a:gd name="connsiteX12" fmla="*/ 248459 w 510852"/>
                <a:gd name="connsiteY12" fmla="*/ 158913 h 203766"/>
                <a:gd name="connsiteX13" fmla="*/ 221792 w 510852"/>
                <a:gd name="connsiteY13" fmla="*/ 158913 h 203766"/>
                <a:gd name="connsiteX14" fmla="*/ 222859 w 510852"/>
                <a:gd name="connsiteY14" fmla="*/ 142208 h 203766"/>
                <a:gd name="connsiteX15" fmla="*/ 222005 w 510852"/>
                <a:gd name="connsiteY15" fmla="*/ 142208 h 203766"/>
                <a:gd name="connsiteX16" fmla="*/ 187185 w 510852"/>
                <a:gd name="connsiteY16" fmla="*/ 160191 h 203766"/>
                <a:gd name="connsiteX17" fmla="*/ 144521 w 510852"/>
                <a:gd name="connsiteY17" fmla="*/ 100016 h 203766"/>
                <a:gd name="connsiteX18" fmla="*/ 187185 w 510852"/>
                <a:gd name="connsiteY18" fmla="*/ 46389 h 203766"/>
                <a:gd name="connsiteX19" fmla="*/ 220725 w 510852"/>
                <a:gd name="connsiteY19" fmla="*/ 62348 h 203766"/>
                <a:gd name="connsiteX20" fmla="*/ 221792 w 510852"/>
                <a:gd name="connsiteY20" fmla="*/ 62348 h 203766"/>
                <a:gd name="connsiteX21" fmla="*/ 221792 w 510852"/>
                <a:gd name="connsiteY21" fmla="*/ 0 h 203766"/>
                <a:gd name="connsiteX22" fmla="*/ 81922 w 510852"/>
                <a:gd name="connsiteY22" fmla="*/ 0 h 203766"/>
                <a:gd name="connsiteX23" fmla="*/ 61443 w 510852"/>
                <a:gd name="connsiteY23" fmla="*/ 14576 h 203766"/>
                <a:gd name="connsiteX24" fmla="*/ 49075 w 510852"/>
                <a:gd name="connsiteY24" fmla="*/ 50540 h 203766"/>
                <a:gd name="connsiteX25" fmla="*/ 78134 w 510852"/>
                <a:gd name="connsiteY25" fmla="*/ 46389 h 203766"/>
                <a:gd name="connsiteX26" fmla="*/ 130178 w 510852"/>
                <a:gd name="connsiteY26" fmla="*/ 108320 h 203766"/>
                <a:gd name="connsiteX27" fmla="*/ 53494 w 510852"/>
                <a:gd name="connsiteY27" fmla="*/ 108320 h 203766"/>
                <a:gd name="connsiteX28" fmla="*/ 78134 w 510852"/>
                <a:gd name="connsiteY28" fmla="*/ 139866 h 203766"/>
                <a:gd name="connsiteX29" fmla="*/ 103414 w 510852"/>
                <a:gd name="connsiteY29" fmla="*/ 123534 h 203766"/>
                <a:gd name="connsiteX30" fmla="*/ 130080 w 510852"/>
                <a:gd name="connsiteY30" fmla="*/ 123534 h 203766"/>
                <a:gd name="connsiteX31" fmla="*/ 78036 w 510852"/>
                <a:gd name="connsiteY31" fmla="*/ 160191 h 203766"/>
                <a:gd name="connsiteX32" fmla="*/ 26845 w 510852"/>
                <a:gd name="connsiteY32" fmla="*/ 114228 h 203766"/>
                <a:gd name="connsiteX33" fmla="*/ 872 w 510852"/>
                <a:gd name="connsiteY33" fmla="*/ 189245 h 203766"/>
                <a:gd name="connsiteX34" fmla="*/ 11266 w 510852"/>
                <a:gd name="connsiteY34" fmla="*/ 203767 h 203766"/>
                <a:gd name="connsiteX35" fmla="*/ 283226 w 510852"/>
                <a:gd name="connsiteY35" fmla="*/ 203767 h 203766"/>
                <a:gd name="connsiteX36" fmla="*/ 267230 w 510852"/>
                <a:gd name="connsiteY36" fmla="*/ 170411 h 203766"/>
                <a:gd name="connsiteX37" fmla="*/ 292296 w 510852"/>
                <a:gd name="connsiteY37" fmla="*/ 170411 h 203766"/>
                <a:gd name="connsiteX38" fmla="*/ 313095 w 510852"/>
                <a:gd name="connsiteY38" fmla="*/ 187967 h 203766"/>
                <a:gd name="connsiteX39" fmla="*/ 340713 w 510852"/>
                <a:gd name="connsiteY39" fmla="*/ 164236 h 203766"/>
                <a:gd name="connsiteX40" fmla="*/ 340713 w 510852"/>
                <a:gd name="connsiteY40" fmla="*/ 142954 h 203766"/>
                <a:gd name="connsiteX41" fmla="*/ 340073 w 510852"/>
                <a:gd name="connsiteY41" fmla="*/ 142954 h 203766"/>
                <a:gd name="connsiteX42" fmla="*/ 305252 w 510852"/>
                <a:gd name="connsiteY42" fmla="*/ 160084 h 203766"/>
                <a:gd name="connsiteX43" fmla="*/ 262588 w 510852"/>
                <a:gd name="connsiteY43" fmla="*/ 106510 h 203766"/>
                <a:gd name="connsiteX44" fmla="*/ 305252 w 510852"/>
                <a:gd name="connsiteY44" fmla="*/ 46282 h 203766"/>
                <a:gd name="connsiteX45" fmla="*/ 340073 w 510852"/>
                <a:gd name="connsiteY45" fmla="*/ 64318 h 203766"/>
                <a:gd name="connsiteX46" fmla="*/ 340926 w 510852"/>
                <a:gd name="connsiteY46" fmla="*/ 64318 h 203766"/>
                <a:gd name="connsiteX47" fmla="*/ 339966 w 510852"/>
                <a:gd name="connsiteY47" fmla="*/ 47879 h 203766"/>
                <a:gd name="connsiteX48" fmla="*/ 366633 w 510852"/>
                <a:gd name="connsiteY48" fmla="*/ 47879 h 203766"/>
                <a:gd name="connsiteX49" fmla="*/ 366633 w 510852"/>
                <a:gd name="connsiteY49" fmla="*/ 158700 h 203766"/>
                <a:gd name="connsiteX50" fmla="*/ 346422 w 510852"/>
                <a:gd name="connsiteY50" fmla="*/ 203758 h 203766"/>
                <a:gd name="connsiteX51" fmla="*/ 429072 w 510852"/>
                <a:gd name="connsiteY51" fmla="*/ 203758 h 203766"/>
                <a:gd name="connsiteX52" fmla="*/ 449550 w 510852"/>
                <a:gd name="connsiteY52" fmla="*/ 189236 h 203766"/>
                <a:gd name="connsiteX53" fmla="*/ 460212 w 510852"/>
                <a:gd name="connsiteY53" fmla="*/ 158328 h 203766"/>
                <a:gd name="connsiteX54" fmla="*/ 432220 w 510852"/>
                <a:gd name="connsiteY54" fmla="*/ 160191 h 203766"/>
                <a:gd name="connsiteX55" fmla="*/ 380816 w 510852"/>
                <a:gd name="connsiteY55" fmla="*/ 103636 h 203766"/>
                <a:gd name="connsiteX56" fmla="*/ 432220 w 510852"/>
                <a:gd name="connsiteY56" fmla="*/ 46389 h 203766"/>
                <a:gd name="connsiteX57" fmla="*/ 483784 w 510852"/>
                <a:gd name="connsiteY57" fmla="*/ 90391 h 203766"/>
                <a:gd name="connsiteX58" fmla="*/ 509971 w 510852"/>
                <a:gd name="connsiteY58" fmla="*/ 14789 h 203766"/>
                <a:gd name="connsiteX59" fmla="*/ 499950 w 510852"/>
                <a:gd name="connsiteY59" fmla="*/ 0 h 203766"/>
                <a:gd name="connsiteX60" fmla="*/ 221276 w 510852"/>
                <a:gd name="connsiteY60" fmla="*/ 100016 h 203766"/>
                <a:gd name="connsiteX61" fmla="*/ 194929 w 510852"/>
                <a:gd name="connsiteY61" fmla="*/ 66766 h 203766"/>
                <a:gd name="connsiteX62" fmla="*/ 171143 w 510852"/>
                <a:gd name="connsiteY62" fmla="*/ 100016 h 203766"/>
                <a:gd name="connsiteX63" fmla="*/ 194929 w 510852"/>
                <a:gd name="connsiteY63" fmla="*/ 139866 h 203766"/>
                <a:gd name="connsiteX64" fmla="*/ 221276 w 510852"/>
                <a:gd name="connsiteY64" fmla="*/ 100016 h 203766"/>
                <a:gd name="connsiteX65" fmla="*/ 78152 w 510852"/>
                <a:gd name="connsiteY65" fmla="*/ 66766 h 203766"/>
                <a:gd name="connsiteX66" fmla="*/ 53512 w 510852"/>
                <a:gd name="connsiteY66" fmla="*/ 91349 h 203766"/>
                <a:gd name="connsiteX67" fmla="*/ 103422 w 510852"/>
                <a:gd name="connsiteY67" fmla="*/ 91349 h 203766"/>
                <a:gd name="connsiteX68" fmla="*/ 78143 w 510852"/>
                <a:gd name="connsiteY68" fmla="*/ 66766 h 203766"/>
                <a:gd name="connsiteX69" fmla="*/ 339966 w 510852"/>
                <a:gd name="connsiteY69" fmla="*/ 100016 h 203766"/>
                <a:gd name="connsiteX70" fmla="*/ 313299 w 510852"/>
                <a:gd name="connsiteY70" fmla="*/ 66766 h 203766"/>
                <a:gd name="connsiteX71" fmla="*/ 289513 w 510852"/>
                <a:gd name="connsiteY71" fmla="*/ 100016 h 203766"/>
                <a:gd name="connsiteX72" fmla="*/ 313299 w 510852"/>
                <a:gd name="connsiteY72" fmla="*/ 139866 h 203766"/>
                <a:gd name="connsiteX73" fmla="*/ 339966 w 510852"/>
                <a:gd name="connsiteY73" fmla="*/ 100016 h 20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510852" h="203766">
                  <a:moveTo>
                    <a:pt x="457660" y="123534"/>
                  </a:moveTo>
                  <a:lnTo>
                    <a:pt x="472483" y="123534"/>
                  </a:lnTo>
                  <a:lnTo>
                    <a:pt x="477818" y="108320"/>
                  </a:lnTo>
                  <a:lnTo>
                    <a:pt x="407749" y="108320"/>
                  </a:lnTo>
                  <a:cubicBezTo>
                    <a:pt x="407749" y="132264"/>
                    <a:pt x="408390" y="139866"/>
                    <a:pt x="432442" y="139866"/>
                  </a:cubicBezTo>
                  <a:cubicBezTo>
                    <a:pt x="447265" y="139866"/>
                    <a:pt x="457669" y="139866"/>
                    <a:pt x="457669" y="123534"/>
                  </a:cubicBezTo>
                  <a:moveTo>
                    <a:pt x="407758" y="91615"/>
                  </a:moveTo>
                  <a:lnTo>
                    <a:pt x="457669" y="91615"/>
                  </a:lnTo>
                  <a:cubicBezTo>
                    <a:pt x="457669" y="68736"/>
                    <a:pt x="454308" y="67032"/>
                    <a:pt x="432442" y="67032"/>
                  </a:cubicBezTo>
                  <a:cubicBezTo>
                    <a:pt x="409243" y="67032"/>
                    <a:pt x="407749" y="71876"/>
                    <a:pt x="407749" y="91615"/>
                  </a:cubicBezTo>
                  <a:moveTo>
                    <a:pt x="499941" y="0"/>
                  </a:moveTo>
                  <a:lnTo>
                    <a:pt x="248459" y="0"/>
                  </a:lnTo>
                  <a:lnTo>
                    <a:pt x="248459" y="158913"/>
                  </a:lnTo>
                  <a:lnTo>
                    <a:pt x="221792" y="158913"/>
                  </a:lnTo>
                  <a:lnTo>
                    <a:pt x="222859" y="142208"/>
                  </a:lnTo>
                  <a:lnTo>
                    <a:pt x="222005" y="142208"/>
                  </a:lnTo>
                  <a:cubicBezTo>
                    <a:pt x="215230" y="156837"/>
                    <a:pt x="202914" y="160191"/>
                    <a:pt x="187185" y="160191"/>
                  </a:cubicBezTo>
                  <a:cubicBezTo>
                    <a:pt x="145748" y="160191"/>
                    <a:pt x="144521" y="134118"/>
                    <a:pt x="144521" y="100016"/>
                  </a:cubicBezTo>
                  <a:cubicBezTo>
                    <a:pt x="144521" y="65914"/>
                    <a:pt x="149003" y="46389"/>
                    <a:pt x="187185" y="46389"/>
                  </a:cubicBezTo>
                  <a:cubicBezTo>
                    <a:pt x="200780" y="46389"/>
                    <a:pt x="215016" y="48943"/>
                    <a:pt x="220725" y="62348"/>
                  </a:cubicBezTo>
                  <a:lnTo>
                    <a:pt x="221792" y="62348"/>
                  </a:lnTo>
                  <a:lnTo>
                    <a:pt x="221792" y="0"/>
                  </a:lnTo>
                  <a:lnTo>
                    <a:pt x="81922" y="0"/>
                  </a:lnTo>
                  <a:cubicBezTo>
                    <a:pt x="72745" y="213"/>
                    <a:pt x="64636" y="5988"/>
                    <a:pt x="61443" y="14576"/>
                  </a:cubicBezTo>
                  <a:lnTo>
                    <a:pt x="49075" y="50540"/>
                  </a:lnTo>
                  <a:cubicBezTo>
                    <a:pt x="58429" y="47418"/>
                    <a:pt x="68281" y="46016"/>
                    <a:pt x="78134" y="46389"/>
                  </a:cubicBezTo>
                  <a:cubicBezTo>
                    <a:pt x="123989" y="46389"/>
                    <a:pt x="130178" y="59740"/>
                    <a:pt x="130178" y="108320"/>
                  </a:cubicBezTo>
                  <a:lnTo>
                    <a:pt x="53494" y="108320"/>
                  </a:lnTo>
                  <a:cubicBezTo>
                    <a:pt x="53494" y="132264"/>
                    <a:pt x="54134" y="139866"/>
                    <a:pt x="78134" y="139866"/>
                  </a:cubicBezTo>
                  <a:cubicBezTo>
                    <a:pt x="93010" y="139866"/>
                    <a:pt x="103414" y="139866"/>
                    <a:pt x="103414" y="123534"/>
                  </a:cubicBezTo>
                  <a:lnTo>
                    <a:pt x="130080" y="123534"/>
                  </a:lnTo>
                  <a:cubicBezTo>
                    <a:pt x="130080" y="158541"/>
                    <a:pt x="109869" y="160191"/>
                    <a:pt x="78036" y="160191"/>
                  </a:cubicBezTo>
                  <a:cubicBezTo>
                    <a:pt x="39107" y="160191"/>
                    <a:pt x="28445" y="148862"/>
                    <a:pt x="26845" y="114228"/>
                  </a:cubicBezTo>
                  <a:lnTo>
                    <a:pt x="872" y="189245"/>
                  </a:lnTo>
                  <a:cubicBezTo>
                    <a:pt x="872" y="189245"/>
                    <a:pt x="-4464" y="203767"/>
                    <a:pt x="11266" y="203767"/>
                  </a:cubicBezTo>
                  <a:lnTo>
                    <a:pt x="283226" y="203767"/>
                  </a:lnTo>
                  <a:cubicBezTo>
                    <a:pt x="272565" y="198923"/>
                    <a:pt x="266483" y="189298"/>
                    <a:pt x="267230" y="170411"/>
                  </a:cubicBezTo>
                  <a:lnTo>
                    <a:pt x="292296" y="170411"/>
                  </a:lnTo>
                  <a:cubicBezTo>
                    <a:pt x="292296" y="185625"/>
                    <a:pt x="298005" y="187967"/>
                    <a:pt x="313095" y="187967"/>
                  </a:cubicBezTo>
                  <a:cubicBezTo>
                    <a:pt x="335813" y="187967"/>
                    <a:pt x="340713" y="183283"/>
                    <a:pt x="340713" y="164236"/>
                  </a:cubicBezTo>
                  <a:lnTo>
                    <a:pt x="340713" y="142954"/>
                  </a:lnTo>
                  <a:lnTo>
                    <a:pt x="340073" y="142954"/>
                  </a:lnTo>
                  <a:cubicBezTo>
                    <a:pt x="333030" y="157529"/>
                    <a:pt x="318741" y="160084"/>
                    <a:pt x="305252" y="160084"/>
                  </a:cubicBezTo>
                  <a:cubicBezTo>
                    <a:pt x="267016" y="160084"/>
                    <a:pt x="262588" y="139121"/>
                    <a:pt x="262588" y="106510"/>
                  </a:cubicBezTo>
                  <a:cubicBezTo>
                    <a:pt x="262588" y="73899"/>
                    <a:pt x="263869" y="46282"/>
                    <a:pt x="305252" y="46282"/>
                  </a:cubicBezTo>
                  <a:cubicBezTo>
                    <a:pt x="320928" y="46282"/>
                    <a:pt x="333244" y="49689"/>
                    <a:pt x="340073" y="64318"/>
                  </a:cubicBezTo>
                  <a:lnTo>
                    <a:pt x="340926" y="64318"/>
                  </a:lnTo>
                  <a:lnTo>
                    <a:pt x="339966" y="47879"/>
                  </a:lnTo>
                  <a:lnTo>
                    <a:pt x="366633" y="47879"/>
                  </a:lnTo>
                  <a:lnTo>
                    <a:pt x="366633" y="158700"/>
                  </a:lnTo>
                  <a:cubicBezTo>
                    <a:pt x="366633" y="184614"/>
                    <a:pt x="361298" y="197752"/>
                    <a:pt x="346422" y="203758"/>
                  </a:cubicBezTo>
                  <a:lnTo>
                    <a:pt x="429072" y="203758"/>
                  </a:lnTo>
                  <a:cubicBezTo>
                    <a:pt x="438231" y="203554"/>
                    <a:pt x="446340" y="197797"/>
                    <a:pt x="449550" y="189236"/>
                  </a:cubicBezTo>
                  <a:lnTo>
                    <a:pt x="460212" y="158328"/>
                  </a:lnTo>
                  <a:cubicBezTo>
                    <a:pt x="450964" y="159871"/>
                    <a:pt x="441583" y="160492"/>
                    <a:pt x="432220" y="160191"/>
                  </a:cubicBezTo>
                  <a:cubicBezTo>
                    <a:pt x="389556" y="160191"/>
                    <a:pt x="380816" y="146626"/>
                    <a:pt x="380816" y="103636"/>
                  </a:cubicBezTo>
                  <a:cubicBezTo>
                    <a:pt x="380816" y="63785"/>
                    <a:pt x="387164" y="46389"/>
                    <a:pt x="432220" y="46389"/>
                  </a:cubicBezTo>
                  <a:cubicBezTo>
                    <a:pt x="471789" y="46389"/>
                    <a:pt x="481810" y="56387"/>
                    <a:pt x="483784" y="90391"/>
                  </a:cubicBezTo>
                  <a:lnTo>
                    <a:pt x="509971" y="14789"/>
                  </a:lnTo>
                  <a:cubicBezTo>
                    <a:pt x="509971" y="14789"/>
                    <a:pt x="515253" y="0"/>
                    <a:pt x="499950" y="0"/>
                  </a:cubicBezTo>
                  <a:moveTo>
                    <a:pt x="221276" y="100016"/>
                  </a:moveTo>
                  <a:cubicBezTo>
                    <a:pt x="221276" y="76285"/>
                    <a:pt x="218129" y="66766"/>
                    <a:pt x="194929" y="66766"/>
                  </a:cubicBezTo>
                  <a:cubicBezTo>
                    <a:pt x="176479" y="66766"/>
                    <a:pt x="171143" y="72089"/>
                    <a:pt x="171143" y="100016"/>
                  </a:cubicBezTo>
                  <a:cubicBezTo>
                    <a:pt x="171143" y="125237"/>
                    <a:pt x="170503" y="139866"/>
                    <a:pt x="194929" y="139866"/>
                  </a:cubicBezTo>
                  <a:cubicBezTo>
                    <a:pt x="222334" y="139866"/>
                    <a:pt x="221276" y="126515"/>
                    <a:pt x="221276" y="100016"/>
                  </a:cubicBezTo>
                  <a:moveTo>
                    <a:pt x="78152" y="66766"/>
                  </a:moveTo>
                  <a:cubicBezTo>
                    <a:pt x="54952" y="66766"/>
                    <a:pt x="53512" y="71610"/>
                    <a:pt x="53512" y="91349"/>
                  </a:cubicBezTo>
                  <a:lnTo>
                    <a:pt x="103422" y="91349"/>
                  </a:lnTo>
                  <a:cubicBezTo>
                    <a:pt x="103422" y="68469"/>
                    <a:pt x="100008" y="66766"/>
                    <a:pt x="78143" y="66766"/>
                  </a:cubicBezTo>
                  <a:moveTo>
                    <a:pt x="339966" y="100016"/>
                  </a:moveTo>
                  <a:cubicBezTo>
                    <a:pt x="339966" y="76285"/>
                    <a:pt x="336338" y="66766"/>
                    <a:pt x="313299" y="66766"/>
                  </a:cubicBezTo>
                  <a:cubicBezTo>
                    <a:pt x="294848" y="66766"/>
                    <a:pt x="289513" y="72089"/>
                    <a:pt x="289513" y="100016"/>
                  </a:cubicBezTo>
                  <a:cubicBezTo>
                    <a:pt x="289513" y="125237"/>
                    <a:pt x="289513" y="139866"/>
                    <a:pt x="313299" y="139866"/>
                  </a:cubicBezTo>
                  <a:cubicBezTo>
                    <a:pt x="339966" y="139866"/>
                    <a:pt x="339966" y="126515"/>
                    <a:pt x="339966" y="100016"/>
                  </a:cubicBezTo>
                </a:path>
              </a:pathLst>
            </a:custGeom>
            <a:solidFill>
              <a:srgbClr val="FF3232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r" defTabSz="914400" rtl="1" eaLnBrk="1" latinLnBrk="0" hangingPunct="1"/>
              <a:endParaRPr lang="en-IL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74E73EA-E9FC-1AF9-A150-E1F5ACE986CA}"/>
                </a:ext>
              </a:extLst>
            </p:cNvPr>
            <p:cNvSpPr/>
            <p:nvPr/>
          </p:nvSpPr>
          <p:spPr>
            <a:xfrm>
              <a:off x="10307382" y="4588869"/>
              <a:ext cx="508352" cy="160456"/>
            </a:xfrm>
            <a:custGeom>
              <a:avLst/>
              <a:gdLst>
                <a:gd name="connsiteX0" fmla="*/ 422866 w 508352"/>
                <a:gd name="connsiteY0" fmla="*/ 47879 h 160456"/>
                <a:gd name="connsiteX1" fmla="*/ 422866 w 508352"/>
                <a:gd name="connsiteY1" fmla="*/ 158913 h 160456"/>
                <a:gd name="connsiteX2" fmla="*/ 449532 w 508352"/>
                <a:gd name="connsiteY2" fmla="*/ 158913 h 160456"/>
                <a:gd name="connsiteX3" fmla="*/ 449532 w 508352"/>
                <a:gd name="connsiteY3" fmla="*/ 90444 h 160456"/>
                <a:gd name="connsiteX4" fmla="*/ 469691 w 508352"/>
                <a:gd name="connsiteY4" fmla="*/ 66926 h 160456"/>
                <a:gd name="connsiteX5" fmla="*/ 483286 w 508352"/>
                <a:gd name="connsiteY5" fmla="*/ 84695 h 160456"/>
                <a:gd name="connsiteX6" fmla="*/ 483286 w 508352"/>
                <a:gd name="connsiteY6" fmla="*/ 90444 h 160456"/>
                <a:gd name="connsiteX7" fmla="*/ 508353 w 508352"/>
                <a:gd name="connsiteY7" fmla="*/ 90444 h 160456"/>
                <a:gd name="connsiteX8" fmla="*/ 508353 w 508352"/>
                <a:gd name="connsiteY8" fmla="*/ 81404 h 160456"/>
                <a:gd name="connsiteX9" fmla="*/ 479080 w 508352"/>
                <a:gd name="connsiteY9" fmla="*/ 46397 h 160456"/>
                <a:gd name="connsiteX10" fmla="*/ 449328 w 508352"/>
                <a:gd name="connsiteY10" fmla="*/ 62357 h 160456"/>
                <a:gd name="connsiteX11" fmla="*/ 448261 w 508352"/>
                <a:gd name="connsiteY11" fmla="*/ 62357 h 160456"/>
                <a:gd name="connsiteX12" fmla="*/ 449008 w 508352"/>
                <a:gd name="connsiteY12" fmla="*/ 47888 h 160456"/>
                <a:gd name="connsiteX13" fmla="*/ 422874 w 508352"/>
                <a:gd name="connsiteY13" fmla="*/ 47888 h 160456"/>
                <a:gd name="connsiteX14" fmla="*/ 371461 w 508352"/>
                <a:gd name="connsiteY14" fmla="*/ 158913 h 160456"/>
                <a:gd name="connsiteX15" fmla="*/ 398128 w 508352"/>
                <a:gd name="connsiteY15" fmla="*/ 158913 h 160456"/>
                <a:gd name="connsiteX16" fmla="*/ 398128 w 508352"/>
                <a:gd name="connsiteY16" fmla="*/ 89220 h 160456"/>
                <a:gd name="connsiteX17" fmla="*/ 347577 w 508352"/>
                <a:gd name="connsiteY17" fmla="*/ 46655 h 160456"/>
                <a:gd name="connsiteX18" fmla="*/ 299588 w 508352"/>
                <a:gd name="connsiteY18" fmla="*/ 80384 h 160456"/>
                <a:gd name="connsiteX19" fmla="*/ 326255 w 508352"/>
                <a:gd name="connsiteY19" fmla="*/ 80384 h 160456"/>
                <a:gd name="connsiteX20" fmla="*/ 347266 w 508352"/>
                <a:gd name="connsiteY20" fmla="*/ 64903 h 160456"/>
                <a:gd name="connsiteX21" fmla="*/ 371052 w 508352"/>
                <a:gd name="connsiteY21" fmla="*/ 89273 h 160456"/>
                <a:gd name="connsiteX22" fmla="*/ 371052 w 508352"/>
                <a:gd name="connsiteY22" fmla="*/ 103689 h 160456"/>
                <a:gd name="connsiteX23" fmla="*/ 370625 w 508352"/>
                <a:gd name="connsiteY23" fmla="*/ 103689 h 160456"/>
                <a:gd name="connsiteX24" fmla="*/ 337298 w 508352"/>
                <a:gd name="connsiteY24" fmla="*/ 90976 h 160456"/>
                <a:gd name="connsiteX25" fmla="*/ 295648 w 508352"/>
                <a:gd name="connsiteY25" fmla="*/ 125078 h 160456"/>
                <a:gd name="connsiteX26" fmla="*/ 337298 w 508352"/>
                <a:gd name="connsiteY26" fmla="*/ 160457 h 160456"/>
                <a:gd name="connsiteX27" fmla="*/ 371906 w 508352"/>
                <a:gd name="connsiteY27" fmla="*/ 145242 h 160456"/>
                <a:gd name="connsiteX28" fmla="*/ 372546 w 508352"/>
                <a:gd name="connsiteY28" fmla="*/ 145242 h 160456"/>
                <a:gd name="connsiteX29" fmla="*/ 371479 w 508352"/>
                <a:gd name="connsiteY29" fmla="*/ 158913 h 160456"/>
                <a:gd name="connsiteX30" fmla="*/ 346608 w 508352"/>
                <a:gd name="connsiteY30" fmla="*/ 108905 h 160456"/>
                <a:gd name="connsiteX31" fmla="*/ 371248 w 508352"/>
                <a:gd name="connsiteY31" fmla="*/ 124865 h 160456"/>
                <a:gd name="connsiteX32" fmla="*/ 346608 w 508352"/>
                <a:gd name="connsiteY32" fmla="*/ 142049 h 160456"/>
                <a:gd name="connsiteX33" fmla="*/ 322182 w 508352"/>
                <a:gd name="connsiteY33" fmla="*/ 124865 h 160456"/>
                <a:gd name="connsiteX34" fmla="*/ 346608 w 508352"/>
                <a:gd name="connsiteY34" fmla="*/ 108905 h 160456"/>
                <a:gd name="connsiteX35" fmla="*/ 273134 w 508352"/>
                <a:gd name="connsiteY35" fmla="*/ 0 h 160456"/>
                <a:gd name="connsiteX36" fmla="*/ 246467 w 508352"/>
                <a:gd name="connsiteY36" fmla="*/ 0 h 160456"/>
                <a:gd name="connsiteX37" fmla="*/ 246467 w 508352"/>
                <a:gd name="connsiteY37" fmla="*/ 158913 h 160456"/>
                <a:gd name="connsiteX38" fmla="*/ 273134 w 508352"/>
                <a:gd name="connsiteY38" fmla="*/ 158913 h 160456"/>
                <a:gd name="connsiteX39" fmla="*/ 273134 w 508352"/>
                <a:gd name="connsiteY39" fmla="*/ 0 h 160456"/>
                <a:gd name="connsiteX40" fmla="*/ 171179 w 508352"/>
                <a:gd name="connsiteY40" fmla="*/ 66766 h 160456"/>
                <a:gd name="connsiteX41" fmla="*/ 196886 w 508352"/>
                <a:gd name="connsiteY41" fmla="*/ 103636 h 160456"/>
                <a:gd name="connsiteX42" fmla="*/ 171179 w 508352"/>
                <a:gd name="connsiteY42" fmla="*/ 139866 h 160456"/>
                <a:gd name="connsiteX43" fmla="*/ 145472 w 508352"/>
                <a:gd name="connsiteY43" fmla="*/ 103636 h 160456"/>
                <a:gd name="connsiteX44" fmla="*/ 171179 w 508352"/>
                <a:gd name="connsiteY44" fmla="*/ 66766 h 160456"/>
                <a:gd name="connsiteX45" fmla="*/ 171179 w 508352"/>
                <a:gd name="connsiteY45" fmla="*/ 46389 h 160456"/>
                <a:gd name="connsiteX46" fmla="*/ 118708 w 508352"/>
                <a:gd name="connsiteY46" fmla="*/ 103423 h 160456"/>
                <a:gd name="connsiteX47" fmla="*/ 171179 w 508352"/>
                <a:gd name="connsiteY47" fmla="*/ 160191 h 160456"/>
                <a:gd name="connsiteX48" fmla="*/ 223650 w 508352"/>
                <a:gd name="connsiteY48" fmla="*/ 103423 h 160456"/>
                <a:gd name="connsiteX49" fmla="*/ 171179 w 508352"/>
                <a:gd name="connsiteY49" fmla="*/ 46389 h 160456"/>
                <a:gd name="connsiteX50" fmla="*/ 98763 w 508352"/>
                <a:gd name="connsiteY50" fmla="*/ 77988 h 160456"/>
                <a:gd name="connsiteX51" fmla="*/ 50773 w 508352"/>
                <a:gd name="connsiteY51" fmla="*/ 46389 h 160456"/>
                <a:gd name="connsiteX52" fmla="*/ 9 w 508352"/>
                <a:gd name="connsiteY52" fmla="*/ 77563 h 160456"/>
                <a:gd name="connsiteX53" fmla="*/ 48426 w 508352"/>
                <a:gd name="connsiteY53" fmla="*/ 112090 h 160456"/>
                <a:gd name="connsiteX54" fmla="*/ 76044 w 508352"/>
                <a:gd name="connsiteY54" fmla="*/ 127145 h 160456"/>
                <a:gd name="connsiteX55" fmla="*/ 50764 w 508352"/>
                <a:gd name="connsiteY55" fmla="*/ 141987 h 160456"/>
                <a:gd name="connsiteX56" fmla="*/ 26765 w 508352"/>
                <a:gd name="connsiteY56" fmla="*/ 123951 h 160456"/>
                <a:gd name="connsiteX57" fmla="*/ 0 w 508352"/>
                <a:gd name="connsiteY57" fmla="*/ 123951 h 160456"/>
                <a:gd name="connsiteX58" fmla="*/ 50764 w 508352"/>
                <a:gd name="connsiteY58" fmla="*/ 160182 h 160456"/>
                <a:gd name="connsiteX59" fmla="*/ 102809 w 508352"/>
                <a:gd name="connsiteY59" fmla="*/ 127145 h 160456"/>
                <a:gd name="connsiteX60" fmla="*/ 53112 w 508352"/>
                <a:gd name="connsiteY60" fmla="*/ 91766 h 160456"/>
                <a:gd name="connsiteX61" fmla="*/ 26658 w 508352"/>
                <a:gd name="connsiteY61" fmla="*/ 79266 h 160456"/>
                <a:gd name="connsiteX62" fmla="*/ 50657 w 508352"/>
                <a:gd name="connsiteY62" fmla="*/ 64637 h 160456"/>
                <a:gd name="connsiteX63" fmla="*/ 71989 w 508352"/>
                <a:gd name="connsiteY63" fmla="*/ 77988 h 160456"/>
                <a:gd name="connsiteX64" fmla="*/ 98763 w 508352"/>
                <a:gd name="connsiteY64" fmla="*/ 77988 h 16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08352" h="160456">
                  <a:moveTo>
                    <a:pt x="422866" y="47879"/>
                  </a:moveTo>
                  <a:lnTo>
                    <a:pt x="422866" y="158913"/>
                  </a:lnTo>
                  <a:lnTo>
                    <a:pt x="449532" y="158913"/>
                  </a:lnTo>
                  <a:lnTo>
                    <a:pt x="449532" y="90444"/>
                  </a:lnTo>
                  <a:cubicBezTo>
                    <a:pt x="449106" y="76028"/>
                    <a:pt x="453801" y="66926"/>
                    <a:pt x="469691" y="66926"/>
                  </a:cubicBezTo>
                  <a:cubicBezTo>
                    <a:pt x="482219" y="66926"/>
                    <a:pt x="483286" y="73473"/>
                    <a:pt x="483286" y="84695"/>
                  </a:cubicBezTo>
                  <a:lnTo>
                    <a:pt x="483286" y="90444"/>
                  </a:lnTo>
                  <a:lnTo>
                    <a:pt x="508353" y="90444"/>
                  </a:lnTo>
                  <a:lnTo>
                    <a:pt x="508353" y="81404"/>
                  </a:lnTo>
                  <a:cubicBezTo>
                    <a:pt x="508353" y="60121"/>
                    <a:pt x="502644" y="46397"/>
                    <a:pt x="479080" y="46397"/>
                  </a:cubicBezTo>
                  <a:cubicBezTo>
                    <a:pt x="466125" y="46397"/>
                    <a:pt x="454654" y="50017"/>
                    <a:pt x="449328" y="62357"/>
                  </a:cubicBezTo>
                  <a:lnTo>
                    <a:pt x="448261" y="62357"/>
                  </a:lnTo>
                  <a:lnTo>
                    <a:pt x="449008" y="47888"/>
                  </a:lnTo>
                  <a:lnTo>
                    <a:pt x="422874" y="47888"/>
                  </a:lnTo>
                  <a:close/>
                  <a:moveTo>
                    <a:pt x="371461" y="158913"/>
                  </a:moveTo>
                  <a:lnTo>
                    <a:pt x="398128" y="158913"/>
                  </a:lnTo>
                  <a:lnTo>
                    <a:pt x="398128" y="89220"/>
                  </a:lnTo>
                  <a:cubicBezTo>
                    <a:pt x="398128" y="51977"/>
                    <a:pt x="383252" y="46655"/>
                    <a:pt x="347577" y="46655"/>
                  </a:cubicBezTo>
                  <a:cubicBezTo>
                    <a:pt x="322084" y="46655"/>
                    <a:pt x="299588" y="47932"/>
                    <a:pt x="299588" y="80384"/>
                  </a:cubicBezTo>
                  <a:lnTo>
                    <a:pt x="326255" y="80384"/>
                  </a:lnTo>
                  <a:cubicBezTo>
                    <a:pt x="326255" y="65968"/>
                    <a:pt x="335582" y="64903"/>
                    <a:pt x="347266" y="64903"/>
                  </a:cubicBezTo>
                  <a:cubicBezTo>
                    <a:pt x="369558" y="64903"/>
                    <a:pt x="371052" y="71237"/>
                    <a:pt x="371052" y="89273"/>
                  </a:cubicBezTo>
                  <a:lnTo>
                    <a:pt x="371052" y="103689"/>
                  </a:lnTo>
                  <a:lnTo>
                    <a:pt x="370625" y="103689"/>
                  </a:lnTo>
                  <a:cubicBezTo>
                    <a:pt x="364276" y="91189"/>
                    <a:pt x="350894" y="90976"/>
                    <a:pt x="337298" y="90976"/>
                  </a:cubicBezTo>
                  <a:cubicBezTo>
                    <a:pt x="309680" y="90976"/>
                    <a:pt x="295648" y="98375"/>
                    <a:pt x="295648" y="125078"/>
                  </a:cubicBezTo>
                  <a:cubicBezTo>
                    <a:pt x="295648" y="155187"/>
                    <a:pt x="312018" y="160457"/>
                    <a:pt x="337298" y="160457"/>
                  </a:cubicBezTo>
                  <a:cubicBezTo>
                    <a:pt x="350254" y="160457"/>
                    <a:pt x="366624" y="160031"/>
                    <a:pt x="371906" y="145242"/>
                  </a:cubicBezTo>
                  <a:lnTo>
                    <a:pt x="372546" y="145242"/>
                  </a:lnTo>
                  <a:lnTo>
                    <a:pt x="371479" y="158913"/>
                  </a:lnTo>
                  <a:close/>
                  <a:moveTo>
                    <a:pt x="346608" y="108905"/>
                  </a:moveTo>
                  <a:cubicBezTo>
                    <a:pt x="359777" y="108905"/>
                    <a:pt x="371248" y="109331"/>
                    <a:pt x="371248" y="124865"/>
                  </a:cubicBezTo>
                  <a:cubicBezTo>
                    <a:pt x="371248" y="140399"/>
                    <a:pt x="360586" y="142049"/>
                    <a:pt x="346608" y="142049"/>
                  </a:cubicBezTo>
                  <a:cubicBezTo>
                    <a:pt x="328584" y="142049"/>
                    <a:pt x="322182" y="140558"/>
                    <a:pt x="322182" y="124865"/>
                  </a:cubicBezTo>
                  <a:cubicBezTo>
                    <a:pt x="322182" y="109171"/>
                    <a:pt x="332843" y="108905"/>
                    <a:pt x="346608" y="108905"/>
                  </a:cubicBezTo>
                  <a:moveTo>
                    <a:pt x="273134" y="0"/>
                  </a:moveTo>
                  <a:lnTo>
                    <a:pt x="246467" y="0"/>
                  </a:lnTo>
                  <a:lnTo>
                    <a:pt x="246467" y="158913"/>
                  </a:lnTo>
                  <a:lnTo>
                    <a:pt x="273134" y="158913"/>
                  </a:lnTo>
                  <a:lnTo>
                    <a:pt x="273134" y="0"/>
                  </a:lnTo>
                  <a:close/>
                  <a:moveTo>
                    <a:pt x="171179" y="66766"/>
                  </a:moveTo>
                  <a:cubicBezTo>
                    <a:pt x="194965" y="66766"/>
                    <a:pt x="196886" y="73526"/>
                    <a:pt x="196886" y="103636"/>
                  </a:cubicBezTo>
                  <a:cubicBezTo>
                    <a:pt x="196886" y="133745"/>
                    <a:pt x="194965" y="139866"/>
                    <a:pt x="171179" y="139866"/>
                  </a:cubicBezTo>
                  <a:cubicBezTo>
                    <a:pt x="147393" y="139866"/>
                    <a:pt x="145472" y="133266"/>
                    <a:pt x="145472" y="103636"/>
                  </a:cubicBezTo>
                  <a:cubicBezTo>
                    <a:pt x="145472" y="74005"/>
                    <a:pt x="147393" y="66766"/>
                    <a:pt x="171179" y="66766"/>
                  </a:cubicBezTo>
                  <a:moveTo>
                    <a:pt x="171179" y="46389"/>
                  </a:moveTo>
                  <a:cubicBezTo>
                    <a:pt x="124683" y="46389"/>
                    <a:pt x="118708" y="60166"/>
                    <a:pt x="118708" y="103423"/>
                  </a:cubicBezTo>
                  <a:cubicBezTo>
                    <a:pt x="118708" y="146680"/>
                    <a:pt x="124683" y="160191"/>
                    <a:pt x="171179" y="160191"/>
                  </a:cubicBezTo>
                  <a:cubicBezTo>
                    <a:pt x="217675" y="160191"/>
                    <a:pt x="223650" y="146413"/>
                    <a:pt x="223650" y="103423"/>
                  </a:cubicBezTo>
                  <a:cubicBezTo>
                    <a:pt x="223650" y="60432"/>
                    <a:pt x="217728" y="46389"/>
                    <a:pt x="171179" y="46389"/>
                  </a:cubicBezTo>
                  <a:moveTo>
                    <a:pt x="98763" y="77988"/>
                  </a:moveTo>
                  <a:cubicBezTo>
                    <a:pt x="98763" y="46814"/>
                    <a:pt x="72629" y="46389"/>
                    <a:pt x="50773" y="46389"/>
                  </a:cubicBezTo>
                  <a:cubicBezTo>
                    <a:pt x="22088" y="46389"/>
                    <a:pt x="9" y="47027"/>
                    <a:pt x="9" y="77563"/>
                  </a:cubicBezTo>
                  <a:cubicBezTo>
                    <a:pt x="9" y="105969"/>
                    <a:pt x="7425" y="111717"/>
                    <a:pt x="48426" y="112090"/>
                  </a:cubicBezTo>
                  <a:cubicBezTo>
                    <a:pt x="75404" y="112516"/>
                    <a:pt x="76044" y="117413"/>
                    <a:pt x="76044" y="127145"/>
                  </a:cubicBezTo>
                  <a:cubicBezTo>
                    <a:pt x="76044" y="142412"/>
                    <a:pt x="66716" y="141987"/>
                    <a:pt x="50764" y="141987"/>
                  </a:cubicBezTo>
                  <a:cubicBezTo>
                    <a:pt x="30980" y="141987"/>
                    <a:pt x="27192" y="140070"/>
                    <a:pt x="26765" y="123951"/>
                  </a:cubicBezTo>
                  <a:lnTo>
                    <a:pt x="0" y="123951"/>
                  </a:lnTo>
                  <a:cubicBezTo>
                    <a:pt x="0" y="160182"/>
                    <a:pt x="20371" y="160182"/>
                    <a:pt x="50764" y="160182"/>
                  </a:cubicBezTo>
                  <a:cubicBezTo>
                    <a:pt x="78969" y="160182"/>
                    <a:pt x="102809" y="157254"/>
                    <a:pt x="102809" y="127145"/>
                  </a:cubicBezTo>
                  <a:cubicBezTo>
                    <a:pt x="102809" y="91127"/>
                    <a:pt x="79450" y="93043"/>
                    <a:pt x="53112" y="91766"/>
                  </a:cubicBezTo>
                  <a:cubicBezTo>
                    <a:pt x="29752" y="90701"/>
                    <a:pt x="26658" y="90435"/>
                    <a:pt x="26658" y="79266"/>
                  </a:cubicBezTo>
                  <a:cubicBezTo>
                    <a:pt x="26658" y="64637"/>
                    <a:pt x="36413" y="64637"/>
                    <a:pt x="50657" y="64637"/>
                  </a:cubicBezTo>
                  <a:cubicBezTo>
                    <a:pt x="64902" y="64637"/>
                    <a:pt x="71989" y="64637"/>
                    <a:pt x="71989" y="77988"/>
                  </a:cubicBezTo>
                  <a:lnTo>
                    <a:pt x="98763" y="77988"/>
                  </a:lnTo>
                  <a:close/>
                </a:path>
              </a:pathLst>
            </a:custGeom>
            <a:solidFill>
              <a:schemeClr val="bg1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l" defTabSz="914400" rtl="0" eaLnBrk="1" latinLnBrk="0" hangingPunct="1"/>
              <a:endParaRPr lang="en-IL">
                <a:solidFill>
                  <a:schemeClr val="bg1"/>
                </a:solidFill>
              </a:endParaRPr>
            </a:p>
          </p:txBody>
        </p:sp>
      </p:grp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8EE9470B-C5AD-0F15-8B9B-AD6021CF7E18}"/>
              </a:ext>
            </a:extLst>
          </p:cNvPr>
          <p:cNvSpPr/>
          <p:nvPr userDrawn="1"/>
        </p:nvSpPr>
        <p:spPr>
          <a:xfrm>
            <a:off x="592865" y="3173033"/>
            <a:ext cx="540000" cy="36000"/>
          </a:xfrm>
          <a:prstGeom prst="parallelogram">
            <a:avLst>
              <a:gd name="adj" fmla="val 33599"/>
            </a:avLst>
          </a:prstGeom>
          <a:solidFill>
            <a:srgbClr val="FF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>
              <a:solidFill>
                <a:srgbClr val="FF3232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D15FC0-C4CE-0F9E-269E-25052389689C}"/>
              </a:ext>
            </a:extLst>
          </p:cNvPr>
          <p:cNvSpPr txBox="1"/>
          <p:nvPr userDrawn="1"/>
        </p:nvSpPr>
        <p:spPr>
          <a:xfrm>
            <a:off x="516834" y="3160643"/>
            <a:ext cx="51484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540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02489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96D6CD-E275-52E5-E5E5-CA6ED5C18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463296"/>
            <a:ext cx="11160000" cy="731520"/>
          </a:xfrm>
          <a:prstGeom prst="rect">
            <a:avLst/>
          </a:prstGeom>
        </p:spPr>
        <p:txBody>
          <a:bodyPr vert="horz" lIns="9000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A12A79-011F-0DE4-6069-17488F04A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6000" y="1474149"/>
            <a:ext cx="11160000" cy="4680000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B7779-FFBD-F7C5-6561-BCF406F514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95124" y="6356350"/>
            <a:ext cx="504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 b="0" i="0">
                <a:solidFill>
                  <a:schemeClr val="accent4">
                    <a:alpha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algn="r" defTabSz="914400" rtl="1" eaLnBrk="1" latinLnBrk="0" hangingPunct="1"/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08AB0-89D8-CED5-6B2A-58F67C7896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3467" y="6356350"/>
            <a:ext cx="348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accent4">
                    <a:alpha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4055E60B-063F-7341-AAD1-65F55D97E323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26BDAF46-1CFB-C32B-89A2-46BC182FCE6D}"/>
              </a:ext>
            </a:extLst>
          </p:cNvPr>
          <p:cNvSpPr/>
          <p:nvPr userDrawn="1"/>
        </p:nvSpPr>
        <p:spPr>
          <a:xfrm>
            <a:off x="592865" y="388644"/>
            <a:ext cx="540000" cy="36000"/>
          </a:xfrm>
          <a:prstGeom prst="parallelogram">
            <a:avLst>
              <a:gd name="adj" fmla="val 33599"/>
            </a:avLst>
          </a:prstGeom>
          <a:solidFill>
            <a:srgbClr val="FF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>
              <a:solidFill>
                <a:srgbClr val="FF3232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C7FC6D1-A5C0-8E8A-9549-29A37B9EDE15}"/>
              </a:ext>
            </a:extLst>
          </p:cNvPr>
          <p:cNvGrpSpPr/>
          <p:nvPr userDrawn="1"/>
        </p:nvGrpSpPr>
        <p:grpSpPr>
          <a:xfrm>
            <a:off x="10654248" y="6448149"/>
            <a:ext cx="1008089" cy="203766"/>
            <a:chOff x="10654248" y="6448149"/>
            <a:chExt cx="1008089" cy="20376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6EE7C6F-0807-B49E-1E40-B6469F7F0A3A}"/>
                </a:ext>
              </a:extLst>
            </p:cNvPr>
            <p:cNvSpPr/>
            <p:nvPr/>
          </p:nvSpPr>
          <p:spPr>
            <a:xfrm>
              <a:off x="11151485" y="6448149"/>
              <a:ext cx="510852" cy="203766"/>
            </a:xfrm>
            <a:custGeom>
              <a:avLst/>
              <a:gdLst>
                <a:gd name="connsiteX0" fmla="*/ 457660 w 510852"/>
                <a:gd name="connsiteY0" fmla="*/ 123534 h 203766"/>
                <a:gd name="connsiteX1" fmla="*/ 472483 w 510852"/>
                <a:gd name="connsiteY1" fmla="*/ 123534 h 203766"/>
                <a:gd name="connsiteX2" fmla="*/ 477818 w 510852"/>
                <a:gd name="connsiteY2" fmla="*/ 108320 h 203766"/>
                <a:gd name="connsiteX3" fmla="*/ 407749 w 510852"/>
                <a:gd name="connsiteY3" fmla="*/ 108320 h 203766"/>
                <a:gd name="connsiteX4" fmla="*/ 432442 w 510852"/>
                <a:gd name="connsiteY4" fmla="*/ 139866 h 203766"/>
                <a:gd name="connsiteX5" fmla="*/ 457669 w 510852"/>
                <a:gd name="connsiteY5" fmla="*/ 123534 h 203766"/>
                <a:gd name="connsiteX6" fmla="*/ 407758 w 510852"/>
                <a:gd name="connsiteY6" fmla="*/ 91615 h 203766"/>
                <a:gd name="connsiteX7" fmla="*/ 457669 w 510852"/>
                <a:gd name="connsiteY7" fmla="*/ 91615 h 203766"/>
                <a:gd name="connsiteX8" fmla="*/ 432442 w 510852"/>
                <a:gd name="connsiteY8" fmla="*/ 67032 h 203766"/>
                <a:gd name="connsiteX9" fmla="*/ 407749 w 510852"/>
                <a:gd name="connsiteY9" fmla="*/ 91615 h 203766"/>
                <a:gd name="connsiteX10" fmla="*/ 499941 w 510852"/>
                <a:gd name="connsiteY10" fmla="*/ 0 h 203766"/>
                <a:gd name="connsiteX11" fmla="*/ 248459 w 510852"/>
                <a:gd name="connsiteY11" fmla="*/ 0 h 203766"/>
                <a:gd name="connsiteX12" fmla="*/ 248459 w 510852"/>
                <a:gd name="connsiteY12" fmla="*/ 158913 h 203766"/>
                <a:gd name="connsiteX13" fmla="*/ 221792 w 510852"/>
                <a:gd name="connsiteY13" fmla="*/ 158913 h 203766"/>
                <a:gd name="connsiteX14" fmla="*/ 222859 w 510852"/>
                <a:gd name="connsiteY14" fmla="*/ 142208 h 203766"/>
                <a:gd name="connsiteX15" fmla="*/ 222005 w 510852"/>
                <a:gd name="connsiteY15" fmla="*/ 142208 h 203766"/>
                <a:gd name="connsiteX16" fmla="*/ 187185 w 510852"/>
                <a:gd name="connsiteY16" fmla="*/ 160191 h 203766"/>
                <a:gd name="connsiteX17" fmla="*/ 144521 w 510852"/>
                <a:gd name="connsiteY17" fmla="*/ 100016 h 203766"/>
                <a:gd name="connsiteX18" fmla="*/ 187185 w 510852"/>
                <a:gd name="connsiteY18" fmla="*/ 46389 h 203766"/>
                <a:gd name="connsiteX19" fmla="*/ 220725 w 510852"/>
                <a:gd name="connsiteY19" fmla="*/ 62348 h 203766"/>
                <a:gd name="connsiteX20" fmla="*/ 221792 w 510852"/>
                <a:gd name="connsiteY20" fmla="*/ 62348 h 203766"/>
                <a:gd name="connsiteX21" fmla="*/ 221792 w 510852"/>
                <a:gd name="connsiteY21" fmla="*/ 0 h 203766"/>
                <a:gd name="connsiteX22" fmla="*/ 81922 w 510852"/>
                <a:gd name="connsiteY22" fmla="*/ 0 h 203766"/>
                <a:gd name="connsiteX23" fmla="*/ 61443 w 510852"/>
                <a:gd name="connsiteY23" fmla="*/ 14576 h 203766"/>
                <a:gd name="connsiteX24" fmla="*/ 49075 w 510852"/>
                <a:gd name="connsiteY24" fmla="*/ 50540 h 203766"/>
                <a:gd name="connsiteX25" fmla="*/ 78134 w 510852"/>
                <a:gd name="connsiteY25" fmla="*/ 46389 h 203766"/>
                <a:gd name="connsiteX26" fmla="*/ 130178 w 510852"/>
                <a:gd name="connsiteY26" fmla="*/ 108320 h 203766"/>
                <a:gd name="connsiteX27" fmla="*/ 53494 w 510852"/>
                <a:gd name="connsiteY27" fmla="*/ 108320 h 203766"/>
                <a:gd name="connsiteX28" fmla="*/ 78134 w 510852"/>
                <a:gd name="connsiteY28" fmla="*/ 139866 h 203766"/>
                <a:gd name="connsiteX29" fmla="*/ 103414 w 510852"/>
                <a:gd name="connsiteY29" fmla="*/ 123534 h 203766"/>
                <a:gd name="connsiteX30" fmla="*/ 130080 w 510852"/>
                <a:gd name="connsiteY30" fmla="*/ 123534 h 203766"/>
                <a:gd name="connsiteX31" fmla="*/ 78036 w 510852"/>
                <a:gd name="connsiteY31" fmla="*/ 160191 h 203766"/>
                <a:gd name="connsiteX32" fmla="*/ 26845 w 510852"/>
                <a:gd name="connsiteY32" fmla="*/ 114228 h 203766"/>
                <a:gd name="connsiteX33" fmla="*/ 872 w 510852"/>
                <a:gd name="connsiteY33" fmla="*/ 189245 h 203766"/>
                <a:gd name="connsiteX34" fmla="*/ 11266 w 510852"/>
                <a:gd name="connsiteY34" fmla="*/ 203767 h 203766"/>
                <a:gd name="connsiteX35" fmla="*/ 283226 w 510852"/>
                <a:gd name="connsiteY35" fmla="*/ 203767 h 203766"/>
                <a:gd name="connsiteX36" fmla="*/ 267230 w 510852"/>
                <a:gd name="connsiteY36" fmla="*/ 170411 h 203766"/>
                <a:gd name="connsiteX37" fmla="*/ 292296 w 510852"/>
                <a:gd name="connsiteY37" fmla="*/ 170411 h 203766"/>
                <a:gd name="connsiteX38" fmla="*/ 313095 w 510852"/>
                <a:gd name="connsiteY38" fmla="*/ 187967 h 203766"/>
                <a:gd name="connsiteX39" fmla="*/ 340713 w 510852"/>
                <a:gd name="connsiteY39" fmla="*/ 164236 h 203766"/>
                <a:gd name="connsiteX40" fmla="*/ 340713 w 510852"/>
                <a:gd name="connsiteY40" fmla="*/ 142954 h 203766"/>
                <a:gd name="connsiteX41" fmla="*/ 340073 w 510852"/>
                <a:gd name="connsiteY41" fmla="*/ 142954 h 203766"/>
                <a:gd name="connsiteX42" fmla="*/ 305252 w 510852"/>
                <a:gd name="connsiteY42" fmla="*/ 160084 h 203766"/>
                <a:gd name="connsiteX43" fmla="*/ 262588 w 510852"/>
                <a:gd name="connsiteY43" fmla="*/ 106510 h 203766"/>
                <a:gd name="connsiteX44" fmla="*/ 305252 w 510852"/>
                <a:gd name="connsiteY44" fmla="*/ 46282 h 203766"/>
                <a:gd name="connsiteX45" fmla="*/ 340073 w 510852"/>
                <a:gd name="connsiteY45" fmla="*/ 64318 h 203766"/>
                <a:gd name="connsiteX46" fmla="*/ 340926 w 510852"/>
                <a:gd name="connsiteY46" fmla="*/ 64318 h 203766"/>
                <a:gd name="connsiteX47" fmla="*/ 339966 w 510852"/>
                <a:gd name="connsiteY47" fmla="*/ 47879 h 203766"/>
                <a:gd name="connsiteX48" fmla="*/ 366633 w 510852"/>
                <a:gd name="connsiteY48" fmla="*/ 47879 h 203766"/>
                <a:gd name="connsiteX49" fmla="*/ 366633 w 510852"/>
                <a:gd name="connsiteY49" fmla="*/ 158700 h 203766"/>
                <a:gd name="connsiteX50" fmla="*/ 346422 w 510852"/>
                <a:gd name="connsiteY50" fmla="*/ 203758 h 203766"/>
                <a:gd name="connsiteX51" fmla="*/ 429072 w 510852"/>
                <a:gd name="connsiteY51" fmla="*/ 203758 h 203766"/>
                <a:gd name="connsiteX52" fmla="*/ 449550 w 510852"/>
                <a:gd name="connsiteY52" fmla="*/ 189236 h 203766"/>
                <a:gd name="connsiteX53" fmla="*/ 460212 w 510852"/>
                <a:gd name="connsiteY53" fmla="*/ 158328 h 203766"/>
                <a:gd name="connsiteX54" fmla="*/ 432220 w 510852"/>
                <a:gd name="connsiteY54" fmla="*/ 160191 h 203766"/>
                <a:gd name="connsiteX55" fmla="*/ 380816 w 510852"/>
                <a:gd name="connsiteY55" fmla="*/ 103636 h 203766"/>
                <a:gd name="connsiteX56" fmla="*/ 432220 w 510852"/>
                <a:gd name="connsiteY56" fmla="*/ 46389 h 203766"/>
                <a:gd name="connsiteX57" fmla="*/ 483784 w 510852"/>
                <a:gd name="connsiteY57" fmla="*/ 90391 h 203766"/>
                <a:gd name="connsiteX58" fmla="*/ 509971 w 510852"/>
                <a:gd name="connsiteY58" fmla="*/ 14789 h 203766"/>
                <a:gd name="connsiteX59" fmla="*/ 499950 w 510852"/>
                <a:gd name="connsiteY59" fmla="*/ 0 h 203766"/>
                <a:gd name="connsiteX60" fmla="*/ 221276 w 510852"/>
                <a:gd name="connsiteY60" fmla="*/ 100016 h 203766"/>
                <a:gd name="connsiteX61" fmla="*/ 194929 w 510852"/>
                <a:gd name="connsiteY61" fmla="*/ 66766 h 203766"/>
                <a:gd name="connsiteX62" fmla="*/ 171143 w 510852"/>
                <a:gd name="connsiteY62" fmla="*/ 100016 h 203766"/>
                <a:gd name="connsiteX63" fmla="*/ 194929 w 510852"/>
                <a:gd name="connsiteY63" fmla="*/ 139866 h 203766"/>
                <a:gd name="connsiteX64" fmla="*/ 221276 w 510852"/>
                <a:gd name="connsiteY64" fmla="*/ 100016 h 203766"/>
                <a:gd name="connsiteX65" fmla="*/ 78152 w 510852"/>
                <a:gd name="connsiteY65" fmla="*/ 66766 h 203766"/>
                <a:gd name="connsiteX66" fmla="*/ 53512 w 510852"/>
                <a:gd name="connsiteY66" fmla="*/ 91349 h 203766"/>
                <a:gd name="connsiteX67" fmla="*/ 103422 w 510852"/>
                <a:gd name="connsiteY67" fmla="*/ 91349 h 203766"/>
                <a:gd name="connsiteX68" fmla="*/ 78143 w 510852"/>
                <a:gd name="connsiteY68" fmla="*/ 66766 h 203766"/>
                <a:gd name="connsiteX69" fmla="*/ 339966 w 510852"/>
                <a:gd name="connsiteY69" fmla="*/ 100016 h 203766"/>
                <a:gd name="connsiteX70" fmla="*/ 313299 w 510852"/>
                <a:gd name="connsiteY70" fmla="*/ 66766 h 203766"/>
                <a:gd name="connsiteX71" fmla="*/ 289513 w 510852"/>
                <a:gd name="connsiteY71" fmla="*/ 100016 h 203766"/>
                <a:gd name="connsiteX72" fmla="*/ 313299 w 510852"/>
                <a:gd name="connsiteY72" fmla="*/ 139866 h 203766"/>
                <a:gd name="connsiteX73" fmla="*/ 339966 w 510852"/>
                <a:gd name="connsiteY73" fmla="*/ 100016 h 20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510852" h="203766">
                  <a:moveTo>
                    <a:pt x="457660" y="123534"/>
                  </a:moveTo>
                  <a:lnTo>
                    <a:pt x="472483" y="123534"/>
                  </a:lnTo>
                  <a:lnTo>
                    <a:pt x="477818" y="108320"/>
                  </a:lnTo>
                  <a:lnTo>
                    <a:pt x="407749" y="108320"/>
                  </a:lnTo>
                  <a:cubicBezTo>
                    <a:pt x="407749" y="132264"/>
                    <a:pt x="408390" y="139866"/>
                    <a:pt x="432442" y="139866"/>
                  </a:cubicBezTo>
                  <a:cubicBezTo>
                    <a:pt x="447265" y="139866"/>
                    <a:pt x="457669" y="139866"/>
                    <a:pt x="457669" y="123534"/>
                  </a:cubicBezTo>
                  <a:moveTo>
                    <a:pt x="407758" y="91615"/>
                  </a:moveTo>
                  <a:lnTo>
                    <a:pt x="457669" y="91615"/>
                  </a:lnTo>
                  <a:cubicBezTo>
                    <a:pt x="457669" y="68736"/>
                    <a:pt x="454308" y="67032"/>
                    <a:pt x="432442" y="67032"/>
                  </a:cubicBezTo>
                  <a:cubicBezTo>
                    <a:pt x="409243" y="67032"/>
                    <a:pt x="407749" y="71876"/>
                    <a:pt x="407749" y="91615"/>
                  </a:cubicBezTo>
                  <a:moveTo>
                    <a:pt x="499941" y="0"/>
                  </a:moveTo>
                  <a:lnTo>
                    <a:pt x="248459" y="0"/>
                  </a:lnTo>
                  <a:lnTo>
                    <a:pt x="248459" y="158913"/>
                  </a:lnTo>
                  <a:lnTo>
                    <a:pt x="221792" y="158913"/>
                  </a:lnTo>
                  <a:lnTo>
                    <a:pt x="222859" y="142208"/>
                  </a:lnTo>
                  <a:lnTo>
                    <a:pt x="222005" y="142208"/>
                  </a:lnTo>
                  <a:cubicBezTo>
                    <a:pt x="215230" y="156837"/>
                    <a:pt x="202914" y="160191"/>
                    <a:pt x="187185" y="160191"/>
                  </a:cubicBezTo>
                  <a:cubicBezTo>
                    <a:pt x="145748" y="160191"/>
                    <a:pt x="144521" y="134118"/>
                    <a:pt x="144521" y="100016"/>
                  </a:cubicBezTo>
                  <a:cubicBezTo>
                    <a:pt x="144521" y="65914"/>
                    <a:pt x="149003" y="46389"/>
                    <a:pt x="187185" y="46389"/>
                  </a:cubicBezTo>
                  <a:cubicBezTo>
                    <a:pt x="200780" y="46389"/>
                    <a:pt x="215016" y="48943"/>
                    <a:pt x="220725" y="62348"/>
                  </a:cubicBezTo>
                  <a:lnTo>
                    <a:pt x="221792" y="62348"/>
                  </a:lnTo>
                  <a:lnTo>
                    <a:pt x="221792" y="0"/>
                  </a:lnTo>
                  <a:lnTo>
                    <a:pt x="81922" y="0"/>
                  </a:lnTo>
                  <a:cubicBezTo>
                    <a:pt x="72745" y="213"/>
                    <a:pt x="64636" y="5988"/>
                    <a:pt x="61443" y="14576"/>
                  </a:cubicBezTo>
                  <a:lnTo>
                    <a:pt x="49075" y="50540"/>
                  </a:lnTo>
                  <a:cubicBezTo>
                    <a:pt x="58429" y="47418"/>
                    <a:pt x="68281" y="46016"/>
                    <a:pt x="78134" y="46389"/>
                  </a:cubicBezTo>
                  <a:cubicBezTo>
                    <a:pt x="123989" y="46389"/>
                    <a:pt x="130178" y="59740"/>
                    <a:pt x="130178" y="108320"/>
                  </a:cubicBezTo>
                  <a:lnTo>
                    <a:pt x="53494" y="108320"/>
                  </a:lnTo>
                  <a:cubicBezTo>
                    <a:pt x="53494" y="132264"/>
                    <a:pt x="54134" y="139866"/>
                    <a:pt x="78134" y="139866"/>
                  </a:cubicBezTo>
                  <a:cubicBezTo>
                    <a:pt x="93010" y="139866"/>
                    <a:pt x="103414" y="139866"/>
                    <a:pt x="103414" y="123534"/>
                  </a:cubicBezTo>
                  <a:lnTo>
                    <a:pt x="130080" y="123534"/>
                  </a:lnTo>
                  <a:cubicBezTo>
                    <a:pt x="130080" y="158541"/>
                    <a:pt x="109869" y="160191"/>
                    <a:pt x="78036" y="160191"/>
                  </a:cubicBezTo>
                  <a:cubicBezTo>
                    <a:pt x="39107" y="160191"/>
                    <a:pt x="28445" y="148862"/>
                    <a:pt x="26845" y="114228"/>
                  </a:cubicBezTo>
                  <a:lnTo>
                    <a:pt x="872" y="189245"/>
                  </a:lnTo>
                  <a:cubicBezTo>
                    <a:pt x="872" y="189245"/>
                    <a:pt x="-4464" y="203767"/>
                    <a:pt x="11266" y="203767"/>
                  </a:cubicBezTo>
                  <a:lnTo>
                    <a:pt x="283226" y="203767"/>
                  </a:lnTo>
                  <a:cubicBezTo>
                    <a:pt x="272565" y="198923"/>
                    <a:pt x="266483" y="189298"/>
                    <a:pt x="267230" y="170411"/>
                  </a:cubicBezTo>
                  <a:lnTo>
                    <a:pt x="292296" y="170411"/>
                  </a:lnTo>
                  <a:cubicBezTo>
                    <a:pt x="292296" y="185625"/>
                    <a:pt x="298005" y="187967"/>
                    <a:pt x="313095" y="187967"/>
                  </a:cubicBezTo>
                  <a:cubicBezTo>
                    <a:pt x="335813" y="187967"/>
                    <a:pt x="340713" y="183283"/>
                    <a:pt x="340713" y="164236"/>
                  </a:cubicBezTo>
                  <a:lnTo>
                    <a:pt x="340713" y="142954"/>
                  </a:lnTo>
                  <a:lnTo>
                    <a:pt x="340073" y="142954"/>
                  </a:lnTo>
                  <a:cubicBezTo>
                    <a:pt x="333030" y="157529"/>
                    <a:pt x="318741" y="160084"/>
                    <a:pt x="305252" y="160084"/>
                  </a:cubicBezTo>
                  <a:cubicBezTo>
                    <a:pt x="267016" y="160084"/>
                    <a:pt x="262588" y="139121"/>
                    <a:pt x="262588" y="106510"/>
                  </a:cubicBezTo>
                  <a:cubicBezTo>
                    <a:pt x="262588" y="73899"/>
                    <a:pt x="263869" y="46282"/>
                    <a:pt x="305252" y="46282"/>
                  </a:cubicBezTo>
                  <a:cubicBezTo>
                    <a:pt x="320928" y="46282"/>
                    <a:pt x="333244" y="49689"/>
                    <a:pt x="340073" y="64318"/>
                  </a:cubicBezTo>
                  <a:lnTo>
                    <a:pt x="340926" y="64318"/>
                  </a:lnTo>
                  <a:lnTo>
                    <a:pt x="339966" y="47879"/>
                  </a:lnTo>
                  <a:lnTo>
                    <a:pt x="366633" y="47879"/>
                  </a:lnTo>
                  <a:lnTo>
                    <a:pt x="366633" y="158700"/>
                  </a:lnTo>
                  <a:cubicBezTo>
                    <a:pt x="366633" y="184614"/>
                    <a:pt x="361298" y="197752"/>
                    <a:pt x="346422" y="203758"/>
                  </a:cubicBezTo>
                  <a:lnTo>
                    <a:pt x="429072" y="203758"/>
                  </a:lnTo>
                  <a:cubicBezTo>
                    <a:pt x="438231" y="203554"/>
                    <a:pt x="446340" y="197797"/>
                    <a:pt x="449550" y="189236"/>
                  </a:cubicBezTo>
                  <a:lnTo>
                    <a:pt x="460212" y="158328"/>
                  </a:lnTo>
                  <a:cubicBezTo>
                    <a:pt x="450964" y="159871"/>
                    <a:pt x="441583" y="160492"/>
                    <a:pt x="432220" y="160191"/>
                  </a:cubicBezTo>
                  <a:cubicBezTo>
                    <a:pt x="389556" y="160191"/>
                    <a:pt x="380816" y="146626"/>
                    <a:pt x="380816" y="103636"/>
                  </a:cubicBezTo>
                  <a:cubicBezTo>
                    <a:pt x="380816" y="63785"/>
                    <a:pt x="387164" y="46389"/>
                    <a:pt x="432220" y="46389"/>
                  </a:cubicBezTo>
                  <a:cubicBezTo>
                    <a:pt x="471789" y="46389"/>
                    <a:pt x="481810" y="56387"/>
                    <a:pt x="483784" y="90391"/>
                  </a:cubicBezTo>
                  <a:lnTo>
                    <a:pt x="509971" y="14789"/>
                  </a:lnTo>
                  <a:cubicBezTo>
                    <a:pt x="509971" y="14789"/>
                    <a:pt x="515253" y="0"/>
                    <a:pt x="499950" y="0"/>
                  </a:cubicBezTo>
                  <a:moveTo>
                    <a:pt x="221276" y="100016"/>
                  </a:moveTo>
                  <a:cubicBezTo>
                    <a:pt x="221276" y="76285"/>
                    <a:pt x="218129" y="66766"/>
                    <a:pt x="194929" y="66766"/>
                  </a:cubicBezTo>
                  <a:cubicBezTo>
                    <a:pt x="176479" y="66766"/>
                    <a:pt x="171143" y="72089"/>
                    <a:pt x="171143" y="100016"/>
                  </a:cubicBezTo>
                  <a:cubicBezTo>
                    <a:pt x="171143" y="125237"/>
                    <a:pt x="170503" y="139866"/>
                    <a:pt x="194929" y="139866"/>
                  </a:cubicBezTo>
                  <a:cubicBezTo>
                    <a:pt x="222334" y="139866"/>
                    <a:pt x="221276" y="126515"/>
                    <a:pt x="221276" y="100016"/>
                  </a:cubicBezTo>
                  <a:moveTo>
                    <a:pt x="78152" y="66766"/>
                  </a:moveTo>
                  <a:cubicBezTo>
                    <a:pt x="54952" y="66766"/>
                    <a:pt x="53512" y="71610"/>
                    <a:pt x="53512" y="91349"/>
                  </a:cubicBezTo>
                  <a:lnTo>
                    <a:pt x="103422" y="91349"/>
                  </a:lnTo>
                  <a:cubicBezTo>
                    <a:pt x="103422" y="68469"/>
                    <a:pt x="100008" y="66766"/>
                    <a:pt x="78143" y="66766"/>
                  </a:cubicBezTo>
                  <a:moveTo>
                    <a:pt x="339966" y="100016"/>
                  </a:moveTo>
                  <a:cubicBezTo>
                    <a:pt x="339966" y="76285"/>
                    <a:pt x="336338" y="66766"/>
                    <a:pt x="313299" y="66766"/>
                  </a:cubicBezTo>
                  <a:cubicBezTo>
                    <a:pt x="294848" y="66766"/>
                    <a:pt x="289513" y="72089"/>
                    <a:pt x="289513" y="100016"/>
                  </a:cubicBezTo>
                  <a:cubicBezTo>
                    <a:pt x="289513" y="125237"/>
                    <a:pt x="289513" y="139866"/>
                    <a:pt x="313299" y="139866"/>
                  </a:cubicBezTo>
                  <a:cubicBezTo>
                    <a:pt x="339966" y="139866"/>
                    <a:pt x="339966" y="126515"/>
                    <a:pt x="339966" y="100016"/>
                  </a:cubicBezTo>
                </a:path>
              </a:pathLst>
            </a:custGeom>
            <a:solidFill>
              <a:srgbClr val="FF3232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l" defTabSz="914400" rtl="0" eaLnBrk="1" latinLnBrk="0" hangingPunct="1"/>
              <a:endParaRPr lang="en-IL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BE81851-DE74-F229-8630-9E3E96D18699}"/>
                </a:ext>
              </a:extLst>
            </p:cNvPr>
            <p:cNvSpPr/>
            <p:nvPr/>
          </p:nvSpPr>
          <p:spPr>
            <a:xfrm>
              <a:off x="10654248" y="6448149"/>
              <a:ext cx="508352" cy="160456"/>
            </a:xfrm>
            <a:custGeom>
              <a:avLst/>
              <a:gdLst>
                <a:gd name="connsiteX0" fmla="*/ 422866 w 508352"/>
                <a:gd name="connsiteY0" fmla="*/ 47879 h 160456"/>
                <a:gd name="connsiteX1" fmla="*/ 422866 w 508352"/>
                <a:gd name="connsiteY1" fmla="*/ 158913 h 160456"/>
                <a:gd name="connsiteX2" fmla="*/ 449532 w 508352"/>
                <a:gd name="connsiteY2" fmla="*/ 158913 h 160456"/>
                <a:gd name="connsiteX3" fmla="*/ 449532 w 508352"/>
                <a:gd name="connsiteY3" fmla="*/ 90444 h 160456"/>
                <a:gd name="connsiteX4" fmla="*/ 469691 w 508352"/>
                <a:gd name="connsiteY4" fmla="*/ 66926 h 160456"/>
                <a:gd name="connsiteX5" fmla="*/ 483286 w 508352"/>
                <a:gd name="connsiteY5" fmla="*/ 84695 h 160456"/>
                <a:gd name="connsiteX6" fmla="*/ 483286 w 508352"/>
                <a:gd name="connsiteY6" fmla="*/ 90444 h 160456"/>
                <a:gd name="connsiteX7" fmla="*/ 508353 w 508352"/>
                <a:gd name="connsiteY7" fmla="*/ 90444 h 160456"/>
                <a:gd name="connsiteX8" fmla="*/ 508353 w 508352"/>
                <a:gd name="connsiteY8" fmla="*/ 81404 h 160456"/>
                <a:gd name="connsiteX9" fmla="*/ 479080 w 508352"/>
                <a:gd name="connsiteY9" fmla="*/ 46397 h 160456"/>
                <a:gd name="connsiteX10" fmla="*/ 449328 w 508352"/>
                <a:gd name="connsiteY10" fmla="*/ 62357 h 160456"/>
                <a:gd name="connsiteX11" fmla="*/ 448261 w 508352"/>
                <a:gd name="connsiteY11" fmla="*/ 62357 h 160456"/>
                <a:gd name="connsiteX12" fmla="*/ 449008 w 508352"/>
                <a:gd name="connsiteY12" fmla="*/ 47888 h 160456"/>
                <a:gd name="connsiteX13" fmla="*/ 422874 w 508352"/>
                <a:gd name="connsiteY13" fmla="*/ 47888 h 160456"/>
                <a:gd name="connsiteX14" fmla="*/ 371461 w 508352"/>
                <a:gd name="connsiteY14" fmla="*/ 158913 h 160456"/>
                <a:gd name="connsiteX15" fmla="*/ 398128 w 508352"/>
                <a:gd name="connsiteY15" fmla="*/ 158913 h 160456"/>
                <a:gd name="connsiteX16" fmla="*/ 398128 w 508352"/>
                <a:gd name="connsiteY16" fmla="*/ 89220 h 160456"/>
                <a:gd name="connsiteX17" fmla="*/ 347577 w 508352"/>
                <a:gd name="connsiteY17" fmla="*/ 46655 h 160456"/>
                <a:gd name="connsiteX18" fmla="*/ 299588 w 508352"/>
                <a:gd name="connsiteY18" fmla="*/ 80384 h 160456"/>
                <a:gd name="connsiteX19" fmla="*/ 326255 w 508352"/>
                <a:gd name="connsiteY19" fmla="*/ 80384 h 160456"/>
                <a:gd name="connsiteX20" fmla="*/ 347266 w 508352"/>
                <a:gd name="connsiteY20" fmla="*/ 64903 h 160456"/>
                <a:gd name="connsiteX21" fmla="*/ 371052 w 508352"/>
                <a:gd name="connsiteY21" fmla="*/ 89273 h 160456"/>
                <a:gd name="connsiteX22" fmla="*/ 371052 w 508352"/>
                <a:gd name="connsiteY22" fmla="*/ 103689 h 160456"/>
                <a:gd name="connsiteX23" fmla="*/ 370625 w 508352"/>
                <a:gd name="connsiteY23" fmla="*/ 103689 h 160456"/>
                <a:gd name="connsiteX24" fmla="*/ 337298 w 508352"/>
                <a:gd name="connsiteY24" fmla="*/ 90976 h 160456"/>
                <a:gd name="connsiteX25" fmla="*/ 295648 w 508352"/>
                <a:gd name="connsiteY25" fmla="*/ 125078 h 160456"/>
                <a:gd name="connsiteX26" fmla="*/ 337298 w 508352"/>
                <a:gd name="connsiteY26" fmla="*/ 160457 h 160456"/>
                <a:gd name="connsiteX27" fmla="*/ 371906 w 508352"/>
                <a:gd name="connsiteY27" fmla="*/ 145242 h 160456"/>
                <a:gd name="connsiteX28" fmla="*/ 372546 w 508352"/>
                <a:gd name="connsiteY28" fmla="*/ 145242 h 160456"/>
                <a:gd name="connsiteX29" fmla="*/ 371479 w 508352"/>
                <a:gd name="connsiteY29" fmla="*/ 158913 h 160456"/>
                <a:gd name="connsiteX30" fmla="*/ 346608 w 508352"/>
                <a:gd name="connsiteY30" fmla="*/ 108905 h 160456"/>
                <a:gd name="connsiteX31" fmla="*/ 371248 w 508352"/>
                <a:gd name="connsiteY31" fmla="*/ 124865 h 160456"/>
                <a:gd name="connsiteX32" fmla="*/ 346608 w 508352"/>
                <a:gd name="connsiteY32" fmla="*/ 142049 h 160456"/>
                <a:gd name="connsiteX33" fmla="*/ 322182 w 508352"/>
                <a:gd name="connsiteY33" fmla="*/ 124865 h 160456"/>
                <a:gd name="connsiteX34" fmla="*/ 346608 w 508352"/>
                <a:gd name="connsiteY34" fmla="*/ 108905 h 160456"/>
                <a:gd name="connsiteX35" fmla="*/ 273134 w 508352"/>
                <a:gd name="connsiteY35" fmla="*/ 0 h 160456"/>
                <a:gd name="connsiteX36" fmla="*/ 246467 w 508352"/>
                <a:gd name="connsiteY36" fmla="*/ 0 h 160456"/>
                <a:gd name="connsiteX37" fmla="*/ 246467 w 508352"/>
                <a:gd name="connsiteY37" fmla="*/ 158913 h 160456"/>
                <a:gd name="connsiteX38" fmla="*/ 273134 w 508352"/>
                <a:gd name="connsiteY38" fmla="*/ 158913 h 160456"/>
                <a:gd name="connsiteX39" fmla="*/ 273134 w 508352"/>
                <a:gd name="connsiteY39" fmla="*/ 0 h 160456"/>
                <a:gd name="connsiteX40" fmla="*/ 171179 w 508352"/>
                <a:gd name="connsiteY40" fmla="*/ 66766 h 160456"/>
                <a:gd name="connsiteX41" fmla="*/ 196886 w 508352"/>
                <a:gd name="connsiteY41" fmla="*/ 103636 h 160456"/>
                <a:gd name="connsiteX42" fmla="*/ 171179 w 508352"/>
                <a:gd name="connsiteY42" fmla="*/ 139866 h 160456"/>
                <a:gd name="connsiteX43" fmla="*/ 145472 w 508352"/>
                <a:gd name="connsiteY43" fmla="*/ 103636 h 160456"/>
                <a:gd name="connsiteX44" fmla="*/ 171179 w 508352"/>
                <a:gd name="connsiteY44" fmla="*/ 66766 h 160456"/>
                <a:gd name="connsiteX45" fmla="*/ 171179 w 508352"/>
                <a:gd name="connsiteY45" fmla="*/ 46389 h 160456"/>
                <a:gd name="connsiteX46" fmla="*/ 118708 w 508352"/>
                <a:gd name="connsiteY46" fmla="*/ 103423 h 160456"/>
                <a:gd name="connsiteX47" fmla="*/ 171179 w 508352"/>
                <a:gd name="connsiteY47" fmla="*/ 160191 h 160456"/>
                <a:gd name="connsiteX48" fmla="*/ 223650 w 508352"/>
                <a:gd name="connsiteY48" fmla="*/ 103423 h 160456"/>
                <a:gd name="connsiteX49" fmla="*/ 171179 w 508352"/>
                <a:gd name="connsiteY49" fmla="*/ 46389 h 160456"/>
                <a:gd name="connsiteX50" fmla="*/ 98763 w 508352"/>
                <a:gd name="connsiteY50" fmla="*/ 77988 h 160456"/>
                <a:gd name="connsiteX51" fmla="*/ 50773 w 508352"/>
                <a:gd name="connsiteY51" fmla="*/ 46389 h 160456"/>
                <a:gd name="connsiteX52" fmla="*/ 9 w 508352"/>
                <a:gd name="connsiteY52" fmla="*/ 77563 h 160456"/>
                <a:gd name="connsiteX53" fmla="*/ 48426 w 508352"/>
                <a:gd name="connsiteY53" fmla="*/ 112090 h 160456"/>
                <a:gd name="connsiteX54" fmla="*/ 76044 w 508352"/>
                <a:gd name="connsiteY54" fmla="*/ 127145 h 160456"/>
                <a:gd name="connsiteX55" fmla="*/ 50764 w 508352"/>
                <a:gd name="connsiteY55" fmla="*/ 141987 h 160456"/>
                <a:gd name="connsiteX56" fmla="*/ 26765 w 508352"/>
                <a:gd name="connsiteY56" fmla="*/ 123951 h 160456"/>
                <a:gd name="connsiteX57" fmla="*/ 0 w 508352"/>
                <a:gd name="connsiteY57" fmla="*/ 123951 h 160456"/>
                <a:gd name="connsiteX58" fmla="*/ 50764 w 508352"/>
                <a:gd name="connsiteY58" fmla="*/ 160182 h 160456"/>
                <a:gd name="connsiteX59" fmla="*/ 102809 w 508352"/>
                <a:gd name="connsiteY59" fmla="*/ 127145 h 160456"/>
                <a:gd name="connsiteX60" fmla="*/ 53112 w 508352"/>
                <a:gd name="connsiteY60" fmla="*/ 91766 h 160456"/>
                <a:gd name="connsiteX61" fmla="*/ 26658 w 508352"/>
                <a:gd name="connsiteY61" fmla="*/ 79266 h 160456"/>
                <a:gd name="connsiteX62" fmla="*/ 50657 w 508352"/>
                <a:gd name="connsiteY62" fmla="*/ 64637 h 160456"/>
                <a:gd name="connsiteX63" fmla="*/ 71989 w 508352"/>
                <a:gd name="connsiteY63" fmla="*/ 77988 h 160456"/>
                <a:gd name="connsiteX64" fmla="*/ 98763 w 508352"/>
                <a:gd name="connsiteY64" fmla="*/ 77988 h 16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08352" h="160456">
                  <a:moveTo>
                    <a:pt x="422866" y="47879"/>
                  </a:moveTo>
                  <a:lnTo>
                    <a:pt x="422866" y="158913"/>
                  </a:lnTo>
                  <a:lnTo>
                    <a:pt x="449532" y="158913"/>
                  </a:lnTo>
                  <a:lnTo>
                    <a:pt x="449532" y="90444"/>
                  </a:lnTo>
                  <a:cubicBezTo>
                    <a:pt x="449106" y="76028"/>
                    <a:pt x="453801" y="66926"/>
                    <a:pt x="469691" y="66926"/>
                  </a:cubicBezTo>
                  <a:cubicBezTo>
                    <a:pt x="482219" y="66926"/>
                    <a:pt x="483286" y="73473"/>
                    <a:pt x="483286" y="84695"/>
                  </a:cubicBezTo>
                  <a:lnTo>
                    <a:pt x="483286" y="90444"/>
                  </a:lnTo>
                  <a:lnTo>
                    <a:pt x="508353" y="90444"/>
                  </a:lnTo>
                  <a:lnTo>
                    <a:pt x="508353" y="81404"/>
                  </a:lnTo>
                  <a:cubicBezTo>
                    <a:pt x="508353" y="60121"/>
                    <a:pt x="502644" y="46397"/>
                    <a:pt x="479080" y="46397"/>
                  </a:cubicBezTo>
                  <a:cubicBezTo>
                    <a:pt x="466125" y="46397"/>
                    <a:pt x="454654" y="50017"/>
                    <a:pt x="449328" y="62357"/>
                  </a:cubicBezTo>
                  <a:lnTo>
                    <a:pt x="448261" y="62357"/>
                  </a:lnTo>
                  <a:lnTo>
                    <a:pt x="449008" y="47888"/>
                  </a:lnTo>
                  <a:lnTo>
                    <a:pt x="422874" y="47888"/>
                  </a:lnTo>
                  <a:close/>
                  <a:moveTo>
                    <a:pt x="371461" y="158913"/>
                  </a:moveTo>
                  <a:lnTo>
                    <a:pt x="398128" y="158913"/>
                  </a:lnTo>
                  <a:lnTo>
                    <a:pt x="398128" y="89220"/>
                  </a:lnTo>
                  <a:cubicBezTo>
                    <a:pt x="398128" y="51977"/>
                    <a:pt x="383252" y="46655"/>
                    <a:pt x="347577" y="46655"/>
                  </a:cubicBezTo>
                  <a:cubicBezTo>
                    <a:pt x="322084" y="46655"/>
                    <a:pt x="299588" y="47932"/>
                    <a:pt x="299588" y="80384"/>
                  </a:cubicBezTo>
                  <a:lnTo>
                    <a:pt x="326255" y="80384"/>
                  </a:lnTo>
                  <a:cubicBezTo>
                    <a:pt x="326255" y="65968"/>
                    <a:pt x="335582" y="64903"/>
                    <a:pt x="347266" y="64903"/>
                  </a:cubicBezTo>
                  <a:cubicBezTo>
                    <a:pt x="369558" y="64903"/>
                    <a:pt x="371052" y="71237"/>
                    <a:pt x="371052" y="89273"/>
                  </a:cubicBezTo>
                  <a:lnTo>
                    <a:pt x="371052" y="103689"/>
                  </a:lnTo>
                  <a:lnTo>
                    <a:pt x="370625" y="103689"/>
                  </a:lnTo>
                  <a:cubicBezTo>
                    <a:pt x="364276" y="91189"/>
                    <a:pt x="350894" y="90976"/>
                    <a:pt x="337298" y="90976"/>
                  </a:cubicBezTo>
                  <a:cubicBezTo>
                    <a:pt x="309680" y="90976"/>
                    <a:pt x="295648" y="98375"/>
                    <a:pt x="295648" y="125078"/>
                  </a:cubicBezTo>
                  <a:cubicBezTo>
                    <a:pt x="295648" y="155187"/>
                    <a:pt x="312018" y="160457"/>
                    <a:pt x="337298" y="160457"/>
                  </a:cubicBezTo>
                  <a:cubicBezTo>
                    <a:pt x="350254" y="160457"/>
                    <a:pt x="366624" y="160031"/>
                    <a:pt x="371906" y="145242"/>
                  </a:cubicBezTo>
                  <a:lnTo>
                    <a:pt x="372546" y="145242"/>
                  </a:lnTo>
                  <a:lnTo>
                    <a:pt x="371479" y="158913"/>
                  </a:lnTo>
                  <a:close/>
                  <a:moveTo>
                    <a:pt x="346608" y="108905"/>
                  </a:moveTo>
                  <a:cubicBezTo>
                    <a:pt x="359777" y="108905"/>
                    <a:pt x="371248" y="109331"/>
                    <a:pt x="371248" y="124865"/>
                  </a:cubicBezTo>
                  <a:cubicBezTo>
                    <a:pt x="371248" y="140399"/>
                    <a:pt x="360586" y="142049"/>
                    <a:pt x="346608" y="142049"/>
                  </a:cubicBezTo>
                  <a:cubicBezTo>
                    <a:pt x="328584" y="142049"/>
                    <a:pt x="322182" y="140558"/>
                    <a:pt x="322182" y="124865"/>
                  </a:cubicBezTo>
                  <a:cubicBezTo>
                    <a:pt x="322182" y="109171"/>
                    <a:pt x="332843" y="108905"/>
                    <a:pt x="346608" y="108905"/>
                  </a:cubicBezTo>
                  <a:moveTo>
                    <a:pt x="273134" y="0"/>
                  </a:moveTo>
                  <a:lnTo>
                    <a:pt x="246467" y="0"/>
                  </a:lnTo>
                  <a:lnTo>
                    <a:pt x="246467" y="158913"/>
                  </a:lnTo>
                  <a:lnTo>
                    <a:pt x="273134" y="158913"/>
                  </a:lnTo>
                  <a:lnTo>
                    <a:pt x="273134" y="0"/>
                  </a:lnTo>
                  <a:close/>
                  <a:moveTo>
                    <a:pt x="171179" y="66766"/>
                  </a:moveTo>
                  <a:cubicBezTo>
                    <a:pt x="194965" y="66766"/>
                    <a:pt x="196886" y="73526"/>
                    <a:pt x="196886" y="103636"/>
                  </a:cubicBezTo>
                  <a:cubicBezTo>
                    <a:pt x="196886" y="133745"/>
                    <a:pt x="194965" y="139866"/>
                    <a:pt x="171179" y="139866"/>
                  </a:cubicBezTo>
                  <a:cubicBezTo>
                    <a:pt x="147393" y="139866"/>
                    <a:pt x="145472" y="133266"/>
                    <a:pt x="145472" y="103636"/>
                  </a:cubicBezTo>
                  <a:cubicBezTo>
                    <a:pt x="145472" y="74005"/>
                    <a:pt x="147393" y="66766"/>
                    <a:pt x="171179" y="66766"/>
                  </a:cubicBezTo>
                  <a:moveTo>
                    <a:pt x="171179" y="46389"/>
                  </a:moveTo>
                  <a:cubicBezTo>
                    <a:pt x="124683" y="46389"/>
                    <a:pt x="118708" y="60166"/>
                    <a:pt x="118708" y="103423"/>
                  </a:cubicBezTo>
                  <a:cubicBezTo>
                    <a:pt x="118708" y="146680"/>
                    <a:pt x="124683" y="160191"/>
                    <a:pt x="171179" y="160191"/>
                  </a:cubicBezTo>
                  <a:cubicBezTo>
                    <a:pt x="217675" y="160191"/>
                    <a:pt x="223650" y="146413"/>
                    <a:pt x="223650" y="103423"/>
                  </a:cubicBezTo>
                  <a:cubicBezTo>
                    <a:pt x="223650" y="60432"/>
                    <a:pt x="217728" y="46389"/>
                    <a:pt x="171179" y="46389"/>
                  </a:cubicBezTo>
                  <a:moveTo>
                    <a:pt x="98763" y="77988"/>
                  </a:moveTo>
                  <a:cubicBezTo>
                    <a:pt x="98763" y="46814"/>
                    <a:pt x="72629" y="46389"/>
                    <a:pt x="50773" y="46389"/>
                  </a:cubicBezTo>
                  <a:cubicBezTo>
                    <a:pt x="22088" y="46389"/>
                    <a:pt x="9" y="47027"/>
                    <a:pt x="9" y="77563"/>
                  </a:cubicBezTo>
                  <a:cubicBezTo>
                    <a:pt x="9" y="105969"/>
                    <a:pt x="7425" y="111717"/>
                    <a:pt x="48426" y="112090"/>
                  </a:cubicBezTo>
                  <a:cubicBezTo>
                    <a:pt x="75404" y="112516"/>
                    <a:pt x="76044" y="117413"/>
                    <a:pt x="76044" y="127145"/>
                  </a:cubicBezTo>
                  <a:cubicBezTo>
                    <a:pt x="76044" y="142412"/>
                    <a:pt x="66716" y="141987"/>
                    <a:pt x="50764" y="141987"/>
                  </a:cubicBezTo>
                  <a:cubicBezTo>
                    <a:pt x="30980" y="141987"/>
                    <a:pt x="27192" y="140070"/>
                    <a:pt x="26765" y="123951"/>
                  </a:cubicBezTo>
                  <a:lnTo>
                    <a:pt x="0" y="123951"/>
                  </a:lnTo>
                  <a:cubicBezTo>
                    <a:pt x="0" y="160182"/>
                    <a:pt x="20371" y="160182"/>
                    <a:pt x="50764" y="160182"/>
                  </a:cubicBezTo>
                  <a:cubicBezTo>
                    <a:pt x="78969" y="160182"/>
                    <a:pt x="102809" y="157254"/>
                    <a:pt x="102809" y="127145"/>
                  </a:cubicBezTo>
                  <a:cubicBezTo>
                    <a:pt x="102809" y="91127"/>
                    <a:pt x="79450" y="93043"/>
                    <a:pt x="53112" y="91766"/>
                  </a:cubicBezTo>
                  <a:cubicBezTo>
                    <a:pt x="29752" y="90701"/>
                    <a:pt x="26658" y="90435"/>
                    <a:pt x="26658" y="79266"/>
                  </a:cubicBezTo>
                  <a:cubicBezTo>
                    <a:pt x="26658" y="64637"/>
                    <a:pt x="36413" y="64637"/>
                    <a:pt x="50657" y="64637"/>
                  </a:cubicBezTo>
                  <a:cubicBezTo>
                    <a:pt x="64902" y="64637"/>
                    <a:pt x="71989" y="64637"/>
                    <a:pt x="71989" y="77988"/>
                  </a:cubicBezTo>
                  <a:lnTo>
                    <a:pt x="98763" y="77988"/>
                  </a:lnTo>
                  <a:close/>
                </a:path>
              </a:pathLst>
            </a:custGeom>
            <a:solidFill>
              <a:srgbClr val="000000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l" defTabSz="914400" rtl="0" eaLnBrk="1" latinLnBrk="0" hangingPunct="1"/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835682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61" r:id="rId5"/>
    <p:sldLayoutId id="2147483662" r:id="rId6"/>
    <p:sldLayoutId id="2147483663" r:id="rId7"/>
    <p:sldLayoutId id="2147483653" r:id="rId8"/>
    <p:sldLayoutId id="2147483664" r:id="rId9"/>
    <p:sldLayoutId id="2147483665" r:id="rId10"/>
    <p:sldLayoutId id="2147483654" r:id="rId11"/>
    <p:sldLayoutId id="2147483666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tx2"/>
          </a:solidFill>
          <a:latin typeface="+mj-lt"/>
          <a:ea typeface="+mj-ea"/>
          <a:cs typeface="Segoe UI Semibold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4"/>
        </a:buBlip>
        <a:defRPr sz="2000" b="0" i="0" kern="1200">
          <a:solidFill>
            <a:schemeClr val="tx2"/>
          </a:solidFill>
          <a:latin typeface="+mn-lt"/>
          <a:ea typeface="+mn-ea"/>
          <a:cs typeface="Segoe UI Light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3232"/>
        </a:buClr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+mn-lt"/>
          <a:ea typeface="+mn-ea"/>
          <a:cs typeface="Segoe UI Light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3232"/>
        </a:buClr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+mn-lt"/>
          <a:ea typeface="+mn-ea"/>
          <a:cs typeface="Segoe UI Light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3232"/>
        </a:buClr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+mn-lt"/>
          <a:ea typeface="+mn-ea"/>
          <a:cs typeface="Segoe UI Light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3232"/>
        </a:buClr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+mn-lt"/>
          <a:ea typeface="+mn-ea"/>
          <a:cs typeface="Segoe UI Light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solaredge0.sharepoint.com/:w:/r/sites/HWTrainingandImprovments/_layouts/15/Doc2.aspx?action=edit&amp;sourcedoc=%7B11122c79-5f08-47da-9b04-04d9dcc0daa1%7D&amp;wdOrigin=TEAMS-MAGLEV.teamsSdk_ns.rwc&amp;wdExp=TEAMS-TREATMENT&amp;wdhostclicktime=1750244923325&amp;web=1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olaredge0-my.sharepoint.com/:p:/r/personal/ron_ba_solaredge_com/_layouts/15/Doc.aspx?sourcedoc=%7B5B7E4866-049F-42D6-8006-EF6FCB76691C%7D&amp;file=Layout%20Ideas%20Course.pptx&amp;fromShare=true&amp;action=edit&amp;mobileredirect=true" TargetMode="External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olaredge0.sharepoint.com/:p:/r/sites/HWTrainingandImprovments/_layouts/15/Doc.aspx?sourcedoc=%7B60310A4B-ADAC-4E6D-98FC-E4E459B80AD6%7D&amp;file=Layout%20course%20-%20Part1.pptx&amp;action=edit&amp;mobileredirect=true" TargetMode="External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olaredge0.sharepoint.com/:p:/r/sites/HWTrainingandImprovments/_layouts/15/Doc.aspx?sourcedoc=%7B60310A4B-ADAC-4E6D-98FC-E4E459B80AD6%7D&amp;file=Layout%20course%20-%20Part1.pptx&amp;action=edit&amp;mobileredirect=true" TargetMode="External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olaredge0.sharepoint.com/:p:/r/sites/HWTrainingandImprovments/_layouts/15/Doc.aspx?sourcedoc=%7BE8541F70-BEDB-4103-B6AC-B39DDE1081EA%7D&amp;file=Routing%20Tips.pptx&amp;action=edit&amp;mobileredirect=true" TargetMode="External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solaredge0.sharepoint.com/:p:/r/sites/HWTrainingandImprovments/_layouts/15/Doc.aspx?sourcedoc=%7BFB569454-436E-4AE8-A374-09CE83CE2C0C%7D&amp;file=PCB%20from%20design%20to%20applying%201_Naif.pptx&amp;action=edit&amp;mobileredirect=true" TargetMode="External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olaredge0.sharepoint.com/sites/HWTrainingandImprovments/Shared%20Documents/Forms/AllItems.aspx?id=%2Fsites%2FHWTrainingandImprovments%2FShared%20Documents%2FDesign%20for%20Layout%20Course%2FPCB%5FNaif%2FPCB%20from%20design%20to%20applying%202%5FNaif%2Epdf&amp;viewid=17e87857%2Dd213%2D4238%2Da19e%2Ddb70b052fa81&amp;parent=%2Fsites%2FHWTrainingandImprovments%2FShared%20Documents%2FDesign%20for%20Layout%20Course%2FPCB%5FNaif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olaredge0.sharepoint.com/:p:/r/sites/HWTrainingandImprovments/_layouts/15/Doc.aspx?sourcedoc=%7B74D88430-6211-4D65-AF61-E9692951EC14%7D&amp;file=HW%20specification%20for%20digital%20high-speed%20design%20%203.0%201_EytanD.pptx&amp;action=edit&amp;mobileredirect=true" TargetMode="External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olaredge0.sharepoint.com/:p:/r/sites/HWTrainingandImprovments/_layouts/15/Doc.aspx?sourcedoc=%7B7D88844A-3B8F-44C3-96A0-1549EFFA94A0%7D&amp;file=Layout%20course%20mec.pptx&amp;action=edit&amp;mobileredirect=true" TargetMode="External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olaredge0.sharepoint.com/:p:/r/sites/HWTrainingandImprovments/_layouts/15/Doc.aspx?sourcedoc=%7B3A2D0EB3-48E2-4081-BA9C-FCFA1B032264%7D&amp;file=EMC%20design%20consideration%20-%20Lior%20Maor.pptx&amp;action=edit&amp;mobileredirect=true" TargetMode="External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olaredge0.sharepoint.com/:p:/r/sites/HWTrainingandImprovments/_layouts/15/Doc.aspx?sourcedoc=%7B485F019B-8F2D-43C2-8F2E-505513D82BCB%7D&amp;file=Power%20layout_Amir%20Grossberg.pptx&amp;action=edit&amp;mobileredirect=true" TargetMode="External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solaredge0.sharepoint.com/:p:/r/sites/HWTrainingandImprovments/_layouts/15/Doc.aspx?sourcedoc=%7B0FADD13A-ABE5-4550-9CE1-95623AC2C1E2%7D&amp;file=Aux%20Powe%20supply%20layout%20design%20-%20Lior%20Maor.pptx&amp;action=edit&amp;mobileredirect=true" TargetMode="External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solaredge0.sharepoint.com/:p:/r/sites/HWTrainingandImprovments/_layouts/15/Doc.aspx?sourcedoc=%7B7C027ACD-54FE-4F09-A7AA-C7DBCC71685C%7D&amp;file=Sedg_analog_layout_course_slides.pptx&amp;action=edit&amp;mobileredirect=true" TargetMode="External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solaredge0.sharepoint.com/:p:/r/sites/HWTrainingandImprovments/_layouts/15/Doc.aspx?sourcedoc=%7BE7E56F1C-0E92-4D80-95F5-3BD892900756%7D&amp;file=OPT%20Layout%20insights%201.4.pptx&amp;action=edit&amp;mobileredirect=true" TargetMode="External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solaredge0.sharepoint.com/:p:/r/sites/HWTrainingandImprovments/_layouts/15/Doc.aspx?sourcedoc=%7B38873C5F-CC65-48DF-AE38-694E9BAE29F6%7D&amp;file=Design%20for%20testing%20and%20FA.pptx&amp;action=edit&amp;mobileredirect=true" TargetMode="External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5CF83-17C7-0535-D59E-CF8385CAD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2767" y="3234072"/>
            <a:ext cx="6694410" cy="1762901"/>
          </a:xfrm>
        </p:spPr>
        <p:txBody>
          <a:bodyPr/>
          <a:lstStyle/>
          <a:p>
            <a:r>
              <a:rPr lang="en-US" sz="4800" b="1">
                <a:cs typeface="Segoe UI Light"/>
              </a:rPr>
              <a:t>Schematic &amp; Layout Design Course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438298-3FE9-7FA1-7EB3-479205CE50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253" y="4759994"/>
            <a:ext cx="9164313" cy="1127239"/>
          </a:xfrm>
        </p:spPr>
        <p:txBody>
          <a:bodyPr vert="horz" lIns="90000" tIns="45720" rIns="91440" bIns="45720" rtlCol="0" anchor="t">
            <a:noAutofit/>
          </a:bodyPr>
          <a:lstStyle/>
          <a:p>
            <a:r>
              <a:rPr lang="en-US" sz="2400" dirty="0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Amir, Moshe, Tzippi ,Ron ,Lior, Oren and  Moris | September 2025</a:t>
            </a:r>
            <a:endParaRPr lang="en-US" dirty="0">
              <a:solidFill>
                <a:schemeClr val="bg1"/>
              </a:solidFill>
              <a:cs typeface="Segoe UI Semibold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6815B-FE35-0B1E-8A8E-04E624950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pPr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07165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06534-06CA-D9AC-70F4-40EABCB48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2B03AC-83FB-FA5E-19FC-2C18C4DDC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0000" tIns="45720" rIns="91440" bIns="45720" rtlCol="0" anchor="t">
            <a:noAutofit/>
          </a:bodyPr>
          <a:lstStyle/>
          <a:p>
            <a:r>
              <a:rPr lang="en-US" b="1" dirty="0">
                <a:solidFill>
                  <a:srgbClr val="424242"/>
                </a:solidFill>
                <a:latin typeface="Segoe UI Light (Body)"/>
              </a:rPr>
              <a:t>Motivation and Objectives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0EA54F0-921A-D037-D72A-AF01974CC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BAD5E-5C12-304A-8807-2EE9CF852A19}" type="slidenum">
              <a:rPr lang="en-IL" smtClean="0"/>
              <a:pPr/>
              <a:t>2</a:t>
            </a:fld>
            <a:endParaRPr lang="en-IL"/>
          </a:p>
        </p:txBody>
      </p:sp>
      <p:pic>
        <p:nvPicPr>
          <p:cNvPr id="33" name="Picture Placeholder 32">
            <a:extLst>
              <a:ext uri="{FF2B5EF4-FFF2-40B4-BE49-F238E27FC236}">
                <a16:creationId xmlns:a16="http://schemas.microsoft.com/office/drawing/2014/main" id="{DE515573-89E7-1D1F-A835-385AEBF8649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4638" r="24638"/>
          <a:stretch/>
        </p:blipFill>
        <p:spPr/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8232F72-39DD-737D-3398-A6AF299B4581}"/>
              </a:ext>
            </a:extLst>
          </p:cNvPr>
          <p:cNvCxnSpPr>
            <a:cxnSpLocks/>
          </p:cNvCxnSpPr>
          <p:nvPr/>
        </p:nvCxnSpPr>
        <p:spPr>
          <a:xfrm>
            <a:off x="516000" y="2009084"/>
            <a:ext cx="4357278" cy="0"/>
          </a:xfrm>
          <a:prstGeom prst="line">
            <a:avLst/>
          </a:prstGeom>
          <a:ln w="12700" cap="rnd">
            <a:solidFill>
              <a:schemeClr val="accent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5A4648B-EE5B-B020-864E-ED07E830DD85}"/>
              </a:ext>
            </a:extLst>
          </p:cNvPr>
          <p:cNvCxnSpPr>
            <a:cxnSpLocks/>
          </p:cNvCxnSpPr>
          <p:nvPr/>
        </p:nvCxnSpPr>
        <p:spPr>
          <a:xfrm>
            <a:off x="516000" y="2654855"/>
            <a:ext cx="4357278" cy="0"/>
          </a:xfrm>
          <a:prstGeom prst="line">
            <a:avLst/>
          </a:prstGeom>
          <a:ln w="12700" cap="rnd">
            <a:solidFill>
              <a:schemeClr val="accent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EA25C3-9C46-DC1C-6BAE-96BF279CC182}"/>
              </a:ext>
            </a:extLst>
          </p:cNvPr>
          <p:cNvCxnSpPr>
            <a:cxnSpLocks/>
          </p:cNvCxnSpPr>
          <p:nvPr/>
        </p:nvCxnSpPr>
        <p:spPr>
          <a:xfrm>
            <a:off x="516000" y="3300626"/>
            <a:ext cx="4357278" cy="0"/>
          </a:xfrm>
          <a:prstGeom prst="line">
            <a:avLst/>
          </a:prstGeom>
          <a:ln w="12700" cap="rnd">
            <a:solidFill>
              <a:schemeClr val="accent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64906DC-9D34-C280-C5C8-C2CB44B4C0C5}"/>
              </a:ext>
            </a:extLst>
          </p:cNvPr>
          <p:cNvGrpSpPr/>
          <p:nvPr/>
        </p:nvGrpSpPr>
        <p:grpSpPr>
          <a:xfrm>
            <a:off x="6408511" y="6234573"/>
            <a:ext cx="1721076" cy="432000"/>
            <a:chOff x="7379155" y="4451087"/>
            <a:chExt cx="1034076" cy="43200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45D692C-3A25-0F3A-6C5B-38A4D43BF432}"/>
                </a:ext>
              </a:extLst>
            </p:cNvPr>
            <p:cNvSpPr txBox="1"/>
            <p:nvPr/>
          </p:nvSpPr>
          <p:spPr>
            <a:xfrm>
              <a:off x="7379156" y="4451087"/>
              <a:ext cx="1034075" cy="430887"/>
            </a:xfrm>
            <a:prstGeom prst="rect">
              <a:avLst/>
            </a:prstGeom>
            <a:gradFill>
              <a:gsLst>
                <a:gs pos="35000">
                  <a:schemeClr val="tx2">
                    <a:alpha val="65000"/>
                  </a:schemeClr>
                </a:gs>
                <a:gs pos="86000">
                  <a:schemeClr val="tx2">
                    <a:alpha val="25000"/>
                  </a:schemeClr>
                </a:gs>
                <a:gs pos="99000">
                  <a:schemeClr val="tx2">
                    <a:alpha val="0"/>
                  </a:schemeClr>
                </a:gs>
              </a:gsLst>
              <a:lin ang="0" scaled="0"/>
            </a:gradFill>
          </p:spPr>
          <p:txBody>
            <a:bodyPr wrap="square" rtlCol="0">
              <a:spAutoFit/>
            </a:bodyPr>
            <a:lstStyle/>
            <a:p>
              <a:r>
                <a:rPr lang="fr-FR" sz="1100">
                  <a:solidFill>
                    <a:schemeClr val="bg1"/>
                  </a:solidFill>
                  <a:ea typeface="Segoe UI Historic" panose="020B0502040204020203" pitchFamily="34" charset="0"/>
                  <a:cs typeface="Segoe UI" panose="020B0502040204020203" pitchFamily="34" charset="0"/>
                </a:rPr>
                <a:t>2MW, </a:t>
              </a:r>
              <a:r>
                <a:rPr lang="fr-FR" sz="1100" err="1">
                  <a:solidFill>
                    <a:schemeClr val="bg1"/>
                  </a:solidFill>
                  <a:ea typeface="Segoe UI Historic" panose="020B0502040204020203" pitchFamily="34" charset="0"/>
                  <a:cs typeface="Segoe UI" panose="020B0502040204020203" pitchFamily="34" charset="0"/>
                </a:rPr>
                <a:t>Kllund</a:t>
              </a:r>
              <a:r>
                <a:rPr lang="fr-FR" sz="1100">
                  <a:solidFill>
                    <a:schemeClr val="bg1"/>
                  </a:solidFill>
                  <a:ea typeface="Segoe UI Historic" panose="020B0502040204020203" pitchFamily="34" charset="0"/>
                  <a:cs typeface="Segoe UI" panose="020B0502040204020203" pitchFamily="34" charset="0"/>
                </a:rPr>
                <a:t>, </a:t>
              </a:r>
              <a:r>
                <a:rPr lang="fr-FR" sz="1100" err="1">
                  <a:solidFill>
                    <a:schemeClr val="bg1"/>
                  </a:solidFill>
                  <a:ea typeface="Segoe UI Historic" panose="020B0502040204020203" pitchFamily="34" charset="0"/>
                  <a:cs typeface="Segoe UI" panose="020B0502040204020203" pitchFamily="34" charset="0"/>
                </a:rPr>
                <a:t>Denmark</a:t>
              </a:r>
              <a:endParaRPr lang="fr-FR" sz="1100">
                <a:solidFill>
                  <a:schemeClr val="bg1"/>
                </a:solidFill>
                <a:ea typeface="Segoe UI Historic" panose="020B0502040204020203" pitchFamily="34" charset="0"/>
                <a:cs typeface="Segoe UI" panose="020B0502040204020203" pitchFamily="34" charset="0"/>
              </a:endParaRPr>
            </a:p>
            <a:p>
              <a:r>
                <a:rPr lang="fr-FR" sz="1100" err="1">
                  <a:solidFill>
                    <a:schemeClr val="bg1"/>
                  </a:solidFill>
                  <a:ea typeface="Segoe UI Historic" panose="020B0502040204020203" pitchFamily="34" charset="0"/>
                  <a:cs typeface="Segoe UI" panose="020B0502040204020203" pitchFamily="34" charset="0"/>
                </a:rPr>
                <a:t>Installed</a:t>
              </a:r>
              <a:r>
                <a:rPr lang="fr-FR" sz="1100">
                  <a:solidFill>
                    <a:schemeClr val="bg1"/>
                  </a:solidFill>
                  <a:ea typeface="Segoe UI Historic" panose="020B0502040204020203" pitchFamily="34" charset="0"/>
                  <a:cs typeface="Segoe UI" panose="020B0502040204020203" pitchFamily="34" charset="0"/>
                </a:rPr>
                <a:t> by </a:t>
              </a:r>
              <a:r>
                <a:rPr lang="fr-FR" sz="1100" err="1">
                  <a:solidFill>
                    <a:schemeClr val="bg1"/>
                  </a:solidFill>
                  <a:ea typeface="Segoe UI Historic" panose="020B0502040204020203" pitchFamily="34" charset="0"/>
                  <a:cs typeface="Segoe UI" panose="020B0502040204020203" pitchFamily="34" charset="0"/>
                </a:rPr>
                <a:t>Sveigaard</a:t>
              </a:r>
              <a:endParaRPr lang="fr-FR" sz="1100">
                <a:solidFill>
                  <a:schemeClr val="bg1"/>
                </a:solidFill>
                <a:ea typeface="Segoe UI Historic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5F24D41-BE3D-8E9F-7096-785B02B20153}"/>
                </a:ext>
              </a:extLst>
            </p:cNvPr>
            <p:cNvCxnSpPr>
              <a:cxnSpLocks/>
            </p:cNvCxnSpPr>
            <p:nvPr/>
          </p:nvCxnSpPr>
          <p:spPr>
            <a:xfrm>
              <a:off x="7379155" y="4451087"/>
              <a:ext cx="0" cy="432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7D8B7C8-E26B-A350-F97B-C4853C20232B}"/>
              </a:ext>
            </a:extLst>
          </p:cNvPr>
          <p:cNvSpPr txBox="1">
            <a:spLocks/>
          </p:cNvSpPr>
          <p:nvPr/>
        </p:nvSpPr>
        <p:spPr>
          <a:xfrm>
            <a:off x="516000" y="2119920"/>
            <a:ext cx="5427600" cy="424099"/>
          </a:xfrm>
          <a:prstGeom prst="rect">
            <a:avLst/>
          </a:prstGeom>
        </p:spPr>
        <p:txBody>
          <a:bodyPr vert="horz" lIns="9000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3"/>
              </a:buBlip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b="1" dirty="0">
              <a:latin typeface="Segoe UI Light (Body)"/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3A8B2A1-A5A9-CAC3-F963-5481DA30AD61}"/>
              </a:ext>
            </a:extLst>
          </p:cNvPr>
          <p:cNvSpPr txBox="1">
            <a:spLocks/>
          </p:cNvSpPr>
          <p:nvPr/>
        </p:nvSpPr>
        <p:spPr>
          <a:xfrm>
            <a:off x="492440" y="2175338"/>
            <a:ext cx="5427600" cy="424099"/>
          </a:xfrm>
          <a:prstGeom prst="rect">
            <a:avLst/>
          </a:prstGeom>
        </p:spPr>
        <p:txBody>
          <a:bodyPr vert="horz" lIns="9000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3"/>
              </a:buBlip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Segoe UI Light (Body)"/>
                <a:cs typeface="Segoe UI Light"/>
              </a:rPr>
              <a:t>Syllabus Review &amp; Course Structure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AD122457-C902-F4F3-D684-44EFC9B7E9A1}"/>
              </a:ext>
            </a:extLst>
          </p:cNvPr>
          <p:cNvSpPr txBox="1">
            <a:spLocks/>
          </p:cNvSpPr>
          <p:nvPr/>
        </p:nvSpPr>
        <p:spPr>
          <a:xfrm>
            <a:off x="516000" y="4137034"/>
            <a:ext cx="5427600" cy="424099"/>
          </a:xfrm>
          <a:prstGeom prst="rect">
            <a:avLst/>
          </a:prstGeom>
        </p:spPr>
        <p:txBody>
          <a:bodyPr vert="horz" lIns="9000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3"/>
              </a:buBlip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Segoe UI Light (Body)"/>
            </a:endParaRPr>
          </a:p>
        </p:txBody>
      </p:sp>
    </p:spTree>
    <p:extLst>
      <p:ext uri="{BB962C8B-B14F-4D97-AF65-F5344CB8AC3E}">
        <p14:creationId xmlns:p14="http://schemas.microsoft.com/office/powerpoint/2010/main" val="1617862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C3DAD-D643-6A98-6E65-07D508D45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9">
            <a:extLst>
              <a:ext uri="{FF2B5EF4-FFF2-40B4-BE49-F238E27FC236}">
                <a16:creationId xmlns:a16="http://schemas.microsoft.com/office/drawing/2014/main" id="{14568968-DED4-2CB6-545B-8F5F2A741C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 Semibold"/>
                <a:cs typeface="Segoe UI Semibold"/>
              </a:rPr>
              <a:t>Motivation &amp; Objectives</a:t>
            </a:r>
            <a:endParaRPr lang="en-US" dirty="0"/>
          </a:p>
        </p:txBody>
      </p:sp>
      <p:sp>
        <p:nvSpPr>
          <p:cNvPr id="19458" name="Content Placeholder 10">
            <a:extLst>
              <a:ext uri="{FF2B5EF4-FFF2-40B4-BE49-F238E27FC236}">
                <a16:creationId xmlns:a16="http://schemas.microsoft.com/office/drawing/2014/main" id="{639D8169-9C19-351E-5A38-49D35CB8AB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16000" y="1689809"/>
            <a:ext cx="11160000" cy="4680000"/>
          </a:xfrm>
        </p:spPr>
        <p:txBody>
          <a:bodyPr vert="horz" lIns="9000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b="1">
              <a:ea typeface="+mn-lt"/>
              <a:cs typeface="+mn-lt"/>
            </a:endParaRPr>
          </a:p>
          <a:p>
            <a:pPr marL="0" indent="0">
              <a:buNone/>
            </a:pPr>
            <a:endParaRPr lang="en-US" b="1">
              <a:ea typeface="+mn-lt"/>
              <a:cs typeface="+mn-lt"/>
            </a:endParaRPr>
          </a:p>
          <a:p>
            <a:pPr marL="0" indent="0">
              <a:buNone/>
            </a:pPr>
            <a:endParaRPr lang="en-US" b="1">
              <a:ea typeface="+mn-lt"/>
              <a:cs typeface="+mn-lt"/>
            </a:endParaRPr>
          </a:p>
          <a:p>
            <a:pPr marL="0" indent="0">
              <a:buNone/>
            </a:pPr>
            <a:endParaRPr lang="en-US" b="1">
              <a:ea typeface="+mn-lt"/>
              <a:cs typeface="+mn-lt"/>
            </a:endParaRPr>
          </a:p>
          <a:p>
            <a:pPr marL="0" indent="0">
              <a:buNone/>
            </a:pPr>
            <a:endParaRPr lang="en-US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Objectives:</a:t>
            </a:r>
            <a:endParaRPr lang="en-US"/>
          </a:p>
          <a:p>
            <a:pPr>
              <a:buFont typeface="Arial"/>
            </a:pPr>
            <a:r>
              <a:rPr lang="en-US">
                <a:ea typeface="+mn-lt"/>
                <a:cs typeface="+mn-lt"/>
              </a:rPr>
              <a:t>Provide practical and theoretical knowledge in SE schematic &amp; layout process</a:t>
            </a:r>
            <a:endParaRPr lang="en-US"/>
          </a:p>
          <a:p>
            <a:pPr>
              <a:buFont typeface="Arial"/>
            </a:pPr>
            <a:r>
              <a:rPr lang="en-US">
                <a:ea typeface="+mn-lt"/>
                <a:cs typeface="+mn-lt"/>
              </a:rPr>
              <a:t>Improve understanding of layout process stakeholders to foster better collaboration, reduce mistakes</a:t>
            </a:r>
          </a:p>
          <a:p>
            <a:pPr>
              <a:buFont typeface="Arial"/>
            </a:pPr>
            <a:r>
              <a:rPr lang="en-US">
                <a:ea typeface="+mn-lt"/>
                <a:cs typeface="+mn-lt"/>
              </a:rPr>
              <a:t>Improve project layout process (shorter time, less iterations, less fixes/layout revisions)</a:t>
            </a:r>
            <a:endParaRPr lang="en-US"/>
          </a:p>
          <a:p>
            <a:pPr>
              <a:buFont typeface="Arial"/>
            </a:pPr>
            <a:r>
              <a:rPr lang="en-US">
                <a:cs typeface="Segoe UI Light"/>
              </a:rPr>
              <a:t>Create unified working methods</a:t>
            </a:r>
            <a:br>
              <a:rPr lang="en-US"/>
            </a:br>
            <a:endParaRPr lang="en-US">
              <a:cs typeface="Segoe UI Ligh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92BE64-C8A5-3F04-267F-4D56AA109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3</a:t>
            </a:fld>
            <a:endParaRPr lang="en-IL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D264F09-EFD1-94B7-F1F1-0A84C61A648A}"/>
              </a:ext>
            </a:extLst>
          </p:cNvPr>
          <p:cNvSpPr txBox="1">
            <a:spLocks/>
          </p:cNvSpPr>
          <p:nvPr/>
        </p:nvSpPr>
        <p:spPr>
          <a:xfrm>
            <a:off x="519691" y="1352306"/>
            <a:ext cx="11077002" cy="4680000"/>
          </a:xfrm>
          <a:prstGeom prst="rect">
            <a:avLst/>
          </a:prstGeom>
        </p:spPr>
        <p:txBody>
          <a:bodyPr vert="horz" lIns="9000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cs typeface="Segoe UI Light"/>
              </a:rPr>
              <a:t>Motivation:</a:t>
            </a:r>
            <a:endParaRPr lang="en-US">
              <a:solidFill>
                <a:srgbClr val="000000"/>
              </a:solidFill>
            </a:endParaRPr>
          </a:p>
          <a:p>
            <a:pPr>
              <a:buFont typeface="Arial,Sans-Serif"/>
            </a:pPr>
            <a:r>
              <a:rPr lang="en-US">
                <a:cs typeface="Segoe UI Light"/>
              </a:rPr>
              <a:t>Long editing process with many iterations --&gt; Improve process</a:t>
            </a:r>
            <a:endParaRPr lang="en-US">
              <a:solidFill>
                <a:srgbClr val="000000"/>
              </a:solidFill>
            </a:endParaRPr>
          </a:p>
          <a:p>
            <a:pPr>
              <a:buFont typeface="Arial,Sans-Serif"/>
            </a:pPr>
            <a:r>
              <a:rPr lang="en-US">
                <a:cs typeface="Segoe UI Light"/>
              </a:rPr>
              <a:t>Professional gaps – New employees, fast promotions, non-unified process</a:t>
            </a:r>
            <a:endParaRPr lang="en-US">
              <a:solidFill>
                <a:srgbClr val="000000"/>
              </a:solidFill>
            </a:endParaRPr>
          </a:p>
          <a:p>
            <a:pPr>
              <a:buFont typeface="Arial,Sans-Serif"/>
            </a:pPr>
            <a:r>
              <a:rPr lang="en-US">
                <a:cs typeface="Segoe UI Light"/>
              </a:rPr>
              <a:t>Implementing new layout process</a:t>
            </a:r>
            <a:endParaRPr lang="en-US"/>
          </a:p>
          <a:p>
            <a:pPr marL="0" indent="0">
              <a:buFontTx/>
              <a:buNone/>
            </a:pPr>
            <a:endParaRPr lang="en-US">
              <a:solidFill>
                <a:srgbClr val="00082E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157387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1E16B-9800-8133-A7DF-4DDCA83E3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6E870-E1FC-8975-5891-60B47F4A1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 Layout Matters</a:t>
            </a:r>
          </a:p>
          <a:p>
            <a:pPr lvl="1"/>
            <a:r>
              <a:rPr lang="en-US" dirty="0"/>
              <a:t>A robust layout process ensures fewer field issues.</a:t>
            </a:r>
          </a:p>
          <a:p>
            <a:pPr lvl="1"/>
            <a:r>
              <a:rPr lang="en-US" dirty="0"/>
              <a:t>Reliable products strengthen SolarEdge’s reputation.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Impact of Poor Layout</a:t>
            </a:r>
          </a:p>
          <a:p>
            <a:pPr lvl="1"/>
            <a:r>
              <a:rPr lang="en-US" dirty="0"/>
              <a:t>Delays project timelines and complicates future changes.</a:t>
            </a:r>
          </a:p>
          <a:p>
            <a:pPr lvl="1"/>
            <a:r>
              <a:rPr lang="en-US" dirty="0"/>
              <a:t>Increases risk of costly rework and customer dissatisfaction.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Our Investment</a:t>
            </a:r>
          </a:p>
          <a:p>
            <a:pPr lvl="1"/>
            <a:r>
              <a:rPr lang="en-US" dirty="0"/>
              <a:t>Significant time and top-tier expertise dedicated to this process.</a:t>
            </a:r>
          </a:p>
          <a:p>
            <a:pPr lvl="1"/>
            <a:r>
              <a:rPr lang="en-US" dirty="0"/>
              <a:t>Expect equal commitment and active participation from all involved.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41C04-03A6-F02B-F8D8-D104701FB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65009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6347-8D7A-8CE8-9357-9707D8E10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730A2-48A1-DCDB-A913-B68F8238E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2D7E7-999C-2E2E-F5C0-9E4C41B85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Collaboration &amp; Learning</a:t>
            </a:r>
          </a:p>
          <a:p>
            <a:pPr lvl="1"/>
            <a:r>
              <a:rPr lang="en-US" dirty="0"/>
              <a:t>Diverse professional levels—everyone can contribute and learn.</a:t>
            </a:r>
          </a:p>
          <a:p>
            <a:pPr lvl="1"/>
            <a:r>
              <a:rPr lang="en-US" dirty="0"/>
              <a:t>Encourage teamwork and mutual support during layout reviews.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b="1" dirty="0"/>
              <a:t>About the Process</a:t>
            </a:r>
          </a:p>
          <a:p>
            <a:pPr lvl="1"/>
            <a:r>
              <a:rPr lang="en-US" dirty="0"/>
              <a:t>This is the first iteration—improvements will follow.</a:t>
            </a:r>
          </a:p>
          <a:p>
            <a:pPr lvl="1"/>
            <a:r>
              <a:rPr lang="en-US" dirty="0"/>
              <a:t>Feedback is essential to refine and optimize the workflow.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b="1" dirty="0"/>
              <a:t>Your Role Moving Forward</a:t>
            </a:r>
          </a:p>
          <a:p>
            <a:pPr lvl="1"/>
            <a:r>
              <a:rPr lang="en-US" dirty="0"/>
              <a:t>Be the spearhead of this new layout methodology.</a:t>
            </a:r>
          </a:p>
          <a:p>
            <a:pPr lvl="1"/>
            <a:r>
              <a:rPr lang="en-US" dirty="0"/>
              <a:t>Act as a knowledge hub and set the standard for excellence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B3E20-83AD-54AF-89C5-F778450CF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57733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5214A-1F87-2C14-30CC-AC3A94E78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: Diagonal Corners Rounded 31">
            <a:extLst>
              <a:ext uri="{FF2B5EF4-FFF2-40B4-BE49-F238E27FC236}">
                <a16:creationId xmlns:a16="http://schemas.microsoft.com/office/drawing/2014/main" id="{64AE1150-2272-AAA4-6130-51DB2A4CCE2F}"/>
              </a:ext>
            </a:extLst>
          </p:cNvPr>
          <p:cNvSpPr/>
          <p:nvPr/>
        </p:nvSpPr>
        <p:spPr>
          <a:xfrm>
            <a:off x="431341" y="1358952"/>
            <a:ext cx="1479701" cy="882033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cs typeface="Segoe UI Light"/>
            </a:endParaRPr>
          </a:p>
        </p:txBody>
      </p:sp>
      <p:sp>
        <p:nvSpPr>
          <p:cNvPr id="19457" name="Title 9">
            <a:extLst>
              <a:ext uri="{FF2B5EF4-FFF2-40B4-BE49-F238E27FC236}">
                <a16:creationId xmlns:a16="http://schemas.microsoft.com/office/drawing/2014/main" id="{B69ECAC8-30B6-45D7-A873-C4E966CDA6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0"/>
              </a:spcBef>
            </a:pPr>
            <a:r>
              <a:rPr lang="en-US" b="1">
                <a:ea typeface="+mj-lt"/>
                <a:cs typeface="+mj-lt"/>
              </a:rPr>
              <a:t>Course Syllabus</a:t>
            </a:r>
            <a:endParaRPr lang="en-US" err="1">
              <a:ea typeface="+mj-lt"/>
              <a:cs typeface="+mj-lt"/>
            </a:endParaRPr>
          </a:p>
          <a:p>
            <a:endParaRPr lang="en-US"/>
          </a:p>
        </p:txBody>
      </p:sp>
      <p:sp>
        <p:nvSpPr>
          <p:cNvPr id="19458" name="Content Placeholder 10">
            <a:extLst>
              <a:ext uri="{FF2B5EF4-FFF2-40B4-BE49-F238E27FC236}">
                <a16:creationId xmlns:a16="http://schemas.microsoft.com/office/drawing/2014/main" id="{962D8F28-AF44-8F6B-FC88-65E6F51BC2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97531" y="1358952"/>
            <a:ext cx="3492025" cy="4680000"/>
          </a:xfrm>
        </p:spPr>
        <p:txBody>
          <a:bodyPr vert="horz" lIns="9000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en-US" sz="1800">
                <a:solidFill>
                  <a:srgbClr val="00082E"/>
                </a:solidFill>
                <a:effectLst/>
                <a:latin typeface="Segoe UI Light"/>
                <a:cs typeface="Segoe UI Light"/>
              </a:rPr>
              <a:t>Ron Baruch</a:t>
            </a:r>
            <a:r>
              <a:rPr lang="en-US" sz="1800">
                <a:solidFill>
                  <a:srgbClr val="00082E"/>
                </a:solidFill>
                <a:latin typeface="Segoe UI Light"/>
                <a:cs typeface="Segoe UI Light"/>
              </a:rPr>
              <a:t> | Schema</a:t>
            </a:r>
            <a:endParaRPr lang="en-US">
              <a:solidFill>
                <a:srgbClr val="00082E"/>
              </a:solidFill>
              <a:latin typeface="Segoe UI Light"/>
            </a:endParaRPr>
          </a:p>
          <a:p>
            <a:pPr marL="0" indent="0" algn="ctr">
              <a:buNone/>
            </a:pPr>
            <a:r>
              <a:rPr lang="en-US" sz="1800">
                <a:solidFill>
                  <a:srgbClr val="00082E"/>
                </a:solidFill>
                <a:latin typeface="Segoe UI Light"/>
                <a:cs typeface="Segoe UI Light"/>
              </a:rPr>
              <a:t>Amir</a:t>
            </a:r>
            <a:r>
              <a:rPr lang="en-US" sz="1800">
                <a:solidFill>
                  <a:srgbClr val="00082E"/>
                </a:solidFill>
                <a:effectLst/>
                <a:latin typeface="Segoe UI Light"/>
                <a:cs typeface="Segoe UI Light"/>
              </a:rPr>
              <a:t> Grossberg</a:t>
            </a:r>
            <a:r>
              <a:rPr lang="en-US" sz="1800">
                <a:solidFill>
                  <a:srgbClr val="00082E"/>
                </a:solidFill>
                <a:latin typeface="Segoe UI Light"/>
                <a:cs typeface="Segoe UI Light"/>
              </a:rPr>
              <a:t> | Power, Layout Basics</a:t>
            </a:r>
            <a:endParaRPr lang="en-US"/>
          </a:p>
          <a:p>
            <a:pPr algn="ctr">
              <a:buNone/>
            </a:pPr>
            <a:r>
              <a:rPr lang="en-US" sz="1800">
                <a:solidFill>
                  <a:srgbClr val="00082E"/>
                </a:solidFill>
                <a:latin typeface="Segoe UI Light"/>
                <a:cs typeface="Segoe UI Light"/>
              </a:rPr>
              <a:t>Moris Ruso | Layout Guidelines</a:t>
            </a:r>
            <a:endParaRPr lang="en-US" sz="1800">
              <a:solidFill>
                <a:srgbClr val="000000"/>
              </a:solidFill>
              <a:latin typeface="Segoe UI Light"/>
              <a:cs typeface="Segoe UI Light"/>
            </a:endParaRPr>
          </a:p>
          <a:p>
            <a:pPr marL="0" indent="0" algn="ctr">
              <a:buNone/>
            </a:pPr>
            <a:r>
              <a:rPr lang="en-US" sz="1800">
                <a:solidFill>
                  <a:srgbClr val="00082E"/>
                </a:solidFill>
                <a:effectLst/>
                <a:latin typeface="Segoe UI Light"/>
                <a:cs typeface="Segoe UI Light"/>
              </a:rPr>
              <a:t>Lior Maor</a:t>
            </a:r>
            <a:r>
              <a:rPr lang="en-US" sz="1800">
                <a:solidFill>
                  <a:srgbClr val="00082E"/>
                </a:solidFill>
                <a:latin typeface="Segoe UI Light"/>
                <a:cs typeface="Segoe UI Light"/>
              </a:rPr>
              <a:t> | Auxiliary, EMI, Layout Basics</a:t>
            </a:r>
            <a:endParaRPr lang="en-US" sz="1800">
              <a:solidFill>
                <a:srgbClr val="00082E"/>
              </a:solidFill>
              <a:effectLst/>
              <a:latin typeface="Segoe UI Light"/>
              <a:cs typeface="Segoe UI Light"/>
            </a:endParaRPr>
          </a:p>
          <a:p>
            <a:pPr marL="0" indent="0" algn="ctr">
              <a:buNone/>
            </a:pPr>
            <a:r>
              <a:rPr lang="en-US" sz="1800">
                <a:solidFill>
                  <a:srgbClr val="00082E"/>
                </a:solidFill>
                <a:effectLst/>
                <a:latin typeface="Segoe UI Light"/>
                <a:cs typeface="Segoe UI Light"/>
              </a:rPr>
              <a:t>Oren Saraf</a:t>
            </a:r>
            <a:r>
              <a:rPr lang="en-US" sz="1800">
                <a:solidFill>
                  <a:srgbClr val="00082E"/>
                </a:solidFill>
                <a:latin typeface="Segoe UI Light"/>
                <a:cs typeface="Segoe UI Light"/>
              </a:rPr>
              <a:t> | Mech.</a:t>
            </a:r>
            <a:endParaRPr lang="en-US" sz="1800">
              <a:solidFill>
                <a:srgbClr val="00082E"/>
              </a:solidFill>
              <a:effectLst/>
              <a:latin typeface="Segoe UI Light"/>
              <a:cs typeface="Segoe UI Light"/>
            </a:endParaRPr>
          </a:p>
          <a:p>
            <a:pPr marL="0" indent="0" algn="ctr">
              <a:buNone/>
            </a:pPr>
            <a:r>
              <a:rPr lang="en-US" sz="1800">
                <a:solidFill>
                  <a:srgbClr val="00082E"/>
                </a:solidFill>
                <a:effectLst/>
                <a:latin typeface="Segoe UI Light"/>
                <a:cs typeface="Segoe UI Light"/>
              </a:rPr>
              <a:t>Moshe Raviv</a:t>
            </a:r>
            <a:r>
              <a:rPr lang="en-US" sz="1800">
                <a:solidFill>
                  <a:srgbClr val="00082E"/>
                </a:solidFill>
                <a:latin typeface="Segoe UI Light"/>
                <a:cs typeface="Segoe UI Light"/>
              </a:rPr>
              <a:t> | Layout Process, Tools</a:t>
            </a:r>
            <a:endParaRPr lang="en-US" sz="1800">
              <a:solidFill>
                <a:srgbClr val="00082E"/>
              </a:solidFill>
              <a:effectLst/>
              <a:latin typeface="Segoe UI Light"/>
              <a:cs typeface="Segoe UI Light"/>
            </a:endParaRPr>
          </a:p>
          <a:p>
            <a:pPr marL="0" indent="0" algn="ctr">
              <a:buNone/>
            </a:pPr>
            <a:r>
              <a:rPr lang="en-US" sz="1800">
                <a:solidFill>
                  <a:srgbClr val="00082E"/>
                </a:solidFill>
                <a:latin typeface="Segoe UI Light"/>
                <a:cs typeface="Segoe UI Light"/>
              </a:rPr>
              <a:t>All – Interactive workshop</a:t>
            </a:r>
            <a:endParaRPr lang="en-US" sz="1800">
              <a:solidFill>
                <a:srgbClr val="00082E"/>
              </a:solidFill>
              <a:effectLst/>
              <a:latin typeface="Segoe UI Light"/>
              <a:cs typeface="Segoe UI Light"/>
            </a:endParaRPr>
          </a:p>
          <a:p>
            <a:pPr marL="0" indent="0" algn="ctr">
              <a:buNone/>
            </a:pPr>
            <a:endParaRPr lang="en-US" sz="1800">
              <a:solidFill>
                <a:srgbClr val="00082E"/>
              </a:solidFill>
              <a:latin typeface="Segoe UI Light"/>
              <a:cs typeface="Segoe UI Light"/>
            </a:endParaRPr>
          </a:p>
          <a:p>
            <a:pPr marL="0" indent="0">
              <a:buNone/>
            </a:pPr>
            <a:endParaRPr lang="en-US">
              <a:solidFill>
                <a:srgbClr val="00082E"/>
              </a:solidFill>
              <a:latin typeface="Segoe UI Light"/>
              <a:cs typeface="Segoe UI Ligh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ECA51C-13A1-CA1F-3729-C78357222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6</a:t>
            </a:fld>
            <a:endParaRPr lang="en-IL"/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60E15E82-1B6B-7621-A10F-6BDB0707BB98}"/>
              </a:ext>
            </a:extLst>
          </p:cNvPr>
          <p:cNvSpPr txBox="1">
            <a:spLocks noChangeArrowheads="1"/>
          </p:cNvSpPr>
          <p:nvPr/>
        </p:nvSpPr>
        <p:spPr>
          <a:xfrm>
            <a:off x="7687781" y="1358952"/>
            <a:ext cx="3901579" cy="4680000"/>
          </a:xfrm>
          <a:prstGeom prst="rect">
            <a:avLst/>
          </a:prstGeom>
        </p:spPr>
        <p:txBody>
          <a:bodyPr vert="horz" lIns="9000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3"/>
              </a:buBlip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>
                <a:solidFill>
                  <a:schemeClr val="tx1"/>
                </a:solidFill>
                <a:latin typeface="Segoe UI Light"/>
                <a:cs typeface="Segoe UI Light"/>
              </a:rPr>
              <a:t>Uri </a:t>
            </a:r>
            <a:r>
              <a:rPr lang="en-US" sz="1800" err="1">
                <a:solidFill>
                  <a:schemeClr val="tx1"/>
                </a:solidFill>
                <a:latin typeface="Segoe UI Light"/>
                <a:cs typeface="Segoe UI Light"/>
              </a:rPr>
              <a:t>Itzack</a:t>
            </a:r>
            <a:r>
              <a:rPr lang="en-US" sz="1800">
                <a:solidFill>
                  <a:schemeClr val="tx1"/>
                </a:solidFill>
                <a:latin typeface="Segoe UI Light"/>
                <a:cs typeface="Segoe UI Light"/>
              </a:rPr>
              <a:t> | HW Development Process</a:t>
            </a:r>
          </a:p>
          <a:p>
            <a:pPr marL="0" indent="0" algn="ctr">
              <a:buNone/>
            </a:pPr>
            <a:r>
              <a:rPr lang="en-US" sz="1800">
                <a:solidFill>
                  <a:srgbClr val="00082E"/>
                </a:solidFill>
                <a:latin typeface="Segoe UI Light"/>
                <a:cs typeface="Segoe UI Light"/>
              </a:rPr>
              <a:t>Eytan Dahan | Digital</a:t>
            </a:r>
          </a:p>
          <a:p>
            <a:pPr marL="0" indent="0" algn="ctr">
              <a:buNone/>
            </a:pPr>
            <a:r>
              <a:rPr lang="en-US" sz="1800">
                <a:latin typeface="Segoe UI Light"/>
                <a:cs typeface="Segoe UI Light"/>
              </a:rPr>
              <a:t>Naif </a:t>
            </a:r>
            <a:r>
              <a:rPr lang="en-US" sz="1800" err="1">
                <a:latin typeface="Segoe UI Light"/>
                <a:cs typeface="Segoe UI Light"/>
              </a:rPr>
              <a:t>Asakle</a:t>
            </a:r>
            <a:r>
              <a:rPr lang="en-US" sz="1800">
                <a:latin typeface="Segoe UI Light"/>
                <a:cs typeface="Segoe UI Light"/>
              </a:rPr>
              <a:t> | PCB</a:t>
            </a:r>
          </a:p>
          <a:p>
            <a:pPr marL="0" indent="0" algn="ctr">
              <a:buNone/>
            </a:pPr>
            <a:r>
              <a:rPr lang="en-US" sz="1800">
                <a:solidFill>
                  <a:schemeClr val="tx1"/>
                </a:solidFill>
                <a:latin typeface="Segoe UI Light"/>
                <a:cs typeface="Segoe UI Light"/>
              </a:rPr>
              <a:t>Moris Ruso | Routing Tips </a:t>
            </a:r>
            <a:endParaRPr lang="en-US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sz="1800">
                <a:latin typeface="Segoe UI Light"/>
                <a:cs typeface="Segoe UI Light"/>
              </a:rPr>
              <a:t>David Braginsky | </a:t>
            </a:r>
            <a:r>
              <a:rPr lang="en-US" sz="1800">
                <a:latin typeface="Segoe UI Light"/>
                <a:ea typeface="+mn-lt"/>
                <a:cs typeface="Segoe UI Light"/>
              </a:rPr>
              <a:t>Analog </a:t>
            </a:r>
          </a:p>
          <a:p>
            <a:pPr marL="0" indent="0" algn="ctr">
              <a:buNone/>
            </a:pPr>
            <a:r>
              <a:rPr lang="en-US" sz="1800">
                <a:latin typeface="Segoe UI Light"/>
                <a:cs typeface="Segoe UI Light"/>
              </a:rPr>
              <a:t>Shlomi </a:t>
            </a:r>
            <a:r>
              <a:rPr lang="en-US" sz="1800" err="1">
                <a:latin typeface="Segoe UI Light"/>
                <a:cs typeface="Segoe UI Light"/>
              </a:rPr>
              <a:t>Zadka</a:t>
            </a:r>
            <a:r>
              <a:rPr lang="en-US" sz="1800">
                <a:latin typeface="Segoe UI Light"/>
                <a:cs typeface="Segoe UI Light"/>
              </a:rPr>
              <a:t> | OPT</a:t>
            </a:r>
          </a:p>
          <a:p>
            <a:pPr marL="0" indent="0" algn="ctr">
              <a:buNone/>
            </a:pPr>
            <a:r>
              <a:rPr lang="en-US" sz="1800">
                <a:latin typeface="Segoe UI Light"/>
                <a:cs typeface="Segoe UI Light"/>
              </a:rPr>
              <a:t>Yariv </a:t>
            </a:r>
            <a:r>
              <a:rPr lang="en-US" sz="1800" err="1">
                <a:latin typeface="Segoe UI Light"/>
                <a:cs typeface="Segoe UI Light"/>
              </a:rPr>
              <a:t>Shlivinski</a:t>
            </a:r>
            <a:r>
              <a:rPr lang="en-US" sz="1800">
                <a:latin typeface="Segoe UI Light"/>
                <a:cs typeface="Segoe UI Light"/>
              </a:rPr>
              <a:t> | Review</a:t>
            </a:r>
          </a:p>
          <a:p>
            <a:pPr marL="0" indent="0" algn="ctr">
              <a:buNone/>
            </a:pPr>
            <a:r>
              <a:rPr lang="en-US" sz="1800">
                <a:solidFill>
                  <a:srgbClr val="00082E"/>
                </a:solidFill>
                <a:latin typeface="Segoe UI Light"/>
                <a:cs typeface="Segoe UI Light"/>
              </a:rPr>
              <a:t>Daniela Popescu | ATE</a:t>
            </a:r>
          </a:p>
          <a:p>
            <a:pPr marL="0" indent="0" algn="ctr">
              <a:buNone/>
            </a:pPr>
            <a:r>
              <a:rPr lang="en-US" sz="1800">
                <a:solidFill>
                  <a:srgbClr val="00082E"/>
                </a:solidFill>
                <a:latin typeface="Segoe UI Light"/>
                <a:cs typeface="Segoe UI Light"/>
              </a:rPr>
              <a:t>Erez </a:t>
            </a:r>
            <a:r>
              <a:rPr lang="en-US" sz="1800" err="1">
                <a:solidFill>
                  <a:srgbClr val="00082E"/>
                </a:solidFill>
                <a:latin typeface="Segoe UI Light"/>
                <a:cs typeface="Segoe UI Light"/>
              </a:rPr>
              <a:t>Gershgoren</a:t>
            </a:r>
            <a:r>
              <a:rPr lang="en-US" sz="1800">
                <a:solidFill>
                  <a:srgbClr val="00082E"/>
                </a:solidFill>
                <a:latin typeface="Segoe UI Light"/>
                <a:cs typeface="Segoe UI Light"/>
              </a:rPr>
              <a:t> | Tools</a:t>
            </a:r>
            <a:endParaRPr lang="en-US" sz="1800">
              <a:latin typeface="Segoe UI Light"/>
              <a:cs typeface="Segoe UI Light"/>
            </a:endParaRPr>
          </a:p>
          <a:p>
            <a:pPr algn="ctr">
              <a:buNone/>
            </a:pPr>
            <a:r>
              <a:rPr lang="en-US" sz="1800">
                <a:latin typeface="Segoe UI Light"/>
                <a:cs typeface="Segoe UI Light"/>
              </a:rPr>
              <a:t>Yevgeni Zemlinsky </a:t>
            </a:r>
            <a:r>
              <a:rPr lang="en-US" sz="1800">
                <a:solidFill>
                  <a:schemeClr val="tx1"/>
                </a:solidFill>
                <a:latin typeface="Segoe UI Light"/>
                <a:cs typeface="Segoe UI Light"/>
              </a:rPr>
              <a:t>| AI Tools</a:t>
            </a:r>
          </a:p>
          <a:p>
            <a:pPr algn="ctr">
              <a:buNone/>
            </a:pPr>
            <a:br>
              <a:rPr lang="en-US">
                <a:latin typeface="Segoe UI Light"/>
                <a:cs typeface="Segoe UI Light"/>
              </a:rPr>
            </a:br>
            <a:endParaRPr lang="en-US" sz="1800">
              <a:latin typeface="Segoe UI Light"/>
              <a:cs typeface="Segoe UI Light"/>
            </a:endParaRPr>
          </a:p>
          <a:p>
            <a:pPr marL="0" indent="0" algn="ctr">
              <a:buNone/>
            </a:pPr>
            <a:endParaRPr lang="en-US" sz="1800">
              <a:latin typeface="Segoe UI Light"/>
              <a:cs typeface="Segoe UI Light"/>
            </a:endParaRPr>
          </a:p>
          <a:p>
            <a:pPr marL="0" indent="0" algn="ctr">
              <a:buNone/>
            </a:pPr>
            <a:endParaRPr lang="en-US" sz="1800">
              <a:latin typeface="Segoe UI Light"/>
              <a:cs typeface="Segoe UI Light"/>
            </a:endParaRPr>
          </a:p>
          <a:p>
            <a:pPr marL="0" indent="0">
              <a:buNone/>
            </a:pPr>
            <a:endParaRPr lang="en-US" sz="1800">
              <a:latin typeface="Segoe UI Light"/>
              <a:cs typeface="Segoe UI Light"/>
            </a:endParaRPr>
          </a:p>
          <a:p>
            <a:pPr marL="0" indent="0">
              <a:buNone/>
            </a:pPr>
            <a:endParaRPr lang="en-US" sz="1800">
              <a:latin typeface="Segoe UI Light"/>
              <a:cs typeface="Segoe UI Light"/>
            </a:endParaRPr>
          </a:p>
          <a:p>
            <a:pPr marL="0" indent="0">
              <a:buNone/>
            </a:pPr>
            <a:endParaRPr lang="en-US" sz="1800">
              <a:latin typeface="Segoe UI Light"/>
              <a:cs typeface="Segoe UI Light"/>
            </a:endParaRPr>
          </a:p>
        </p:txBody>
      </p:sp>
      <p:sp>
        <p:nvSpPr>
          <p:cNvPr id="32" name="Rectangle: Diagonal Corners Rounded 31">
            <a:extLst>
              <a:ext uri="{FF2B5EF4-FFF2-40B4-BE49-F238E27FC236}">
                <a16:creationId xmlns:a16="http://schemas.microsoft.com/office/drawing/2014/main" id="{0D4554B6-8058-C10E-B11F-E61C9D1E12E4}"/>
              </a:ext>
            </a:extLst>
          </p:cNvPr>
          <p:cNvSpPr/>
          <p:nvPr/>
        </p:nvSpPr>
        <p:spPr>
          <a:xfrm>
            <a:off x="580044" y="1474699"/>
            <a:ext cx="1498992" cy="882033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baseline="0">
                <a:solidFill>
                  <a:srgbClr val="00082E"/>
                </a:solidFill>
                <a:latin typeface="Segoe UI Light"/>
              </a:rPr>
              <a:t>"Core" Group</a:t>
            </a:r>
            <a:r>
              <a:rPr lang="en-US">
                <a:latin typeface="Segoe UI Light"/>
                <a:ea typeface="Segoe UI Light"/>
                <a:cs typeface="Segoe UI Light"/>
              </a:rPr>
              <a:t>​</a:t>
            </a:r>
            <a:endParaRPr lang="en-US"/>
          </a:p>
        </p:txBody>
      </p:sp>
      <p:sp>
        <p:nvSpPr>
          <p:cNvPr id="60" name="Rectangle: Diagonal Corners Rounded 31">
            <a:extLst>
              <a:ext uri="{FF2B5EF4-FFF2-40B4-BE49-F238E27FC236}">
                <a16:creationId xmlns:a16="http://schemas.microsoft.com/office/drawing/2014/main" id="{11C15A19-F524-22FD-86B1-A59520ED61D7}"/>
              </a:ext>
            </a:extLst>
          </p:cNvPr>
          <p:cNvSpPr/>
          <p:nvPr/>
        </p:nvSpPr>
        <p:spPr>
          <a:xfrm>
            <a:off x="5916974" y="1358952"/>
            <a:ext cx="1479701" cy="882033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>
              <a:cs typeface="Segoe UI Light"/>
            </a:endParaRPr>
          </a:p>
        </p:txBody>
      </p:sp>
      <p:sp>
        <p:nvSpPr>
          <p:cNvPr id="61" name="Rectangle: Diagonal Corners Rounded 31">
            <a:extLst>
              <a:ext uri="{FF2B5EF4-FFF2-40B4-BE49-F238E27FC236}">
                <a16:creationId xmlns:a16="http://schemas.microsoft.com/office/drawing/2014/main" id="{66219ADC-F00C-AA3A-42DC-192EE77AB5E3}"/>
              </a:ext>
            </a:extLst>
          </p:cNvPr>
          <p:cNvSpPr/>
          <p:nvPr/>
        </p:nvSpPr>
        <p:spPr>
          <a:xfrm>
            <a:off x="6086844" y="1474699"/>
            <a:ext cx="1498992" cy="882033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solidFill>
                  <a:srgbClr val="00082E"/>
                </a:solidFill>
                <a:latin typeface="Segoe UI Light"/>
              </a:rPr>
              <a:t>Content Specific Owner</a:t>
            </a:r>
            <a:endParaRPr lang="en-US" sz="1600" b="1">
              <a:solidFill>
                <a:srgbClr val="00082E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62EB817-7AEA-EDB5-72D8-7D3D7C4D0C46}"/>
              </a:ext>
            </a:extLst>
          </p:cNvPr>
          <p:cNvCxnSpPr>
            <a:cxnSpLocks/>
          </p:cNvCxnSpPr>
          <p:nvPr/>
        </p:nvCxnSpPr>
        <p:spPr>
          <a:xfrm>
            <a:off x="5665314" y="1358952"/>
            <a:ext cx="0" cy="4858968"/>
          </a:xfrm>
          <a:prstGeom prst="line">
            <a:avLst/>
          </a:prstGeom>
          <a:ln w="38100" cmpd="tri">
            <a:solidFill>
              <a:schemeClr val="accent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4666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4B664-1F5A-67F6-4AA0-81BFE1956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Arrow: Chevron 558">
            <a:extLst>
              <a:ext uri="{FF2B5EF4-FFF2-40B4-BE49-F238E27FC236}">
                <a16:creationId xmlns:a16="http://schemas.microsoft.com/office/drawing/2014/main" id="{398CF289-A25E-2FB5-849F-CD51006FC744}"/>
              </a:ext>
            </a:extLst>
          </p:cNvPr>
          <p:cNvSpPr/>
          <p:nvPr/>
        </p:nvSpPr>
        <p:spPr>
          <a:xfrm rot="5400000">
            <a:off x="2121016" y="559371"/>
            <a:ext cx="1566687" cy="1464784"/>
          </a:xfrm>
          <a:prstGeom prst="chevron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0" name="Rectangle: Rounded Corners 559">
            <a:extLst>
              <a:ext uri="{FF2B5EF4-FFF2-40B4-BE49-F238E27FC236}">
                <a16:creationId xmlns:a16="http://schemas.microsoft.com/office/drawing/2014/main" id="{353B09DB-61BD-93D4-264F-044BDBC0A1B4}"/>
              </a:ext>
            </a:extLst>
          </p:cNvPr>
          <p:cNvSpPr/>
          <p:nvPr/>
        </p:nvSpPr>
        <p:spPr>
          <a:xfrm>
            <a:off x="3631236" y="532967"/>
            <a:ext cx="8223064" cy="881917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lvl="1" rtl="0">
              <a:lnSpc>
                <a:spcPts val="1350"/>
              </a:lnSpc>
            </a:pPr>
            <a:endParaRPr lang="en-US" sz="1100">
              <a:solidFill>
                <a:srgbClr val="444444"/>
              </a:solidFill>
              <a:latin typeface="Calibri"/>
              <a:ea typeface="Calibri"/>
              <a:cs typeface="Arial"/>
            </a:endParaRPr>
          </a:p>
        </p:txBody>
      </p:sp>
      <p:sp>
        <p:nvSpPr>
          <p:cNvPr id="551" name="Rectangle: Rounded Corners 550">
            <a:extLst>
              <a:ext uri="{FF2B5EF4-FFF2-40B4-BE49-F238E27FC236}">
                <a16:creationId xmlns:a16="http://schemas.microsoft.com/office/drawing/2014/main" id="{E92E8ACD-ADD2-CBF9-21F2-9DF8C17384C0}"/>
              </a:ext>
            </a:extLst>
          </p:cNvPr>
          <p:cNvSpPr/>
          <p:nvPr/>
        </p:nvSpPr>
        <p:spPr>
          <a:xfrm>
            <a:off x="3625318" y="1604544"/>
            <a:ext cx="8223064" cy="88191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lvl="1" rtl="0">
              <a:lnSpc>
                <a:spcPts val="1350"/>
              </a:lnSpc>
            </a:pPr>
            <a:r>
              <a:rPr lang="en-US" sz="1100" baseline="0">
                <a:solidFill>
                  <a:srgbClr val="444444"/>
                </a:solidFill>
                <a:latin typeface="Segoe UI Light"/>
                <a:ea typeface="Arial"/>
                <a:cs typeface="Segoe UI Light"/>
              </a:rPr>
              <a:t>Components and Installation</a:t>
            </a:r>
            <a:r>
              <a:rPr lang="en-US" sz="1100">
                <a:solidFill>
                  <a:srgbClr val="444444"/>
                </a:solidFill>
                <a:latin typeface="Segoe UI Light"/>
                <a:ea typeface="Arial"/>
                <a:cs typeface="Segoe UI Light"/>
              </a:rPr>
              <a:t>​</a:t>
            </a:r>
            <a:endParaRPr lang="en-US"/>
          </a:p>
          <a:p>
            <a:pPr marL="0" lvl="1" rtl="0">
              <a:lnSpc>
                <a:spcPts val="1350"/>
              </a:lnSpc>
            </a:pPr>
            <a:r>
              <a:rPr lang="en-US" sz="1100" baseline="0">
                <a:solidFill>
                  <a:srgbClr val="444444"/>
                </a:solidFill>
                <a:latin typeface="Segoe UI Light"/>
                <a:ea typeface="Arial"/>
                <a:cs typeface="Segoe UI Light"/>
              </a:rPr>
              <a:t>Orcad &amp; DSN Basics</a:t>
            </a:r>
            <a:r>
              <a:rPr lang="en-US" sz="1100">
                <a:solidFill>
                  <a:srgbClr val="444444"/>
                </a:solidFill>
                <a:latin typeface="Segoe UI Light"/>
                <a:ea typeface="Arial"/>
                <a:cs typeface="Segoe UI Light"/>
              </a:rPr>
              <a:t>​</a:t>
            </a:r>
          </a:p>
          <a:p>
            <a:pPr marL="0" lvl="1" rtl="0">
              <a:lnSpc>
                <a:spcPts val="1350"/>
              </a:lnSpc>
            </a:pPr>
            <a:r>
              <a:rPr lang="en-US" sz="1100" baseline="0">
                <a:solidFill>
                  <a:srgbClr val="444444"/>
                </a:solidFill>
                <a:latin typeface="Segoe UI Light"/>
                <a:ea typeface="Arial"/>
                <a:cs typeface="Segoe UI Light"/>
              </a:rPr>
              <a:t>Orcad Advanced</a:t>
            </a:r>
            <a:r>
              <a:rPr lang="en-US" sz="1100">
                <a:solidFill>
                  <a:srgbClr val="444444"/>
                </a:solidFill>
                <a:latin typeface="Segoe UI Light"/>
                <a:ea typeface="Arial"/>
                <a:cs typeface="Segoe UI Light"/>
              </a:rPr>
              <a:t>​</a:t>
            </a:r>
          </a:p>
          <a:p>
            <a:pPr marL="0" lvl="1" rtl="0">
              <a:lnSpc>
                <a:spcPts val="1350"/>
              </a:lnSpc>
            </a:pPr>
            <a:r>
              <a:rPr lang="en-US" sz="1100" baseline="0">
                <a:solidFill>
                  <a:srgbClr val="444444"/>
                </a:solidFill>
                <a:latin typeface="Segoe UI Light"/>
                <a:ea typeface="Arial"/>
                <a:cs typeface="Segoe UI Light"/>
              </a:rPr>
              <a:t>Entering Layout</a:t>
            </a:r>
            <a:r>
              <a:rPr lang="en-US" sz="1100">
                <a:solidFill>
                  <a:srgbClr val="444444"/>
                </a:solidFill>
                <a:latin typeface="Segoe UI Light"/>
                <a:ea typeface="Arial"/>
                <a:cs typeface="Segoe UI Light"/>
              </a:rPr>
              <a:t>​</a:t>
            </a:r>
            <a:endParaRPr lang="en-US">
              <a:latin typeface="Segoe UI Light"/>
              <a:cs typeface="Segoe UI Ligh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EF030F-E391-2241-7EEC-33109D42B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500" y="526795"/>
            <a:ext cx="2037166" cy="5081270"/>
          </a:xfrm>
        </p:spPr>
        <p:txBody>
          <a:bodyPr anchor="t">
            <a:normAutofit/>
          </a:bodyPr>
          <a:lstStyle/>
          <a:p>
            <a:r>
              <a:rPr lang="en-US">
                <a:cs typeface="Segoe UI Semibold"/>
              </a:rPr>
              <a:t>Course</a:t>
            </a:r>
            <a:br>
              <a:rPr lang="en-US">
                <a:cs typeface="Segoe UI Semibold"/>
              </a:rPr>
            </a:br>
            <a:r>
              <a:rPr lang="en-US">
                <a:cs typeface="Segoe UI Semibold"/>
              </a:rPr>
              <a:t>Syllabus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8B0278-E0FB-06F8-48BB-DE8380D2F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83884" y="5446183"/>
            <a:ext cx="3489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055E60B-063F-7341-AAD1-65F55D97E323}" type="slidenum">
              <a:rPr lang="en-IL" smtClean="0"/>
              <a:pPr>
                <a:spcAft>
                  <a:spcPts val="600"/>
                </a:spcAft>
              </a:pPr>
              <a:t>7</a:t>
            </a:fld>
            <a:endParaRPr lang="en-IL"/>
          </a:p>
        </p:txBody>
      </p:sp>
      <p:sp>
        <p:nvSpPr>
          <p:cNvPr id="547" name="TextBox 546">
            <a:extLst>
              <a:ext uri="{FF2B5EF4-FFF2-40B4-BE49-F238E27FC236}">
                <a16:creationId xmlns:a16="http://schemas.microsoft.com/office/drawing/2014/main" id="{4A366D62-D635-0C5C-9983-24417B525F7A}"/>
              </a:ext>
            </a:extLst>
          </p:cNvPr>
          <p:cNvSpPr txBox="1"/>
          <p:nvPr/>
        </p:nvSpPr>
        <p:spPr>
          <a:xfrm>
            <a:off x="2368866" y="1318484"/>
            <a:ext cx="151082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b="1">
                <a:solidFill>
                  <a:srgbClr val="000000"/>
                </a:solidFill>
                <a:latin typeface="Segoe UI"/>
                <a:cs typeface="Segoe UI"/>
              </a:rPr>
              <a:t>Introduction</a:t>
            </a:r>
          </a:p>
        </p:txBody>
      </p:sp>
      <p:sp>
        <p:nvSpPr>
          <p:cNvPr id="549" name="TextBox 548">
            <a:extLst>
              <a:ext uri="{FF2B5EF4-FFF2-40B4-BE49-F238E27FC236}">
                <a16:creationId xmlns:a16="http://schemas.microsoft.com/office/drawing/2014/main" id="{14638CA8-1DCB-8EA4-F044-A919B3C82EA6}"/>
              </a:ext>
            </a:extLst>
          </p:cNvPr>
          <p:cNvSpPr txBox="1"/>
          <p:nvPr/>
        </p:nvSpPr>
        <p:spPr>
          <a:xfrm>
            <a:off x="3611553" y="807054"/>
            <a:ext cx="2743200" cy="4384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lvl="1">
              <a:lnSpc>
                <a:spcPts val="1350"/>
              </a:lnSpc>
            </a:pPr>
            <a:r>
              <a:rPr lang="en-US" sz="1100">
                <a:solidFill>
                  <a:srgbClr val="444444"/>
                </a:solidFill>
                <a:latin typeface="Segoe UI Light"/>
                <a:cs typeface="Segoe UI Light"/>
              </a:rPr>
              <a:t>Layout Process​ Overview</a:t>
            </a:r>
            <a:endParaRPr lang="en-US"/>
          </a:p>
          <a:p>
            <a:pPr marL="0" lvl="1">
              <a:lnSpc>
                <a:spcPts val="1350"/>
              </a:lnSpc>
            </a:pPr>
            <a:r>
              <a:rPr lang="en-US" sz="1100">
                <a:solidFill>
                  <a:srgbClr val="444444"/>
                </a:solidFill>
                <a:latin typeface="Segoe UI Light"/>
                <a:cs typeface="Segoe UI Light"/>
              </a:rPr>
              <a:t>HW Development Process</a:t>
            </a:r>
          </a:p>
        </p:txBody>
      </p:sp>
      <p:sp>
        <p:nvSpPr>
          <p:cNvPr id="550" name="Arrow: Chevron 549">
            <a:extLst>
              <a:ext uri="{FF2B5EF4-FFF2-40B4-BE49-F238E27FC236}">
                <a16:creationId xmlns:a16="http://schemas.microsoft.com/office/drawing/2014/main" id="{4EF73DDE-DB75-A61F-5C36-321C46A283B3}"/>
              </a:ext>
            </a:extLst>
          </p:cNvPr>
          <p:cNvSpPr/>
          <p:nvPr/>
        </p:nvSpPr>
        <p:spPr>
          <a:xfrm rot="5400000">
            <a:off x="2148231" y="1680842"/>
            <a:ext cx="1485045" cy="1464784"/>
          </a:xfrm>
          <a:prstGeom prst="chevron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52" name="TextBox 551">
            <a:extLst>
              <a:ext uri="{FF2B5EF4-FFF2-40B4-BE49-F238E27FC236}">
                <a16:creationId xmlns:a16="http://schemas.microsoft.com/office/drawing/2014/main" id="{2741331F-562E-0EBB-EAF0-63FD3AAC7F50}"/>
              </a:ext>
            </a:extLst>
          </p:cNvPr>
          <p:cNvSpPr txBox="1"/>
          <p:nvPr/>
        </p:nvSpPr>
        <p:spPr>
          <a:xfrm>
            <a:off x="2240374" y="2317459"/>
            <a:ext cx="131871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>
                <a:latin typeface="Segoe UI"/>
                <a:ea typeface="Calibri"/>
                <a:cs typeface="Segoe UI"/>
              </a:rPr>
              <a:t>Schematic</a:t>
            </a:r>
            <a:r>
              <a:rPr lang="en-US" sz="1200" b="1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 </a:t>
            </a:r>
            <a:r>
              <a:rPr lang="en-US" sz="1200" b="1">
                <a:latin typeface="Segoe UI"/>
                <a:ea typeface="Calibri"/>
                <a:cs typeface="Segoe UI"/>
              </a:rPr>
              <a:t>Design</a:t>
            </a:r>
            <a:endParaRPr lang="en-US" sz="1200" b="1">
              <a:latin typeface="Segoe UI"/>
              <a:cs typeface="Segoe UI"/>
            </a:endParaRPr>
          </a:p>
          <a:p>
            <a:pPr algn="ctr"/>
            <a:endParaRPr lang="en-US" sz="1200">
              <a:latin typeface="Segoe UI"/>
              <a:cs typeface="Segoe UI"/>
            </a:endParaRPr>
          </a:p>
        </p:txBody>
      </p:sp>
      <p:sp>
        <p:nvSpPr>
          <p:cNvPr id="554" name="Arrow: Chevron 553">
            <a:extLst>
              <a:ext uri="{FF2B5EF4-FFF2-40B4-BE49-F238E27FC236}">
                <a16:creationId xmlns:a16="http://schemas.microsoft.com/office/drawing/2014/main" id="{C5EBE24F-0D91-2F20-1758-EF037A10F4BA}"/>
              </a:ext>
            </a:extLst>
          </p:cNvPr>
          <p:cNvSpPr/>
          <p:nvPr/>
        </p:nvSpPr>
        <p:spPr>
          <a:xfrm rot="5400000">
            <a:off x="2135859" y="2736427"/>
            <a:ext cx="1521742" cy="1462722"/>
          </a:xfrm>
          <a:prstGeom prst="chevron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55" name="TextBox 554">
            <a:extLst>
              <a:ext uri="{FF2B5EF4-FFF2-40B4-BE49-F238E27FC236}">
                <a16:creationId xmlns:a16="http://schemas.microsoft.com/office/drawing/2014/main" id="{FE440E8B-21E0-4895-6D70-E4DCFE8F955B}"/>
              </a:ext>
            </a:extLst>
          </p:cNvPr>
          <p:cNvSpPr txBox="1"/>
          <p:nvPr/>
        </p:nvSpPr>
        <p:spPr>
          <a:xfrm>
            <a:off x="2240373" y="3396958"/>
            <a:ext cx="1318711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>
                <a:latin typeface="Segoe UI"/>
                <a:ea typeface="+mn-lt"/>
                <a:cs typeface="+mn-lt"/>
              </a:rPr>
              <a:t>PCB Layout Design</a:t>
            </a:r>
            <a:endParaRPr lang="en-US" sz="1200" b="1">
              <a:latin typeface="Segoe UI"/>
              <a:cs typeface="Segoe UI"/>
            </a:endParaRPr>
          </a:p>
          <a:p>
            <a:pPr algn="ctr"/>
            <a:endParaRPr lang="en-US" sz="1200" b="1">
              <a:latin typeface="Segoe UI"/>
              <a:ea typeface="Calibri"/>
              <a:cs typeface="Segoe UI"/>
            </a:endParaRPr>
          </a:p>
          <a:p>
            <a:pPr algn="ctr"/>
            <a:endParaRPr lang="en-US" sz="1200">
              <a:latin typeface="Segoe UI"/>
              <a:cs typeface="Segoe UI"/>
            </a:endParaRPr>
          </a:p>
        </p:txBody>
      </p:sp>
      <p:sp>
        <p:nvSpPr>
          <p:cNvPr id="556" name="Rectangle: Rounded Corners 555">
            <a:extLst>
              <a:ext uri="{FF2B5EF4-FFF2-40B4-BE49-F238E27FC236}">
                <a16:creationId xmlns:a16="http://schemas.microsoft.com/office/drawing/2014/main" id="{5BCEED5F-4511-644C-4D64-F26FEB57BB87}"/>
              </a:ext>
            </a:extLst>
          </p:cNvPr>
          <p:cNvSpPr/>
          <p:nvPr/>
        </p:nvSpPr>
        <p:spPr>
          <a:xfrm>
            <a:off x="3589029" y="3796804"/>
            <a:ext cx="8250277" cy="110416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28600" lvl="1" indent="-228600">
              <a:lnSpc>
                <a:spcPts val="1350"/>
              </a:lnSpc>
              <a:buFont typeface=""/>
              <a:buChar char=""/>
            </a:pPr>
            <a:endParaRPr lang="en-US" sz="1100">
              <a:solidFill>
                <a:srgbClr val="444444"/>
              </a:solidFill>
              <a:latin typeface="Calibri"/>
              <a:ea typeface="Arial"/>
              <a:cs typeface="Arial"/>
            </a:endParaRPr>
          </a:p>
          <a:p>
            <a:pPr marL="0" lvl="1">
              <a:lnSpc>
                <a:spcPts val="1350"/>
              </a:lnSpc>
            </a:pPr>
            <a:r>
              <a:rPr lang="en-US" sz="1100" baseline="0">
                <a:solidFill>
                  <a:srgbClr val="444444"/>
                </a:solidFill>
                <a:latin typeface="Segoe UI Light"/>
                <a:ea typeface="Arial"/>
                <a:cs typeface="Arial"/>
              </a:rPr>
              <a:t>PCB from Design to Applying </a:t>
            </a:r>
            <a:r>
              <a:rPr lang="en-US" sz="1100">
                <a:solidFill>
                  <a:srgbClr val="444444"/>
                </a:solidFill>
                <a:latin typeface="Segoe UI Light"/>
                <a:ea typeface="Arial"/>
                <a:cs typeface="Arial"/>
              </a:rPr>
              <a:t>​</a:t>
            </a:r>
            <a:endParaRPr lang="en-US">
              <a:latin typeface="Segoe UI Light"/>
            </a:endParaRPr>
          </a:p>
          <a:p>
            <a:pPr marL="0" lvl="1" rtl="0">
              <a:lnSpc>
                <a:spcPts val="1350"/>
              </a:lnSpc>
            </a:pPr>
            <a:r>
              <a:rPr lang="en-US" sz="1100" baseline="0">
                <a:solidFill>
                  <a:srgbClr val="444444"/>
                </a:solidFill>
                <a:latin typeface="Segoe UI Light"/>
                <a:ea typeface="Arial"/>
                <a:cs typeface="Arial"/>
              </a:rPr>
              <a:t>Digital High-Speed Design </a:t>
            </a:r>
            <a:r>
              <a:rPr lang="en-US" sz="1100">
                <a:solidFill>
                  <a:srgbClr val="444444"/>
                </a:solidFill>
                <a:latin typeface="Segoe UI Light"/>
                <a:ea typeface="Arial"/>
                <a:cs typeface="Arial"/>
              </a:rPr>
              <a:t>​</a:t>
            </a:r>
          </a:p>
          <a:p>
            <a:pPr marL="0" lvl="1" rtl="0">
              <a:lnSpc>
                <a:spcPts val="1350"/>
              </a:lnSpc>
            </a:pPr>
            <a:r>
              <a:rPr lang="en-US" sz="1100" baseline="0">
                <a:solidFill>
                  <a:srgbClr val="444444"/>
                </a:solidFill>
                <a:latin typeface="Segoe UI Light"/>
                <a:ea typeface="Arial"/>
                <a:cs typeface="Arial"/>
              </a:rPr>
              <a:t>Mechanical Considerations (HW-Mech) </a:t>
            </a:r>
            <a:r>
              <a:rPr lang="en-US" sz="1100">
                <a:solidFill>
                  <a:srgbClr val="444444"/>
                </a:solidFill>
                <a:latin typeface="Segoe UI Light"/>
                <a:ea typeface="Arial"/>
                <a:cs typeface="Arial"/>
              </a:rPr>
              <a:t>​</a:t>
            </a:r>
          </a:p>
          <a:p>
            <a:pPr marL="0" lvl="1">
              <a:lnSpc>
                <a:spcPts val="1350"/>
              </a:lnSpc>
            </a:pPr>
            <a:r>
              <a:rPr lang="en-US" sz="1100">
                <a:solidFill>
                  <a:srgbClr val="444444"/>
                </a:solidFill>
                <a:ea typeface="+mn-lt"/>
                <a:cs typeface="+mn-lt"/>
              </a:rPr>
              <a:t>Routing Tips</a:t>
            </a:r>
            <a:endParaRPr lang="en-US"/>
          </a:p>
          <a:p>
            <a:pPr marL="0" lvl="1">
              <a:lnSpc>
                <a:spcPts val="1350"/>
              </a:lnSpc>
            </a:pPr>
            <a:r>
              <a:rPr lang="en-US" sz="1100" baseline="0">
                <a:solidFill>
                  <a:srgbClr val="444444"/>
                </a:solidFill>
                <a:latin typeface="Segoe UI Light"/>
                <a:ea typeface="Arial"/>
                <a:cs typeface="Arial"/>
              </a:rPr>
              <a:t>EMC Design </a:t>
            </a:r>
            <a:r>
              <a:rPr lang="en-US" sz="1100">
                <a:solidFill>
                  <a:srgbClr val="444444"/>
                </a:solidFill>
                <a:latin typeface="Segoe UI Light"/>
                <a:ea typeface="Arial"/>
                <a:cs typeface="Arial"/>
              </a:rPr>
              <a:t>Considerations</a:t>
            </a:r>
          </a:p>
          <a:p>
            <a:pPr marL="228600" lvl="1" indent="-228600">
              <a:lnSpc>
                <a:spcPts val="1350"/>
              </a:lnSpc>
              <a:buFont typeface=""/>
              <a:buChar char=""/>
            </a:pPr>
            <a:endParaRPr lang="en-US" sz="1100">
              <a:solidFill>
                <a:srgbClr val="444444"/>
              </a:solidFill>
              <a:latin typeface="Calibri"/>
              <a:ea typeface="Calibri"/>
              <a:cs typeface="Arial"/>
            </a:endParaRPr>
          </a:p>
        </p:txBody>
      </p:sp>
      <p:sp>
        <p:nvSpPr>
          <p:cNvPr id="557" name="Arrow: Chevron 556">
            <a:extLst>
              <a:ext uri="{FF2B5EF4-FFF2-40B4-BE49-F238E27FC236}">
                <a16:creationId xmlns:a16="http://schemas.microsoft.com/office/drawing/2014/main" id="{42E081E1-BA26-FC79-5C0B-343E92A26924}"/>
              </a:ext>
            </a:extLst>
          </p:cNvPr>
          <p:cNvSpPr/>
          <p:nvPr/>
        </p:nvSpPr>
        <p:spPr>
          <a:xfrm rot="5400000">
            <a:off x="2017344" y="3929361"/>
            <a:ext cx="1725796" cy="1445009"/>
          </a:xfrm>
          <a:prstGeom prst="chevron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58" name="TextBox 557">
            <a:extLst>
              <a:ext uri="{FF2B5EF4-FFF2-40B4-BE49-F238E27FC236}">
                <a16:creationId xmlns:a16="http://schemas.microsoft.com/office/drawing/2014/main" id="{A4533D66-8C91-4565-450C-F0069B538157}"/>
              </a:ext>
            </a:extLst>
          </p:cNvPr>
          <p:cNvSpPr txBox="1"/>
          <p:nvPr/>
        </p:nvSpPr>
        <p:spPr>
          <a:xfrm>
            <a:off x="2214542" y="4555333"/>
            <a:ext cx="1344541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>
                <a:latin typeface="Segoe UI"/>
                <a:ea typeface="+mn-lt"/>
                <a:cs typeface="Segoe UI"/>
              </a:rPr>
              <a:t>Specialization &amp; Extras</a:t>
            </a:r>
            <a:endParaRPr lang="en-US" sz="1200" b="1">
              <a:latin typeface="Segoe UI"/>
              <a:cs typeface="Segoe UI"/>
            </a:endParaRPr>
          </a:p>
          <a:p>
            <a:pPr algn="ctr"/>
            <a:endParaRPr lang="en-US" sz="1400" b="1">
              <a:solidFill>
                <a:schemeClr val="bg1"/>
              </a:solidFill>
              <a:latin typeface="Segoe UI"/>
              <a:cs typeface="Segoe UI"/>
            </a:endParaRPr>
          </a:p>
          <a:p>
            <a:pPr algn="ctr"/>
            <a:endParaRPr lang="en-US" sz="1600" b="1">
              <a:solidFill>
                <a:schemeClr val="bg1"/>
              </a:solidFill>
              <a:latin typeface="Segoe UI"/>
              <a:ea typeface="Calibri"/>
              <a:cs typeface="Segoe UI"/>
            </a:endParaRPr>
          </a:p>
          <a:p>
            <a:pPr algn="ctr"/>
            <a:endParaRPr lang="en-US" sz="1600">
              <a:latin typeface="Segoe UI"/>
              <a:cs typeface="Segoe UI"/>
            </a:endParaRPr>
          </a:p>
        </p:txBody>
      </p:sp>
      <p:sp>
        <p:nvSpPr>
          <p:cNvPr id="561" name="TextBox 560">
            <a:extLst>
              <a:ext uri="{FF2B5EF4-FFF2-40B4-BE49-F238E27FC236}">
                <a16:creationId xmlns:a16="http://schemas.microsoft.com/office/drawing/2014/main" id="{66D9C44C-C802-DD59-75A6-12B48272AA90}"/>
              </a:ext>
            </a:extLst>
          </p:cNvPr>
          <p:cNvSpPr txBox="1"/>
          <p:nvPr/>
        </p:nvSpPr>
        <p:spPr>
          <a:xfrm>
            <a:off x="6719382" y="3777900"/>
            <a:ext cx="2743200" cy="11182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lvl="1">
              <a:lnSpc>
                <a:spcPts val="1046"/>
              </a:lnSpc>
            </a:pPr>
            <a:r>
              <a:rPr lang="en-US" sz="1100">
                <a:solidFill>
                  <a:srgbClr val="000000"/>
                </a:solidFill>
                <a:latin typeface="Segoe UI Light"/>
                <a:cs typeface="Segoe UI Light"/>
              </a:rPr>
              <a:t>​</a:t>
            </a:r>
            <a:endParaRPr lang="en-US">
              <a:latin typeface="Segoe UI Light"/>
              <a:cs typeface="Segoe UI Light"/>
            </a:endParaRPr>
          </a:p>
          <a:p>
            <a:pPr marL="0" lvl="1">
              <a:lnSpc>
                <a:spcPts val="1046"/>
              </a:lnSpc>
            </a:pPr>
            <a:r>
              <a:rPr lang="en-US" sz="1100">
                <a:solidFill>
                  <a:srgbClr val="444444"/>
                </a:solidFill>
                <a:latin typeface="Segoe UI Light"/>
                <a:cs typeface="Segoe UI Light"/>
              </a:rPr>
              <a:t>Power Design Guidelines</a:t>
            </a:r>
            <a:endParaRPr lang="en-US">
              <a:solidFill>
                <a:srgbClr val="000000"/>
              </a:solidFill>
              <a:latin typeface="Segoe UI Light"/>
              <a:cs typeface="Segoe UI Light"/>
            </a:endParaRPr>
          </a:p>
          <a:p>
            <a:pPr marL="0" lvl="1">
              <a:lnSpc>
                <a:spcPts val="1046"/>
              </a:lnSpc>
            </a:pPr>
            <a:r>
              <a:rPr lang="en-US" sz="1100">
                <a:solidFill>
                  <a:srgbClr val="444444"/>
                </a:solidFill>
                <a:latin typeface="Segoe UI Light"/>
                <a:cs typeface="Segoe UI Light"/>
              </a:rPr>
              <a:t>Auxiliary P.S ​</a:t>
            </a:r>
            <a:r>
              <a:rPr lang="en-US" sz="1100">
                <a:latin typeface="Segoe UI Light"/>
                <a:cs typeface="Segoe UI Light"/>
              </a:rPr>
              <a:t>​</a:t>
            </a:r>
            <a:endParaRPr lang="en-US">
              <a:latin typeface="Segoe UI Light"/>
              <a:cs typeface="Segoe UI Light"/>
            </a:endParaRPr>
          </a:p>
          <a:p>
            <a:pPr marL="0" lvl="1">
              <a:lnSpc>
                <a:spcPts val="1046"/>
              </a:lnSpc>
            </a:pPr>
            <a:r>
              <a:rPr lang="en-US" sz="1100">
                <a:solidFill>
                  <a:srgbClr val="444444"/>
                </a:solidFill>
                <a:latin typeface="Segoe UI Light"/>
                <a:cs typeface="Segoe UI Light"/>
              </a:rPr>
              <a:t>Analog Design ​</a:t>
            </a:r>
            <a:r>
              <a:rPr lang="en-US" sz="1100">
                <a:latin typeface="Segoe UI Light"/>
                <a:cs typeface="Segoe UI Light"/>
              </a:rPr>
              <a:t>​</a:t>
            </a:r>
            <a:endParaRPr lang="en-US" sz="1100">
              <a:latin typeface="Segoe UI Light"/>
              <a:ea typeface="Calibri"/>
              <a:cs typeface="Segoe UI Light"/>
            </a:endParaRPr>
          </a:p>
          <a:p>
            <a:pPr marL="0" lvl="1">
              <a:lnSpc>
                <a:spcPts val="1046"/>
              </a:lnSpc>
            </a:pPr>
            <a:r>
              <a:rPr lang="en-US" sz="1100">
                <a:solidFill>
                  <a:srgbClr val="444444"/>
                </a:solidFill>
                <a:latin typeface="Segoe UI Light"/>
                <a:cs typeface="Segoe UI Light"/>
              </a:rPr>
              <a:t>OPT ​</a:t>
            </a:r>
            <a:r>
              <a:rPr lang="en-US" sz="1100">
                <a:latin typeface="Segoe UI Light"/>
                <a:cs typeface="Segoe UI Light"/>
              </a:rPr>
              <a:t>​</a:t>
            </a:r>
            <a:endParaRPr lang="en-US" sz="1100">
              <a:latin typeface="Segoe UI Light"/>
              <a:ea typeface="Calibri"/>
              <a:cs typeface="Segoe UI Light"/>
            </a:endParaRPr>
          </a:p>
          <a:p>
            <a:pPr marL="0" lvl="1">
              <a:lnSpc>
                <a:spcPts val="1046"/>
              </a:lnSpc>
            </a:pPr>
            <a:r>
              <a:rPr lang="en-US" sz="1100">
                <a:solidFill>
                  <a:srgbClr val="444444"/>
                </a:solidFill>
                <a:latin typeface="Segoe UI Light"/>
                <a:cs typeface="Segoe UI Light"/>
              </a:rPr>
              <a:t>PCB Design for Testing and FA ​</a:t>
            </a:r>
            <a:r>
              <a:rPr lang="en-US" sz="1100">
                <a:latin typeface="Segoe UI Light"/>
                <a:cs typeface="Segoe UI Light"/>
              </a:rPr>
              <a:t>​</a:t>
            </a:r>
            <a:endParaRPr lang="en-US" sz="1100">
              <a:latin typeface="Segoe UI Light"/>
              <a:ea typeface="Calibri"/>
              <a:cs typeface="Segoe UI Light"/>
            </a:endParaRPr>
          </a:p>
          <a:p>
            <a:pPr marL="0" lvl="1">
              <a:lnSpc>
                <a:spcPts val="1046"/>
              </a:lnSpc>
            </a:pPr>
            <a:r>
              <a:rPr lang="en-US" sz="1100">
                <a:solidFill>
                  <a:srgbClr val="444444"/>
                </a:solidFill>
                <a:latin typeface="Segoe UI Light"/>
                <a:cs typeface="Segoe UI Light"/>
              </a:rPr>
              <a:t>ATE ​</a:t>
            </a:r>
            <a:r>
              <a:rPr lang="en-US" sz="1100">
                <a:latin typeface="Segoe UI Light"/>
                <a:cs typeface="Segoe UI Light"/>
              </a:rPr>
              <a:t>​</a:t>
            </a:r>
            <a:endParaRPr lang="en-US" sz="1100">
              <a:latin typeface="Segoe UI Light"/>
              <a:ea typeface="Calibri"/>
              <a:cs typeface="Segoe UI Light"/>
            </a:endParaRPr>
          </a:p>
          <a:p>
            <a:pPr marL="0" lvl="1">
              <a:lnSpc>
                <a:spcPts val="1046"/>
              </a:lnSpc>
            </a:pPr>
            <a:r>
              <a:rPr lang="en-US" sz="1100">
                <a:solidFill>
                  <a:srgbClr val="444444"/>
                </a:solidFill>
                <a:latin typeface="Segoe UI Light"/>
                <a:cs typeface="Segoe UI Light"/>
              </a:rPr>
              <a:t>Editing tools &amp; AI</a:t>
            </a:r>
            <a:endParaRPr lang="en-US" sz="1100">
              <a:solidFill>
                <a:srgbClr val="444444"/>
              </a:solidFill>
              <a:latin typeface="Segoe UI Light"/>
              <a:ea typeface="Calibri"/>
              <a:cs typeface="Segoe UI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FBC63F-CBED-E893-65C9-082E28379997}"/>
              </a:ext>
            </a:extLst>
          </p:cNvPr>
          <p:cNvSpPr txBox="1"/>
          <p:nvPr/>
        </p:nvSpPr>
        <p:spPr>
          <a:xfrm>
            <a:off x="10719103" y="5088768"/>
            <a:ext cx="2743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u="sng">
                <a:solidFill>
                  <a:srgbClr val="0432FF"/>
                </a:solidFill>
                <a:latin typeface="Segoe UI Semibold"/>
                <a:hlinkClick r:id="rId2"/>
              </a:rPr>
              <a:t>Schedule.docx</a:t>
            </a:r>
            <a:endParaRPr lang="en-US" sz="1200">
              <a:hlinkClick r:id="rId2"/>
            </a:endParaRPr>
          </a:p>
        </p:txBody>
      </p:sp>
      <p:sp>
        <p:nvSpPr>
          <p:cNvPr id="5" name="Rectangle: Rounded Corners 550">
            <a:extLst>
              <a:ext uri="{FF2B5EF4-FFF2-40B4-BE49-F238E27FC236}">
                <a16:creationId xmlns:a16="http://schemas.microsoft.com/office/drawing/2014/main" id="{7185DD07-A6C7-2105-81A4-6CBC61AC6A72}"/>
              </a:ext>
            </a:extLst>
          </p:cNvPr>
          <p:cNvSpPr/>
          <p:nvPr/>
        </p:nvSpPr>
        <p:spPr>
          <a:xfrm>
            <a:off x="3596562" y="2697222"/>
            <a:ext cx="8223064" cy="88191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lvl="1">
              <a:lnSpc>
                <a:spcPts val="1350"/>
              </a:lnSpc>
            </a:pPr>
            <a:r>
              <a:rPr lang="en-US" sz="1100">
                <a:solidFill>
                  <a:srgbClr val="000000"/>
                </a:solidFill>
                <a:latin typeface="Segoe UI Light"/>
                <a:cs typeface="Arial"/>
              </a:rPr>
              <a:t>Introduction to PCB Layout Design</a:t>
            </a:r>
            <a:endParaRPr lang="en-US"/>
          </a:p>
          <a:p>
            <a:pPr marL="0" lvl="1">
              <a:lnSpc>
                <a:spcPts val="1350"/>
              </a:lnSpc>
            </a:pPr>
            <a:r>
              <a:rPr lang="en-US" sz="1100">
                <a:solidFill>
                  <a:srgbClr val="000000"/>
                </a:solidFill>
                <a:latin typeface="Segoe UI Light"/>
                <a:cs typeface="Arial"/>
              </a:rPr>
              <a:t>SE Layout Guidelines</a:t>
            </a: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712ABDD9-26B2-F275-86BA-140D854E9430}"/>
              </a:ext>
            </a:extLst>
          </p:cNvPr>
          <p:cNvSpPr/>
          <p:nvPr/>
        </p:nvSpPr>
        <p:spPr>
          <a:xfrm rot="5400000">
            <a:off x="2119502" y="5086013"/>
            <a:ext cx="1537963" cy="1454202"/>
          </a:xfrm>
          <a:prstGeom prst="chevron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: Rounded Corners 559">
            <a:extLst>
              <a:ext uri="{FF2B5EF4-FFF2-40B4-BE49-F238E27FC236}">
                <a16:creationId xmlns:a16="http://schemas.microsoft.com/office/drawing/2014/main" id="{F35E378E-607D-E3DC-A424-B404BEB2D598}"/>
              </a:ext>
            </a:extLst>
          </p:cNvPr>
          <p:cNvSpPr/>
          <p:nvPr/>
        </p:nvSpPr>
        <p:spPr>
          <a:xfrm>
            <a:off x="3622165" y="5041467"/>
            <a:ext cx="8204920" cy="780621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lvl="1">
              <a:lnSpc>
                <a:spcPts val="1350"/>
              </a:lnSpc>
            </a:pPr>
            <a:r>
              <a:rPr lang="en-US" sz="1100">
                <a:solidFill>
                  <a:srgbClr val="444444"/>
                </a:solidFill>
                <a:latin typeface="Calibri"/>
                <a:ea typeface="Calibri"/>
                <a:cs typeface="Arial"/>
              </a:rPr>
              <a:t>Interactive Workshop, from schema to layout – End of Course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2CA779-CB1E-806C-4B94-003E908DE457}"/>
              </a:ext>
            </a:extLst>
          </p:cNvPr>
          <p:cNvSpPr txBox="1"/>
          <p:nvPr/>
        </p:nvSpPr>
        <p:spPr>
          <a:xfrm>
            <a:off x="2214541" y="5846499"/>
            <a:ext cx="1344541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>
                <a:latin typeface="Segoe UI"/>
                <a:ea typeface="+mn-lt"/>
                <a:cs typeface="Segoe UI"/>
              </a:rPr>
              <a:t>Summary</a:t>
            </a:r>
            <a:endParaRPr lang="en-US"/>
          </a:p>
          <a:p>
            <a:pPr algn="ctr"/>
            <a:endParaRPr lang="en-US" sz="1600" b="1">
              <a:solidFill>
                <a:schemeClr val="bg1"/>
              </a:solidFill>
              <a:latin typeface="Segoe UI"/>
              <a:ea typeface="Calibri"/>
              <a:cs typeface="Segoe UI"/>
            </a:endParaRPr>
          </a:p>
          <a:p>
            <a:pPr algn="ctr"/>
            <a:endParaRPr lang="en-US" sz="160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710562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F8E86-FAF4-A85F-BDF4-DB6C93568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157B2-C440-EC08-3CC3-94FDD73EC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8</a:t>
            </a:fld>
            <a:endParaRPr lang="en-IL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1CD14EB1-ADCB-7FFF-E432-85CDD7A2BA9A}"/>
              </a:ext>
            </a:extLst>
          </p:cNvPr>
          <p:cNvSpPr txBox="1">
            <a:spLocks/>
          </p:cNvSpPr>
          <p:nvPr/>
        </p:nvSpPr>
        <p:spPr>
          <a:xfrm>
            <a:off x="496945" y="1352306"/>
            <a:ext cx="11432955" cy="4680000"/>
          </a:xfrm>
          <a:prstGeom prst="rect">
            <a:avLst/>
          </a:prstGeom>
        </p:spPr>
        <p:txBody>
          <a:bodyPr vert="horz" lIns="9000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cs typeface="Segoe UI Light"/>
              </a:rPr>
              <a:t>Introduction to Layout Course   | Moshe Raviv | 0.5 Hour | </a:t>
            </a:r>
            <a:r>
              <a:rPr lang="en-US" b="1">
                <a:solidFill>
                  <a:schemeClr val="bg1">
                    <a:lumMod val="76000"/>
                  </a:schemeClr>
                </a:solidFill>
                <a:cs typeface="Segoe UI Light"/>
              </a:rPr>
              <a:t>PPT in writing</a:t>
            </a:r>
          </a:p>
          <a:p>
            <a:r>
              <a:rPr lang="en-US" b="1">
                <a:cs typeface="Segoe UI Light"/>
              </a:rPr>
              <a:t>Course Overview </a:t>
            </a:r>
          </a:p>
          <a:p>
            <a:pPr lvl="1"/>
            <a:r>
              <a:rPr lang="en-US">
                <a:cs typeface="Segoe UI Light"/>
              </a:rPr>
              <a:t>Motivation </a:t>
            </a:r>
          </a:p>
          <a:p>
            <a:pPr lvl="1"/>
            <a:r>
              <a:rPr lang="en-US">
                <a:cs typeface="Segoe UI Light"/>
              </a:rPr>
              <a:t>Course Objectives</a:t>
            </a:r>
          </a:p>
          <a:p>
            <a:pPr lvl="1"/>
            <a:r>
              <a:rPr lang="en-US">
                <a:cs typeface="Segoe UI Light"/>
              </a:rPr>
              <a:t>Schedule </a:t>
            </a:r>
          </a:p>
          <a:p>
            <a:pPr lvl="1"/>
            <a:r>
              <a:rPr lang="en-US">
                <a:cs typeface="Segoe UI Light"/>
              </a:rPr>
              <a:t>Expectations </a:t>
            </a:r>
          </a:p>
          <a:p>
            <a:pPr lvl="1"/>
            <a:r>
              <a:rPr lang="en-US">
                <a:cs typeface="Segoe UI Light"/>
              </a:rPr>
              <a:t>Course Requirements </a:t>
            </a:r>
          </a:p>
          <a:p>
            <a:pPr marL="457200" lvl="1" indent="0">
              <a:buNone/>
            </a:pPr>
            <a:endParaRPr lang="en-US"/>
          </a:p>
          <a:p>
            <a:pPr marL="0" indent="0">
              <a:buFontTx/>
              <a:buNone/>
            </a:pPr>
            <a:endParaRPr lang="en-US">
              <a:solidFill>
                <a:srgbClr val="00082E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00082E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cs typeface="Segoe UI Light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174D33F-7270-BF2E-8B44-984F41A1AD6C}"/>
              </a:ext>
            </a:extLst>
          </p:cNvPr>
          <p:cNvSpPr txBox="1">
            <a:spLocks/>
          </p:cNvSpPr>
          <p:nvPr/>
        </p:nvSpPr>
        <p:spPr>
          <a:xfrm>
            <a:off x="578752" y="537255"/>
            <a:ext cx="11160000" cy="731520"/>
          </a:xfrm>
          <a:prstGeom prst="rect">
            <a:avLst/>
          </a:prstGeom>
        </p:spPr>
        <p:txBody>
          <a:bodyPr vert="horz" lIns="9000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2"/>
                </a:solidFill>
                <a:latin typeface="+mj-lt"/>
                <a:ea typeface="+mj-ea"/>
                <a:cs typeface="Segoe UI Semibold" panose="020B0502040204020203" pitchFamily="34" charset="0"/>
              </a:defRPr>
            </a:lvl1pPr>
          </a:lstStyle>
          <a:p>
            <a:r>
              <a:rPr lang="en-US">
                <a:cs typeface="Segoe UI Semibold"/>
              </a:rPr>
              <a:t>Syllabus Review (#1) 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509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83E1B-FF54-573C-F155-D67775BC4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94182-C0F1-4D5C-A8ED-D18D4863C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Segoe UI Semibold"/>
              </a:rPr>
              <a:t>Syllabus Review (#2)  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116F5-F316-FEAA-DF11-B0501BEA9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9</a:t>
            </a:fld>
            <a:endParaRPr lang="en-IL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2DA38A99-A774-AD80-2450-EC06AE8A43AE}"/>
              </a:ext>
            </a:extLst>
          </p:cNvPr>
          <p:cNvSpPr txBox="1">
            <a:spLocks/>
          </p:cNvSpPr>
          <p:nvPr/>
        </p:nvSpPr>
        <p:spPr>
          <a:xfrm>
            <a:off x="496945" y="1352306"/>
            <a:ext cx="11432955" cy="4680000"/>
          </a:xfrm>
          <a:prstGeom prst="rect">
            <a:avLst/>
          </a:prstGeom>
        </p:spPr>
        <p:txBody>
          <a:bodyPr vert="horz" lIns="9000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cs typeface="Segoe UI Light"/>
              </a:rPr>
              <a:t>HW Development Process  | Uri </a:t>
            </a:r>
            <a:r>
              <a:rPr lang="en-US" b="1" err="1">
                <a:cs typeface="Segoe UI Light"/>
              </a:rPr>
              <a:t>Itzack</a:t>
            </a:r>
            <a:r>
              <a:rPr lang="en-US" b="1">
                <a:cs typeface="Segoe UI Light"/>
              </a:rPr>
              <a:t> | 1.5 Hour | </a:t>
            </a:r>
            <a:r>
              <a:rPr lang="en-US" b="1">
                <a:solidFill>
                  <a:schemeClr val="bg1">
                    <a:lumMod val="76000"/>
                  </a:schemeClr>
                </a:solidFill>
                <a:cs typeface="Segoe UI Light"/>
              </a:rPr>
              <a:t>PPT in writing</a:t>
            </a:r>
            <a:endParaRPr lang="en-US" b="1">
              <a:solidFill>
                <a:schemeClr val="bg1">
                  <a:lumMod val="76000"/>
                </a:schemeClr>
              </a:solidFill>
            </a:endParaRPr>
          </a:p>
          <a:p>
            <a:pPr marL="0" indent="0">
              <a:buNone/>
            </a:pPr>
            <a:endParaRPr lang="en-US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00082E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ea typeface="+mn-lt"/>
            </a:endParaRPr>
          </a:p>
        </p:txBody>
      </p:sp>
      <p:pic>
        <p:nvPicPr>
          <p:cNvPr id="3" name="Picture 2" descr="A diagram of a design&#10;&#10;AI-generated content may be incorrect.">
            <a:extLst>
              <a:ext uri="{FF2B5EF4-FFF2-40B4-BE49-F238E27FC236}">
                <a16:creationId xmlns:a16="http://schemas.microsoft.com/office/drawing/2014/main" id="{2D75AF53-A9B9-B649-CAC7-8991E4BFB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7128" y="1839336"/>
            <a:ext cx="5559047" cy="3321667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CCD4F2F-9CF1-2226-0C96-EE9B402DD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829" y="1835332"/>
            <a:ext cx="5598537" cy="4702746"/>
          </a:xfrm>
        </p:spPr>
        <p:txBody>
          <a:bodyPr vert="horz" lIns="90000" tIns="45720" rIns="91440" bIns="45720" rtlCol="0" anchor="t">
            <a:noAutofit/>
          </a:bodyPr>
          <a:lstStyle/>
          <a:p>
            <a:pPr>
              <a:buFont typeface="Arial,Sans-Serif"/>
            </a:pPr>
            <a:r>
              <a:rPr lang="en-US" sz="1800" b="1">
                <a:ea typeface="+mn-lt"/>
                <a:cs typeface="+mn-lt"/>
              </a:rPr>
              <a:t>HW Development:</a:t>
            </a:r>
            <a:r>
              <a:rPr lang="en-US" sz="1800">
                <a:ea typeface="+mn-lt"/>
                <a:cs typeface="+mn-lt"/>
              </a:rPr>
              <a:t> Presents the overall HW development process flow, including main milestones as PRD, Kick-off, SRR. PDR, Layout, Release and their sub-tasks.  </a:t>
            </a:r>
          </a:p>
          <a:p>
            <a:pPr>
              <a:buFont typeface="Arial,Sans-Serif"/>
            </a:pPr>
            <a:endParaRPr lang="en-US" sz="1800">
              <a:ea typeface="+mn-lt"/>
              <a:cs typeface="+mn-lt"/>
            </a:endParaRPr>
          </a:p>
          <a:p>
            <a:pPr>
              <a:buFont typeface="Arial,Sans-Serif"/>
            </a:pPr>
            <a:r>
              <a:rPr lang="en-US" sz="1800">
                <a:ea typeface="+mn-lt"/>
                <a:cs typeface="+mn-lt"/>
              </a:rPr>
              <a:t>(!) Flow needs to be approved before starting of the course – will be reviewed separately. </a:t>
            </a: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00580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1C176-B354-5F00-782E-F923A5B47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AD322-401D-88AD-E7A9-E63E64C41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82E"/>
                </a:solidFill>
                <a:cs typeface="Segoe UI Semibold"/>
              </a:rPr>
              <a:t>Syllabus Review (#3)  </a:t>
            </a:r>
            <a:endParaRPr lang="en-US">
              <a:solidFill>
                <a:srgbClr val="000000"/>
              </a:solidFill>
              <a:cs typeface="Segoe UI Semibold"/>
            </a:endParaRPr>
          </a:p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2B324-4088-6A72-68BB-F59C0612F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10</a:t>
            </a:fld>
            <a:endParaRPr lang="en-IL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C21FC9A2-8E70-F342-3DAF-EE796D8D4A25}"/>
              </a:ext>
            </a:extLst>
          </p:cNvPr>
          <p:cNvSpPr txBox="1">
            <a:spLocks/>
          </p:cNvSpPr>
          <p:nvPr/>
        </p:nvSpPr>
        <p:spPr>
          <a:xfrm>
            <a:off x="605902" y="1091956"/>
            <a:ext cx="11432955" cy="4680000"/>
          </a:xfrm>
          <a:prstGeom prst="rect">
            <a:avLst/>
          </a:prstGeom>
        </p:spPr>
        <p:txBody>
          <a:bodyPr vert="horz" lIns="9000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cs typeface="Segoe UI Light"/>
              </a:rPr>
              <a:t>Introduction to Layout Process | </a:t>
            </a:r>
            <a:r>
              <a:rPr lang="en-US" b="1">
                <a:ea typeface="+mn-lt"/>
                <a:cs typeface="+mn-lt"/>
              </a:rPr>
              <a:t>Moshe Raviv</a:t>
            </a:r>
            <a:r>
              <a:rPr lang="en-US" b="1">
                <a:cs typeface="Segoe UI Light"/>
              </a:rPr>
              <a:t> | 1 Hour | </a:t>
            </a:r>
            <a:r>
              <a:rPr lang="en-US" b="1">
                <a:solidFill>
                  <a:schemeClr val="tx1">
                    <a:lumMod val="49000"/>
                    <a:lumOff val="51000"/>
                  </a:schemeClr>
                </a:solidFill>
                <a:cs typeface="Segoe UI Light"/>
              </a:rPr>
              <a:t>PPT in writing</a:t>
            </a:r>
            <a:endParaRPr lang="en-US">
              <a:solidFill>
                <a:schemeClr val="tx1">
                  <a:lumMod val="49000"/>
                  <a:lumOff val="51000"/>
                </a:schemeClr>
              </a:solidFill>
            </a:endParaRPr>
          </a:p>
          <a:p>
            <a:r>
              <a:rPr lang="en-US">
                <a:cs typeface="Segoe UI Light"/>
              </a:rPr>
              <a:t>Motivation </a:t>
            </a:r>
          </a:p>
          <a:p>
            <a:r>
              <a:rPr lang="en-US">
                <a:cs typeface="Segoe UI Light"/>
              </a:rPr>
              <a:t>Process Overview:</a:t>
            </a:r>
          </a:p>
          <a:p>
            <a:pPr lvl="1"/>
            <a:r>
              <a:rPr lang="en-US">
                <a:cs typeface="Segoe UI Light"/>
              </a:rPr>
              <a:t>Design</a:t>
            </a:r>
          </a:p>
          <a:p>
            <a:pPr lvl="1"/>
            <a:r>
              <a:rPr lang="en-US">
                <a:cs typeface="Segoe UI Light"/>
              </a:rPr>
              <a:t>Schematic/PCB creation </a:t>
            </a:r>
          </a:p>
          <a:p>
            <a:pPr lvl="1"/>
            <a:r>
              <a:rPr lang="en-US">
                <a:cs typeface="Segoe UI Light"/>
              </a:rPr>
              <a:t>Placement </a:t>
            </a:r>
          </a:p>
          <a:p>
            <a:pPr lvl="1"/>
            <a:r>
              <a:rPr lang="en-US">
                <a:cs typeface="Segoe UI Light"/>
              </a:rPr>
              <a:t>Routing</a:t>
            </a:r>
          </a:p>
          <a:p>
            <a:pPr lvl="1"/>
            <a:r>
              <a:rPr lang="en-US">
                <a:cs typeface="Segoe UI Light"/>
              </a:rPr>
              <a:t>Final approvals</a:t>
            </a:r>
          </a:p>
          <a:p>
            <a:r>
              <a:rPr lang="en-US">
                <a:cs typeface="Segoe UI Light"/>
              </a:rPr>
              <a:t>Dep. and Engineers Responsibilities </a:t>
            </a:r>
          </a:p>
          <a:p>
            <a:r>
              <a:rPr lang="en-US">
                <a:cs typeface="Segoe UI Light"/>
              </a:rPr>
              <a:t>Documentation</a:t>
            </a:r>
          </a:p>
          <a:p>
            <a:pPr lvl="1"/>
            <a:endParaRPr lang="en-US"/>
          </a:p>
          <a:p>
            <a:endParaRPr lang="en-US"/>
          </a:p>
          <a:p>
            <a:pPr>
              <a:buFontTx/>
              <a:buChar char="•"/>
            </a:pPr>
            <a:endParaRPr lang="en-US">
              <a:solidFill>
                <a:srgbClr val="00082E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00082E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00082E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cs typeface="Segoe UI Ligh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3C7D6E5-9A2D-71D0-E4C6-C2C2E2AE3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4590" y="1494258"/>
            <a:ext cx="4114584" cy="4683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6670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D09EB-FBD8-C71B-6747-0B2D98758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5B267-8AF6-DB2C-CFEF-B263A287B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82E"/>
                </a:solidFill>
                <a:cs typeface="Segoe UI Semibold"/>
              </a:rPr>
              <a:t>Syllabus Review (#4a</a:t>
            </a:r>
            <a:r>
              <a:rPr lang="en-US">
                <a:solidFill>
                  <a:schemeClr val="tx1"/>
                </a:solidFill>
                <a:cs typeface="Segoe UI Semibold"/>
              </a:rPr>
              <a:t>)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797AA-8FCA-9C88-17F6-C7E6D3850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11</a:t>
            </a:fld>
            <a:endParaRPr lang="en-IL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4C265A02-B67D-0031-A7A8-56B2908973BB}"/>
              </a:ext>
            </a:extLst>
          </p:cNvPr>
          <p:cNvSpPr txBox="1">
            <a:spLocks/>
          </p:cNvSpPr>
          <p:nvPr/>
        </p:nvSpPr>
        <p:spPr>
          <a:xfrm>
            <a:off x="496945" y="1352306"/>
            <a:ext cx="11179055" cy="4680000"/>
          </a:xfrm>
          <a:prstGeom prst="rect">
            <a:avLst/>
          </a:prstGeom>
        </p:spPr>
        <p:txBody>
          <a:bodyPr vert="horz" lIns="9000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cs typeface="Segoe UI Light"/>
              </a:rPr>
              <a:t>PCB Schematic Design | </a:t>
            </a:r>
            <a:r>
              <a:rPr lang="en-US" b="1">
                <a:ea typeface="+mn-lt"/>
                <a:cs typeface="+mn-lt"/>
              </a:rPr>
              <a:t>Ron Baruch</a:t>
            </a:r>
            <a:r>
              <a:rPr lang="en-US" b="1">
                <a:cs typeface="Segoe UI Light"/>
              </a:rPr>
              <a:t> | 8 Hours | </a:t>
            </a:r>
            <a:r>
              <a:rPr lang="en-US" b="1">
                <a:cs typeface="Segoe UI Light"/>
                <a:hlinkClick r:id="rId3"/>
              </a:rPr>
              <a:t>PPT</a:t>
            </a:r>
            <a:endParaRPr lang="en-US" b="1"/>
          </a:p>
          <a:p>
            <a:pPr>
              <a:buFont typeface="Arial,Sans-Serif"/>
            </a:pPr>
            <a:r>
              <a:rPr lang="en-US" sz="1800" b="1">
                <a:ea typeface="+mn-lt"/>
                <a:cs typeface="+mn-lt"/>
              </a:rPr>
              <a:t>Component Selection &amp; Requirements</a:t>
            </a:r>
            <a:r>
              <a:rPr lang="en-US" sz="1800">
                <a:ea typeface="+mn-lt"/>
                <a:cs typeface="+mn-lt"/>
              </a:rPr>
              <a:t>: </a:t>
            </a:r>
          </a:p>
          <a:p>
            <a:pPr lvl="1">
              <a:buFont typeface="Arial,Sans-Serif"/>
            </a:pPr>
            <a:r>
              <a:rPr lang="en-US" sz="1800">
                <a:ea typeface="+mn-lt"/>
                <a:cs typeface="+mn-lt"/>
              </a:rPr>
              <a:t>Components selection based on ratings, packages, pulse rating</a:t>
            </a:r>
            <a:endParaRPr lang="en-US" sz="1800">
              <a:ea typeface="+mn-lt"/>
            </a:endParaRPr>
          </a:p>
          <a:p>
            <a:pPr lvl="1">
              <a:buFont typeface="Arial,Sans-Serif"/>
            </a:pPr>
            <a:r>
              <a:rPr lang="en-US" sz="1800">
                <a:ea typeface="+mn-lt"/>
                <a:cs typeface="+mn-lt"/>
              </a:rPr>
              <a:t>Q&amp;R, CTO guidelines, disqualified vendors, second sourcing, and production needs. </a:t>
            </a:r>
            <a:endParaRPr lang="en-US">
              <a:ea typeface="+mn-lt"/>
            </a:endParaRPr>
          </a:p>
          <a:p>
            <a:pPr lvl="1">
              <a:buFont typeface="Arial,Sans-Serif"/>
              <a:buBlip>
                <a:blip r:embed="rId2"/>
              </a:buBlip>
            </a:pPr>
            <a:r>
              <a:rPr lang="en-US" sz="1800">
                <a:ea typeface="+mn-lt"/>
                <a:cs typeface="+mn-lt"/>
              </a:rPr>
              <a:t>Special components selection criteria: critical parts like MLCCs, connectors, and thermal-sensitive components.</a:t>
            </a:r>
            <a:endParaRPr lang="en-US">
              <a:ea typeface="+mn-lt"/>
              <a:cs typeface="+mn-lt"/>
            </a:endParaRPr>
          </a:p>
          <a:p>
            <a:pPr>
              <a:buFont typeface="Arial,Sans-Serif"/>
            </a:pPr>
            <a:r>
              <a:rPr lang="en-US" sz="1800" b="1">
                <a:ea typeface="+mn-lt"/>
                <a:cs typeface="+mn-lt"/>
              </a:rPr>
              <a:t>OrCAD Tools &amp; Workflow from A to Z: </a:t>
            </a:r>
          </a:p>
          <a:p>
            <a:pPr lvl="1">
              <a:buFont typeface="Arial,Sans-Serif"/>
              <a:buChar char="•"/>
            </a:pPr>
            <a:r>
              <a:rPr lang="en-US" sz="1800">
                <a:ea typeface="+mn-lt"/>
                <a:cs typeface="+mn-lt"/>
              </a:rPr>
              <a:t>Installation guidelines, licensing (CIS, viewer), troubleshooting</a:t>
            </a:r>
            <a:endParaRPr lang="en-US" sz="1800">
              <a:ea typeface="+mn-lt"/>
            </a:endParaRPr>
          </a:p>
          <a:p>
            <a:pPr lvl="1">
              <a:buFont typeface="Arial,Sans-Serif"/>
              <a:buChar char="•"/>
            </a:pPr>
            <a:r>
              <a:rPr lang="en-US" sz="1800">
                <a:ea typeface="+mn-lt"/>
                <a:cs typeface="+mn-lt"/>
              </a:rPr>
              <a:t>Project setup, symbol creation</a:t>
            </a:r>
            <a:endParaRPr lang="en-US" sz="1800">
              <a:ea typeface="+mn-lt"/>
            </a:endParaRPr>
          </a:p>
          <a:p>
            <a:pPr lvl="1">
              <a:buFont typeface="Arial,Sans-Serif"/>
              <a:buChar char="•"/>
            </a:pPr>
            <a:r>
              <a:rPr lang="en-US" sz="1800">
                <a:ea typeface="+mn-lt"/>
                <a:cs typeface="+mn-lt"/>
              </a:rPr>
              <a:t>DSN management, version control </a:t>
            </a:r>
            <a:endParaRPr lang="en-US" sz="1800">
              <a:ea typeface="+mn-lt"/>
            </a:endParaRPr>
          </a:p>
          <a:p>
            <a:pPr lvl="1">
              <a:buFont typeface="Arial,Sans-Serif"/>
              <a:buChar char="•"/>
            </a:pPr>
            <a:r>
              <a:rPr lang="en-US" sz="1800">
                <a:ea typeface="+mn-lt"/>
                <a:cs typeface="+mn-lt"/>
              </a:rPr>
              <a:t>Advanced features like </a:t>
            </a:r>
            <a:r>
              <a:rPr lang="en-US" sz="1800" err="1">
                <a:ea typeface="+mn-lt"/>
                <a:cs typeface="+mn-lt"/>
              </a:rPr>
              <a:t>OrcadX</a:t>
            </a:r>
            <a:r>
              <a:rPr lang="en-US" sz="1800">
                <a:ea typeface="+mn-lt"/>
                <a:cs typeface="+mn-lt"/>
              </a:rPr>
              <a:t> updates, PDF export  </a:t>
            </a:r>
            <a:endParaRPr lang="en-US" sz="1800">
              <a:ea typeface="+mn-lt"/>
            </a:endParaRPr>
          </a:p>
          <a:p>
            <a:pPr lvl="1">
              <a:buFont typeface="Arial,Sans-Serif"/>
              <a:buChar char="•"/>
            </a:pPr>
            <a:r>
              <a:rPr lang="en-US" sz="1800">
                <a:ea typeface="+mn-lt"/>
                <a:cs typeface="+mn-lt"/>
              </a:rPr>
              <a:t>Layout entry guidelines</a:t>
            </a:r>
            <a:endParaRPr lang="en-US" sz="1800"/>
          </a:p>
          <a:p>
            <a:pPr>
              <a:buFont typeface="Arial,Sans-Serif"/>
            </a:pPr>
            <a:endParaRPr lang="en-US" sz="1800" b="1">
              <a:ea typeface="+mn-lt"/>
              <a:cs typeface="+mn-lt"/>
            </a:endParaRPr>
          </a:p>
          <a:p>
            <a:pPr>
              <a:buFont typeface="Arial,Sans-Serif"/>
            </a:pPr>
            <a:endParaRPr lang="en-US" sz="1800" b="1">
              <a:ea typeface="+mn-lt"/>
              <a:cs typeface="+mn-lt"/>
            </a:endParaRPr>
          </a:p>
          <a:p>
            <a:pPr>
              <a:buFont typeface="Arial,Sans-Serif"/>
            </a:pPr>
            <a:endParaRPr lang="en-US" sz="1800" b="1">
              <a:ea typeface="+mn-lt"/>
              <a:cs typeface="+mn-lt"/>
            </a:endParaRPr>
          </a:p>
          <a:p>
            <a:pPr>
              <a:buFont typeface="Arial,Sans-Serif"/>
            </a:pPr>
            <a:endParaRPr lang="en-US" sz="1800" b="1">
              <a:ea typeface="+mn-lt"/>
              <a:cs typeface="+mn-lt"/>
            </a:endParaRPr>
          </a:p>
          <a:p>
            <a:pPr>
              <a:buFont typeface="Arial,Sans-Serif"/>
            </a:pPr>
            <a:endParaRPr lang="en-US" sz="1800" b="1">
              <a:ea typeface="+mn-lt"/>
              <a:cs typeface="+mn-lt"/>
            </a:endParaRPr>
          </a:p>
          <a:p>
            <a:pPr>
              <a:buFont typeface="Arial,Sans-Serif"/>
            </a:pPr>
            <a:endParaRPr lang="en-US" sz="1800" b="1">
              <a:ea typeface="+mn-lt"/>
              <a:cs typeface="+mn-lt"/>
            </a:endParaRPr>
          </a:p>
          <a:p>
            <a:pPr>
              <a:buFont typeface="Arial,Sans-Serif"/>
            </a:pPr>
            <a:endParaRPr lang="en-US"/>
          </a:p>
          <a:p>
            <a:pPr marL="0" indent="0">
              <a:buFontTx/>
              <a:buNone/>
            </a:pPr>
            <a:endParaRPr lang="en-US">
              <a:solidFill>
                <a:srgbClr val="00082E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358597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FCEFA-2B31-D12C-C4CA-2AFE9011F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727D1-F6CA-924A-1FDF-B59A529AC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82E"/>
                </a:solidFill>
                <a:cs typeface="Segoe UI Semibold"/>
              </a:rPr>
              <a:t>Syllabus Review (#4b</a:t>
            </a:r>
            <a:r>
              <a:rPr lang="en-US">
                <a:solidFill>
                  <a:schemeClr val="tx1"/>
                </a:solidFill>
                <a:cs typeface="Segoe UI Semibold"/>
              </a:rPr>
              <a:t>)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0729D-1E01-CCB6-BAF8-FFE82F116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12</a:t>
            </a:fld>
            <a:endParaRPr lang="en-IL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EEF4C541-DD31-4F69-3AAB-352BB8559F78}"/>
              </a:ext>
            </a:extLst>
          </p:cNvPr>
          <p:cNvSpPr txBox="1">
            <a:spLocks/>
          </p:cNvSpPr>
          <p:nvPr/>
        </p:nvSpPr>
        <p:spPr>
          <a:xfrm>
            <a:off x="496945" y="1352306"/>
            <a:ext cx="11179055" cy="4680000"/>
          </a:xfrm>
          <a:prstGeom prst="rect">
            <a:avLst/>
          </a:prstGeom>
        </p:spPr>
        <p:txBody>
          <a:bodyPr vert="horz" lIns="9000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,Sans-Serif"/>
              <a:buChar char="•"/>
            </a:pPr>
            <a:r>
              <a:rPr lang="en-US" sz="1800" b="1">
                <a:ea typeface="+mn-lt"/>
                <a:cs typeface="+mn-lt"/>
              </a:rPr>
              <a:t>Design &amp; Compliance Essentials</a:t>
            </a:r>
            <a:r>
              <a:rPr lang="en-US" sz="1800">
                <a:ea typeface="+mn-lt"/>
                <a:cs typeface="+mn-lt"/>
              </a:rPr>
              <a:t>: </a:t>
            </a:r>
            <a:endParaRPr lang="en-US" sz="1800">
              <a:solidFill>
                <a:srgbClr val="000000"/>
              </a:solidFill>
              <a:ea typeface="+mn-lt"/>
              <a:cs typeface="+mn-lt"/>
            </a:endParaRPr>
          </a:p>
          <a:p>
            <a:pPr lvl="1">
              <a:buFont typeface="Arial"/>
            </a:pPr>
            <a:r>
              <a:rPr lang="en-US" sz="1800">
                <a:ea typeface="+mn-lt"/>
                <a:cs typeface="+mn-lt"/>
              </a:rPr>
              <a:t>Creepage/clearance (UL/IEC), Netspace types</a:t>
            </a:r>
            <a:endParaRPr lang="en-US" sz="1800">
              <a:solidFill>
                <a:srgbClr val="00082E"/>
              </a:solidFill>
              <a:ea typeface="+mn-lt"/>
              <a:cs typeface="+mn-lt"/>
            </a:endParaRPr>
          </a:p>
          <a:p>
            <a:pPr lvl="1">
              <a:buFont typeface="Arial"/>
            </a:pPr>
            <a:r>
              <a:rPr lang="en-US" sz="1800">
                <a:ea typeface="+mn-lt"/>
                <a:cs typeface="+mn-lt"/>
              </a:rPr>
              <a:t>ATPs, TPs, ICT definitions, Vertical Testing</a:t>
            </a:r>
            <a:endParaRPr lang="en-US" sz="1800">
              <a:solidFill>
                <a:srgbClr val="00082E"/>
              </a:solidFill>
              <a:ea typeface="+mn-lt"/>
              <a:cs typeface="+mn-lt"/>
            </a:endParaRPr>
          </a:p>
          <a:p>
            <a:pPr lvl="1">
              <a:buFont typeface="Arial"/>
            </a:pPr>
            <a:r>
              <a:rPr lang="en-US" sz="1800">
                <a:ea typeface="+mn-lt"/>
                <a:cs typeface="+mn-lt"/>
              </a:rPr>
              <a:t>Net classifications (e.g., noisy, differential)</a:t>
            </a:r>
            <a:endParaRPr lang="en-US" sz="1800">
              <a:solidFill>
                <a:srgbClr val="000000"/>
              </a:solidFill>
              <a:ea typeface="+mn-lt"/>
              <a:cs typeface="+mn-lt"/>
            </a:endParaRPr>
          </a:p>
          <a:p>
            <a:pPr lvl="1">
              <a:buFont typeface="Arial"/>
            </a:pPr>
            <a:r>
              <a:rPr lang="en-US" sz="1800">
                <a:ea typeface="+mn-lt"/>
                <a:cs typeface="+mn-lt"/>
              </a:rPr>
              <a:t>Design rules for high-volume manufacturing (DFM/V)</a:t>
            </a:r>
            <a:endParaRPr lang="en-US" sz="1800">
              <a:solidFill>
                <a:srgbClr val="000000"/>
              </a:solidFill>
              <a:ea typeface="+mn-lt"/>
              <a:cs typeface="+mn-lt"/>
            </a:endParaRPr>
          </a:p>
          <a:p>
            <a:pPr marL="457200" lvl="1" indent="0">
              <a:buNone/>
            </a:pPr>
            <a:endParaRPr lang="en-US" sz="1800">
              <a:ea typeface="+mn-lt"/>
              <a:cs typeface="+mn-lt"/>
            </a:endParaRPr>
          </a:p>
          <a:p>
            <a:pPr>
              <a:buFont typeface="Arial,Sans-Serif"/>
            </a:pPr>
            <a:r>
              <a:rPr lang="en-US" sz="1800" b="1">
                <a:ea typeface="+mn-lt"/>
                <a:cs typeface="+mn-lt"/>
              </a:rPr>
              <a:t>Pre and Post layout Process Overview: </a:t>
            </a:r>
          </a:p>
          <a:p>
            <a:pPr lvl="1">
              <a:buFont typeface="Arial,Sans-Serif"/>
            </a:pPr>
            <a:r>
              <a:rPr lang="en-US" sz="1800" err="1">
                <a:ea typeface="+mn-lt"/>
                <a:cs typeface="+mn-lt"/>
              </a:rPr>
              <a:t>Wirelist</a:t>
            </a:r>
            <a:r>
              <a:rPr lang="en-US" sz="1800">
                <a:ea typeface="+mn-lt"/>
                <a:cs typeface="+mn-lt"/>
              </a:rPr>
              <a:t>, Updating Cache, Board constraints (dimensions, holes, keep-outs)</a:t>
            </a:r>
            <a:endParaRPr lang="en-US">
              <a:ea typeface="+mn-lt"/>
            </a:endParaRPr>
          </a:p>
          <a:p>
            <a:pPr lvl="1">
              <a:buFont typeface="Arial"/>
            </a:pPr>
            <a:r>
              <a:rPr lang="en-US" sz="1800">
                <a:ea typeface="+mn-lt"/>
                <a:cs typeface="+mn-lt"/>
              </a:rPr>
              <a:t>Collaboration with mechanical/HW engineers for Board constraints (dimensions, holes, keep-outs)</a:t>
            </a:r>
            <a:endParaRPr lang="en-US" sz="1800">
              <a:solidFill>
                <a:srgbClr val="000000"/>
              </a:solidFill>
              <a:ea typeface="+mn-lt"/>
              <a:cs typeface="+mn-lt"/>
            </a:endParaRPr>
          </a:p>
          <a:p>
            <a:pPr lvl="1">
              <a:buFont typeface="Arial,Sans-Serif"/>
            </a:pPr>
            <a:r>
              <a:rPr lang="en-US" sz="1800">
                <a:ea typeface="+mn-lt"/>
                <a:cs typeface="+mn-lt"/>
              </a:rPr>
              <a:t>Approval Process flow, Production files, ECOs for D and AP level</a:t>
            </a:r>
            <a:endParaRPr lang="en-US" sz="1800">
              <a:ea typeface="+mn-lt"/>
            </a:endParaRPr>
          </a:p>
          <a:p>
            <a:pPr marL="457200" lvl="1" indent="0">
              <a:buNone/>
            </a:pPr>
            <a:endParaRPr lang="en-US"/>
          </a:p>
          <a:p>
            <a:pPr marL="0" indent="0">
              <a:buFontTx/>
              <a:buNone/>
            </a:pPr>
            <a:endParaRPr lang="en-US">
              <a:solidFill>
                <a:srgbClr val="00082E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3175992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A0839-FB3C-E3F6-ED43-3F1D4FCCF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4B6BF-035D-F277-FEC8-C64B7A968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82E"/>
                </a:solidFill>
                <a:cs typeface="Segoe UI Semibold"/>
              </a:rPr>
              <a:t>Syllabus Review (#5</a:t>
            </a:r>
            <a:r>
              <a:rPr lang="en-US">
                <a:solidFill>
                  <a:schemeClr val="tx1"/>
                </a:solidFill>
                <a:cs typeface="Segoe UI Semibold"/>
              </a:rPr>
              <a:t>)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95E3E0-4A4A-0CD5-1C09-10A05542F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13</a:t>
            </a:fld>
            <a:endParaRPr lang="en-IL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5F7FCEB4-A167-FDCE-08C0-DBB97114B93C}"/>
              </a:ext>
            </a:extLst>
          </p:cNvPr>
          <p:cNvSpPr txBox="1">
            <a:spLocks/>
          </p:cNvSpPr>
          <p:nvPr/>
        </p:nvSpPr>
        <p:spPr>
          <a:xfrm>
            <a:off x="496945" y="1352306"/>
            <a:ext cx="11432955" cy="4680000"/>
          </a:xfrm>
          <a:prstGeom prst="rect">
            <a:avLst/>
          </a:prstGeom>
        </p:spPr>
        <p:txBody>
          <a:bodyPr vert="horz" lIns="9000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cs typeface="Segoe UI Light"/>
              </a:rPr>
              <a:t>Intro to PCB Layout Design | Lior Maor &amp; Amir Grossberg | 3 Hours | </a:t>
            </a:r>
            <a:r>
              <a:rPr lang="en-US" b="1">
                <a:cs typeface="Segoe UI Light"/>
                <a:hlinkClick r:id="rId3"/>
              </a:rPr>
              <a:t>PPT</a:t>
            </a:r>
            <a:endParaRPr lang="en-US" b="1"/>
          </a:p>
          <a:p>
            <a:pPr>
              <a:buFont typeface="Arial,Sans-Serif"/>
            </a:pPr>
            <a:r>
              <a:rPr lang="en-US" sz="1800" b="1">
                <a:ea typeface="+mn-lt"/>
                <a:cs typeface="+mn-lt"/>
              </a:rPr>
              <a:t>PCB Design Foundations</a:t>
            </a:r>
            <a:r>
              <a:rPr lang="en-US" sz="1800">
                <a:ea typeface="+mn-lt"/>
                <a:cs typeface="+mn-lt"/>
              </a:rPr>
              <a:t>: </a:t>
            </a:r>
            <a:endParaRPr lang="en-US">
              <a:ea typeface="+mn-lt"/>
            </a:endParaRPr>
          </a:p>
          <a:p>
            <a:pPr lvl="1"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PCB layout preview </a:t>
            </a:r>
          </a:p>
          <a:p>
            <a:pPr lvl="1"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PCB types, layer functions, component placement, and via types</a:t>
            </a:r>
          </a:p>
          <a:p>
            <a:pPr>
              <a:buFont typeface="Arial"/>
              <a:buChar char="•"/>
            </a:pPr>
            <a:r>
              <a:rPr lang="en-US" sz="1800" b="1">
                <a:ea typeface="+mn-lt"/>
              </a:rPr>
              <a:t>Design Process &amp; Requirements</a:t>
            </a:r>
            <a:r>
              <a:rPr lang="en-US" sz="1800">
                <a:ea typeface="+mn-lt"/>
              </a:rPr>
              <a:t>: </a:t>
            </a:r>
            <a:endParaRPr lang="en-US" sz="1800">
              <a:solidFill>
                <a:srgbClr val="000000"/>
              </a:solidFill>
              <a:ea typeface="+mn-lt"/>
            </a:endParaRPr>
          </a:p>
          <a:p>
            <a:pPr lvl="1">
              <a:buFont typeface="Arial,Sans-Serif"/>
              <a:buChar char="•"/>
            </a:pPr>
            <a:r>
              <a:rPr lang="en-US" sz="1800">
                <a:ea typeface="+mn-lt"/>
              </a:rPr>
              <a:t>Pre-requirements overview</a:t>
            </a:r>
            <a:endParaRPr lang="en-US" sz="1800">
              <a:solidFill>
                <a:srgbClr val="000000"/>
              </a:solidFill>
              <a:ea typeface="+mn-lt"/>
            </a:endParaRPr>
          </a:p>
          <a:p>
            <a:pPr lvl="1">
              <a:buFont typeface="Arial,Sans-Serif"/>
              <a:buChar char="•"/>
            </a:pPr>
            <a:r>
              <a:rPr lang="en-US" sz="1800">
                <a:ea typeface="+mn-lt"/>
                <a:cs typeface="Segoe UI Light"/>
              </a:rPr>
              <a:t>Schematic design </a:t>
            </a:r>
            <a:endParaRPr lang="en-US" sz="1800">
              <a:solidFill>
                <a:srgbClr val="000000"/>
              </a:solidFill>
              <a:ea typeface="+mn-lt"/>
              <a:cs typeface="Segoe UI Light"/>
            </a:endParaRPr>
          </a:p>
          <a:p>
            <a:pPr lvl="1">
              <a:buFont typeface="Arial,Sans-Serif"/>
              <a:buChar char="•"/>
            </a:pPr>
            <a:r>
              <a:rPr lang="en-US" sz="1800">
                <a:ea typeface="+mn-lt"/>
                <a:cs typeface="Segoe UI Light"/>
              </a:rPr>
              <a:t>Layout workflow</a:t>
            </a:r>
            <a:endParaRPr lang="en-US" sz="1800">
              <a:solidFill>
                <a:srgbClr val="000000"/>
              </a:solidFill>
              <a:ea typeface="+mn-lt"/>
              <a:cs typeface="Segoe UI Light"/>
            </a:endParaRPr>
          </a:p>
          <a:p>
            <a:pPr lvl="1">
              <a:buFont typeface="Arial,Sans-Serif"/>
              <a:buChar char="•"/>
            </a:pPr>
            <a:r>
              <a:rPr lang="en-US" sz="1800">
                <a:ea typeface="+mn-lt"/>
                <a:cs typeface="Segoe UI Light"/>
              </a:rPr>
              <a:t>Design Rule Checking (DRC), and Design for Manufacturing (DFM)</a:t>
            </a:r>
            <a:endParaRPr lang="en-US" sz="1800">
              <a:solidFill>
                <a:srgbClr val="000000"/>
              </a:solidFill>
              <a:ea typeface="+mn-lt"/>
              <a:cs typeface="Segoe UI Light"/>
            </a:endParaRPr>
          </a:p>
          <a:p>
            <a:pPr>
              <a:buFont typeface="Arial,Sans-Serif"/>
              <a:buChar char="•"/>
            </a:pPr>
            <a:r>
              <a:rPr lang="en-US" sz="1800" b="1">
                <a:ea typeface="+mn-lt"/>
                <a:cs typeface="Segoe UI Light"/>
              </a:rPr>
              <a:t>Performance &amp; Reliability Considerations</a:t>
            </a:r>
            <a:r>
              <a:rPr lang="en-US" sz="1800">
                <a:ea typeface="+mn-lt"/>
                <a:cs typeface="Segoe UI Light"/>
              </a:rPr>
              <a:t>: </a:t>
            </a:r>
            <a:endParaRPr lang="en-US" sz="1800">
              <a:solidFill>
                <a:srgbClr val="000000"/>
              </a:solidFill>
              <a:ea typeface="+mn-lt"/>
              <a:cs typeface="Segoe UI Light"/>
            </a:endParaRPr>
          </a:p>
          <a:p>
            <a:pPr lvl="1">
              <a:buFont typeface="Arial,Sans-Serif"/>
              <a:buChar char="•"/>
            </a:pPr>
            <a:r>
              <a:rPr lang="en-US" sz="1800">
                <a:ea typeface="+mn-lt"/>
              </a:rPr>
              <a:t>Signal integrity, EMC, impedance matching, crosstalk, thermal management, and use of thermal vias and heat sinks</a:t>
            </a:r>
            <a:endParaRPr lang="en-US"/>
          </a:p>
          <a:p>
            <a:pPr lvl="1">
              <a:buFont typeface="Arial"/>
              <a:buChar char="•"/>
            </a:pPr>
            <a:endParaRPr lang="en-US" sz="1800">
              <a:ea typeface="+mn-lt"/>
            </a:endParaRPr>
          </a:p>
          <a:p>
            <a:pPr lvl="1">
              <a:buFont typeface="Arial"/>
              <a:buChar char="•"/>
            </a:pPr>
            <a:endParaRPr lang="en-US" sz="1800">
              <a:ea typeface="+mn-lt"/>
            </a:endParaRPr>
          </a:p>
          <a:p>
            <a:pPr>
              <a:buFont typeface="Arial,Sans-Serif"/>
              <a:buChar char="•"/>
            </a:pPr>
            <a:endParaRPr lang="en-US" sz="1800"/>
          </a:p>
          <a:p>
            <a:pPr>
              <a:buFont typeface="Arial,Sans-Serif"/>
              <a:buChar char="•"/>
            </a:pPr>
            <a:endParaRPr lang="en-US" sz="1800">
              <a:solidFill>
                <a:srgbClr val="00082E"/>
              </a:solidFill>
            </a:endParaRPr>
          </a:p>
          <a:p>
            <a:pPr marL="0" indent="0">
              <a:buNone/>
            </a:pPr>
            <a:endParaRPr lang="en-US" sz="1800">
              <a:solidFill>
                <a:srgbClr val="00082E"/>
              </a:solidFill>
            </a:endParaRPr>
          </a:p>
          <a:p>
            <a:pPr marL="0" indent="0">
              <a:buNone/>
            </a:pPr>
            <a:endParaRPr lang="en-US" sz="1800" b="1">
              <a:solidFill>
                <a:srgbClr val="00082E"/>
              </a:solidFill>
            </a:endParaRPr>
          </a:p>
          <a:p>
            <a:pPr>
              <a:buFont typeface="Arial,Sans-Serif"/>
              <a:buChar char="•"/>
            </a:pPr>
            <a:endParaRPr lang="en-US">
              <a:solidFill>
                <a:srgbClr val="00082E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00082E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6364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7FDCD-D594-AF5D-1201-81F612F93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DFE8F-454D-9FDB-C638-D256D801F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82E"/>
                </a:solidFill>
                <a:cs typeface="Segoe UI Semibold"/>
              </a:rPr>
              <a:t>Syllabus Review (#6</a:t>
            </a:r>
            <a:r>
              <a:rPr lang="en-US">
                <a:solidFill>
                  <a:schemeClr val="tx1"/>
                </a:solidFill>
                <a:cs typeface="Segoe UI Semibold"/>
              </a:rPr>
              <a:t>)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E6D93-56D1-0000-9395-EB1BAA5F8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14</a:t>
            </a:fld>
            <a:endParaRPr lang="en-IL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11625128-B001-109E-808A-142D9DEB789C}"/>
              </a:ext>
            </a:extLst>
          </p:cNvPr>
          <p:cNvSpPr txBox="1">
            <a:spLocks/>
          </p:cNvSpPr>
          <p:nvPr/>
        </p:nvSpPr>
        <p:spPr>
          <a:xfrm>
            <a:off x="496945" y="1352306"/>
            <a:ext cx="11432955" cy="4680000"/>
          </a:xfrm>
          <a:prstGeom prst="rect">
            <a:avLst/>
          </a:prstGeom>
        </p:spPr>
        <p:txBody>
          <a:bodyPr vert="horz" lIns="9000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cs typeface="Segoe UI Light"/>
              </a:rPr>
              <a:t>PCB Layout Design | Moris Ruso | 3 Hours | </a:t>
            </a:r>
            <a:r>
              <a:rPr lang="en-US" b="1">
                <a:cs typeface="Segoe UI Light"/>
                <a:hlinkClick r:id="rId3"/>
              </a:rPr>
              <a:t>PPT</a:t>
            </a:r>
            <a:endParaRPr lang="en-US" b="1"/>
          </a:p>
          <a:p>
            <a:pPr>
              <a:buFont typeface="Arial,Sans-Serif"/>
            </a:pPr>
            <a:endParaRPr lang="en-US" sz="1800">
              <a:ea typeface="+mn-lt"/>
              <a:cs typeface="+mn-lt"/>
            </a:endParaRPr>
          </a:p>
          <a:p>
            <a:pPr>
              <a:buFont typeface="Arial,Sans-Serif"/>
            </a:pPr>
            <a:r>
              <a:rPr lang="en-US" sz="1800" b="1">
                <a:ea typeface="+mn-lt"/>
                <a:cs typeface="+mn-lt"/>
              </a:rPr>
              <a:t>SolarEdge-Specific Guidelines</a:t>
            </a:r>
            <a:r>
              <a:rPr lang="en-US" sz="1800">
                <a:ea typeface="+mn-lt"/>
                <a:cs typeface="+mn-lt"/>
              </a:rPr>
              <a:t>: </a:t>
            </a:r>
            <a:endParaRPr lang="en-US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Concludes with SE layout guidelines tailored to internal standards and best practices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 sz="1800" b="1"/>
          </a:p>
          <a:p>
            <a:pPr>
              <a:buFont typeface="Arial,Sans-Serif"/>
              <a:buChar char="•"/>
            </a:pPr>
            <a:endParaRPr lang="en-US">
              <a:solidFill>
                <a:srgbClr val="00082E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00082E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36485954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4B204-C0B2-79EC-54D7-5188C011D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E4879-9002-3730-D094-34B22E361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82E"/>
                </a:solidFill>
                <a:cs typeface="Segoe UI Semibold"/>
              </a:rPr>
              <a:t>Syllabus Review (#7)  </a:t>
            </a:r>
            <a:endParaRPr lang="en-US">
              <a:solidFill>
                <a:schemeClr val="tx1"/>
              </a:solidFill>
              <a:cs typeface="Segoe UI Semibold"/>
            </a:endParaRPr>
          </a:p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41B0B8-72B2-FC69-0003-C3D4F87D0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15</a:t>
            </a:fld>
            <a:endParaRPr lang="en-IL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91ABA58C-15B8-0191-A3DD-A9AA0B35B957}"/>
              </a:ext>
            </a:extLst>
          </p:cNvPr>
          <p:cNvSpPr txBox="1">
            <a:spLocks/>
          </p:cNvSpPr>
          <p:nvPr/>
        </p:nvSpPr>
        <p:spPr>
          <a:xfrm>
            <a:off x="496945" y="1352306"/>
            <a:ext cx="11432955" cy="4680000"/>
          </a:xfrm>
          <a:prstGeom prst="rect">
            <a:avLst/>
          </a:prstGeom>
        </p:spPr>
        <p:txBody>
          <a:bodyPr vert="horz" lIns="9000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cs typeface="Segoe UI Light"/>
              </a:rPr>
              <a:t>PCB Layout Design | Moris Ruso | 1.5 Hour | </a:t>
            </a:r>
            <a:r>
              <a:rPr lang="en-US" b="1">
                <a:cs typeface="Segoe UI Light"/>
                <a:hlinkClick r:id="rId3"/>
              </a:rPr>
              <a:t>PPT</a:t>
            </a:r>
            <a:endParaRPr lang="en-US" b="1"/>
          </a:p>
          <a:p>
            <a:pPr>
              <a:buNone/>
            </a:pPr>
            <a:r>
              <a:rPr lang="en-US" sz="1400" b="1">
                <a:solidFill>
                  <a:srgbClr val="00082E"/>
                </a:solidFill>
                <a:ea typeface="+mn-lt"/>
                <a:cs typeface="+mn-lt"/>
              </a:rPr>
              <a:t>Focused audience: Intended for layout group + specialists only</a:t>
            </a:r>
            <a:endParaRPr lang="en-US" sz="140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None/>
            </a:pPr>
            <a:endParaRPr lang="en-US" sz="1400" b="1">
              <a:solidFill>
                <a:srgbClr val="00082E"/>
              </a:solidFill>
              <a:ea typeface="+mn-lt"/>
              <a:cs typeface="+mn-lt"/>
            </a:endParaRPr>
          </a:p>
          <a:p>
            <a:pPr>
              <a:buFont typeface="Arial,Sans-Serif"/>
            </a:pPr>
            <a:r>
              <a:rPr lang="en-US" sz="1800" b="1">
                <a:solidFill>
                  <a:srgbClr val="00082E"/>
                </a:solidFill>
                <a:ea typeface="+mn-lt"/>
                <a:cs typeface="+mn-lt"/>
              </a:rPr>
              <a:t>Orcad SPB22.1 Overview:</a:t>
            </a:r>
            <a:endParaRPr lang="en-US" sz="1800">
              <a:solidFill>
                <a:srgbClr val="000000"/>
              </a:solidFill>
              <a:ea typeface="+mn-lt"/>
              <a:cs typeface="+mn-lt"/>
            </a:endParaRPr>
          </a:p>
          <a:p>
            <a:pPr lvl="1">
              <a:buFont typeface="Arial"/>
            </a:pP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Quick intro to the PCB design tool used in the layout examples</a:t>
            </a:r>
            <a:endParaRPr lang="en-US" sz="180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Font typeface="Arial,Sans-Serif"/>
            </a:pPr>
            <a:r>
              <a:rPr lang="en-US" sz="1800" b="1">
                <a:solidFill>
                  <a:srgbClr val="00082E"/>
                </a:solidFill>
                <a:ea typeface="+mn-lt"/>
                <a:cs typeface="+mn-lt"/>
              </a:rPr>
              <a:t>DDR3 Routing in </a:t>
            </a:r>
            <a:r>
              <a:rPr lang="en-US" sz="1800" b="1" err="1">
                <a:solidFill>
                  <a:srgbClr val="00082E"/>
                </a:solidFill>
                <a:ea typeface="+mn-lt"/>
                <a:cs typeface="+mn-lt"/>
              </a:rPr>
              <a:t>PortiaX</a:t>
            </a:r>
            <a:r>
              <a:rPr lang="en-US" sz="1800" b="1">
                <a:solidFill>
                  <a:srgbClr val="00082E"/>
                </a:solidFill>
                <a:ea typeface="+mn-lt"/>
                <a:cs typeface="+mn-lt"/>
              </a:rPr>
              <a:t>:</a:t>
            </a:r>
            <a:endParaRPr lang="en-US" sz="1800">
              <a:solidFill>
                <a:srgbClr val="000000"/>
              </a:solidFill>
              <a:ea typeface="+mn-lt"/>
              <a:cs typeface="+mn-lt"/>
            </a:endParaRPr>
          </a:p>
          <a:p>
            <a:pPr lvl="1">
              <a:buFont typeface="Arial,Sans-Serif"/>
            </a:pP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Key routing practices for DDR3 using ISSI DRAM in the </a:t>
            </a:r>
            <a:r>
              <a:rPr lang="en-US" sz="1800" err="1">
                <a:solidFill>
                  <a:srgbClr val="00082E"/>
                </a:solidFill>
                <a:ea typeface="+mn-lt"/>
                <a:cs typeface="+mn-lt"/>
              </a:rPr>
              <a:t>PortiaX</a:t>
            </a: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 board</a:t>
            </a:r>
            <a:endParaRPr lang="en-US"/>
          </a:p>
          <a:p>
            <a:pPr>
              <a:buFont typeface="Arial,Sans-Serif"/>
            </a:pPr>
            <a:r>
              <a:rPr lang="en-US" sz="1800" b="1">
                <a:solidFill>
                  <a:srgbClr val="00082E"/>
                </a:solidFill>
                <a:ea typeface="+mn-lt"/>
                <a:cs typeface="+mn-lt"/>
              </a:rPr>
              <a:t>Interface Layouts: Ethernet, eMMC, USB:</a:t>
            </a:r>
            <a:endParaRPr lang="en-US" b="1">
              <a:solidFill>
                <a:srgbClr val="00082E"/>
              </a:solidFill>
              <a:ea typeface="+mn-lt"/>
            </a:endParaRPr>
          </a:p>
          <a:p>
            <a:pPr lvl="1">
              <a:buFont typeface="Arial"/>
              <a:buChar char="•"/>
            </a:pP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Practical routing tips for Ethernet (TI DP83822), eMMC (S40FC002), and USB</a:t>
            </a:r>
            <a:endParaRPr lang="en-US"/>
          </a:p>
          <a:p>
            <a:pPr>
              <a:buFont typeface="Arial,Sans-Serif"/>
            </a:pPr>
            <a:r>
              <a:rPr lang="en-US" sz="1800" b="1">
                <a:solidFill>
                  <a:srgbClr val="00082E"/>
                </a:solidFill>
                <a:ea typeface="+mn-lt"/>
                <a:cs typeface="+mn-lt"/>
              </a:rPr>
              <a:t>Special Case: CR2032 Battery Holder:</a:t>
            </a:r>
            <a:endParaRPr lang="en-US" b="1">
              <a:solidFill>
                <a:srgbClr val="00082E"/>
              </a:solidFill>
              <a:ea typeface="+mn-lt"/>
            </a:endParaRPr>
          </a:p>
          <a:p>
            <a:pPr lvl="1">
              <a:buFont typeface="Arial"/>
              <a:buChar char="•"/>
            </a:pP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Handling undefined constraints and invisible layout rules in </a:t>
            </a:r>
            <a:r>
              <a:rPr lang="en-US" sz="1800" err="1">
                <a:solidFill>
                  <a:srgbClr val="00082E"/>
                </a:solidFill>
                <a:ea typeface="+mn-lt"/>
                <a:cs typeface="+mn-lt"/>
              </a:rPr>
              <a:t>PortiaX</a:t>
            </a: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/Linux</a:t>
            </a:r>
            <a:br>
              <a:rPr lang="en-US">
                <a:ea typeface="+mn-lt"/>
                <a:cs typeface="+mn-lt"/>
              </a:rPr>
            </a:br>
            <a:endParaRPr lang="en-US" sz="1800">
              <a:solidFill>
                <a:srgbClr val="00082E"/>
              </a:solidFill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endParaRPr lang="en-US" sz="1800"/>
          </a:p>
          <a:p>
            <a:pPr marL="0" indent="0">
              <a:buFontTx/>
              <a:buNone/>
            </a:pPr>
            <a:endParaRPr lang="en-US" sz="1800">
              <a:ea typeface="+mn-lt"/>
            </a:endParaRPr>
          </a:p>
          <a:p>
            <a:pPr>
              <a:buFont typeface="Arial,Sans-Serif"/>
              <a:buChar char="•"/>
            </a:pPr>
            <a:endParaRPr lang="en-US" sz="1800"/>
          </a:p>
          <a:p>
            <a:pPr marL="0" indent="0">
              <a:buNone/>
            </a:pPr>
            <a:endParaRPr lang="en-US" sz="1800" b="1">
              <a:solidFill>
                <a:srgbClr val="00082E"/>
              </a:solidFill>
            </a:endParaRPr>
          </a:p>
          <a:p>
            <a:pPr>
              <a:buFont typeface="Arial,Sans-Serif"/>
              <a:buChar char="•"/>
            </a:pPr>
            <a:endParaRPr lang="en-US">
              <a:solidFill>
                <a:srgbClr val="00082E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00082E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6801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A4D4A-3FAA-B60E-F0D7-B6D7BFBDA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3B340-6D88-69BE-E761-1B85071AE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Segoe UI Semibold"/>
              </a:rPr>
              <a:t>Syllabus Review (#8)  </a:t>
            </a:r>
            <a:endParaRPr lang="en-US">
              <a:solidFill>
                <a:srgbClr val="000000"/>
              </a:solidFill>
              <a:cs typeface="Segoe UI Semibold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33EC6C-A7E3-364F-801F-385DA9F2D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16</a:t>
            </a:fld>
            <a:endParaRPr lang="en-IL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37B0B417-825A-A71B-F6CC-7B39EFBB4A99}"/>
              </a:ext>
            </a:extLst>
          </p:cNvPr>
          <p:cNvSpPr txBox="1">
            <a:spLocks/>
          </p:cNvSpPr>
          <p:nvPr/>
        </p:nvSpPr>
        <p:spPr>
          <a:xfrm>
            <a:off x="496945" y="1352306"/>
            <a:ext cx="11432955" cy="4680000"/>
          </a:xfrm>
          <a:prstGeom prst="rect">
            <a:avLst/>
          </a:prstGeom>
        </p:spPr>
        <p:txBody>
          <a:bodyPr vert="horz" lIns="9000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PCB from Design to Applying</a:t>
            </a:r>
            <a:r>
              <a:rPr lang="en-US" b="1" dirty="0">
                <a:cs typeface="Segoe UI Light"/>
              </a:rPr>
              <a:t> | </a:t>
            </a:r>
            <a:r>
              <a:rPr lang="en-US" b="1" dirty="0">
                <a:ea typeface="+mn-lt"/>
                <a:cs typeface="+mn-lt"/>
              </a:rPr>
              <a:t>Naif </a:t>
            </a:r>
            <a:r>
              <a:rPr lang="en-US" b="1" dirty="0" err="1">
                <a:ea typeface="+mn-lt"/>
                <a:cs typeface="+mn-lt"/>
              </a:rPr>
              <a:t>Asakle</a:t>
            </a:r>
            <a:r>
              <a:rPr lang="en-US" b="1" dirty="0">
                <a:cs typeface="Segoe UI Light"/>
              </a:rPr>
              <a:t> | 3 Hours | </a:t>
            </a:r>
            <a:r>
              <a:rPr lang="en-US" b="1" dirty="0">
                <a:cs typeface="Segoe UI Light"/>
                <a:hlinkClick r:id="rId3"/>
              </a:rPr>
              <a:t>PPT#1</a:t>
            </a:r>
            <a:r>
              <a:rPr lang="en-US" b="1" dirty="0">
                <a:cs typeface="Segoe UI Light"/>
              </a:rPr>
              <a:t>, </a:t>
            </a:r>
            <a:r>
              <a:rPr lang="en-US" b="1" dirty="0">
                <a:cs typeface="Segoe UI Light"/>
                <a:hlinkClick r:id="rId4"/>
              </a:rPr>
              <a:t>PPT#2</a:t>
            </a:r>
            <a:endParaRPr lang="en-US" b="1" dirty="0"/>
          </a:p>
          <a:p>
            <a:pPr>
              <a:buFont typeface="Arial,Sans-Serif"/>
            </a:pPr>
            <a:r>
              <a:rPr lang="en-US" sz="1800" b="1" dirty="0">
                <a:ea typeface="+mn-lt"/>
                <a:cs typeface="+mn-lt"/>
              </a:rPr>
              <a:t>PCB Fundamentals &amp; Technologies</a:t>
            </a:r>
            <a:r>
              <a:rPr lang="en-US" sz="1800" dirty="0">
                <a:ea typeface="+mn-lt"/>
                <a:cs typeface="+mn-lt"/>
              </a:rPr>
              <a:t>: </a:t>
            </a:r>
            <a:endParaRPr lang="en-US" sz="1800" dirty="0">
              <a:ea typeface="+mn-lt"/>
            </a:endParaRPr>
          </a:p>
          <a:p>
            <a:pPr lvl="1"/>
            <a:r>
              <a:rPr lang="en-US" sz="1800" dirty="0">
                <a:ea typeface="+mn-lt"/>
                <a:cs typeface="+mn-lt"/>
              </a:rPr>
              <a:t>PCB manufacturing, technologies and Material Overview </a:t>
            </a:r>
          </a:p>
          <a:p>
            <a:pPr lvl="1">
              <a:buFont typeface="Arial,Sans-Serif"/>
            </a:pPr>
            <a:r>
              <a:rPr lang="en-US" sz="1800" dirty="0">
                <a:ea typeface="+mn-lt"/>
                <a:cs typeface="+mn-lt"/>
              </a:rPr>
              <a:t> Schematic design, layout, and thermal management strategies</a:t>
            </a:r>
            <a:endParaRPr lang="en-US" sz="1800" dirty="0"/>
          </a:p>
          <a:p>
            <a:pPr>
              <a:buFont typeface="Arial,Sans-Serif"/>
            </a:pPr>
            <a:r>
              <a:rPr lang="en-US" sz="1800" b="1" dirty="0">
                <a:ea typeface="+mn-lt"/>
                <a:cs typeface="+mn-lt"/>
              </a:rPr>
              <a:t>Design Guidelines &amp; Best Practices</a:t>
            </a:r>
            <a:r>
              <a:rPr lang="en-US" sz="1800" dirty="0">
                <a:ea typeface="+mn-lt"/>
                <a:cs typeface="+mn-lt"/>
              </a:rPr>
              <a:t>: </a:t>
            </a:r>
            <a:endParaRPr lang="en-US" dirty="0">
              <a:ea typeface="+mn-lt"/>
            </a:endParaRPr>
          </a:p>
          <a:p>
            <a:pPr lvl="1">
              <a:buFont typeface="Arial,Sans-Serif"/>
            </a:pPr>
            <a:r>
              <a:rPr lang="en-US" sz="1800" dirty="0">
                <a:ea typeface="+mn-lt"/>
                <a:cs typeface="+mn-lt"/>
              </a:rPr>
              <a:t>Layout rules for high-speed design considerations, controlled impedance</a:t>
            </a:r>
            <a:endParaRPr lang="en-US" dirty="0">
              <a:ea typeface="+mn-lt"/>
            </a:endParaRPr>
          </a:p>
          <a:p>
            <a:pPr lvl="1">
              <a:buFont typeface="Arial,Sans-Serif"/>
            </a:pPr>
            <a:r>
              <a:rPr lang="en-US" sz="1800" dirty="0">
                <a:ea typeface="+mn-lt"/>
                <a:cs typeface="+mn-lt"/>
              </a:rPr>
              <a:t>Comprehensive design checklists to ensure performance and reliability</a:t>
            </a:r>
            <a:endParaRPr lang="en-US" dirty="0"/>
          </a:p>
          <a:p>
            <a:pPr>
              <a:buFont typeface="Arial,Sans-Serif"/>
            </a:pPr>
            <a:r>
              <a:rPr lang="en-US" sz="1800" b="1" dirty="0">
                <a:ea typeface="+mn-lt"/>
                <a:cs typeface="+mn-lt"/>
              </a:rPr>
              <a:t>SolarEdge-Specific Design Needs</a:t>
            </a:r>
            <a:r>
              <a:rPr lang="en-US" sz="1800" dirty="0">
                <a:ea typeface="+mn-lt"/>
                <a:cs typeface="+mn-lt"/>
              </a:rPr>
              <a:t>: </a:t>
            </a:r>
            <a:endParaRPr lang="en-US" dirty="0">
              <a:ea typeface="+mn-lt"/>
            </a:endParaRPr>
          </a:p>
          <a:p>
            <a:pPr lvl="1">
              <a:buFont typeface="Arial,Sans-Serif"/>
            </a:pPr>
            <a:r>
              <a:rPr lang="en-US" sz="1800" dirty="0" err="1">
                <a:ea typeface="+mn-lt"/>
                <a:cs typeface="+mn-lt"/>
              </a:rPr>
              <a:t>Solaredge</a:t>
            </a:r>
            <a:r>
              <a:rPr lang="en-US" sz="1800" dirty="0">
                <a:ea typeface="+mn-lt"/>
                <a:cs typeface="+mn-lt"/>
              </a:rPr>
              <a:t> Special board design (e.g., Metal Core, IMS, Thermal PCBs)</a:t>
            </a:r>
            <a:endParaRPr lang="en-US" dirty="0">
              <a:ea typeface="+mn-lt"/>
            </a:endParaRPr>
          </a:p>
          <a:p>
            <a:pPr lvl="1">
              <a:buFont typeface="Arial,Sans-Serif"/>
            </a:pPr>
            <a:r>
              <a:rPr lang="en-US" sz="1800" dirty="0">
                <a:ea typeface="+mn-lt"/>
                <a:cs typeface="+mn-lt"/>
              </a:rPr>
              <a:t>Assembly processes</a:t>
            </a:r>
            <a:endParaRPr lang="en-US" sz="1800" dirty="0">
              <a:ea typeface="+mn-lt"/>
            </a:endParaRPr>
          </a:p>
          <a:p>
            <a:pPr lvl="1">
              <a:buFont typeface="Arial,Sans-Serif"/>
            </a:pPr>
            <a:r>
              <a:rPr lang="en-US" sz="1800" dirty="0">
                <a:ea typeface="+mn-lt"/>
                <a:cs typeface="+mn-lt"/>
              </a:rPr>
              <a:t>Key considerations like BOM and Valor script usage</a:t>
            </a:r>
            <a:endParaRPr lang="en-US" dirty="0"/>
          </a:p>
          <a:p>
            <a:pPr>
              <a:buFont typeface="Arial,Sans-Serif"/>
            </a:pPr>
            <a:r>
              <a:rPr lang="en-US" sz="1800" b="1" dirty="0">
                <a:ea typeface="+mn-lt"/>
                <a:cs typeface="+mn-lt"/>
              </a:rPr>
              <a:t>Roles &amp; Processes</a:t>
            </a:r>
            <a:r>
              <a:rPr lang="en-US" sz="1800" dirty="0">
                <a:ea typeface="+mn-lt"/>
                <a:cs typeface="+mn-lt"/>
              </a:rPr>
              <a:t>: </a:t>
            </a:r>
            <a:endParaRPr lang="en-US" dirty="0">
              <a:ea typeface="+mn-lt"/>
            </a:endParaRPr>
          </a:p>
          <a:p>
            <a:pPr lvl="1">
              <a:buFont typeface="Arial,Sans-Serif"/>
            </a:pPr>
            <a:r>
              <a:rPr lang="en-US" sz="1800" dirty="0">
                <a:ea typeface="+mn-lt"/>
                <a:cs typeface="+mn-lt"/>
              </a:rPr>
              <a:t>Outlines the responsibilities in PCB and PCBA design within SolarEdge</a:t>
            </a:r>
            <a:endParaRPr lang="en-US">
              <a:ea typeface="+mn-lt"/>
            </a:endParaRPr>
          </a:p>
          <a:p>
            <a:pPr lvl="1">
              <a:buFont typeface="Arial,Sans-Serif"/>
            </a:pPr>
            <a:r>
              <a:rPr lang="en-US" sz="1800" dirty="0">
                <a:ea typeface="+mn-lt"/>
                <a:cs typeface="+mn-lt"/>
              </a:rPr>
              <a:t>Design rules, approval stages</a:t>
            </a:r>
            <a:endParaRPr lang="en-US">
              <a:ea typeface="+mn-lt"/>
            </a:endParaRPr>
          </a:p>
          <a:p>
            <a:pPr lvl="1">
              <a:buFont typeface="Arial,Sans-Serif"/>
            </a:pPr>
            <a:r>
              <a:rPr lang="en-US" sz="1800" dirty="0">
                <a:ea typeface="+mn-lt"/>
                <a:cs typeface="+mn-lt"/>
              </a:rPr>
              <a:t>integration with manufacturing workflows</a:t>
            </a:r>
            <a:endParaRPr lang="en-US"/>
          </a:p>
          <a:p>
            <a:pPr>
              <a:buFont typeface="Arial,Sans-Serif"/>
            </a:pPr>
            <a:endParaRPr lang="en-US" sz="1800"/>
          </a:p>
          <a:p>
            <a:pPr>
              <a:buFont typeface="Arial,Sans-Serif"/>
            </a:pPr>
            <a:endParaRPr lang="en-US"/>
          </a:p>
          <a:p>
            <a:pPr marL="0" indent="0">
              <a:buFontTx/>
              <a:buNone/>
            </a:pPr>
            <a:endParaRPr lang="en-US">
              <a:solidFill>
                <a:srgbClr val="00082E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974021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32E4D-BEA1-CA39-8499-754D0BD0E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39256-AE5E-9FC1-7C3C-E28C0E63D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Segoe UI Semibold"/>
              </a:rPr>
              <a:t>Syllabus Review (#9)  </a:t>
            </a:r>
            <a:endParaRPr lang="en-US">
              <a:solidFill>
                <a:srgbClr val="000000"/>
              </a:solidFill>
              <a:cs typeface="Segoe UI Semibold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F8E97-23DF-097E-E46E-2F20667D4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17</a:t>
            </a:fld>
            <a:endParaRPr lang="en-IL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9E00914A-C9AA-762E-2CAE-CB62ACF89732}"/>
              </a:ext>
            </a:extLst>
          </p:cNvPr>
          <p:cNvSpPr txBox="1">
            <a:spLocks/>
          </p:cNvSpPr>
          <p:nvPr/>
        </p:nvSpPr>
        <p:spPr>
          <a:xfrm>
            <a:off x="496945" y="1352306"/>
            <a:ext cx="11432955" cy="4680000"/>
          </a:xfrm>
          <a:prstGeom prst="rect">
            <a:avLst/>
          </a:prstGeom>
        </p:spPr>
        <p:txBody>
          <a:bodyPr vert="horz" lIns="9000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HW Specification for Digital High-Speed Design</a:t>
            </a:r>
            <a:r>
              <a:rPr lang="en-US" b="1">
                <a:cs typeface="Segoe UI Light"/>
              </a:rPr>
              <a:t> | </a:t>
            </a:r>
            <a:r>
              <a:rPr lang="en-US" b="1">
                <a:ea typeface="+mn-lt"/>
                <a:cs typeface="+mn-lt"/>
              </a:rPr>
              <a:t>Eytan Dahan</a:t>
            </a:r>
            <a:r>
              <a:rPr lang="en-US" b="1">
                <a:cs typeface="Segoe UI Light"/>
              </a:rPr>
              <a:t> | 1.5 Hours | </a:t>
            </a:r>
            <a:r>
              <a:rPr lang="en-US" b="1">
                <a:cs typeface="Segoe UI Light"/>
                <a:hlinkClick r:id="rId3"/>
              </a:rPr>
              <a:t>PPT</a:t>
            </a:r>
            <a:endParaRPr lang="en-US" b="1">
              <a:hlinkClick r:id="rId3"/>
            </a:endParaRPr>
          </a:p>
          <a:p>
            <a:pPr>
              <a:buFont typeface="Arial,Sans-Serif"/>
            </a:pPr>
            <a:r>
              <a:rPr lang="en-US" sz="1800" b="1">
                <a:ea typeface="+mn-lt"/>
                <a:cs typeface="+mn-lt"/>
              </a:rPr>
              <a:t>Core Concepts &amp; Signal Integrity</a:t>
            </a:r>
            <a:r>
              <a:rPr lang="en-US" sz="1800">
                <a:ea typeface="+mn-lt"/>
                <a:cs typeface="+mn-lt"/>
              </a:rPr>
              <a:t>: </a:t>
            </a:r>
          </a:p>
          <a:p>
            <a:pPr lvl="1"/>
            <a:r>
              <a:rPr lang="en-US" sz="1800">
                <a:ea typeface="+mn-lt"/>
                <a:cs typeface="+mn-lt"/>
              </a:rPr>
              <a:t>Introduces digital high-speed design</a:t>
            </a:r>
            <a:endParaRPr lang="en-US">
              <a:ea typeface="+mn-lt"/>
            </a:endParaRPr>
          </a:p>
          <a:p>
            <a:pPr lvl="1"/>
            <a:r>
              <a:rPr lang="en-US" sz="1800">
                <a:ea typeface="+mn-lt"/>
                <a:cs typeface="+mn-lt"/>
              </a:rPr>
              <a:t>signal integrity fundamentals</a:t>
            </a:r>
            <a:endParaRPr lang="en-US" sz="1800">
              <a:ea typeface="+mn-lt"/>
            </a:endParaRPr>
          </a:p>
          <a:p>
            <a:pPr lvl="1"/>
            <a:r>
              <a:rPr lang="en-US" sz="1800">
                <a:ea typeface="+mn-lt"/>
                <a:cs typeface="+mn-lt"/>
              </a:rPr>
              <a:t>transmission lines and controlled impedance</a:t>
            </a:r>
            <a:endParaRPr lang="en-US"/>
          </a:p>
          <a:p>
            <a:pPr>
              <a:buFont typeface="Arial,Sans-Serif"/>
            </a:pPr>
            <a:r>
              <a:rPr lang="en-US" sz="1800" b="1">
                <a:ea typeface="+mn-lt"/>
                <a:cs typeface="+mn-lt"/>
              </a:rPr>
              <a:t>Design Challenges &amp; Solutions</a:t>
            </a:r>
            <a:r>
              <a:rPr lang="en-US" sz="1800">
                <a:ea typeface="+mn-lt"/>
                <a:cs typeface="+mn-lt"/>
              </a:rPr>
              <a:t>: </a:t>
            </a:r>
            <a:endParaRPr lang="en-US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Common signal integrity issues</a:t>
            </a:r>
            <a:endParaRPr lang="en-US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power integrity (PDN), and their relationship with EMI</a:t>
            </a:r>
            <a:endParaRPr lang="en-US">
              <a:ea typeface="+mn-lt"/>
              <a:cs typeface="+mn-lt"/>
            </a:endParaRPr>
          </a:p>
          <a:p>
            <a:pPr>
              <a:buFont typeface="Arial,Sans-Serif"/>
            </a:pPr>
            <a:r>
              <a:rPr lang="en-US" sz="1800" b="1">
                <a:ea typeface="+mn-lt"/>
                <a:cs typeface="+mn-lt"/>
              </a:rPr>
              <a:t>Schematic &amp; Layout Practices</a:t>
            </a:r>
            <a:r>
              <a:rPr lang="en-US" sz="1800">
                <a:ea typeface="+mn-lt"/>
                <a:cs typeface="+mn-lt"/>
              </a:rPr>
              <a:t>:  </a:t>
            </a:r>
            <a:endParaRPr lang="en-US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Schematic design</a:t>
            </a:r>
            <a:endParaRPr lang="en-US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stack-up planning</a:t>
            </a:r>
            <a:endParaRPr lang="en-US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footprint creation</a:t>
            </a:r>
            <a:endParaRPr lang="en-US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placement, routing strategies, and via usage</a:t>
            </a:r>
            <a:endParaRPr lang="en-US">
              <a:ea typeface="+mn-lt"/>
              <a:cs typeface="+mn-lt"/>
            </a:endParaRPr>
          </a:p>
          <a:p>
            <a:pPr>
              <a:buFont typeface="Arial,Sans-Serif"/>
            </a:pPr>
            <a:r>
              <a:rPr lang="en-US" sz="1800" b="1">
                <a:ea typeface="+mn-lt"/>
                <a:cs typeface="+mn-lt"/>
              </a:rPr>
              <a:t>Best Practices &amp; Summary</a:t>
            </a:r>
            <a:r>
              <a:rPr lang="en-US" sz="1800">
                <a:ea typeface="+mn-lt"/>
                <a:cs typeface="+mn-lt"/>
              </a:rPr>
              <a:t>: </a:t>
            </a:r>
            <a:endParaRPr lang="en-US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Emphasizes layout recommendations for high-speed signals and concludes with key takeaways for robust digital design</a:t>
            </a:r>
            <a:endParaRPr lang="en-US">
              <a:ea typeface="+mn-lt"/>
              <a:cs typeface="+mn-lt"/>
            </a:endParaRPr>
          </a:p>
          <a:p>
            <a:pPr>
              <a:buFont typeface="Arial,Sans-Serif"/>
            </a:pPr>
            <a:endParaRPr lang="en-US" sz="1800">
              <a:solidFill>
                <a:srgbClr val="00082E"/>
              </a:solidFill>
            </a:endParaRPr>
          </a:p>
          <a:p>
            <a:pPr>
              <a:buFont typeface="Arial,Sans-Serif"/>
            </a:pPr>
            <a:endParaRPr lang="en-US" sz="1800"/>
          </a:p>
          <a:p>
            <a:pPr>
              <a:buFont typeface="Arial,Sans-Serif"/>
            </a:pPr>
            <a:endParaRPr lang="en-US"/>
          </a:p>
          <a:p>
            <a:pPr marL="0" indent="0">
              <a:buFontTx/>
              <a:buNone/>
            </a:pPr>
            <a:endParaRPr lang="en-US">
              <a:solidFill>
                <a:srgbClr val="00082E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21187865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B86C7-D679-54C6-B082-739C55D45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3AE52-81C9-F3DB-B329-F5D1428F5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Segoe UI Semibold"/>
              </a:rPr>
              <a:t>Syllabus Review (#10)  </a:t>
            </a:r>
            <a:endParaRPr lang="en-US">
              <a:solidFill>
                <a:srgbClr val="000000"/>
              </a:solidFill>
              <a:cs typeface="Segoe UI Semibold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715D4-1644-BBD9-8FF0-C21D02875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18</a:t>
            </a:fld>
            <a:endParaRPr lang="en-IL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975D435B-3629-F9DA-FB84-C17E356F2324}"/>
              </a:ext>
            </a:extLst>
          </p:cNvPr>
          <p:cNvSpPr txBox="1">
            <a:spLocks/>
          </p:cNvSpPr>
          <p:nvPr/>
        </p:nvSpPr>
        <p:spPr>
          <a:xfrm>
            <a:off x="496945" y="1352306"/>
            <a:ext cx="11697538" cy="4680000"/>
          </a:xfrm>
          <a:prstGeom prst="rect">
            <a:avLst/>
          </a:prstGeom>
        </p:spPr>
        <p:txBody>
          <a:bodyPr vert="horz" lIns="9000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Mechanical Considerations (HW &amp; Mech side)</a:t>
            </a:r>
            <a:r>
              <a:rPr lang="en-US" b="1">
                <a:cs typeface="Segoe UI Light"/>
              </a:rPr>
              <a:t> | </a:t>
            </a:r>
            <a:r>
              <a:rPr lang="en-US" b="1">
                <a:ea typeface="+mn-lt"/>
                <a:cs typeface="+mn-lt"/>
              </a:rPr>
              <a:t>Oren Saraf</a:t>
            </a:r>
            <a:r>
              <a:rPr lang="en-US" b="1">
                <a:cs typeface="Segoe UI Light"/>
              </a:rPr>
              <a:t> | 2 Hour | </a:t>
            </a:r>
            <a:r>
              <a:rPr lang="en-US" b="1">
                <a:cs typeface="Segoe UI Light"/>
                <a:hlinkClick r:id="rId3"/>
              </a:rPr>
              <a:t>PPT</a:t>
            </a:r>
            <a:endParaRPr lang="en-US" b="1">
              <a:hlinkClick r:id="" action="ppaction://noaction"/>
            </a:endParaRPr>
          </a:p>
          <a:p>
            <a:pPr>
              <a:buFont typeface="Arial,Sans-Serif"/>
            </a:pPr>
            <a:r>
              <a:rPr lang="en-US" sz="1800" b="1">
                <a:ea typeface="+mn-lt"/>
                <a:cs typeface="+mn-lt"/>
              </a:rPr>
              <a:t>Electronic Designer Preparations </a:t>
            </a:r>
            <a:endParaRPr lang="en-US" sz="1800">
              <a:ea typeface="+mn-lt"/>
            </a:endParaRPr>
          </a:p>
          <a:p>
            <a:pPr lvl="1">
              <a:buFont typeface="Courier New"/>
              <a:buChar char="o"/>
            </a:pPr>
            <a:r>
              <a:rPr lang="en-US" sz="1800">
                <a:ea typeface="+mn-lt"/>
                <a:cs typeface="+mn-lt"/>
              </a:rPr>
              <a:t>Hardware-side constraints</a:t>
            </a:r>
            <a:endParaRPr lang="en-US" sz="1800">
              <a:ea typeface="+mn-lt"/>
            </a:endParaRPr>
          </a:p>
          <a:p>
            <a:pPr>
              <a:buFont typeface="Arial,Sans-Serif"/>
            </a:pPr>
            <a:r>
              <a:rPr lang="en-US" sz="1800" b="1">
                <a:ea typeface="+mn-lt"/>
                <a:cs typeface="+mn-lt"/>
              </a:rPr>
              <a:t>Mechanical Designer Responsibilities &amp; Thermal Design </a:t>
            </a:r>
            <a:endParaRPr lang="en-US" sz="1800">
              <a:solidFill>
                <a:srgbClr val="000000"/>
              </a:solidFill>
              <a:ea typeface="+mn-lt"/>
              <a:cs typeface="+mn-lt"/>
            </a:endParaRPr>
          </a:p>
          <a:p>
            <a:pPr lvl="1">
              <a:buFont typeface="Courier New"/>
              <a:buChar char="o"/>
            </a:pPr>
            <a:r>
              <a:rPr lang="en-US" sz="1800">
                <a:ea typeface="+mn-lt"/>
                <a:cs typeface="+mn-lt"/>
              </a:rPr>
              <a:t>Mechanical requirements </a:t>
            </a:r>
            <a:endParaRPr lang="en-US" sz="1800">
              <a:solidFill>
                <a:srgbClr val="000000"/>
              </a:solidFill>
              <a:ea typeface="+mn-lt"/>
              <a:cs typeface="+mn-lt"/>
            </a:endParaRPr>
          </a:p>
          <a:p>
            <a:pPr lvl="1">
              <a:buFont typeface="Courier New"/>
              <a:buChar char="o"/>
            </a:pPr>
            <a:r>
              <a:rPr lang="en-US" sz="1800">
                <a:ea typeface="+mn-lt"/>
                <a:cs typeface="+mn-lt"/>
              </a:rPr>
              <a:t>Thermal management strategies</a:t>
            </a:r>
            <a:endParaRPr lang="en-US" sz="180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Font typeface="Arial,Sans-Serif"/>
            </a:pPr>
            <a:r>
              <a:rPr lang="en-US" sz="1800" b="1">
                <a:ea typeface="+mn-lt"/>
                <a:cs typeface="+mn-lt"/>
              </a:rPr>
              <a:t>Production Constraints</a:t>
            </a:r>
            <a:r>
              <a:rPr lang="en-US" sz="1800">
                <a:ea typeface="+mn-lt"/>
                <a:cs typeface="+mn-lt"/>
              </a:rPr>
              <a:t>: Focuses on manufacturability, assembly limitations, and design readiness for MP</a:t>
            </a:r>
            <a:endParaRPr lang="en-US" sz="1800"/>
          </a:p>
          <a:p>
            <a:pPr>
              <a:buFont typeface="Arial,Sans-Serif"/>
            </a:pPr>
            <a:r>
              <a:rPr lang="en-US" sz="1800" b="1">
                <a:cs typeface="Segoe UI Light"/>
              </a:rPr>
              <a:t>HW &amp; Mechanical Collaboration: </a:t>
            </a:r>
            <a:r>
              <a:rPr lang="en-US" sz="1800">
                <a:cs typeface="Segoe UI Light"/>
              </a:rPr>
              <a:t>Iterative layout process between hardware and mechanical teams. </a:t>
            </a:r>
            <a:endParaRPr lang="en-US" sz="1800">
              <a:solidFill>
                <a:srgbClr val="00082E"/>
              </a:solidFill>
              <a:cs typeface="Segoe UI Light"/>
            </a:endParaRPr>
          </a:p>
          <a:p>
            <a:pPr>
              <a:buFont typeface="Arial,Sans-Serif"/>
            </a:pPr>
            <a:r>
              <a:rPr lang="en-US" sz="1800" b="1">
                <a:cs typeface="Segoe UI Light"/>
              </a:rPr>
              <a:t>File Deliverables &amp; Formats</a:t>
            </a:r>
            <a:r>
              <a:rPr lang="en-US" sz="1800">
                <a:cs typeface="Segoe UI Light"/>
              </a:rPr>
              <a:t>: </a:t>
            </a:r>
            <a:endParaRPr lang="en-US" sz="1800">
              <a:solidFill>
                <a:srgbClr val="000000"/>
              </a:solidFill>
              <a:cs typeface="Segoe UI Light"/>
            </a:endParaRPr>
          </a:p>
          <a:p>
            <a:pPr lvl="1">
              <a:buFont typeface="Courier New"/>
              <a:buChar char="o"/>
            </a:pPr>
            <a:r>
              <a:rPr lang="en-US" sz="1800">
                <a:cs typeface="Segoe UI Light"/>
              </a:rPr>
              <a:t>Lists required mechanical files such as drawings, DXF, 3D models (STEP, X_T, E-drawings), and layout files (IDF, drill drawings)</a:t>
            </a:r>
            <a:endParaRPr lang="en-US" sz="1800">
              <a:solidFill>
                <a:srgbClr val="000000"/>
              </a:solidFill>
              <a:cs typeface="Segoe UI Light"/>
            </a:endParaRPr>
          </a:p>
          <a:p>
            <a:pPr>
              <a:buFont typeface="Arial,Sans-Serif"/>
            </a:pPr>
            <a:r>
              <a:rPr lang="en-US" sz="1800" b="1">
                <a:cs typeface="Segoe UI Light"/>
              </a:rPr>
              <a:t>Placement &amp; Change Management</a:t>
            </a:r>
            <a:r>
              <a:rPr lang="en-US" sz="1800">
                <a:cs typeface="Segoe UI Light"/>
              </a:rPr>
              <a:t>: </a:t>
            </a:r>
            <a:endParaRPr lang="en-US">
              <a:cs typeface="Segoe UI Light"/>
            </a:endParaRPr>
          </a:p>
          <a:p>
            <a:pPr lvl="1">
              <a:buFont typeface="Courier New"/>
              <a:buChar char="o"/>
            </a:pPr>
            <a:r>
              <a:rPr lang="en-US" sz="1800">
                <a:cs typeface="Segoe UI Light"/>
              </a:rPr>
              <a:t>Addresses component placement coordination, handling modifications, and preparing mechanical files for ECO processes</a:t>
            </a:r>
            <a:endParaRPr lang="en-US">
              <a:cs typeface="Segoe UI Light"/>
            </a:endParaRPr>
          </a:p>
          <a:p>
            <a:pPr>
              <a:buFont typeface="Arial,Sans-Serif"/>
            </a:pPr>
            <a:endParaRPr lang="en-US" sz="1800"/>
          </a:p>
          <a:p>
            <a:pPr>
              <a:buFont typeface="Arial,Sans-Serif"/>
              <a:buChar char="•"/>
            </a:pPr>
            <a:endParaRPr lang="en-US">
              <a:solidFill>
                <a:srgbClr val="00082E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00082E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5717031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95569-7B66-0675-FFDC-901A62A99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8F359-092D-DEB5-CC2E-357351F07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82E"/>
                </a:solidFill>
                <a:cs typeface="Segoe UI Semibold"/>
              </a:rPr>
              <a:t>Syllabus Review (#11)  </a:t>
            </a:r>
            <a:endParaRPr lang="en-US">
              <a:solidFill>
                <a:schemeClr val="tx1"/>
              </a:solidFill>
              <a:cs typeface="Segoe UI Semibold"/>
            </a:endParaRPr>
          </a:p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C5D22-B926-2005-A00A-8670CF9A1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19</a:t>
            </a:fld>
            <a:endParaRPr lang="en-IL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6B98C4E8-E142-429A-A383-A658E3389673}"/>
              </a:ext>
            </a:extLst>
          </p:cNvPr>
          <p:cNvSpPr txBox="1">
            <a:spLocks/>
          </p:cNvSpPr>
          <p:nvPr/>
        </p:nvSpPr>
        <p:spPr>
          <a:xfrm>
            <a:off x="496945" y="1352306"/>
            <a:ext cx="11432955" cy="4680000"/>
          </a:xfrm>
          <a:prstGeom prst="rect">
            <a:avLst/>
          </a:prstGeom>
        </p:spPr>
        <p:txBody>
          <a:bodyPr vert="horz" lIns="9000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EMC Design Considerations</a:t>
            </a:r>
            <a:r>
              <a:rPr lang="en-US" b="1">
                <a:cs typeface="Segoe UI Light"/>
              </a:rPr>
              <a:t> | </a:t>
            </a:r>
            <a:r>
              <a:rPr lang="en-US" b="1">
                <a:ea typeface="+mn-lt"/>
                <a:cs typeface="+mn-lt"/>
              </a:rPr>
              <a:t>Lior Maor</a:t>
            </a:r>
            <a:r>
              <a:rPr lang="en-US" b="1">
                <a:cs typeface="Segoe UI Light"/>
              </a:rPr>
              <a:t> | 2 Hour | </a:t>
            </a:r>
            <a:r>
              <a:rPr lang="en-US" b="1">
                <a:cs typeface="Segoe UI Light"/>
                <a:hlinkClick r:id="rId3"/>
              </a:rPr>
              <a:t>PPT</a:t>
            </a:r>
            <a:endParaRPr lang="en-US" b="1">
              <a:hlinkClick r:id="rId3"/>
            </a:endParaRPr>
          </a:p>
          <a:p>
            <a:pPr>
              <a:buFont typeface="Arial,Sans-Serif"/>
            </a:pPr>
            <a:r>
              <a:rPr lang="en-US" sz="1800" b="1">
                <a:solidFill>
                  <a:srgbClr val="00082E"/>
                </a:solidFill>
                <a:ea typeface="+mn-lt"/>
                <a:cs typeface="+mn-lt"/>
              </a:rPr>
              <a:t>EMI Basics &amp; Testing</a:t>
            </a: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: </a:t>
            </a:r>
          </a:p>
          <a:p>
            <a:pPr lvl="1"/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Introduces electromagnetic interference (EMI)</a:t>
            </a:r>
            <a:endParaRPr lang="en-US">
              <a:solidFill>
                <a:srgbClr val="00082E"/>
              </a:solidFill>
              <a:ea typeface="+mn-lt"/>
            </a:endParaRPr>
          </a:p>
          <a:p>
            <a:pPr lvl="1"/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Regulatory limits for conducted and radiated emissions</a:t>
            </a:r>
            <a:endParaRPr lang="en-US">
              <a:solidFill>
                <a:srgbClr val="00082E"/>
              </a:solidFill>
              <a:ea typeface="+mn-lt"/>
            </a:endParaRPr>
          </a:p>
          <a:p>
            <a:pPr lvl="1"/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Testing methods including DC conducted emissions and immunity evaluations</a:t>
            </a:r>
            <a:endParaRPr lang="en-US"/>
          </a:p>
          <a:p>
            <a:pPr>
              <a:buFont typeface="Arial,Sans-Serif"/>
            </a:pPr>
            <a:r>
              <a:rPr lang="en-US" sz="1800" b="1">
                <a:solidFill>
                  <a:srgbClr val="00082E"/>
                </a:solidFill>
                <a:ea typeface="+mn-lt"/>
                <a:cs typeface="+mn-lt"/>
              </a:rPr>
              <a:t>Noise Types &amp; Sources</a:t>
            </a: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: </a:t>
            </a:r>
            <a:endParaRPr lang="en-US">
              <a:solidFill>
                <a:srgbClr val="00082E"/>
              </a:solidFill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Understanding Common Mode (CM) and Differential Mode (DM) noise</a:t>
            </a:r>
            <a:endParaRPr lang="en-US">
              <a:solidFill>
                <a:srgbClr val="00082E"/>
              </a:solidFill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Identifying which components typically generate each type of interference</a:t>
            </a:r>
            <a:endParaRPr lang="en-US">
              <a:ea typeface="+mn-lt"/>
              <a:cs typeface="+mn-lt"/>
            </a:endParaRPr>
          </a:p>
          <a:p>
            <a:pPr>
              <a:buFont typeface="Arial,Sans-Serif"/>
            </a:pPr>
            <a:r>
              <a:rPr lang="en-US" sz="1800" b="1">
                <a:solidFill>
                  <a:srgbClr val="00082E"/>
                </a:solidFill>
                <a:ea typeface="+mn-lt"/>
                <a:cs typeface="+mn-lt"/>
              </a:rPr>
              <a:t>Filtering Techniques</a:t>
            </a: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: </a:t>
            </a:r>
            <a:endParaRPr lang="en-US">
              <a:solidFill>
                <a:srgbClr val="00082E"/>
              </a:solidFill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EMC components (like chokes and capacitors) used to suppress noise</a:t>
            </a:r>
            <a:endParaRPr lang="en-US">
              <a:solidFill>
                <a:srgbClr val="00082E"/>
              </a:solidFill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Optimal placement for effective filtering</a:t>
            </a:r>
            <a:endParaRPr lang="en-US">
              <a:ea typeface="+mn-lt"/>
              <a:cs typeface="+mn-lt"/>
            </a:endParaRPr>
          </a:p>
          <a:p>
            <a:pPr>
              <a:buFont typeface="Arial,Sans-Serif"/>
            </a:pPr>
            <a:r>
              <a:rPr lang="en-US" sz="1800" b="1">
                <a:solidFill>
                  <a:srgbClr val="00082E"/>
                </a:solidFill>
                <a:ea typeface="+mn-lt"/>
                <a:cs typeface="+mn-lt"/>
              </a:rPr>
              <a:t>Real-World Layout Examples</a:t>
            </a: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: </a:t>
            </a:r>
            <a:endParaRPr lang="en-US">
              <a:solidFill>
                <a:srgbClr val="00082E"/>
              </a:solidFill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EMI mitigation strategies through case studies from Jupiter+, Jupiter 3, Venus 3, Venus 4, and RSS2.5 designs</a:t>
            </a:r>
          </a:p>
          <a:p>
            <a:pPr marL="2286000" lvl="5" indent="0">
              <a:buNone/>
            </a:pPr>
            <a:endParaRPr lang="en-US" sz="1600">
              <a:solidFill>
                <a:srgbClr val="00082E"/>
              </a:solidFill>
              <a:ea typeface="+mn-lt"/>
              <a:cs typeface="+mn-lt"/>
            </a:endParaRPr>
          </a:p>
          <a:p>
            <a:pPr>
              <a:buFont typeface="Arial,Sans-Serif"/>
            </a:pPr>
            <a:endParaRPr lang="en-US" sz="1800">
              <a:solidFill>
                <a:srgbClr val="00082E"/>
              </a:solidFill>
            </a:endParaRPr>
          </a:p>
          <a:p>
            <a:pPr>
              <a:buFont typeface="Arial,Sans-Serif"/>
            </a:pPr>
            <a:endParaRPr lang="en-US" sz="1800"/>
          </a:p>
          <a:p>
            <a:pPr>
              <a:buFont typeface="Arial,Sans-Serif"/>
            </a:pPr>
            <a:endParaRPr lang="en-US"/>
          </a:p>
          <a:p>
            <a:pPr marL="0" indent="0">
              <a:buFontTx/>
              <a:buNone/>
            </a:pPr>
            <a:endParaRPr lang="en-US">
              <a:solidFill>
                <a:srgbClr val="00082E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2964707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32B34-C79C-A57B-28B0-10919E7AA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159C-BD45-58DF-5E32-5CC2AADAB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82E"/>
                </a:solidFill>
                <a:cs typeface="Segoe UI Semibold"/>
              </a:rPr>
              <a:t>Syllabus Review (#12)  </a:t>
            </a:r>
            <a:endParaRPr lang="en-US">
              <a:solidFill>
                <a:schemeClr val="tx1"/>
              </a:solidFill>
              <a:cs typeface="Segoe UI Semibold"/>
            </a:endParaRPr>
          </a:p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F5993-8053-9352-18E7-3D9C7C3F5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20</a:t>
            </a:fld>
            <a:endParaRPr lang="en-IL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50936818-749F-15AD-3DCB-5921E14792F5}"/>
              </a:ext>
            </a:extLst>
          </p:cNvPr>
          <p:cNvSpPr txBox="1">
            <a:spLocks/>
          </p:cNvSpPr>
          <p:nvPr/>
        </p:nvSpPr>
        <p:spPr>
          <a:xfrm>
            <a:off x="496945" y="1352306"/>
            <a:ext cx="11432955" cy="4680000"/>
          </a:xfrm>
          <a:prstGeom prst="rect">
            <a:avLst/>
          </a:prstGeom>
        </p:spPr>
        <p:txBody>
          <a:bodyPr vert="horz" lIns="9000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Power Layout General Design Guidelines</a:t>
            </a:r>
            <a:r>
              <a:rPr lang="en-US" b="1">
                <a:cs typeface="Segoe UI Light"/>
              </a:rPr>
              <a:t> | </a:t>
            </a:r>
            <a:r>
              <a:rPr lang="en-US" b="1">
                <a:ea typeface="+mn-lt"/>
                <a:cs typeface="+mn-lt"/>
              </a:rPr>
              <a:t>Amir Grossberg</a:t>
            </a:r>
            <a:r>
              <a:rPr lang="en-US" b="1">
                <a:cs typeface="Segoe UI Light"/>
              </a:rPr>
              <a:t> | 1.5 Hour | </a:t>
            </a:r>
            <a:r>
              <a:rPr lang="en-US" b="1">
                <a:cs typeface="Segoe UI Light"/>
                <a:hlinkClick r:id="rId3"/>
              </a:rPr>
              <a:t>PPT</a:t>
            </a:r>
            <a:endParaRPr lang="en-US" b="1">
              <a:hlinkClick r:id="rId3"/>
            </a:endParaRPr>
          </a:p>
          <a:p>
            <a:pPr>
              <a:buFont typeface="Arial,Sans-Serif"/>
            </a:pPr>
            <a:r>
              <a:rPr lang="en-US" sz="1800" b="1">
                <a:solidFill>
                  <a:srgbClr val="00082E"/>
                </a:solidFill>
                <a:ea typeface="+mn-lt"/>
                <a:cs typeface="+mn-lt"/>
              </a:rPr>
              <a:t>Signal Return Path &amp; Physics Refresher</a:t>
            </a: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: </a:t>
            </a:r>
            <a:endParaRPr lang="en-US">
              <a:solidFill>
                <a:srgbClr val="00082E"/>
              </a:solidFill>
              <a:ea typeface="+mn-lt"/>
              <a:cs typeface="+mn-lt"/>
            </a:endParaRPr>
          </a:p>
          <a:p>
            <a:pPr lvl="1"/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Reviews basic physics concepts (Faraday Lenz rules)</a:t>
            </a:r>
            <a:endParaRPr lang="en-US">
              <a:solidFill>
                <a:srgbClr val="00082E"/>
              </a:solidFill>
              <a:ea typeface="+mn-lt"/>
              <a:cs typeface="+mn-lt"/>
            </a:endParaRPr>
          </a:p>
          <a:p>
            <a:pPr lvl="1"/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 Explains how signal return paths behave (DC and AC)</a:t>
            </a:r>
            <a:endParaRPr lang="en-US">
              <a:solidFill>
                <a:srgbClr val="00082E"/>
              </a:solidFill>
              <a:ea typeface="+mn-lt"/>
              <a:cs typeface="+mn-lt"/>
            </a:endParaRPr>
          </a:p>
          <a:p>
            <a:pPr lvl="1"/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 The di/dt effect and it's impact on layout</a:t>
            </a:r>
            <a:endParaRPr lang="en-US">
              <a:ea typeface="+mn-lt"/>
              <a:cs typeface="+mn-lt"/>
            </a:endParaRPr>
          </a:p>
          <a:p>
            <a:pPr>
              <a:buFont typeface="Arial,Sans-Serif"/>
            </a:pPr>
            <a:r>
              <a:rPr lang="en-US" sz="1800" b="1">
                <a:solidFill>
                  <a:srgbClr val="00082E"/>
                </a:solidFill>
                <a:ea typeface="+mn-lt"/>
                <a:cs typeface="+mn-lt"/>
              </a:rPr>
              <a:t>Power Layout Principles</a:t>
            </a: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: </a:t>
            </a:r>
            <a:endParaRPr lang="en-US" sz="1800">
              <a:solidFill>
                <a:srgbClr val="000000"/>
              </a:solidFill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General design guidelines for power circuits</a:t>
            </a:r>
            <a:endParaRPr lang="en-US" sz="1800">
              <a:solidFill>
                <a:srgbClr val="000000"/>
              </a:solidFill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Layout strategies for power topologies. Examples of basic buck converter and gate driver layout</a:t>
            </a:r>
            <a:endParaRPr lang="en-US" sz="180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Font typeface="Arial,Sans-Serif"/>
            </a:pPr>
            <a:r>
              <a:rPr lang="en-US" sz="1800" b="1">
                <a:solidFill>
                  <a:srgbClr val="00082E"/>
                </a:solidFill>
                <a:ea typeface="+mn-lt"/>
                <a:cs typeface="+mn-lt"/>
              </a:rPr>
              <a:t>Capacitance &amp; Grounding</a:t>
            </a: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: </a:t>
            </a:r>
            <a:endParaRPr lang="en-US">
              <a:solidFill>
                <a:srgbClr val="00082E"/>
              </a:solidFill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The dv/dt effect: parasitic </a:t>
            </a:r>
            <a:r>
              <a:rPr lang="en-US" sz="1800" err="1">
                <a:solidFill>
                  <a:srgbClr val="00082E"/>
                </a:solidFill>
                <a:ea typeface="+mn-lt"/>
                <a:cs typeface="+mn-lt"/>
              </a:rPr>
              <a:t>layput</a:t>
            </a: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 capacitance</a:t>
            </a:r>
            <a:endParaRPr lang="en-US">
              <a:solidFill>
                <a:srgbClr val="00082E"/>
              </a:solidFill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Best practices for designing GND planes,</a:t>
            </a:r>
          </a:p>
          <a:p>
            <a:pPr lvl="1">
              <a:buFont typeface="Arial"/>
              <a:buChar char="•"/>
            </a:pP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Layout examples.</a:t>
            </a:r>
            <a:endParaRPr lang="en-US">
              <a:ea typeface="+mn-lt"/>
              <a:cs typeface="+mn-lt"/>
            </a:endParaRPr>
          </a:p>
          <a:p>
            <a:pPr>
              <a:buFont typeface="Arial,Sans-Serif"/>
            </a:pPr>
            <a:r>
              <a:rPr lang="en-US" sz="1800" b="1">
                <a:solidFill>
                  <a:srgbClr val="00082E"/>
                </a:solidFill>
                <a:ea typeface="+mn-lt"/>
                <a:cs typeface="+mn-lt"/>
              </a:rPr>
              <a:t>Practical Layout Considerations</a:t>
            </a: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: </a:t>
            </a:r>
            <a:endParaRPr lang="en-US">
              <a:solidFill>
                <a:srgbClr val="00082E"/>
              </a:solidFill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Focuses on real-world layout decisions that affect performance, including component placement and grounding for power integrity</a:t>
            </a:r>
            <a:endParaRPr lang="en-US">
              <a:ea typeface="+mn-lt"/>
              <a:cs typeface="+mn-lt"/>
            </a:endParaRPr>
          </a:p>
          <a:p>
            <a:pPr>
              <a:buFont typeface="Arial,Sans-Serif"/>
            </a:pPr>
            <a:endParaRPr lang="en-US" sz="1800">
              <a:solidFill>
                <a:srgbClr val="00082E"/>
              </a:solidFill>
              <a:ea typeface="+mn-lt"/>
              <a:cs typeface="+mn-lt"/>
            </a:endParaRPr>
          </a:p>
          <a:p>
            <a:pPr marL="0" indent="0">
              <a:buNone/>
            </a:pPr>
            <a:endParaRPr lang="en-US" sz="1800">
              <a:solidFill>
                <a:srgbClr val="00082E"/>
              </a:solidFill>
              <a:ea typeface="+mn-lt"/>
              <a:cs typeface="+mn-lt"/>
            </a:endParaRPr>
          </a:p>
          <a:p>
            <a:pPr>
              <a:buFont typeface="Arial,Sans-Serif"/>
            </a:pPr>
            <a:endParaRPr lang="en-US" sz="1800">
              <a:solidFill>
                <a:srgbClr val="00082E"/>
              </a:solidFill>
            </a:endParaRPr>
          </a:p>
          <a:p>
            <a:pPr>
              <a:buFont typeface="Arial,Sans-Serif"/>
            </a:pPr>
            <a:endParaRPr lang="en-US" sz="1800"/>
          </a:p>
          <a:p>
            <a:pPr>
              <a:buFont typeface="Arial,Sans-Serif"/>
            </a:pPr>
            <a:endParaRPr lang="en-US"/>
          </a:p>
          <a:p>
            <a:pPr marL="0" indent="0">
              <a:buFontTx/>
              <a:buNone/>
            </a:pPr>
            <a:endParaRPr lang="en-US">
              <a:solidFill>
                <a:srgbClr val="00082E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7132019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96E0B-5B92-F358-D170-F9185D11C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A0458-B65B-E22F-F3F1-19AB82CE5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82E"/>
                </a:solidFill>
                <a:cs typeface="Segoe UI Semibold"/>
              </a:rPr>
              <a:t>Syllabus Review (#13)  </a:t>
            </a:r>
            <a:endParaRPr lang="en-US">
              <a:solidFill>
                <a:schemeClr val="tx1"/>
              </a:solidFill>
              <a:cs typeface="Segoe UI Semibold"/>
            </a:endParaRPr>
          </a:p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A3CC4-3667-DB45-77F3-D2D3DFB23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21</a:t>
            </a:fld>
            <a:endParaRPr lang="en-IL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653493EA-A206-547C-5C5E-9D97AFB4D468}"/>
              </a:ext>
            </a:extLst>
          </p:cNvPr>
          <p:cNvSpPr txBox="1">
            <a:spLocks/>
          </p:cNvSpPr>
          <p:nvPr/>
        </p:nvSpPr>
        <p:spPr>
          <a:xfrm>
            <a:off x="496945" y="1352306"/>
            <a:ext cx="11432955" cy="4680000"/>
          </a:xfrm>
          <a:prstGeom prst="rect">
            <a:avLst/>
          </a:prstGeom>
        </p:spPr>
        <p:txBody>
          <a:bodyPr vert="horz" lIns="9000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Auxiliary Power Supply Layout Design</a:t>
            </a:r>
            <a:r>
              <a:rPr lang="en-US" b="1">
                <a:cs typeface="Segoe UI Light"/>
              </a:rPr>
              <a:t> | </a:t>
            </a:r>
            <a:r>
              <a:rPr lang="en-US" b="1">
                <a:ea typeface="+mn-lt"/>
                <a:cs typeface="+mn-lt"/>
              </a:rPr>
              <a:t>Lior </a:t>
            </a:r>
            <a:r>
              <a:rPr lang="en-US" b="1">
                <a:cs typeface="Segoe UI Light"/>
              </a:rPr>
              <a:t>Maor | 2 Hours | </a:t>
            </a:r>
            <a:r>
              <a:rPr lang="en-US" b="1">
                <a:cs typeface="Segoe UI Light"/>
                <a:hlinkClick r:id="rId3"/>
              </a:rPr>
              <a:t>PPT</a:t>
            </a:r>
            <a:endParaRPr lang="en-US" b="1">
              <a:hlinkClick r:id="rId3"/>
            </a:endParaRPr>
          </a:p>
          <a:p>
            <a:pPr>
              <a:buFont typeface="Arial,Sans-Serif"/>
            </a:pPr>
            <a:r>
              <a:rPr lang="en-US" sz="1800" b="1">
                <a:solidFill>
                  <a:srgbClr val="00082E"/>
                </a:solidFill>
                <a:ea typeface="+mn-lt"/>
                <a:cs typeface="+mn-lt"/>
              </a:rPr>
              <a:t>Aux Power Basics</a:t>
            </a: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: </a:t>
            </a:r>
          </a:p>
          <a:p>
            <a:pPr lvl="1"/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Introduces the range of auxiliary power supplies and typical load types, providing foundational context for layout design</a:t>
            </a:r>
            <a:endParaRPr lang="en-US"/>
          </a:p>
          <a:p>
            <a:pPr>
              <a:buFont typeface="Arial,Sans-Serif"/>
            </a:pPr>
            <a:r>
              <a:rPr lang="en-US" sz="1800" b="1">
                <a:solidFill>
                  <a:srgbClr val="00082E"/>
                </a:solidFill>
                <a:ea typeface="+mn-lt"/>
                <a:cs typeface="+mn-lt"/>
              </a:rPr>
              <a:t>Component Placement &amp; Optimization</a:t>
            </a: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: </a:t>
            </a:r>
            <a:endParaRPr lang="en-US" sz="1800">
              <a:solidFill>
                <a:srgbClr val="000000"/>
              </a:solidFill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Key considerations for power components placement</a:t>
            </a:r>
            <a:endParaRPr lang="en-US" sz="1800">
              <a:solidFill>
                <a:srgbClr val="000000"/>
              </a:solidFill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Return paths management</a:t>
            </a:r>
            <a:endParaRPr lang="en-US" sz="180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Font typeface="Arial,Sans-Serif"/>
            </a:pPr>
            <a:r>
              <a:rPr lang="en-US" sz="1800" b="1">
                <a:solidFill>
                  <a:srgbClr val="00082E"/>
                </a:solidFill>
                <a:ea typeface="+mn-lt"/>
                <a:cs typeface="+mn-lt"/>
              </a:rPr>
              <a:t>Flyback Switching &amp; Layout Guidelines</a:t>
            </a: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: </a:t>
            </a:r>
            <a:endParaRPr lang="en-US"/>
          </a:p>
          <a:p>
            <a:pPr lvl="1">
              <a:buFont typeface="Arial"/>
              <a:buChar char="•"/>
            </a:pP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Understanding flyback converter basic operation</a:t>
            </a:r>
            <a:endParaRPr lang="en-US">
              <a:solidFill>
                <a:srgbClr val="00082E"/>
              </a:solidFill>
              <a:ea typeface="+mn-lt"/>
            </a:endParaRPr>
          </a:p>
          <a:p>
            <a:pPr lvl="1">
              <a:buFont typeface="Arial"/>
              <a:buChar char="•"/>
            </a:pPr>
            <a:r>
              <a:rPr lang="en-US" sz="1800" err="1">
                <a:solidFill>
                  <a:srgbClr val="00082E"/>
                </a:solidFill>
                <a:ea typeface="+mn-lt"/>
                <a:cs typeface="+mn-lt"/>
              </a:rPr>
              <a:t>Flayback</a:t>
            </a: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 layout best practices to manage noise, efficiency, and thermal performance</a:t>
            </a:r>
            <a:endParaRPr lang="en-US"/>
          </a:p>
          <a:p>
            <a:pPr>
              <a:buFont typeface="Arial,Sans-Serif"/>
            </a:pPr>
            <a:r>
              <a:rPr lang="en-US" sz="1800" b="1">
                <a:solidFill>
                  <a:srgbClr val="00082E"/>
                </a:solidFill>
                <a:ea typeface="+mn-lt"/>
                <a:cs typeface="+mn-lt"/>
              </a:rPr>
              <a:t>Real-World Design Examples</a:t>
            </a: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: </a:t>
            </a:r>
            <a:endParaRPr lang="en-US"/>
          </a:p>
          <a:p>
            <a:pPr lvl="1">
              <a:buFont typeface="Arial"/>
              <a:buChar char="•"/>
            </a:pP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Real SE layout examples from Portia X (AP1999B), Neptune (AP2290A), Jupiter 3 (AP2214BA), and Orion (AP1391CA, AP1551C)</a:t>
            </a:r>
            <a:endParaRPr lang="en-US"/>
          </a:p>
          <a:p>
            <a:pPr marL="0" indent="0">
              <a:buNone/>
            </a:pPr>
            <a:endParaRPr lang="en-US" sz="1800">
              <a:solidFill>
                <a:srgbClr val="00082E"/>
              </a:solidFill>
              <a:ea typeface="+mn-lt"/>
              <a:cs typeface="+mn-lt"/>
            </a:endParaRPr>
          </a:p>
          <a:p>
            <a:pPr>
              <a:buFont typeface="Arial,Sans-Serif"/>
            </a:pPr>
            <a:endParaRPr lang="en-US" sz="1800">
              <a:solidFill>
                <a:srgbClr val="00082E"/>
              </a:solidFill>
            </a:endParaRPr>
          </a:p>
          <a:p>
            <a:pPr>
              <a:buFont typeface="Arial,Sans-Serif"/>
            </a:pPr>
            <a:endParaRPr lang="en-US" sz="1800"/>
          </a:p>
          <a:p>
            <a:pPr>
              <a:buFont typeface="Arial,Sans-Serif"/>
            </a:pPr>
            <a:endParaRPr lang="en-US"/>
          </a:p>
          <a:p>
            <a:pPr marL="0" indent="0">
              <a:buFontTx/>
              <a:buNone/>
            </a:pPr>
            <a:endParaRPr lang="en-US">
              <a:solidFill>
                <a:srgbClr val="00082E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35134465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D9725-E5BB-4CAF-D9A9-331AD8867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98310-305A-DF4A-73C9-E67D5D0A7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Segoe UI Semibold"/>
              </a:rPr>
              <a:t>Syllabus Review (#14)  </a:t>
            </a:r>
            <a:endParaRPr lang="en-US">
              <a:solidFill>
                <a:srgbClr val="000000"/>
              </a:solidFill>
              <a:cs typeface="Segoe UI Semibold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76475-908C-BEEC-C2A5-70A6A5D3A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22</a:t>
            </a:fld>
            <a:endParaRPr lang="en-IL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CEB7FCA2-0091-3949-12DD-DB067186DEAF}"/>
              </a:ext>
            </a:extLst>
          </p:cNvPr>
          <p:cNvSpPr txBox="1">
            <a:spLocks/>
          </p:cNvSpPr>
          <p:nvPr/>
        </p:nvSpPr>
        <p:spPr>
          <a:xfrm>
            <a:off x="496945" y="1352306"/>
            <a:ext cx="11432955" cy="4680000"/>
          </a:xfrm>
          <a:prstGeom prst="rect">
            <a:avLst/>
          </a:prstGeom>
        </p:spPr>
        <p:txBody>
          <a:bodyPr vert="horz" lIns="9000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Analog Design: Layout Theoretical &amp; Practical Aspects</a:t>
            </a:r>
            <a:r>
              <a:rPr lang="en-US" b="1">
                <a:cs typeface="Segoe UI Light"/>
              </a:rPr>
              <a:t> | </a:t>
            </a:r>
            <a:r>
              <a:rPr lang="en-US" b="1">
                <a:ea typeface="+mn-lt"/>
                <a:cs typeface="+mn-lt"/>
              </a:rPr>
              <a:t>David Braginsky</a:t>
            </a:r>
            <a:r>
              <a:rPr lang="en-US" b="1">
                <a:cs typeface="Segoe UI Light"/>
              </a:rPr>
              <a:t> | 3 Hours | </a:t>
            </a:r>
            <a:r>
              <a:rPr lang="en-US" b="1">
                <a:cs typeface="Segoe UI Light"/>
                <a:hlinkClick r:id="rId3"/>
              </a:rPr>
              <a:t>PPT</a:t>
            </a:r>
            <a:endParaRPr lang="en-US" b="1">
              <a:hlinkClick r:id="rId3"/>
            </a:endParaRPr>
          </a:p>
          <a:p>
            <a:pPr>
              <a:buFont typeface="Arial,Sans-Serif"/>
            </a:pPr>
            <a:r>
              <a:rPr lang="en-US" sz="1800" b="1">
                <a:solidFill>
                  <a:srgbClr val="00082E"/>
                </a:solidFill>
                <a:ea typeface="+mn-lt"/>
                <a:cs typeface="+mn-lt"/>
              </a:rPr>
              <a:t>Theoretical Foundations</a:t>
            </a: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: </a:t>
            </a:r>
            <a:endParaRPr lang="en-US">
              <a:solidFill>
                <a:srgbClr val="00082E"/>
              </a:solidFill>
              <a:ea typeface="+mn-lt"/>
              <a:cs typeface="+mn-lt"/>
            </a:endParaRPr>
          </a:p>
          <a:p>
            <a:pPr lvl="1"/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Covers differential vs. common currents,</a:t>
            </a:r>
            <a:endParaRPr lang="en-US">
              <a:solidFill>
                <a:srgbClr val="00082E"/>
              </a:solidFill>
              <a:ea typeface="+mn-lt"/>
              <a:cs typeface="+mn-lt"/>
            </a:endParaRPr>
          </a:p>
          <a:p>
            <a:pPr lvl="1"/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Signal routing, return paths, grounding techniques, and crosstalk between PCB traces</a:t>
            </a:r>
            <a:endParaRPr lang="en-US">
              <a:ea typeface="+mn-lt"/>
              <a:cs typeface="+mn-lt"/>
            </a:endParaRPr>
          </a:p>
          <a:p>
            <a:pPr>
              <a:buFont typeface="Arial,Sans-Serif"/>
            </a:pPr>
            <a:r>
              <a:rPr lang="en-US" sz="1800" b="1">
                <a:solidFill>
                  <a:srgbClr val="00082E"/>
                </a:solidFill>
                <a:ea typeface="+mn-lt"/>
                <a:cs typeface="+mn-lt"/>
              </a:rPr>
              <a:t>Noise Control &amp; Stability</a:t>
            </a: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: </a:t>
            </a:r>
            <a:endParaRPr lang="en-US">
              <a:solidFill>
                <a:srgbClr val="00082E"/>
              </a:solidFill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Filtering and decoupling strategies to maintain signal integrity in analog circuits</a:t>
            </a:r>
            <a:endParaRPr lang="en-US">
              <a:ea typeface="+mn-lt"/>
              <a:cs typeface="+mn-lt"/>
            </a:endParaRPr>
          </a:p>
          <a:p>
            <a:pPr>
              <a:buFont typeface="Arial,Sans-Serif"/>
            </a:pPr>
            <a:r>
              <a:rPr lang="en-US" sz="1800" b="1">
                <a:solidFill>
                  <a:srgbClr val="00082E"/>
                </a:solidFill>
                <a:ea typeface="+mn-lt"/>
                <a:cs typeface="+mn-lt"/>
              </a:rPr>
              <a:t>Practical Layout Techniques</a:t>
            </a: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: </a:t>
            </a:r>
            <a:endParaRPr lang="en-US">
              <a:solidFill>
                <a:srgbClr val="00082E"/>
              </a:solidFill>
              <a:ea typeface="+mn-lt"/>
            </a:endParaRPr>
          </a:p>
          <a:p>
            <a:pPr lvl="1">
              <a:buFont typeface="Arial"/>
              <a:buChar char="•"/>
            </a:pP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Layout for op-amp</a:t>
            </a:r>
            <a:endParaRPr lang="en-US">
              <a:solidFill>
                <a:srgbClr val="00082E"/>
              </a:solidFill>
              <a:ea typeface="+mn-lt"/>
            </a:endParaRPr>
          </a:p>
          <a:p>
            <a:pPr lvl="1">
              <a:buFont typeface="Arial"/>
              <a:buChar char="•"/>
            </a:pP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Current and voltage sensing,</a:t>
            </a:r>
            <a:endParaRPr lang="en-US">
              <a:solidFill>
                <a:srgbClr val="00082E"/>
              </a:solidFill>
              <a:ea typeface="+mn-lt"/>
            </a:endParaRPr>
          </a:p>
          <a:p>
            <a:pPr lvl="1">
              <a:buFont typeface="Arial"/>
              <a:buChar char="•"/>
            </a:pP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PLC layout</a:t>
            </a:r>
            <a:endParaRPr lang="en-US"/>
          </a:p>
          <a:p>
            <a:pPr>
              <a:buFont typeface="Arial,Sans-Serif"/>
            </a:pPr>
            <a:r>
              <a:rPr lang="en-US" sz="1800" b="1">
                <a:solidFill>
                  <a:srgbClr val="00082E"/>
                </a:solidFill>
                <a:ea typeface="+mn-lt"/>
                <a:cs typeface="+mn-lt"/>
              </a:rPr>
              <a:t>Grounding &amp; Mixed-Signal Design</a:t>
            </a: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: </a:t>
            </a:r>
            <a:endParaRPr lang="en-US">
              <a:solidFill>
                <a:srgbClr val="00082E"/>
              </a:solidFill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Analog-to-digital ground connections </a:t>
            </a:r>
            <a:endParaRPr lang="en-US">
              <a:solidFill>
                <a:srgbClr val="00082E"/>
              </a:solidFill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Practices for managing shared ground planes</a:t>
            </a:r>
            <a:endParaRPr lang="en-US">
              <a:ea typeface="+mn-lt"/>
              <a:cs typeface="+mn-lt"/>
            </a:endParaRPr>
          </a:p>
          <a:p>
            <a:pPr>
              <a:buFont typeface="Arial,Sans-Serif"/>
            </a:pPr>
            <a:endParaRPr lang="en-US" sz="1800">
              <a:solidFill>
                <a:srgbClr val="00082E"/>
              </a:solidFill>
            </a:endParaRPr>
          </a:p>
          <a:p>
            <a:pPr>
              <a:buFont typeface="Arial,Sans-Serif"/>
            </a:pPr>
            <a:endParaRPr lang="en-US" sz="1800">
              <a:solidFill>
                <a:srgbClr val="00082E"/>
              </a:solidFill>
              <a:ea typeface="+mn-lt"/>
              <a:cs typeface="+mn-lt"/>
            </a:endParaRPr>
          </a:p>
          <a:p>
            <a:pPr marL="0" indent="0">
              <a:buNone/>
            </a:pPr>
            <a:endParaRPr lang="en-US" sz="1800">
              <a:solidFill>
                <a:srgbClr val="00082E"/>
              </a:solidFill>
              <a:ea typeface="+mn-lt"/>
              <a:cs typeface="+mn-lt"/>
            </a:endParaRPr>
          </a:p>
          <a:p>
            <a:pPr>
              <a:buFont typeface="Arial,Sans-Serif"/>
            </a:pPr>
            <a:endParaRPr lang="en-US" sz="1800">
              <a:solidFill>
                <a:srgbClr val="00082E"/>
              </a:solidFill>
            </a:endParaRPr>
          </a:p>
          <a:p>
            <a:pPr>
              <a:buFont typeface="Arial,Sans-Serif"/>
            </a:pPr>
            <a:endParaRPr lang="en-US" sz="1800"/>
          </a:p>
          <a:p>
            <a:pPr>
              <a:buFont typeface="Arial,Sans-Serif"/>
            </a:pPr>
            <a:endParaRPr lang="en-US"/>
          </a:p>
          <a:p>
            <a:pPr marL="0" indent="0">
              <a:buFontTx/>
              <a:buNone/>
            </a:pPr>
            <a:endParaRPr lang="en-US">
              <a:solidFill>
                <a:srgbClr val="00082E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22987241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366D0-8B5D-DC8E-7739-FE858A85E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50EB4-A76A-A272-2CF8-50DE783E8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Segoe UI Semibold"/>
              </a:rPr>
              <a:t>Syllabus Review (#15)  </a:t>
            </a:r>
            <a:endParaRPr lang="en-US">
              <a:solidFill>
                <a:srgbClr val="000000"/>
              </a:solidFill>
              <a:cs typeface="Segoe UI Semibold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C7B0D-478E-4D61-E7E5-9DD4766A3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23</a:t>
            </a:fld>
            <a:endParaRPr lang="en-IL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1EF3A854-E86C-F986-AAA7-7A8E07994A44}"/>
              </a:ext>
            </a:extLst>
          </p:cNvPr>
          <p:cNvSpPr txBox="1">
            <a:spLocks/>
          </p:cNvSpPr>
          <p:nvPr/>
        </p:nvSpPr>
        <p:spPr>
          <a:xfrm>
            <a:off x="496945" y="1352306"/>
            <a:ext cx="11432955" cy="4680000"/>
          </a:xfrm>
          <a:prstGeom prst="rect">
            <a:avLst/>
          </a:prstGeom>
        </p:spPr>
        <p:txBody>
          <a:bodyPr vert="horz" lIns="9000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OPT Layout Design</a:t>
            </a:r>
            <a:r>
              <a:rPr lang="en-US" b="1">
                <a:cs typeface="Segoe UI Light"/>
              </a:rPr>
              <a:t> Considerations | </a:t>
            </a:r>
            <a:r>
              <a:rPr lang="en-US" b="1">
                <a:ea typeface="+mn-lt"/>
                <a:cs typeface="+mn-lt"/>
              </a:rPr>
              <a:t>Shlomy </a:t>
            </a:r>
            <a:r>
              <a:rPr lang="en-US" b="1" err="1">
                <a:ea typeface="+mn-lt"/>
                <a:cs typeface="+mn-lt"/>
              </a:rPr>
              <a:t>Zadka</a:t>
            </a:r>
            <a:r>
              <a:rPr lang="en-US" b="1">
                <a:cs typeface="Segoe UI Light"/>
              </a:rPr>
              <a:t> | 1.5 </a:t>
            </a:r>
            <a:r>
              <a:rPr lang="en-US" b="1">
                <a:solidFill>
                  <a:srgbClr val="00082E"/>
                </a:solidFill>
                <a:cs typeface="Segoe UI Light"/>
              </a:rPr>
              <a:t>Hour </a:t>
            </a:r>
            <a:r>
              <a:rPr lang="en-US" b="1">
                <a:cs typeface="Segoe UI Light"/>
              </a:rPr>
              <a:t>| </a:t>
            </a:r>
            <a:r>
              <a:rPr lang="en-US" b="1">
                <a:cs typeface="Segoe UI Light"/>
                <a:hlinkClick r:id="rId3"/>
              </a:rPr>
              <a:t>PPT</a:t>
            </a:r>
            <a:endParaRPr lang="en-US" b="1">
              <a:solidFill>
                <a:schemeClr val="tx1">
                  <a:lumMod val="49000"/>
                  <a:lumOff val="51000"/>
                </a:schemeClr>
              </a:solidFill>
              <a:cs typeface="Segoe UI Light"/>
              <a:hlinkClick r:id="rId3"/>
            </a:endParaRPr>
          </a:p>
          <a:p>
            <a:pPr>
              <a:buFont typeface="Arial,Sans-Serif"/>
            </a:pPr>
            <a:r>
              <a:rPr lang="en-US" sz="1800" b="1">
                <a:solidFill>
                  <a:srgbClr val="00082E"/>
                </a:solidFill>
                <a:ea typeface="+mn-lt"/>
                <a:cs typeface="+mn-lt"/>
              </a:rPr>
              <a:t>Introduction &amp; Layout Guidelines</a:t>
            </a: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: </a:t>
            </a:r>
            <a:endParaRPr lang="en-US">
              <a:solidFill>
                <a:srgbClr val="00082E"/>
              </a:solidFill>
              <a:ea typeface="+mn-lt"/>
              <a:cs typeface="+mn-lt"/>
            </a:endParaRPr>
          </a:p>
          <a:p>
            <a:pPr lvl="1"/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Overview of power optimizers </a:t>
            </a:r>
            <a:endParaRPr lang="en-US">
              <a:solidFill>
                <a:srgbClr val="00082E"/>
              </a:solidFill>
              <a:ea typeface="+mn-lt"/>
              <a:cs typeface="+mn-lt"/>
            </a:endParaRPr>
          </a:p>
          <a:p>
            <a:pPr lvl="1"/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Key layout considerations to ensure performance and reliability</a:t>
            </a:r>
            <a:endParaRPr lang="en-US">
              <a:solidFill>
                <a:srgbClr val="00082E"/>
              </a:solidFill>
              <a:ea typeface="+mn-lt"/>
              <a:cs typeface="+mn-lt"/>
            </a:endParaRPr>
          </a:p>
          <a:p>
            <a:pPr>
              <a:buFont typeface="Arial,Sans-Serif"/>
            </a:pPr>
            <a:r>
              <a:rPr lang="en-US" sz="1800" b="1">
                <a:solidFill>
                  <a:srgbClr val="00082E"/>
                </a:solidFill>
                <a:ea typeface="+mn-lt"/>
                <a:cs typeface="+mn-lt"/>
              </a:rPr>
              <a:t>Failure Modes &amp; Design Risks</a:t>
            </a: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: </a:t>
            </a:r>
            <a:endParaRPr lang="en-US">
              <a:solidFill>
                <a:srgbClr val="00082E"/>
              </a:solidFill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Real-world layout failure examples including 4-wire design issues, static planes</a:t>
            </a:r>
            <a:endParaRPr lang="en-US">
              <a:solidFill>
                <a:srgbClr val="00082E"/>
              </a:solidFill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Thermal plane challenges.</a:t>
            </a:r>
            <a:endParaRPr lang="en-US">
              <a:ea typeface="+mn-lt"/>
              <a:cs typeface="+mn-lt"/>
            </a:endParaRPr>
          </a:p>
          <a:p>
            <a:pPr>
              <a:buFont typeface="Arial,Sans-Serif"/>
            </a:pPr>
            <a:r>
              <a:rPr lang="en-US" sz="1800" b="1">
                <a:solidFill>
                  <a:srgbClr val="00082E"/>
                </a:solidFill>
                <a:ea typeface="+mn-lt"/>
                <a:cs typeface="+mn-lt"/>
              </a:rPr>
              <a:t>DFM &amp; Production Readiness</a:t>
            </a: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: </a:t>
            </a:r>
            <a:endParaRPr lang="en-US">
              <a:solidFill>
                <a:srgbClr val="00082E"/>
              </a:solidFill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Covers Design for Manufacturing (DFM) aspects like AAC/ATE and operational event handling</a:t>
            </a:r>
            <a:endParaRPr lang="en-US">
              <a:ea typeface="+mn-lt"/>
              <a:cs typeface="+mn-lt"/>
            </a:endParaRPr>
          </a:p>
          <a:p>
            <a:pPr>
              <a:buFont typeface="Arial,Sans-Serif"/>
            </a:pPr>
            <a:r>
              <a:rPr lang="en-US" sz="1800" b="1">
                <a:solidFill>
                  <a:srgbClr val="00082E"/>
                </a:solidFill>
                <a:ea typeface="+mn-lt"/>
                <a:cs typeface="+mn-lt"/>
              </a:rPr>
              <a:t>Noise &amp; Signal Integrity</a:t>
            </a: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: </a:t>
            </a:r>
            <a:endParaRPr lang="en-US">
              <a:solidFill>
                <a:srgbClr val="00082E"/>
              </a:solidFill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1800">
                <a:solidFill>
                  <a:srgbClr val="00082E"/>
                </a:solidFill>
                <a:ea typeface="+mn-lt"/>
                <a:cs typeface="+mn-lt"/>
              </a:rPr>
              <a:t>Noise sources and mitigation strategies in layout to maintain signal quality</a:t>
            </a:r>
            <a:endParaRPr lang="en-US">
              <a:ea typeface="+mn-lt"/>
              <a:cs typeface="+mn-lt"/>
            </a:endParaRPr>
          </a:p>
          <a:p>
            <a:pPr>
              <a:buFont typeface="Arial,Sans-Serif"/>
            </a:pPr>
            <a:endParaRPr lang="en-US" sz="1800">
              <a:solidFill>
                <a:srgbClr val="00082E"/>
              </a:solidFill>
              <a:latin typeface="Segoe UI Light"/>
              <a:ea typeface="+mn-lt"/>
              <a:cs typeface="+mn-lt"/>
            </a:endParaRPr>
          </a:p>
          <a:p>
            <a:pPr>
              <a:buFont typeface="Arial,Sans-Serif"/>
            </a:pPr>
            <a:endParaRPr lang="en-US" sz="1800">
              <a:solidFill>
                <a:srgbClr val="00082E"/>
              </a:solidFill>
            </a:endParaRPr>
          </a:p>
          <a:p>
            <a:pPr>
              <a:buFont typeface="Arial,Sans-Serif"/>
            </a:pPr>
            <a:endParaRPr lang="en-US" sz="1800">
              <a:solidFill>
                <a:srgbClr val="00082E"/>
              </a:solidFill>
              <a:ea typeface="+mn-lt"/>
              <a:cs typeface="+mn-lt"/>
            </a:endParaRPr>
          </a:p>
          <a:p>
            <a:pPr marL="0" indent="0">
              <a:buNone/>
            </a:pPr>
            <a:endParaRPr lang="en-US" sz="1800">
              <a:solidFill>
                <a:srgbClr val="00082E"/>
              </a:solidFill>
              <a:ea typeface="+mn-lt"/>
              <a:cs typeface="+mn-lt"/>
            </a:endParaRPr>
          </a:p>
          <a:p>
            <a:pPr>
              <a:buFont typeface="Arial,Sans-Serif"/>
            </a:pPr>
            <a:endParaRPr lang="en-US" sz="1800">
              <a:solidFill>
                <a:srgbClr val="00082E"/>
              </a:solidFill>
            </a:endParaRPr>
          </a:p>
          <a:p>
            <a:pPr>
              <a:buFont typeface="Arial,Sans-Serif"/>
            </a:pPr>
            <a:endParaRPr lang="en-US" sz="1800"/>
          </a:p>
          <a:p>
            <a:pPr>
              <a:buFont typeface="Arial,Sans-Serif"/>
            </a:pPr>
            <a:endParaRPr lang="en-US"/>
          </a:p>
          <a:p>
            <a:pPr marL="0" indent="0">
              <a:buFontTx/>
              <a:buNone/>
            </a:pPr>
            <a:endParaRPr lang="en-US">
              <a:solidFill>
                <a:srgbClr val="00082E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6059968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F5796-E8AC-73BD-2003-85A13D921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1F40D-20E8-EE70-240A-22A739DAD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Segoe UI Semibold"/>
              </a:rPr>
              <a:t>Syllabus Review (#16)  </a:t>
            </a:r>
            <a:endParaRPr lang="en-US">
              <a:solidFill>
                <a:srgbClr val="000000"/>
              </a:solidFill>
              <a:cs typeface="Segoe UI Semibold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784E2-0965-975E-1FFB-647BA90C0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24</a:t>
            </a:fld>
            <a:endParaRPr lang="en-IL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8CD3B66E-4252-33AE-ABA1-51F6357B8708}"/>
              </a:ext>
            </a:extLst>
          </p:cNvPr>
          <p:cNvSpPr txBox="1">
            <a:spLocks/>
          </p:cNvSpPr>
          <p:nvPr/>
        </p:nvSpPr>
        <p:spPr>
          <a:xfrm>
            <a:off x="496945" y="1352306"/>
            <a:ext cx="11432955" cy="4680000"/>
          </a:xfrm>
          <a:prstGeom prst="rect">
            <a:avLst/>
          </a:prstGeom>
        </p:spPr>
        <p:txBody>
          <a:bodyPr vert="horz" lIns="9000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PCB Design for Testing and FA</a:t>
            </a:r>
            <a:r>
              <a:rPr lang="en-US" b="1">
                <a:cs typeface="Segoe UI Light"/>
              </a:rPr>
              <a:t> | </a:t>
            </a:r>
            <a:r>
              <a:rPr lang="en-US" b="1">
                <a:ea typeface="+mn-lt"/>
                <a:cs typeface="+mn-lt"/>
              </a:rPr>
              <a:t>Yariv </a:t>
            </a:r>
            <a:r>
              <a:rPr lang="en-US" b="1" err="1">
                <a:ea typeface="+mn-lt"/>
                <a:cs typeface="+mn-lt"/>
              </a:rPr>
              <a:t>Shlivinski</a:t>
            </a:r>
            <a:r>
              <a:rPr lang="en-US" b="1">
                <a:cs typeface="Segoe UI Light"/>
              </a:rPr>
              <a:t> | 1.5 </a:t>
            </a:r>
            <a:r>
              <a:rPr lang="en-US" b="1">
                <a:solidFill>
                  <a:srgbClr val="00082E"/>
                </a:solidFill>
                <a:cs typeface="Segoe UI Light"/>
              </a:rPr>
              <a:t>Hour </a:t>
            </a:r>
            <a:r>
              <a:rPr lang="en-US" b="1">
                <a:cs typeface="Segoe UI Light"/>
              </a:rPr>
              <a:t>| </a:t>
            </a:r>
            <a:r>
              <a:rPr lang="en-US" b="1">
                <a:solidFill>
                  <a:schemeClr val="accent6">
                    <a:lumMod val="49000"/>
                    <a:lumOff val="51000"/>
                  </a:schemeClr>
                </a:solidFill>
                <a:cs typeface="Segoe UI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PPT</a:t>
            </a:r>
            <a:endParaRPr lang="en-US" b="1">
              <a:solidFill>
                <a:schemeClr val="accent6">
                  <a:lumMod val="49000"/>
                  <a:lumOff val="51000"/>
                </a:schemeClr>
              </a:solidFill>
              <a:cs typeface="Segoe UI Light"/>
            </a:endParaRPr>
          </a:p>
          <a:p>
            <a:pPr>
              <a:buFont typeface="Arial,Sans-Serif"/>
            </a:pPr>
            <a:r>
              <a:rPr lang="en-US" sz="1800" b="1">
                <a:ea typeface="+mn-lt"/>
                <a:cs typeface="+mn-lt"/>
              </a:rPr>
              <a:t>Design for Testability</a:t>
            </a:r>
            <a:r>
              <a:rPr lang="en-US" sz="1800">
                <a:ea typeface="+mn-lt"/>
                <a:cs typeface="+mn-lt"/>
              </a:rPr>
              <a:t>: </a:t>
            </a:r>
          </a:p>
          <a:p>
            <a:pPr lvl="1"/>
            <a:r>
              <a:rPr lang="en-US" sz="1800">
                <a:ea typeface="+mn-lt"/>
                <a:cs typeface="+mn-lt"/>
              </a:rPr>
              <a:t>Layout strategies that support efficient testing, including test point placement and signal accessibility</a:t>
            </a:r>
            <a:endParaRPr lang="en-US"/>
          </a:p>
          <a:p>
            <a:pPr>
              <a:buFont typeface="Arial,Sans-Serif"/>
            </a:pPr>
            <a:r>
              <a:rPr lang="en-US" sz="1800" b="1">
                <a:ea typeface="+mn-lt"/>
                <a:cs typeface="+mn-lt"/>
              </a:rPr>
              <a:t>Failure Analysis &amp; Mitigation</a:t>
            </a:r>
            <a:r>
              <a:rPr lang="en-US" sz="1800">
                <a:ea typeface="+mn-lt"/>
                <a:cs typeface="+mn-lt"/>
              </a:rPr>
              <a:t>: </a:t>
            </a:r>
            <a:endParaRPr lang="en-US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PCBs design for simplify root cause analysis and reduce the likelihood of recurring issues</a:t>
            </a:r>
            <a:endParaRPr lang="en-US">
              <a:ea typeface="+mn-lt"/>
              <a:cs typeface="+mn-lt"/>
            </a:endParaRPr>
          </a:p>
          <a:p>
            <a:pPr>
              <a:buFont typeface="Arial,Sans-Serif"/>
            </a:pPr>
            <a:r>
              <a:rPr lang="en-US" sz="1800" b="1">
                <a:ea typeface="+mn-lt"/>
                <a:cs typeface="+mn-lt"/>
              </a:rPr>
              <a:t>Lab Testing Readiness</a:t>
            </a:r>
            <a:r>
              <a:rPr lang="en-US" sz="1800">
                <a:ea typeface="+mn-lt"/>
                <a:cs typeface="+mn-lt"/>
              </a:rPr>
              <a:t>: </a:t>
            </a:r>
            <a:endParaRPr lang="en-US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Layout features that facilitate hands-on lab testing, such as probe-friendly zones and clear signal paths</a:t>
            </a:r>
            <a:endParaRPr lang="en-US">
              <a:ea typeface="+mn-lt"/>
              <a:cs typeface="+mn-lt"/>
            </a:endParaRPr>
          </a:p>
          <a:p>
            <a:pPr>
              <a:buFont typeface="Arial,Sans-Serif"/>
            </a:pPr>
            <a:r>
              <a:rPr lang="en-US" sz="1800" b="1">
                <a:ea typeface="+mn-lt"/>
                <a:cs typeface="+mn-lt"/>
              </a:rPr>
              <a:t>Integrated Design Approach</a:t>
            </a:r>
            <a:r>
              <a:rPr lang="en-US" sz="1800">
                <a:ea typeface="+mn-lt"/>
                <a:cs typeface="+mn-lt"/>
              </a:rPr>
              <a:t>: </a:t>
            </a:r>
            <a:endParaRPr lang="en-US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Encourages collaboration between design, validation, and FA teams to embed test and analysis capabilities from the start</a:t>
            </a:r>
            <a:endParaRPr lang="en-US">
              <a:ea typeface="+mn-lt"/>
              <a:cs typeface="+mn-lt"/>
            </a:endParaRPr>
          </a:p>
          <a:p>
            <a:pPr>
              <a:buFont typeface="Arial,Sans-Serif"/>
            </a:pPr>
            <a:endParaRPr lang="en-US" sz="1800">
              <a:ea typeface="+mn-lt"/>
              <a:cs typeface="+mn-lt"/>
            </a:endParaRPr>
          </a:p>
          <a:p>
            <a:pPr>
              <a:buFont typeface="Arial,Sans-Serif"/>
            </a:pPr>
            <a:endParaRPr lang="en-US" sz="1800">
              <a:ea typeface="+mn-lt"/>
              <a:cs typeface="+mn-lt"/>
            </a:endParaRPr>
          </a:p>
          <a:p>
            <a:pPr>
              <a:buFont typeface="Arial,Sans-Serif"/>
            </a:pPr>
            <a:endParaRPr lang="en-US" sz="1800">
              <a:solidFill>
                <a:srgbClr val="00082E"/>
              </a:solidFill>
              <a:latin typeface="Segoe UI Light"/>
              <a:ea typeface="+mn-lt"/>
              <a:cs typeface="+mn-lt"/>
            </a:endParaRPr>
          </a:p>
          <a:p>
            <a:pPr>
              <a:buFont typeface="Arial,Sans-Serif"/>
            </a:pPr>
            <a:endParaRPr lang="en-US" sz="1800">
              <a:solidFill>
                <a:srgbClr val="00082E"/>
              </a:solidFill>
            </a:endParaRPr>
          </a:p>
          <a:p>
            <a:pPr>
              <a:buFont typeface="Arial,Sans-Serif"/>
            </a:pPr>
            <a:endParaRPr lang="en-US" sz="1800">
              <a:solidFill>
                <a:srgbClr val="00082E"/>
              </a:solidFill>
              <a:ea typeface="+mn-lt"/>
              <a:cs typeface="+mn-lt"/>
            </a:endParaRPr>
          </a:p>
          <a:p>
            <a:pPr marL="0" indent="0">
              <a:buNone/>
            </a:pPr>
            <a:endParaRPr lang="en-US" sz="1800">
              <a:solidFill>
                <a:srgbClr val="00082E"/>
              </a:solidFill>
              <a:ea typeface="+mn-lt"/>
              <a:cs typeface="+mn-lt"/>
            </a:endParaRPr>
          </a:p>
          <a:p>
            <a:pPr>
              <a:buFont typeface="Arial,Sans-Serif"/>
            </a:pPr>
            <a:endParaRPr lang="en-US" sz="1800">
              <a:solidFill>
                <a:srgbClr val="00082E"/>
              </a:solidFill>
            </a:endParaRPr>
          </a:p>
          <a:p>
            <a:pPr>
              <a:buFont typeface="Arial,Sans-Serif"/>
            </a:pPr>
            <a:endParaRPr lang="en-US" sz="1800"/>
          </a:p>
          <a:p>
            <a:pPr>
              <a:buFont typeface="Arial,Sans-Serif"/>
            </a:pPr>
            <a:endParaRPr lang="en-US"/>
          </a:p>
          <a:p>
            <a:pPr marL="0" indent="0">
              <a:buFontTx/>
              <a:buNone/>
            </a:pPr>
            <a:endParaRPr lang="en-US">
              <a:solidFill>
                <a:srgbClr val="00082E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34287715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CF5CB-E0BB-093A-6338-3C6ABF61C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6C7A5-1527-69F6-7700-2A506EB73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Segoe UI Semibold"/>
              </a:rPr>
              <a:t>Syllabus Review (#17)  </a:t>
            </a:r>
            <a:endParaRPr lang="en-US">
              <a:solidFill>
                <a:srgbClr val="000000"/>
              </a:solidFill>
              <a:cs typeface="Segoe UI Semibold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A04FB-5E75-E2E8-334A-B6AACA668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25</a:t>
            </a:fld>
            <a:endParaRPr lang="en-IL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7826BEA-D470-883A-7F4B-5B9547A4B249}"/>
              </a:ext>
            </a:extLst>
          </p:cNvPr>
          <p:cNvSpPr txBox="1">
            <a:spLocks/>
          </p:cNvSpPr>
          <p:nvPr/>
        </p:nvSpPr>
        <p:spPr>
          <a:xfrm>
            <a:off x="520193" y="1349723"/>
            <a:ext cx="11432955" cy="4680000"/>
          </a:xfrm>
          <a:prstGeom prst="rect">
            <a:avLst/>
          </a:prstGeom>
        </p:spPr>
        <p:txBody>
          <a:bodyPr vert="horz" lIns="9000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b="1">
                <a:solidFill>
                  <a:schemeClr val="tx1"/>
                </a:solidFill>
                <a:ea typeface="+mn-lt"/>
                <a:cs typeface="+mn-lt"/>
              </a:rPr>
              <a:t>ATE Requirements &amp; Considerations </a:t>
            </a:r>
            <a:r>
              <a:rPr lang="en-US" b="1">
                <a:solidFill>
                  <a:schemeClr val="tx1"/>
                </a:solidFill>
                <a:cs typeface="Segoe UI Light"/>
              </a:rPr>
              <a:t>| </a:t>
            </a:r>
            <a:r>
              <a:rPr lang="en-US" b="1">
                <a:solidFill>
                  <a:schemeClr val="tx1"/>
                </a:solidFill>
                <a:ea typeface="+mn-lt"/>
                <a:cs typeface="+mn-lt"/>
              </a:rPr>
              <a:t>Daniela Popescu </a:t>
            </a:r>
            <a:r>
              <a:rPr lang="en-US" b="1">
                <a:solidFill>
                  <a:schemeClr val="tx1"/>
                </a:solidFill>
                <a:cs typeface="Segoe UI Light"/>
              </a:rPr>
              <a:t>| 2 Hours | </a:t>
            </a:r>
            <a:r>
              <a:rPr lang="en-US" b="1">
                <a:solidFill>
                  <a:schemeClr val="bg1">
                    <a:lumMod val="76000"/>
                  </a:schemeClr>
                </a:solidFill>
                <a:cs typeface="Segoe UI Light"/>
              </a:rPr>
              <a:t>PPT in writing</a:t>
            </a:r>
            <a:endParaRPr lang="en-US">
              <a:solidFill>
                <a:schemeClr val="bg1">
                  <a:lumMod val="76000"/>
                </a:schemeClr>
              </a:solidFill>
              <a:cs typeface="Segoe UI Light"/>
            </a:endParaRPr>
          </a:p>
          <a:p>
            <a:pPr>
              <a:buFont typeface="Arial,Sans-Serif"/>
            </a:pPr>
            <a:r>
              <a:rPr lang="en-US" sz="1800" b="1">
                <a:ea typeface="+mn-lt"/>
                <a:cs typeface="+mn-lt"/>
              </a:rPr>
              <a:t>Introduction to ATE</a:t>
            </a:r>
            <a:endParaRPr lang="en-US" sz="1800">
              <a:ea typeface="+mn-lt"/>
              <a:cs typeface="+mn-lt"/>
            </a:endParaRPr>
          </a:p>
          <a:p>
            <a:pPr lvl="1"/>
            <a:r>
              <a:rPr lang="en-US" sz="1800">
                <a:ea typeface="+mn-lt"/>
                <a:cs typeface="+mn-lt"/>
              </a:rPr>
              <a:t>An overview of the ATE group’s structure and role in testing electronic boards at the end of production</a:t>
            </a:r>
          </a:p>
          <a:p>
            <a:pPr>
              <a:buFont typeface="Arial,Sans-Serif"/>
            </a:pPr>
            <a:r>
              <a:rPr lang="en-US" sz="1800" b="1">
                <a:ea typeface="+mn-lt"/>
                <a:cs typeface="+mn-lt"/>
              </a:rPr>
              <a:t>Types of Testers &amp; Design Needs</a:t>
            </a:r>
            <a:endParaRPr lang="en-US" sz="1800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Explains ICT vs. ATE testers, what each is used for, and what design files (DSN) must include to support testing</a:t>
            </a:r>
          </a:p>
          <a:p>
            <a:pPr>
              <a:buFont typeface="Arial,Sans-Serif"/>
            </a:pPr>
            <a:r>
              <a:rPr lang="en-US" sz="1800" b="1">
                <a:ea typeface="+mn-lt"/>
                <a:cs typeface="+mn-lt"/>
              </a:rPr>
              <a:t>Layout &amp; Testing Guidelines</a:t>
            </a:r>
            <a:endParaRPr lang="en-US" sz="1800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Covers how to design the PCB layout to support testing, including test point placement and spacing rules</a:t>
            </a:r>
          </a:p>
          <a:p>
            <a:pPr>
              <a:buFont typeface="Arial,Sans-Serif"/>
            </a:pPr>
            <a:r>
              <a:rPr lang="en-US" sz="1800" b="1">
                <a:ea typeface="+mn-lt"/>
                <a:cs typeface="+mn-lt"/>
              </a:rPr>
              <a:t>From Test Setup to PCB Approval</a:t>
            </a:r>
            <a:endParaRPr lang="en-US" sz="1800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Describes the physical test setup (pin bed) and the checklist for approving a PCB for production testing</a:t>
            </a:r>
            <a:endParaRPr lang="en-US">
              <a:ea typeface="+mn-lt"/>
              <a:cs typeface="+mn-lt"/>
            </a:endParaRPr>
          </a:p>
          <a:p>
            <a:pPr>
              <a:buFont typeface="Arial,Sans-Serif"/>
            </a:pPr>
            <a:endParaRPr lang="en-US" sz="1800">
              <a:ea typeface="+mn-lt"/>
              <a:cs typeface="+mn-lt"/>
            </a:endParaRPr>
          </a:p>
          <a:p>
            <a:pPr>
              <a:buFont typeface="Arial,Sans-Serif"/>
            </a:pPr>
            <a:endParaRPr lang="en-US" sz="1800">
              <a:ea typeface="+mn-lt"/>
              <a:cs typeface="+mn-lt"/>
            </a:endParaRPr>
          </a:p>
          <a:p>
            <a:pPr>
              <a:buFont typeface="Arial,Sans-Serif"/>
            </a:pPr>
            <a:endParaRPr lang="en-US" sz="1800">
              <a:solidFill>
                <a:srgbClr val="00082E"/>
              </a:solidFill>
              <a:latin typeface="Segoe UI Light"/>
              <a:ea typeface="+mn-lt"/>
              <a:cs typeface="+mn-lt"/>
            </a:endParaRPr>
          </a:p>
          <a:p>
            <a:pPr>
              <a:buFont typeface="Arial,Sans-Serif"/>
            </a:pPr>
            <a:endParaRPr lang="en-US" sz="1800">
              <a:solidFill>
                <a:srgbClr val="00082E"/>
              </a:solidFill>
            </a:endParaRPr>
          </a:p>
          <a:p>
            <a:pPr>
              <a:buFont typeface="Arial,Sans-Serif"/>
            </a:pPr>
            <a:endParaRPr lang="en-US" sz="1800">
              <a:solidFill>
                <a:srgbClr val="00082E"/>
              </a:solidFill>
              <a:ea typeface="+mn-lt"/>
              <a:cs typeface="+mn-lt"/>
            </a:endParaRPr>
          </a:p>
          <a:p>
            <a:pPr marL="0" indent="0">
              <a:buNone/>
            </a:pPr>
            <a:endParaRPr lang="en-US" sz="1800">
              <a:solidFill>
                <a:srgbClr val="00082E"/>
              </a:solidFill>
              <a:ea typeface="+mn-lt"/>
              <a:cs typeface="+mn-lt"/>
            </a:endParaRPr>
          </a:p>
          <a:p>
            <a:pPr>
              <a:buFont typeface="Arial,Sans-Serif"/>
            </a:pPr>
            <a:endParaRPr lang="en-US" sz="1800">
              <a:solidFill>
                <a:srgbClr val="00082E"/>
              </a:solidFill>
            </a:endParaRPr>
          </a:p>
          <a:p>
            <a:pPr>
              <a:buFont typeface="Arial,Sans-Serif"/>
            </a:pPr>
            <a:endParaRPr lang="en-US" sz="1800"/>
          </a:p>
          <a:p>
            <a:pPr>
              <a:buFont typeface="Arial,Sans-Serif"/>
            </a:pPr>
            <a:endParaRPr lang="en-US"/>
          </a:p>
          <a:p>
            <a:pPr marL="0" indent="0">
              <a:buFontTx/>
              <a:buNone/>
            </a:pPr>
            <a:endParaRPr lang="en-US">
              <a:solidFill>
                <a:srgbClr val="00082E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32087575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FFD52-B31C-9C94-A237-A8D363EB5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4F20A-8478-2FA9-5EC7-F1A03FE45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Segoe UI Semibold"/>
              </a:rPr>
              <a:t>Syllabus Review (#18)  </a:t>
            </a:r>
            <a:endParaRPr lang="en-US">
              <a:solidFill>
                <a:srgbClr val="000000"/>
              </a:solidFill>
              <a:cs typeface="Segoe UI Semibold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953F9-1BB8-BB44-1D5C-834585747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26</a:t>
            </a:fld>
            <a:endParaRPr lang="en-IL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3F5DEC62-1046-AA19-CB48-589DC2F90FBB}"/>
              </a:ext>
            </a:extLst>
          </p:cNvPr>
          <p:cNvSpPr txBox="1">
            <a:spLocks/>
          </p:cNvSpPr>
          <p:nvPr/>
        </p:nvSpPr>
        <p:spPr>
          <a:xfrm>
            <a:off x="496945" y="1352306"/>
            <a:ext cx="11432955" cy="4680000"/>
          </a:xfrm>
          <a:prstGeom prst="rect">
            <a:avLst/>
          </a:prstGeom>
        </p:spPr>
        <p:txBody>
          <a:bodyPr vert="horz" lIns="9000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cs typeface="Segoe UI Light"/>
              </a:rPr>
              <a:t>Layout Tools | 2 </a:t>
            </a:r>
            <a:r>
              <a:rPr lang="en-US" b="1">
                <a:solidFill>
                  <a:srgbClr val="00082E"/>
                </a:solidFill>
                <a:cs typeface="Segoe UI Light"/>
              </a:rPr>
              <a:t>Hours | </a:t>
            </a:r>
            <a:r>
              <a:rPr lang="en-US">
                <a:solidFill>
                  <a:schemeClr val="bg1">
                    <a:lumMod val="76000"/>
                  </a:schemeClr>
                </a:solidFill>
                <a:cs typeface="Segoe UI Light"/>
              </a:rPr>
              <a:t>Not final</a:t>
            </a:r>
          </a:p>
          <a:p>
            <a:pPr lvl="1"/>
            <a:r>
              <a:rPr lang="en-US" b="1">
                <a:ea typeface="+mn-lt"/>
                <a:cs typeface="+mn-lt"/>
              </a:rPr>
              <a:t>Clearance creepage -  Erez </a:t>
            </a:r>
            <a:r>
              <a:rPr lang="en-US" b="1" err="1">
                <a:ea typeface="+mn-lt"/>
                <a:cs typeface="+mn-lt"/>
              </a:rPr>
              <a:t>Gershgoren</a:t>
            </a:r>
            <a:r>
              <a:rPr lang="en-US" b="1">
                <a:ea typeface="+mn-lt"/>
                <a:cs typeface="+mn-lt"/>
              </a:rPr>
              <a:t> </a:t>
            </a:r>
          </a:p>
          <a:p>
            <a:pPr lvl="1"/>
            <a:r>
              <a:rPr lang="en-US" b="1">
                <a:ea typeface="+mn-lt"/>
                <a:cs typeface="+mn-lt"/>
              </a:rPr>
              <a:t>Editing tools - Yevgeni Zemlinsky and more</a:t>
            </a:r>
            <a:endParaRPr lang="en-US"/>
          </a:p>
          <a:p>
            <a:pPr lvl="1"/>
            <a:r>
              <a:rPr lang="en-US" b="1">
                <a:ea typeface="+mn-lt"/>
                <a:cs typeface="+mn-lt"/>
              </a:rPr>
              <a:t>AI Tools - Yevgeni Zemlinsky</a:t>
            </a:r>
            <a:endParaRPr lang="en-US"/>
          </a:p>
          <a:p>
            <a:pPr>
              <a:buFont typeface="Arial"/>
            </a:pPr>
            <a:r>
              <a:rPr lang="en-US" b="1">
                <a:ea typeface="+mn-lt"/>
                <a:cs typeface="+mn-lt"/>
              </a:rPr>
              <a:t>Overview</a:t>
            </a:r>
            <a:r>
              <a:rPr lang="en-US">
                <a:ea typeface="+mn-lt"/>
                <a:cs typeface="+mn-lt"/>
              </a:rPr>
              <a:t>:</a:t>
            </a:r>
            <a:endParaRPr lang="en-US">
              <a:ea typeface="+mn-lt"/>
            </a:endParaRPr>
          </a:p>
          <a:p>
            <a:pPr lvl="1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Introduction to the purpose and scope of the tools</a:t>
            </a:r>
            <a:endParaRPr lang="en-US">
              <a:solidFill>
                <a:srgbClr val="00082E"/>
              </a:solidFill>
              <a:ea typeface="+mn-lt"/>
            </a:endParaRPr>
          </a:p>
          <a:p>
            <a:pPr>
              <a:buFont typeface="Arial"/>
            </a:pPr>
            <a:r>
              <a:rPr lang="en-US" b="1">
                <a:ea typeface="+mn-lt"/>
                <a:cs typeface="+mn-lt"/>
              </a:rPr>
              <a:t>Present Tool</a:t>
            </a:r>
            <a:r>
              <a:rPr lang="en-US">
                <a:ea typeface="+mn-lt"/>
                <a:cs typeface="+mn-lt"/>
              </a:rPr>
              <a:t>: </a:t>
            </a:r>
            <a:endParaRPr lang="en-US">
              <a:ea typeface="+mn-lt"/>
            </a:endParaRPr>
          </a:p>
          <a:p>
            <a:pPr lvl="1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Detailed walkthrough of the main editing tool being used, including key features and interface</a:t>
            </a:r>
            <a:endParaRPr lang="en-US"/>
          </a:p>
          <a:p>
            <a:pPr>
              <a:buFont typeface="Arial"/>
            </a:pPr>
            <a:r>
              <a:rPr lang="en-US" b="1">
                <a:ea typeface="+mn-lt"/>
                <a:cs typeface="+mn-lt"/>
              </a:rPr>
              <a:t>Practice</a:t>
            </a:r>
            <a:r>
              <a:rPr lang="en-US">
                <a:ea typeface="+mn-lt"/>
                <a:cs typeface="+mn-lt"/>
              </a:rPr>
              <a:t>:</a:t>
            </a:r>
            <a:endParaRPr lang="en-US">
              <a:ea typeface="+mn-lt"/>
            </a:endParaRPr>
          </a:p>
          <a:p>
            <a:pPr lvl="1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 Hands-on session or guided exercises to apply the tool in real scenarios</a:t>
            </a:r>
            <a:endParaRPr lang="en-US"/>
          </a:p>
          <a:p>
            <a:pPr marL="0" indent="0">
              <a:buNone/>
            </a:pPr>
            <a:endParaRPr lang="en-US" b="1">
              <a:cs typeface="+mn-lt"/>
            </a:endParaRPr>
          </a:p>
          <a:p>
            <a:pPr>
              <a:buFont typeface="Arial"/>
            </a:pPr>
            <a:endParaRPr lang="en-US" sz="1800">
              <a:solidFill>
                <a:srgbClr val="00082E"/>
              </a:solidFill>
              <a:latin typeface="Segoe UI Light"/>
              <a:ea typeface="+mn-lt"/>
              <a:cs typeface="+mn-lt"/>
            </a:endParaRPr>
          </a:p>
          <a:p>
            <a:pPr>
              <a:buFont typeface="Arial"/>
            </a:pPr>
            <a:endParaRPr lang="en-US" sz="1800">
              <a:solidFill>
                <a:srgbClr val="00082E"/>
              </a:solidFill>
            </a:endParaRPr>
          </a:p>
          <a:p>
            <a:pPr>
              <a:buFont typeface="Arial"/>
            </a:pPr>
            <a:endParaRPr lang="en-US" sz="1800">
              <a:solidFill>
                <a:srgbClr val="00082E"/>
              </a:solidFill>
              <a:ea typeface="+mn-lt"/>
            </a:endParaRPr>
          </a:p>
          <a:p>
            <a:pPr>
              <a:buFont typeface="Arial"/>
              <a:buChar char="•"/>
            </a:pPr>
            <a:endParaRPr lang="en-US" sz="1800">
              <a:solidFill>
                <a:srgbClr val="00082E"/>
              </a:solidFill>
              <a:ea typeface="+mn-lt"/>
            </a:endParaRPr>
          </a:p>
          <a:p>
            <a:pPr>
              <a:buFont typeface="Arial"/>
              <a:buChar char="•"/>
            </a:pPr>
            <a:endParaRPr lang="en-US" sz="1800">
              <a:solidFill>
                <a:srgbClr val="00082E"/>
              </a:solidFill>
            </a:endParaRPr>
          </a:p>
          <a:p>
            <a:pPr>
              <a:buFont typeface="Arial"/>
              <a:buChar char="•"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>
              <a:buFont typeface="Arial"/>
              <a:buChar char="•"/>
            </a:pPr>
            <a:endParaRPr lang="en-US" sz="1800">
              <a:solidFill>
                <a:srgbClr val="00082E"/>
              </a:solidFill>
            </a:endParaRPr>
          </a:p>
          <a:p>
            <a:pPr>
              <a:buFont typeface="Arial"/>
              <a:buChar char="•"/>
            </a:pPr>
            <a:endParaRPr lang="en-US" sz="1800">
              <a:solidFill>
                <a:srgbClr val="00082E"/>
              </a:solidFill>
            </a:endParaRPr>
          </a:p>
          <a:p>
            <a:pPr>
              <a:buFont typeface="Arial"/>
              <a:buChar char="•"/>
            </a:pPr>
            <a:endParaRPr lang="en-US">
              <a:solidFill>
                <a:srgbClr val="00082E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00082E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2797873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71125-12A4-E5F4-AB02-F706DA965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E8A31-7F9F-24DF-43BA-B8F68D702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Segoe UI Semibold"/>
              </a:rPr>
              <a:t>Syllabus Review (#19)  </a:t>
            </a:r>
            <a:endParaRPr lang="en-US">
              <a:solidFill>
                <a:srgbClr val="000000"/>
              </a:solidFill>
              <a:cs typeface="Segoe UI Semibold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E0893-9464-E3D4-9BE5-538662C30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27</a:t>
            </a:fld>
            <a:endParaRPr lang="en-IL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0B635A59-836A-C34A-34FA-BFF24E5F32B4}"/>
              </a:ext>
            </a:extLst>
          </p:cNvPr>
          <p:cNvSpPr txBox="1">
            <a:spLocks/>
          </p:cNvSpPr>
          <p:nvPr/>
        </p:nvSpPr>
        <p:spPr>
          <a:xfrm>
            <a:off x="496945" y="1352306"/>
            <a:ext cx="11432955" cy="4680000"/>
          </a:xfrm>
          <a:prstGeom prst="rect">
            <a:avLst/>
          </a:prstGeom>
        </p:spPr>
        <p:txBody>
          <a:bodyPr vert="horz" lIns="9000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cs typeface="Segoe UI Light"/>
              </a:rPr>
              <a:t>Interactive Layout Workshop | Core Group + Layout Team | 12 </a:t>
            </a:r>
            <a:r>
              <a:rPr lang="en-US" b="1">
                <a:solidFill>
                  <a:srgbClr val="00082E"/>
                </a:solidFill>
                <a:cs typeface="Segoe UI Light"/>
              </a:rPr>
              <a:t>Hours  </a:t>
            </a:r>
            <a:endParaRPr lang="en-US" b="1">
              <a:solidFill>
                <a:schemeClr val="tx1">
                  <a:lumMod val="49000"/>
                  <a:lumOff val="51000"/>
                </a:schemeClr>
              </a:solidFill>
            </a:endParaRPr>
          </a:p>
          <a:p>
            <a:pPr>
              <a:buFont typeface="Arial"/>
            </a:pPr>
            <a:endParaRPr lang="en-US">
              <a:ea typeface="+mn-lt"/>
              <a:cs typeface="+mn-lt"/>
            </a:endParaRPr>
          </a:p>
          <a:p>
            <a:pPr>
              <a:buFont typeface="Arial"/>
            </a:pPr>
            <a:r>
              <a:rPr lang="en-US">
                <a:cs typeface="Segoe UI Light"/>
              </a:rPr>
              <a:t>An interactive workshop, where participations will practice stages from schema to layout</a:t>
            </a:r>
            <a:endParaRPr lang="en-US">
              <a:solidFill>
                <a:srgbClr val="000000"/>
              </a:solidFill>
              <a:cs typeface="Segoe UI Light"/>
            </a:endParaRPr>
          </a:p>
          <a:p>
            <a:pPr>
              <a:buFont typeface="Arial"/>
            </a:pPr>
            <a:r>
              <a:rPr lang="en-US">
                <a:cs typeface="Segoe UI Light"/>
              </a:rPr>
              <a:t>Working in small groups, </a:t>
            </a:r>
            <a:r>
              <a:rPr lang="en-US">
                <a:cs typeface="+mn-lt"/>
              </a:rPr>
              <a:t>escorted by senior\layout </a:t>
            </a:r>
            <a:endParaRPr lang="en-US">
              <a:solidFill>
                <a:srgbClr val="000000"/>
              </a:solidFill>
              <a:cs typeface="+mn-lt"/>
            </a:endParaRPr>
          </a:p>
          <a:p>
            <a:pPr>
              <a:buFont typeface="Arial"/>
            </a:pPr>
            <a:r>
              <a:rPr lang="en-US">
                <a:cs typeface="+mn-lt"/>
              </a:rPr>
              <a:t>End-of course summary</a:t>
            </a:r>
          </a:p>
          <a:p>
            <a:pPr>
              <a:buFont typeface="Arial"/>
            </a:pPr>
            <a:r>
              <a:rPr lang="en-US">
                <a:cs typeface="+mn-lt"/>
              </a:rPr>
              <a:t>Mandatory participation</a:t>
            </a:r>
            <a:endParaRPr lang="en-US">
              <a:solidFill>
                <a:srgbClr val="000000"/>
              </a:solidFill>
              <a:cs typeface="+mn-lt"/>
            </a:endParaRPr>
          </a:p>
          <a:p>
            <a:pPr marL="0" indent="0">
              <a:buNone/>
            </a:pPr>
            <a:endParaRPr lang="en-US" b="1">
              <a:solidFill>
                <a:srgbClr val="00082E"/>
              </a:solidFill>
              <a:latin typeface="Segoe UI Light"/>
              <a:ea typeface="+mn-lt"/>
              <a:cs typeface="+mn-lt"/>
            </a:endParaRPr>
          </a:p>
          <a:p>
            <a:pPr>
              <a:buFont typeface="Arial"/>
            </a:pPr>
            <a:endParaRPr lang="en-US" sz="1800">
              <a:solidFill>
                <a:srgbClr val="00082E"/>
              </a:solidFill>
            </a:endParaRPr>
          </a:p>
          <a:p>
            <a:pPr>
              <a:buFont typeface="Arial"/>
            </a:pPr>
            <a:endParaRPr lang="en-US" sz="1800">
              <a:solidFill>
                <a:srgbClr val="00082E"/>
              </a:solidFill>
              <a:ea typeface="+mn-lt"/>
            </a:endParaRPr>
          </a:p>
          <a:p>
            <a:pPr>
              <a:buFont typeface="Arial"/>
              <a:buChar char="•"/>
            </a:pPr>
            <a:endParaRPr lang="en-US" sz="1800">
              <a:solidFill>
                <a:srgbClr val="00082E"/>
              </a:solidFill>
              <a:ea typeface="+mn-lt"/>
            </a:endParaRPr>
          </a:p>
          <a:p>
            <a:pPr>
              <a:buFont typeface="Arial"/>
              <a:buChar char="•"/>
            </a:pPr>
            <a:endParaRPr lang="en-US" sz="1800">
              <a:solidFill>
                <a:srgbClr val="00082E"/>
              </a:solidFill>
            </a:endParaRPr>
          </a:p>
          <a:p>
            <a:pPr>
              <a:buFont typeface="Arial"/>
              <a:buChar char="•"/>
            </a:pPr>
            <a:endParaRPr lang="en-US" sz="1800"/>
          </a:p>
          <a:p>
            <a:pPr>
              <a:buFont typeface="Arial"/>
              <a:buChar char="•"/>
            </a:pPr>
            <a:endParaRPr lang="en-US" sz="1800"/>
          </a:p>
          <a:p>
            <a:pPr marL="0" indent="0">
              <a:buNone/>
            </a:pPr>
            <a:endParaRPr lang="en-US" sz="1800">
              <a:solidFill>
                <a:srgbClr val="00082E"/>
              </a:solidFill>
            </a:endParaRPr>
          </a:p>
          <a:p>
            <a:pPr>
              <a:buFont typeface="Arial"/>
              <a:buChar char="•"/>
            </a:pPr>
            <a:endParaRPr lang="en-US" sz="1800">
              <a:solidFill>
                <a:srgbClr val="00082E"/>
              </a:solidFill>
            </a:endParaRPr>
          </a:p>
          <a:p>
            <a:pPr>
              <a:buFont typeface="Arial"/>
              <a:buChar char="•"/>
            </a:pPr>
            <a:endParaRPr lang="en-US" sz="1800">
              <a:solidFill>
                <a:srgbClr val="00082E"/>
              </a:solidFill>
            </a:endParaRPr>
          </a:p>
          <a:p>
            <a:pPr>
              <a:buFont typeface="Arial"/>
              <a:buChar char="•"/>
            </a:pPr>
            <a:endParaRPr lang="en-US">
              <a:solidFill>
                <a:srgbClr val="00082E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00082E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27741668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4F295-B238-8D44-6999-4188CF7D0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Segoe UI Semibold"/>
              </a:rPr>
              <a:t>Course Structure</a:t>
            </a:r>
            <a:endParaRPr lang="en-US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6D940-16B0-B580-65A7-EA721B55A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37" y="1484732"/>
            <a:ext cx="8577825" cy="4680000"/>
          </a:xfrm>
        </p:spPr>
        <p:txBody>
          <a:bodyPr vert="horz" lIns="9000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b="1">
              <a:ea typeface="+mn-lt"/>
              <a:cs typeface="+mn-lt"/>
            </a:endParaRPr>
          </a:p>
          <a:p>
            <a:pPr marL="0" indent="0">
              <a:buNone/>
            </a:pPr>
            <a:endParaRPr lang="en-US" b="1">
              <a:cs typeface="Segoe UI Light"/>
            </a:endParaRPr>
          </a:p>
          <a:p>
            <a:pPr marL="0" indent="0">
              <a:buNone/>
            </a:pPr>
            <a:endParaRPr lang="en-US" b="1">
              <a:cs typeface="Segoe UI Light"/>
            </a:endParaRPr>
          </a:p>
          <a:p>
            <a:pPr marL="0" indent="0">
              <a:buNone/>
            </a:pPr>
            <a:endParaRPr lang="en-US" b="1">
              <a:cs typeface="Segoe UI Light"/>
            </a:endParaRPr>
          </a:p>
          <a:p>
            <a:pPr marL="0" indent="0">
              <a:buNone/>
            </a:pPr>
            <a:endParaRPr lang="en-US" b="1">
              <a:cs typeface="Segoe UI Light"/>
            </a:endParaRPr>
          </a:p>
          <a:p>
            <a:pPr marL="0" indent="0">
              <a:buNone/>
            </a:pPr>
            <a:r>
              <a:rPr lang="en-US" b="1">
                <a:cs typeface="Segoe UI Light"/>
              </a:rPr>
              <a:t>Format:</a:t>
            </a:r>
            <a:endParaRPr lang="en-US"/>
          </a:p>
          <a:p>
            <a:r>
              <a:rPr lang="en-US">
                <a:solidFill>
                  <a:srgbClr val="000000"/>
                </a:solidFill>
                <a:cs typeface="Segoe UI Light"/>
              </a:rPr>
              <a:t>~55 Hours</a:t>
            </a:r>
          </a:p>
          <a:p>
            <a:r>
              <a:rPr lang="en-US">
                <a:solidFill>
                  <a:srgbClr val="000000"/>
                </a:solidFill>
                <a:cs typeface="Segoe UI Light"/>
              </a:rPr>
              <a:t>Schedule: 2 half days x 11 weeks   </a:t>
            </a:r>
          </a:p>
          <a:p>
            <a:r>
              <a:rPr lang="en-US">
                <a:cs typeface="Segoe UI Light"/>
              </a:rPr>
              <a:t>F2F meetings (Herzliya)</a:t>
            </a:r>
            <a:endParaRPr lang="en-US"/>
          </a:p>
          <a:p>
            <a:r>
              <a:rPr lang="en-US">
                <a:cs typeface="Segoe UI Light"/>
              </a:rPr>
              <a:t>Mandatory attendance</a:t>
            </a:r>
            <a:endParaRPr lang="en-US"/>
          </a:p>
          <a:p>
            <a:r>
              <a:rPr lang="en-US">
                <a:cs typeface="Segoe UI Light"/>
              </a:rPr>
              <a:t>Course materials (Teams learning hub, recordings, links &amp; files)</a:t>
            </a:r>
            <a:endParaRPr lang="en-US"/>
          </a:p>
          <a:p>
            <a:r>
              <a:rPr lang="en-US">
                <a:cs typeface="Segoe UI Light"/>
              </a:rPr>
              <a:t>Constant feedback (questioners &amp; core group rep.)</a:t>
            </a:r>
            <a:endParaRPr lang="en-US">
              <a:ea typeface="+mn-lt"/>
              <a:cs typeface="+mn-lt"/>
            </a:endParaRPr>
          </a:p>
          <a:p>
            <a:endParaRPr lang="en-US" b="1">
              <a:ea typeface="+mn-lt"/>
              <a:cs typeface="+mn-lt"/>
            </a:endParaRP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>
              <a:solidFill>
                <a:srgbClr val="000000"/>
              </a:solidFill>
              <a:cs typeface="Segoe UI Ligh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DFEB5-1FFE-7058-D8DA-12AA08FA2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28</a:t>
            </a:fld>
            <a:endParaRPr lang="en-IL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9955B72-3854-74AE-753B-899F7BDD8B3B}"/>
              </a:ext>
            </a:extLst>
          </p:cNvPr>
          <p:cNvSpPr txBox="1">
            <a:spLocks/>
          </p:cNvSpPr>
          <p:nvPr/>
        </p:nvSpPr>
        <p:spPr>
          <a:xfrm>
            <a:off x="520548" y="1487281"/>
            <a:ext cx="6133075" cy="4680000"/>
          </a:xfrm>
          <a:prstGeom prst="rect">
            <a:avLst/>
          </a:prstGeom>
        </p:spPr>
        <p:txBody>
          <a:bodyPr vert="horz" lIns="9000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3"/>
              </a:buBlip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323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2"/>
                </a:solidFill>
                <a:latin typeface="+mn-lt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cs typeface="Segoe UI Light"/>
              </a:rPr>
              <a:t>Audience:</a:t>
            </a:r>
            <a:endParaRPr lang="en-US">
              <a:solidFill>
                <a:srgbClr val="000000"/>
              </a:solidFill>
            </a:endParaRPr>
          </a:p>
          <a:p>
            <a:pPr>
              <a:buFont typeface="Arial,Sans-Serif"/>
            </a:pPr>
            <a:r>
              <a:rPr lang="en-US">
                <a:solidFill>
                  <a:schemeClr val="tx1"/>
                </a:solidFill>
                <a:cs typeface="Segoe UI Light"/>
              </a:rPr>
              <a:t>20 Participants</a:t>
            </a:r>
            <a:endParaRPr lang="en-US">
              <a:solidFill>
                <a:schemeClr val="tx1"/>
              </a:solidFill>
            </a:endParaRPr>
          </a:p>
          <a:p>
            <a:pPr>
              <a:buFont typeface="Arial,Sans-Serif"/>
            </a:pPr>
            <a:r>
              <a:rPr lang="en-US">
                <a:cs typeface="Segoe UI Light"/>
              </a:rPr>
              <a:t>HW </a:t>
            </a:r>
            <a:r>
              <a:rPr lang="en-US" err="1">
                <a:cs typeface="Segoe UI Light"/>
              </a:rPr>
              <a:t>eng.</a:t>
            </a:r>
            <a:r>
              <a:rPr lang="en-US">
                <a:cs typeface="Segoe UI Light"/>
              </a:rPr>
              <a:t> + Layout team </a:t>
            </a:r>
            <a:endParaRPr lang="en-US">
              <a:solidFill>
                <a:srgbClr val="000000"/>
              </a:solidFill>
            </a:endParaRPr>
          </a:p>
          <a:p>
            <a:pPr>
              <a:buFont typeface="Arial,Sans-Serif"/>
            </a:pPr>
            <a:r>
              <a:rPr lang="en-US">
                <a:cs typeface="Segoe UI Light"/>
              </a:rPr>
              <a:t>All professional levels (junior to expert) + TLs</a:t>
            </a:r>
            <a:endParaRPr lang="en-US"/>
          </a:p>
          <a:p>
            <a:pPr marL="0" indent="0">
              <a:buFontTx/>
              <a:buNone/>
            </a:pPr>
            <a:endParaRPr lang="en-US">
              <a:solidFill>
                <a:srgbClr val="00082E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40851563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75"/>
</p:tagLst>
</file>

<file path=ppt/theme/theme1.xml><?xml version="1.0" encoding="utf-8"?>
<a:theme xmlns:a="http://schemas.openxmlformats.org/drawingml/2006/main" name="SolarEdge Theme">
  <a:themeElements>
    <a:clrScheme name="SolarEdge Theme">
      <a:dk1>
        <a:srgbClr val="000000"/>
      </a:dk1>
      <a:lt1>
        <a:srgbClr val="FFFFFF"/>
      </a:lt1>
      <a:dk2>
        <a:srgbClr val="00082E"/>
      </a:dk2>
      <a:lt2>
        <a:srgbClr val="F0F0F0"/>
      </a:lt2>
      <a:accent1>
        <a:srgbClr val="2E8FD6"/>
      </a:accent1>
      <a:accent2>
        <a:srgbClr val="78BAE6"/>
      </a:accent2>
      <a:accent3>
        <a:srgbClr val="A0D3AD"/>
      </a:accent3>
      <a:accent4>
        <a:srgbClr val="696969"/>
      </a:accent4>
      <a:accent5>
        <a:srgbClr val="FFCC7F"/>
      </a:accent5>
      <a:accent6>
        <a:srgbClr val="00082E"/>
      </a:accent6>
      <a:hlink>
        <a:srgbClr val="0432FF"/>
      </a:hlink>
      <a:folHlink>
        <a:srgbClr val="932092"/>
      </a:folHlink>
    </a:clrScheme>
    <a:fontScheme name="Segoe UI">
      <a:majorFont>
        <a:latin typeface="Segoe UI Semibold"/>
        <a:ea typeface=""/>
        <a:cs typeface="Segoe UI"/>
      </a:majorFont>
      <a:minorFont>
        <a:latin typeface="Segoe UI Light"/>
        <a:ea typeface=""/>
        <a:cs typeface="Segoe U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 Nov3" id="{7E9F8C1D-413D-6C47-A3B5-BF8F7C57BC88}" vid="{A65ECD5B-2103-0248-8CD1-E996A069D5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495CB41-BFA5-C944-97A4-EF83B88CB602}">
  <we:reference id="wa200001766" version="1.5.0.0" store="en-US" storeType="OMEX"/>
  <we:alternateReferences>
    <we:reference id="WA200001766" version="1.5.0.0" store="WA2000017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eb08019-584f-4cf3-9965-127f9e4e6dfc" xsi:nil="true"/>
    <lcf76f155ced4ddcb4097134ff3c332f xmlns="fcffac0d-b31a-4f0d-b252-4fe01ade461d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FBE424BC50B241B01C4D90EC99ADAD" ma:contentTypeVersion="10" ma:contentTypeDescription="Create a new document." ma:contentTypeScope="" ma:versionID="cc3be8e137e8851352925aa4dae4a3dd">
  <xsd:schema xmlns:xsd="http://www.w3.org/2001/XMLSchema" xmlns:xs="http://www.w3.org/2001/XMLSchema" xmlns:p="http://schemas.microsoft.com/office/2006/metadata/properties" xmlns:ns2="fcffac0d-b31a-4f0d-b252-4fe01ade461d" xmlns:ns3="4eb08019-584f-4cf3-9965-127f9e4e6dfc" targetNamespace="http://schemas.microsoft.com/office/2006/metadata/properties" ma:root="true" ma:fieldsID="12a39fd3f7346ff41051de33d69408f9" ns2:_="" ns3:_="">
    <xsd:import namespace="fcffac0d-b31a-4f0d-b252-4fe01ade461d"/>
    <xsd:import namespace="4eb08019-584f-4cf3-9965-127f9e4e6df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ffac0d-b31a-4f0d-b252-4fe01ade46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e211368-18e4-4c8f-90a1-ddf75dec7ae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b08019-584f-4cf3-9965-127f9e4e6df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a008302-c642-4659-bd18-5be9fd68b0b1}" ma:internalName="TaxCatchAll" ma:showField="CatchAllData" ma:web="4eb08019-584f-4cf3-9965-127f9e4e6d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88C3670-2B18-4E30-890F-22F11E5C1F20}">
  <ds:schemaRefs>
    <ds:schemaRef ds:uri="http://schemas.microsoft.com/office/2006/documentManagement/types"/>
    <ds:schemaRef ds:uri="http://schemas.microsoft.com/office/infopath/2007/PartnerControls"/>
    <ds:schemaRef ds:uri="4eb08019-584f-4cf3-9965-127f9e4e6dfc"/>
    <ds:schemaRef ds:uri="http://purl.org/dc/elements/1.1/"/>
    <ds:schemaRef ds:uri="http://purl.org/dc/dcmitype/"/>
    <ds:schemaRef ds:uri="http://schemas.openxmlformats.org/package/2006/metadata/core-properties"/>
    <ds:schemaRef ds:uri="http://purl.org/dc/terms/"/>
    <ds:schemaRef ds:uri="fcffac0d-b31a-4f0d-b252-4fe01ade461d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50F5168-737B-41C8-B2B5-C2863C0AD8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cffac0d-b31a-4f0d-b252-4fe01ade461d"/>
    <ds:schemaRef ds:uri="4eb08019-584f-4cf3-9965-127f9e4e6df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C33F3EE-55BC-4BBB-9C7D-85575923FDF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b37c808-6ca7-40eb-8746-85795efcbd36}" enabled="0" method="" siteId="{fb37c808-6ca7-40eb-8746-85795efcbd3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SolarEdge Repository 2024</Template>
  <TotalTime>20</TotalTime>
  <Words>2328</Words>
  <Application>Microsoft Office PowerPoint</Application>
  <PresentationFormat>Widescreen</PresentationFormat>
  <Paragraphs>480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9" baseType="lpstr">
      <vt:lpstr>Aptos</vt:lpstr>
      <vt:lpstr>Arial</vt:lpstr>
      <vt:lpstr>Arial,Sans-Serif</vt:lpstr>
      <vt:lpstr>Calibri</vt:lpstr>
      <vt:lpstr>Courier New</vt:lpstr>
      <vt:lpstr>Segoe UI</vt:lpstr>
      <vt:lpstr>Segoe UI Historic</vt:lpstr>
      <vt:lpstr>Segoe UI Light</vt:lpstr>
      <vt:lpstr>Segoe UI Light (Body)</vt:lpstr>
      <vt:lpstr>Segoe UI Semibold</vt:lpstr>
      <vt:lpstr>SolarEdge Theme</vt:lpstr>
      <vt:lpstr>Schematic &amp; Layout Design Course</vt:lpstr>
      <vt:lpstr>Agenda</vt:lpstr>
      <vt:lpstr>Motivation &amp; Objectives</vt:lpstr>
      <vt:lpstr>Motivation</vt:lpstr>
      <vt:lpstr>Motivation</vt:lpstr>
      <vt:lpstr>Course Syllabus </vt:lpstr>
      <vt:lpstr>Course Syllabus</vt:lpstr>
      <vt:lpstr>PowerPoint Presentation</vt:lpstr>
      <vt:lpstr>Syllabus Review (#2)  </vt:lpstr>
      <vt:lpstr>Syllabus Review (#3)   </vt:lpstr>
      <vt:lpstr>Syllabus Review (#4a)</vt:lpstr>
      <vt:lpstr>Syllabus Review (#4b)</vt:lpstr>
      <vt:lpstr>Syllabus Review (#5)</vt:lpstr>
      <vt:lpstr>Syllabus Review (#6)</vt:lpstr>
      <vt:lpstr>Syllabus Review (#7)   </vt:lpstr>
      <vt:lpstr>Syllabus Review (#8)   </vt:lpstr>
      <vt:lpstr>Syllabus Review (#9)   </vt:lpstr>
      <vt:lpstr>Syllabus Review (#10)   </vt:lpstr>
      <vt:lpstr>Syllabus Review (#11)   </vt:lpstr>
      <vt:lpstr>Syllabus Review (#12)   </vt:lpstr>
      <vt:lpstr>Syllabus Review (#13)   </vt:lpstr>
      <vt:lpstr>Syllabus Review (#14)   </vt:lpstr>
      <vt:lpstr>Syllabus Review (#15)   </vt:lpstr>
      <vt:lpstr>Syllabus Review (#16)   </vt:lpstr>
      <vt:lpstr>Syllabus Review (#17)   </vt:lpstr>
      <vt:lpstr>Syllabus Review (#18)   </vt:lpstr>
      <vt:lpstr>Syllabus Review (#19)   </vt:lpstr>
      <vt:lpstr>Course Structure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Tzippi Shvili</dc:creator>
  <cp:lastModifiedBy>Moshe Raviv</cp:lastModifiedBy>
  <cp:revision>10</cp:revision>
  <dcterms:created xsi:type="dcterms:W3CDTF">2025-05-22T10:23:26Z</dcterms:created>
  <dcterms:modified xsi:type="dcterms:W3CDTF">2025-11-09T19:12:55Z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0CEA0E78-C59B-4006-8441-D692B5019D7A</vt:lpwstr>
  </property>
  <property fmtid="{D5CDD505-2E9C-101B-9397-08002B2CF9AE}" pid="3" name="ArticulatePath">
    <vt:lpwstr>https://solaredge0-my.sharepoint.com/personal/liat_d_solaredge_com/Documents/Sharing is Caring/Corporate Presentation/Beta Testing/SolarEdge Corporate PPT repository v.5 Beta</vt:lpwstr>
  </property>
  <property fmtid="{D5CDD505-2E9C-101B-9397-08002B2CF9AE}" pid="4" name="ContentTypeId">
    <vt:lpwstr>0x0101007AFBE424BC50B241B01C4D90EC99ADAD</vt:lpwstr>
  </property>
  <property fmtid="{D5CDD505-2E9C-101B-9397-08002B2CF9AE}" pid="5" name="MediaServiceImageTags">
    <vt:lpwstr/>
  </property>
</Properties>
</file>