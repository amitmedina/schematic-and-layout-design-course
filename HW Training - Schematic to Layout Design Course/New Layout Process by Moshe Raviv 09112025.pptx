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sldIdLst>
    <p:sldId id="2147472827" r:id="rId5"/>
    <p:sldId id="2147472824" r:id="rId6"/>
    <p:sldId id="2147472825" r:id="rId7"/>
    <p:sldId id="2147472797" r:id="rId8"/>
    <p:sldId id="272" r:id="rId9"/>
    <p:sldId id="2147472818" r:id="rId10"/>
    <p:sldId id="2147472801" r:id="rId11"/>
    <p:sldId id="2147472815" r:id="rId12"/>
    <p:sldId id="2147472802" r:id="rId13"/>
    <p:sldId id="2147472803" r:id="rId14"/>
    <p:sldId id="267" r:id="rId15"/>
    <p:sldId id="260" r:id="rId16"/>
  </p:sldIdLst>
  <p:sldSz cx="12192000" cy="6858000"/>
  <p:notesSz cx="6858000" cy="9144000"/>
  <p:custDataLst>
    <p:tags r:id="rId18"/>
  </p:custDataLst>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4F2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56F517-B7D3-427E-A868-A954ED8EF4A3}" v="3" dt="2025-11-10T06:52:18.700"/>
    <p1510:client id="{15426159-155E-24D4-F18E-DB6A48E06ECF}" v="21" dt="2025-11-09T16:27:06.390"/>
    <p1510:client id="{33B55D74-CED3-DCF1-92A6-E83774DE35C8}" v="1" dt="2025-11-09T13:49:34.105"/>
    <p1510:client id="{CE1921B5-4F8E-19F2-A57B-BF8D0D4A6170}" v="86" dt="2025-11-09T13:41:23.028"/>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1" d="100"/>
          <a:sy n="51" d="100"/>
        </p:scale>
        <p:origin x="123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452B3B-DE7E-AA45-8F12-61DBE76FFBA9}" type="datetimeFigureOut">
              <a:rPr lang="en-IL" smtClean="0"/>
              <a:t>11/10/2025</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7520AC-CA0E-224F-8D82-D2B67D1F33B8}" type="slidenum">
              <a:rPr lang="en-IL" smtClean="0"/>
              <a:t>‹#›</a:t>
            </a:fld>
            <a:endParaRPr lang="en-IL"/>
          </a:p>
        </p:txBody>
      </p:sp>
    </p:spTree>
    <p:extLst>
      <p:ext uri="{BB962C8B-B14F-4D97-AF65-F5344CB8AC3E}">
        <p14:creationId xmlns:p14="http://schemas.microsoft.com/office/powerpoint/2010/main" val="2397303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57A7B-C6A2-3F82-B865-6A27347274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53E6C9-9E83-41C9-7CC4-405DD3D0E1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02478-2F8F-7FFE-6A59-B9F4C71BC4C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2B5F680-F8C9-A948-8D77-EFD6D13F5BAD}"/>
              </a:ext>
            </a:extLst>
          </p:cNvPr>
          <p:cNvSpPr>
            <a:spLocks noGrp="1"/>
          </p:cNvSpPr>
          <p:nvPr>
            <p:ph type="sldNum" sz="quarter" idx="5"/>
          </p:nvPr>
        </p:nvSpPr>
        <p:spPr/>
        <p:txBody>
          <a:bodyPr/>
          <a:lstStyle/>
          <a:p>
            <a:fld id="{057520AC-CA0E-224F-8D82-D2B67D1F33B8}" type="slidenum">
              <a:rPr lang="en-IL" smtClean="0"/>
              <a:t>5</a:t>
            </a:fld>
            <a:endParaRPr lang="en-IL"/>
          </a:p>
        </p:txBody>
      </p:sp>
    </p:spTree>
    <p:extLst>
      <p:ext uri="{BB962C8B-B14F-4D97-AF65-F5344CB8AC3E}">
        <p14:creationId xmlns:p14="http://schemas.microsoft.com/office/powerpoint/2010/main" val="3240483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866ED-8A8E-69F7-19EA-11F15BA727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C49ED-B6AA-2F6B-B391-37CD076751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188AA3-D2AE-531E-EFCB-A74B5BD3EF38}"/>
              </a:ext>
            </a:extLst>
          </p:cNvPr>
          <p:cNvSpPr>
            <a:spLocks noGrp="1"/>
          </p:cNvSpPr>
          <p:nvPr>
            <p:ph type="body" idx="1"/>
          </p:nvPr>
        </p:nvSpPr>
        <p:spPr/>
        <p:txBody>
          <a:bodyPr/>
          <a:lstStyle/>
          <a:p>
            <a:pPr>
              <a:lnSpc>
                <a:spcPts val="1500"/>
              </a:lnSpc>
              <a:spcAft>
                <a:spcPts val="800"/>
              </a:spcAft>
              <a:buNone/>
            </a:pPr>
            <a:endParaRPr lang="en-US"/>
          </a:p>
        </p:txBody>
      </p:sp>
      <p:sp>
        <p:nvSpPr>
          <p:cNvPr id="4" name="Slide Number Placeholder 3">
            <a:extLst>
              <a:ext uri="{FF2B5EF4-FFF2-40B4-BE49-F238E27FC236}">
                <a16:creationId xmlns:a16="http://schemas.microsoft.com/office/drawing/2014/main" id="{E013A40A-CB4B-279B-B27A-16D176D5281E}"/>
              </a:ext>
            </a:extLst>
          </p:cNvPr>
          <p:cNvSpPr>
            <a:spLocks noGrp="1"/>
          </p:cNvSpPr>
          <p:nvPr>
            <p:ph type="sldNum" sz="quarter" idx="5"/>
          </p:nvPr>
        </p:nvSpPr>
        <p:spPr/>
        <p:txBody>
          <a:bodyPr/>
          <a:lstStyle/>
          <a:p>
            <a:fld id="{057520AC-CA0E-224F-8D82-D2B67D1F33B8}" type="slidenum">
              <a:rPr lang="en-IL" smtClean="0"/>
              <a:t>7</a:t>
            </a:fld>
            <a:endParaRPr lang="en-IL"/>
          </a:p>
        </p:txBody>
      </p:sp>
    </p:spTree>
    <p:extLst>
      <p:ext uri="{BB962C8B-B14F-4D97-AF65-F5344CB8AC3E}">
        <p14:creationId xmlns:p14="http://schemas.microsoft.com/office/powerpoint/2010/main" val="97059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B3A07-CC5D-C683-FA91-400FE7CBD9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3B1629-A4FB-A485-685B-2D277F64DB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F7C1B6-984A-9ED5-AE4D-927C3D741A95}"/>
              </a:ext>
            </a:extLst>
          </p:cNvPr>
          <p:cNvSpPr>
            <a:spLocks noGrp="1"/>
          </p:cNvSpPr>
          <p:nvPr>
            <p:ph type="body" idx="1"/>
          </p:nvPr>
        </p:nvSpPr>
        <p:spPr/>
        <p:txBody>
          <a:bodyPr/>
          <a:lstStyle/>
          <a:p>
            <a:pPr>
              <a:lnSpc>
                <a:spcPts val="1500"/>
              </a:lnSpc>
              <a:spcAft>
                <a:spcPts val="800"/>
              </a:spcAft>
              <a:buNone/>
            </a:pPr>
            <a:endParaRPr lang="en-US"/>
          </a:p>
        </p:txBody>
      </p:sp>
      <p:sp>
        <p:nvSpPr>
          <p:cNvPr id="4" name="Slide Number Placeholder 3">
            <a:extLst>
              <a:ext uri="{FF2B5EF4-FFF2-40B4-BE49-F238E27FC236}">
                <a16:creationId xmlns:a16="http://schemas.microsoft.com/office/drawing/2014/main" id="{BC552E4C-95ED-8F06-F005-BEC7BF0AC301}"/>
              </a:ext>
            </a:extLst>
          </p:cNvPr>
          <p:cNvSpPr>
            <a:spLocks noGrp="1"/>
          </p:cNvSpPr>
          <p:nvPr>
            <p:ph type="sldNum" sz="quarter" idx="5"/>
          </p:nvPr>
        </p:nvSpPr>
        <p:spPr/>
        <p:txBody>
          <a:bodyPr/>
          <a:lstStyle/>
          <a:p>
            <a:fld id="{057520AC-CA0E-224F-8D82-D2B67D1F33B8}" type="slidenum">
              <a:rPr lang="en-IL" smtClean="0"/>
              <a:t>8</a:t>
            </a:fld>
            <a:endParaRPr lang="en-IL"/>
          </a:p>
        </p:txBody>
      </p:sp>
    </p:spTree>
    <p:extLst>
      <p:ext uri="{BB962C8B-B14F-4D97-AF65-F5344CB8AC3E}">
        <p14:creationId xmlns:p14="http://schemas.microsoft.com/office/powerpoint/2010/main" val="945510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DB2AD-26B7-42C9-A916-0D00A5F9D7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33CBD-CF47-433A-6762-C0EBC53BA2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67DF9B-5D13-EC3F-7F4C-438AAA7DF84E}"/>
              </a:ext>
            </a:extLst>
          </p:cNvPr>
          <p:cNvSpPr>
            <a:spLocks noGrp="1"/>
          </p:cNvSpPr>
          <p:nvPr>
            <p:ph type="body" idx="1"/>
          </p:nvPr>
        </p:nvSpPr>
        <p:spPr/>
        <p:txBody>
          <a:bodyPr/>
          <a:lstStyle/>
          <a:p>
            <a:pPr>
              <a:lnSpc>
                <a:spcPts val="1500"/>
              </a:lnSpc>
              <a:spcAft>
                <a:spcPts val="800"/>
              </a:spcAft>
              <a:buNone/>
            </a:pPr>
            <a:endParaRPr lang="en-US"/>
          </a:p>
        </p:txBody>
      </p:sp>
      <p:sp>
        <p:nvSpPr>
          <p:cNvPr id="4" name="Slide Number Placeholder 3">
            <a:extLst>
              <a:ext uri="{FF2B5EF4-FFF2-40B4-BE49-F238E27FC236}">
                <a16:creationId xmlns:a16="http://schemas.microsoft.com/office/drawing/2014/main" id="{57234D9C-3DED-D01A-DD63-97FB98BD7813}"/>
              </a:ext>
            </a:extLst>
          </p:cNvPr>
          <p:cNvSpPr>
            <a:spLocks noGrp="1"/>
          </p:cNvSpPr>
          <p:nvPr>
            <p:ph type="sldNum" sz="quarter" idx="5"/>
          </p:nvPr>
        </p:nvSpPr>
        <p:spPr/>
        <p:txBody>
          <a:bodyPr/>
          <a:lstStyle/>
          <a:p>
            <a:fld id="{057520AC-CA0E-224F-8D82-D2B67D1F33B8}" type="slidenum">
              <a:rPr lang="en-IL" smtClean="0"/>
              <a:t>9</a:t>
            </a:fld>
            <a:endParaRPr lang="en-IL"/>
          </a:p>
        </p:txBody>
      </p:sp>
    </p:spTree>
    <p:extLst>
      <p:ext uri="{BB962C8B-B14F-4D97-AF65-F5344CB8AC3E}">
        <p14:creationId xmlns:p14="http://schemas.microsoft.com/office/powerpoint/2010/main" val="40805864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FE856-66B6-84E9-D985-021A87EE8F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385EC0-F742-8298-BD1B-DDDFEA265E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A50786-4A9F-DE11-BE74-3190A8D17B92}"/>
              </a:ext>
            </a:extLst>
          </p:cNvPr>
          <p:cNvSpPr>
            <a:spLocks noGrp="1"/>
          </p:cNvSpPr>
          <p:nvPr>
            <p:ph type="body" idx="1"/>
          </p:nvPr>
        </p:nvSpPr>
        <p:spPr/>
        <p:txBody>
          <a:bodyPr/>
          <a:lstStyle/>
          <a:p>
            <a:pPr>
              <a:lnSpc>
                <a:spcPts val="1500"/>
              </a:lnSpc>
              <a:spcAft>
                <a:spcPts val="800"/>
              </a:spcAft>
              <a:buNone/>
            </a:pPr>
            <a:endParaRPr lang="en-US" dirty="0"/>
          </a:p>
        </p:txBody>
      </p:sp>
      <p:sp>
        <p:nvSpPr>
          <p:cNvPr id="4" name="Slide Number Placeholder 3">
            <a:extLst>
              <a:ext uri="{FF2B5EF4-FFF2-40B4-BE49-F238E27FC236}">
                <a16:creationId xmlns:a16="http://schemas.microsoft.com/office/drawing/2014/main" id="{82CA0EE7-0FD3-DA51-18F9-D926C32B98F5}"/>
              </a:ext>
            </a:extLst>
          </p:cNvPr>
          <p:cNvSpPr>
            <a:spLocks noGrp="1"/>
          </p:cNvSpPr>
          <p:nvPr>
            <p:ph type="sldNum" sz="quarter" idx="5"/>
          </p:nvPr>
        </p:nvSpPr>
        <p:spPr/>
        <p:txBody>
          <a:bodyPr/>
          <a:lstStyle/>
          <a:p>
            <a:fld id="{057520AC-CA0E-224F-8D82-D2B67D1F33B8}" type="slidenum">
              <a:rPr lang="en-IL" smtClean="0"/>
              <a:t>10</a:t>
            </a:fld>
            <a:endParaRPr lang="en-IL"/>
          </a:p>
        </p:txBody>
      </p:sp>
    </p:spTree>
    <p:extLst>
      <p:ext uri="{BB962C8B-B14F-4D97-AF65-F5344CB8AC3E}">
        <p14:creationId xmlns:p14="http://schemas.microsoft.com/office/powerpoint/2010/main" val="79630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AEDF5-4A93-C303-0C4D-E0C77F4A96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1C517C-4B4B-2EC7-B976-2215E8B684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6B87CF-38B3-55FF-F593-C48FB06046D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D7075AF-0DC0-0624-D8DF-68607A97BCA8}"/>
              </a:ext>
            </a:extLst>
          </p:cNvPr>
          <p:cNvSpPr>
            <a:spLocks noGrp="1"/>
          </p:cNvSpPr>
          <p:nvPr>
            <p:ph type="sldNum" sz="quarter" idx="5"/>
          </p:nvPr>
        </p:nvSpPr>
        <p:spPr/>
        <p:txBody>
          <a:bodyPr/>
          <a:lstStyle/>
          <a:p>
            <a:fld id="{057520AC-CA0E-224F-8D82-D2B67D1F33B8}" type="slidenum">
              <a:rPr lang="en-IL" smtClean="0"/>
              <a:t>11</a:t>
            </a:fld>
            <a:endParaRPr lang="en-IL"/>
          </a:p>
        </p:txBody>
      </p:sp>
    </p:spTree>
    <p:extLst>
      <p:ext uri="{BB962C8B-B14F-4D97-AF65-F5344CB8AC3E}">
        <p14:creationId xmlns:p14="http://schemas.microsoft.com/office/powerpoint/2010/main" val="12485198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buNone/>
            </a:pPr>
            <a:endParaRPr lang="he-IL" b="0" i="0">
              <a:solidFill>
                <a:srgbClr val="242424"/>
              </a:solidFill>
              <a:effectLst/>
              <a:latin typeface="Segoe UI" panose="020B0502040204020203" pitchFamily="34" charset="0"/>
            </a:endParaRPr>
          </a:p>
        </p:txBody>
      </p:sp>
      <p:sp>
        <p:nvSpPr>
          <p:cNvPr id="4" name="Slide Number Placeholder 3"/>
          <p:cNvSpPr>
            <a:spLocks noGrp="1"/>
          </p:cNvSpPr>
          <p:nvPr>
            <p:ph type="sldNum" sz="quarter" idx="5"/>
          </p:nvPr>
        </p:nvSpPr>
        <p:spPr/>
        <p:txBody>
          <a:bodyPr/>
          <a:lstStyle/>
          <a:p>
            <a:fld id="{057520AC-CA0E-224F-8D82-D2B67D1F33B8}" type="slidenum">
              <a:rPr lang="en-IL" smtClean="0"/>
              <a:t>12</a:t>
            </a:fld>
            <a:endParaRPr lang="en-IL"/>
          </a:p>
        </p:txBody>
      </p:sp>
    </p:spTree>
    <p:extLst>
      <p:ext uri="{BB962C8B-B14F-4D97-AF65-F5344CB8AC3E}">
        <p14:creationId xmlns:p14="http://schemas.microsoft.com/office/powerpoint/2010/main" val="4948222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573DF1C-F4AA-9E9C-1253-609974D17009}"/>
              </a:ext>
            </a:extLst>
          </p:cNvPr>
          <p:cNvSpPr/>
          <p:nvPr userDrawn="1"/>
        </p:nvSpPr>
        <p:spPr>
          <a:xfrm>
            <a:off x="1" y="0"/>
            <a:ext cx="7920000" cy="6858000"/>
          </a:xfrm>
          <a:prstGeom prst="rect">
            <a:avLst/>
          </a:prstGeom>
          <a:gradFill>
            <a:gsLst>
              <a:gs pos="15000">
                <a:schemeClr val="tx2">
                  <a:alpha val="80000"/>
                </a:schemeClr>
              </a:gs>
              <a:gs pos="100000">
                <a:schemeClr val="tx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grpSp>
        <p:nvGrpSpPr>
          <p:cNvPr id="10" name="Group 9">
            <a:extLst>
              <a:ext uri="{FF2B5EF4-FFF2-40B4-BE49-F238E27FC236}">
                <a16:creationId xmlns:a16="http://schemas.microsoft.com/office/drawing/2014/main" id="{F8D0E3BD-378B-80F3-2D20-131BC3DE9F95}"/>
              </a:ext>
            </a:extLst>
          </p:cNvPr>
          <p:cNvGrpSpPr>
            <a:grpSpLocks noChangeAspect="1"/>
          </p:cNvGrpSpPr>
          <p:nvPr userDrawn="1"/>
        </p:nvGrpSpPr>
        <p:grpSpPr>
          <a:xfrm>
            <a:off x="605761" y="740098"/>
            <a:ext cx="2520000" cy="509371"/>
            <a:chOff x="10307382" y="4588869"/>
            <a:chExt cx="1008089" cy="203766"/>
          </a:xfrm>
        </p:grpSpPr>
        <p:sp>
          <p:nvSpPr>
            <p:cNvPr id="11" name="Freeform 10">
              <a:extLst>
                <a:ext uri="{FF2B5EF4-FFF2-40B4-BE49-F238E27FC236}">
                  <a16:creationId xmlns:a16="http://schemas.microsoft.com/office/drawing/2014/main" id="{D47D4FB8-58A8-DFCE-D26E-22DFD7BFC978}"/>
                </a:ext>
              </a:extLst>
            </p:cNvPr>
            <p:cNvSpPr/>
            <p:nvPr/>
          </p:nvSpPr>
          <p:spPr>
            <a:xfrm>
              <a:off x="10804619" y="4588869"/>
              <a:ext cx="510852" cy="203766"/>
            </a:xfrm>
            <a:custGeom>
              <a:avLst/>
              <a:gdLst>
                <a:gd name="connsiteX0" fmla="*/ 457660 w 510852"/>
                <a:gd name="connsiteY0" fmla="*/ 123534 h 203766"/>
                <a:gd name="connsiteX1" fmla="*/ 472483 w 510852"/>
                <a:gd name="connsiteY1" fmla="*/ 123534 h 203766"/>
                <a:gd name="connsiteX2" fmla="*/ 477818 w 510852"/>
                <a:gd name="connsiteY2" fmla="*/ 108320 h 203766"/>
                <a:gd name="connsiteX3" fmla="*/ 407749 w 510852"/>
                <a:gd name="connsiteY3" fmla="*/ 108320 h 203766"/>
                <a:gd name="connsiteX4" fmla="*/ 432442 w 510852"/>
                <a:gd name="connsiteY4" fmla="*/ 139866 h 203766"/>
                <a:gd name="connsiteX5" fmla="*/ 457669 w 510852"/>
                <a:gd name="connsiteY5" fmla="*/ 123534 h 203766"/>
                <a:gd name="connsiteX6" fmla="*/ 407758 w 510852"/>
                <a:gd name="connsiteY6" fmla="*/ 91615 h 203766"/>
                <a:gd name="connsiteX7" fmla="*/ 457669 w 510852"/>
                <a:gd name="connsiteY7" fmla="*/ 91615 h 203766"/>
                <a:gd name="connsiteX8" fmla="*/ 432442 w 510852"/>
                <a:gd name="connsiteY8" fmla="*/ 67032 h 203766"/>
                <a:gd name="connsiteX9" fmla="*/ 407749 w 510852"/>
                <a:gd name="connsiteY9" fmla="*/ 91615 h 203766"/>
                <a:gd name="connsiteX10" fmla="*/ 499941 w 510852"/>
                <a:gd name="connsiteY10" fmla="*/ 0 h 203766"/>
                <a:gd name="connsiteX11" fmla="*/ 248459 w 510852"/>
                <a:gd name="connsiteY11" fmla="*/ 0 h 203766"/>
                <a:gd name="connsiteX12" fmla="*/ 248459 w 510852"/>
                <a:gd name="connsiteY12" fmla="*/ 158913 h 203766"/>
                <a:gd name="connsiteX13" fmla="*/ 221792 w 510852"/>
                <a:gd name="connsiteY13" fmla="*/ 158913 h 203766"/>
                <a:gd name="connsiteX14" fmla="*/ 222859 w 510852"/>
                <a:gd name="connsiteY14" fmla="*/ 142208 h 203766"/>
                <a:gd name="connsiteX15" fmla="*/ 222005 w 510852"/>
                <a:gd name="connsiteY15" fmla="*/ 142208 h 203766"/>
                <a:gd name="connsiteX16" fmla="*/ 187185 w 510852"/>
                <a:gd name="connsiteY16" fmla="*/ 160191 h 203766"/>
                <a:gd name="connsiteX17" fmla="*/ 144521 w 510852"/>
                <a:gd name="connsiteY17" fmla="*/ 100016 h 203766"/>
                <a:gd name="connsiteX18" fmla="*/ 187185 w 510852"/>
                <a:gd name="connsiteY18" fmla="*/ 46389 h 203766"/>
                <a:gd name="connsiteX19" fmla="*/ 220725 w 510852"/>
                <a:gd name="connsiteY19" fmla="*/ 62348 h 203766"/>
                <a:gd name="connsiteX20" fmla="*/ 221792 w 510852"/>
                <a:gd name="connsiteY20" fmla="*/ 62348 h 203766"/>
                <a:gd name="connsiteX21" fmla="*/ 221792 w 510852"/>
                <a:gd name="connsiteY21" fmla="*/ 0 h 203766"/>
                <a:gd name="connsiteX22" fmla="*/ 81922 w 510852"/>
                <a:gd name="connsiteY22" fmla="*/ 0 h 203766"/>
                <a:gd name="connsiteX23" fmla="*/ 61443 w 510852"/>
                <a:gd name="connsiteY23" fmla="*/ 14576 h 203766"/>
                <a:gd name="connsiteX24" fmla="*/ 49075 w 510852"/>
                <a:gd name="connsiteY24" fmla="*/ 50540 h 203766"/>
                <a:gd name="connsiteX25" fmla="*/ 78134 w 510852"/>
                <a:gd name="connsiteY25" fmla="*/ 46389 h 203766"/>
                <a:gd name="connsiteX26" fmla="*/ 130178 w 510852"/>
                <a:gd name="connsiteY26" fmla="*/ 108320 h 203766"/>
                <a:gd name="connsiteX27" fmla="*/ 53494 w 510852"/>
                <a:gd name="connsiteY27" fmla="*/ 108320 h 203766"/>
                <a:gd name="connsiteX28" fmla="*/ 78134 w 510852"/>
                <a:gd name="connsiteY28" fmla="*/ 139866 h 203766"/>
                <a:gd name="connsiteX29" fmla="*/ 103414 w 510852"/>
                <a:gd name="connsiteY29" fmla="*/ 123534 h 203766"/>
                <a:gd name="connsiteX30" fmla="*/ 130080 w 510852"/>
                <a:gd name="connsiteY30" fmla="*/ 123534 h 203766"/>
                <a:gd name="connsiteX31" fmla="*/ 78036 w 510852"/>
                <a:gd name="connsiteY31" fmla="*/ 160191 h 203766"/>
                <a:gd name="connsiteX32" fmla="*/ 26845 w 510852"/>
                <a:gd name="connsiteY32" fmla="*/ 114228 h 203766"/>
                <a:gd name="connsiteX33" fmla="*/ 872 w 510852"/>
                <a:gd name="connsiteY33" fmla="*/ 189245 h 203766"/>
                <a:gd name="connsiteX34" fmla="*/ 11266 w 510852"/>
                <a:gd name="connsiteY34" fmla="*/ 203767 h 203766"/>
                <a:gd name="connsiteX35" fmla="*/ 283226 w 510852"/>
                <a:gd name="connsiteY35" fmla="*/ 203767 h 203766"/>
                <a:gd name="connsiteX36" fmla="*/ 267230 w 510852"/>
                <a:gd name="connsiteY36" fmla="*/ 170411 h 203766"/>
                <a:gd name="connsiteX37" fmla="*/ 292296 w 510852"/>
                <a:gd name="connsiteY37" fmla="*/ 170411 h 203766"/>
                <a:gd name="connsiteX38" fmla="*/ 313095 w 510852"/>
                <a:gd name="connsiteY38" fmla="*/ 187967 h 203766"/>
                <a:gd name="connsiteX39" fmla="*/ 340713 w 510852"/>
                <a:gd name="connsiteY39" fmla="*/ 164236 h 203766"/>
                <a:gd name="connsiteX40" fmla="*/ 340713 w 510852"/>
                <a:gd name="connsiteY40" fmla="*/ 142954 h 203766"/>
                <a:gd name="connsiteX41" fmla="*/ 340073 w 510852"/>
                <a:gd name="connsiteY41" fmla="*/ 142954 h 203766"/>
                <a:gd name="connsiteX42" fmla="*/ 305252 w 510852"/>
                <a:gd name="connsiteY42" fmla="*/ 160084 h 203766"/>
                <a:gd name="connsiteX43" fmla="*/ 262588 w 510852"/>
                <a:gd name="connsiteY43" fmla="*/ 106510 h 203766"/>
                <a:gd name="connsiteX44" fmla="*/ 305252 w 510852"/>
                <a:gd name="connsiteY44" fmla="*/ 46282 h 203766"/>
                <a:gd name="connsiteX45" fmla="*/ 340073 w 510852"/>
                <a:gd name="connsiteY45" fmla="*/ 64318 h 203766"/>
                <a:gd name="connsiteX46" fmla="*/ 340926 w 510852"/>
                <a:gd name="connsiteY46" fmla="*/ 64318 h 203766"/>
                <a:gd name="connsiteX47" fmla="*/ 339966 w 510852"/>
                <a:gd name="connsiteY47" fmla="*/ 47879 h 203766"/>
                <a:gd name="connsiteX48" fmla="*/ 366633 w 510852"/>
                <a:gd name="connsiteY48" fmla="*/ 47879 h 203766"/>
                <a:gd name="connsiteX49" fmla="*/ 366633 w 510852"/>
                <a:gd name="connsiteY49" fmla="*/ 158700 h 203766"/>
                <a:gd name="connsiteX50" fmla="*/ 346422 w 510852"/>
                <a:gd name="connsiteY50" fmla="*/ 203758 h 203766"/>
                <a:gd name="connsiteX51" fmla="*/ 429072 w 510852"/>
                <a:gd name="connsiteY51" fmla="*/ 203758 h 203766"/>
                <a:gd name="connsiteX52" fmla="*/ 449550 w 510852"/>
                <a:gd name="connsiteY52" fmla="*/ 189236 h 203766"/>
                <a:gd name="connsiteX53" fmla="*/ 460212 w 510852"/>
                <a:gd name="connsiteY53" fmla="*/ 158328 h 203766"/>
                <a:gd name="connsiteX54" fmla="*/ 432220 w 510852"/>
                <a:gd name="connsiteY54" fmla="*/ 160191 h 203766"/>
                <a:gd name="connsiteX55" fmla="*/ 380816 w 510852"/>
                <a:gd name="connsiteY55" fmla="*/ 103636 h 203766"/>
                <a:gd name="connsiteX56" fmla="*/ 432220 w 510852"/>
                <a:gd name="connsiteY56" fmla="*/ 46389 h 203766"/>
                <a:gd name="connsiteX57" fmla="*/ 483784 w 510852"/>
                <a:gd name="connsiteY57" fmla="*/ 90391 h 203766"/>
                <a:gd name="connsiteX58" fmla="*/ 509971 w 510852"/>
                <a:gd name="connsiteY58" fmla="*/ 14789 h 203766"/>
                <a:gd name="connsiteX59" fmla="*/ 499950 w 510852"/>
                <a:gd name="connsiteY59" fmla="*/ 0 h 203766"/>
                <a:gd name="connsiteX60" fmla="*/ 221276 w 510852"/>
                <a:gd name="connsiteY60" fmla="*/ 100016 h 203766"/>
                <a:gd name="connsiteX61" fmla="*/ 194929 w 510852"/>
                <a:gd name="connsiteY61" fmla="*/ 66766 h 203766"/>
                <a:gd name="connsiteX62" fmla="*/ 171143 w 510852"/>
                <a:gd name="connsiteY62" fmla="*/ 100016 h 203766"/>
                <a:gd name="connsiteX63" fmla="*/ 194929 w 510852"/>
                <a:gd name="connsiteY63" fmla="*/ 139866 h 203766"/>
                <a:gd name="connsiteX64" fmla="*/ 221276 w 510852"/>
                <a:gd name="connsiteY64" fmla="*/ 100016 h 203766"/>
                <a:gd name="connsiteX65" fmla="*/ 78152 w 510852"/>
                <a:gd name="connsiteY65" fmla="*/ 66766 h 203766"/>
                <a:gd name="connsiteX66" fmla="*/ 53512 w 510852"/>
                <a:gd name="connsiteY66" fmla="*/ 91349 h 203766"/>
                <a:gd name="connsiteX67" fmla="*/ 103422 w 510852"/>
                <a:gd name="connsiteY67" fmla="*/ 91349 h 203766"/>
                <a:gd name="connsiteX68" fmla="*/ 78143 w 510852"/>
                <a:gd name="connsiteY68" fmla="*/ 66766 h 203766"/>
                <a:gd name="connsiteX69" fmla="*/ 339966 w 510852"/>
                <a:gd name="connsiteY69" fmla="*/ 100016 h 203766"/>
                <a:gd name="connsiteX70" fmla="*/ 313299 w 510852"/>
                <a:gd name="connsiteY70" fmla="*/ 66766 h 203766"/>
                <a:gd name="connsiteX71" fmla="*/ 289513 w 510852"/>
                <a:gd name="connsiteY71" fmla="*/ 100016 h 203766"/>
                <a:gd name="connsiteX72" fmla="*/ 313299 w 510852"/>
                <a:gd name="connsiteY72" fmla="*/ 139866 h 203766"/>
                <a:gd name="connsiteX73" fmla="*/ 339966 w 510852"/>
                <a:gd name="connsiteY73" fmla="*/ 100016 h 203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510852" h="203766">
                  <a:moveTo>
                    <a:pt x="457660" y="123534"/>
                  </a:moveTo>
                  <a:lnTo>
                    <a:pt x="472483" y="123534"/>
                  </a:lnTo>
                  <a:lnTo>
                    <a:pt x="477818" y="108320"/>
                  </a:lnTo>
                  <a:lnTo>
                    <a:pt x="407749" y="108320"/>
                  </a:lnTo>
                  <a:cubicBezTo>
                    <a:pt x="407749" y="132264"/>
                    <a:pt x="408390" y="139866"/>
                    <a:pt x="432442" y="139866"/>
                  </a:cubicBezTo>
                  <a:cubicBezTo>
                    <a:pt x="447265" y="139866"/>
                    <a:pt x="457669" y="139866"/>
                    <a:pt x="457669" y="123534"/>
                  </a:cubicBezTo>
                  <a:moveTo>
                    <a:pt x="407758" y="91615"/>
                  </a:moveTo>
                  <a:lnTo>
                    <a:pt x="457669" y="91615"/>
                  </a:lnTo>
                  <a:cubicBezTo>
                    <a:pt x="457669" y="68736"/>
                    <a:pt x="454308" y="67032"/>
                    <a:pt x="432442" y="67032"/>
                  </a:cubicBezTo>
                  <a:cubicBezTo>
                    <a:pt x="409243" y="67032"/>
                    <a:pt x="407749" y="71876"/>
                    <a:pt x="407749" y="91615"/>
                  </a:cubicBezTo>
                  <a:moveTo>
                    <a:pt x="499941" y="0"/>
                  </a:moveTo>
                  <a:lnTo>
                    <a:pt x="248459" y="0"/>
                  </a:lnTo>
                  <a:lnTo>
                    <a:pt x="248459" y="158913"/>
                  </a:lnTo>
                  <a:lnTo>
                    <a:pt x="221792" y="158913"/>
                  </a:lnTo>
                  <a:lnTo>
                    <a:pt x="222859" y="142208"/>
                  </a:lnTo>
                  <a:lnTo>
                    <a:pt x="222005" y="142208"/>
                  </a:lnTo>
                  <a:cubicBezTo>
                    <a:pt x="215230" y="156837"/>
                    <a:pt x="202914" y="160191"/>
                    <a:pt x="187185" y="160191"/>
                  </a:cubicBezTo>
                  <a:cubicBezTo>
                    <a:pt x="145748" y="160191"/>
                    <a:pt x="144521" y="134118"/>
                    <a:pt x="144521" y="100016"/>
                  </a:cubicBezTo>
                  <a:cubicBezTo>
                    <a:pt x="144521" y="65914"/>
                    <a:pt x="149003" y="46389"/>
                    <a:pt x="187185" y="46389"/>
                  </a:cubicBezTo>
                  <a:cubicBezTo>
                    <a:pt x="200780" y="46389"/>
                    <a:pt x="215016" y="48943"/>
                    <a:pt x="220725" y="62348"/>
                  </a:cubicBezTo>
                  <a:lnTo>
                    <a:pt x="221792" y="62348"/>
                  </a:lnTo>
                  <a:lnTo>
                    <a:pt x="221792" y="0"/>
                  </a:lnTo>
                  <a:lnTo>
                    <a:pt x="81922" y="0"/>
                  </a:lnTo>
                  <a:cubicBezTo>
                    <a:pt x="72745" y="213"/>
                    <a:pt x="64636" y="5988"/>
                    <a:pt x="61443" y="14576"/>
                  </a:cubicBezTo>
                  <a:lnTo>
                    <a:pt x="49075" y="50540"/>
                  </a:lnTo>
                  <a:cubicBezTo>
                    <a:pt x="58429" y="47418"/>
                    <a:pt x="68281" y="46016"/>
                    <a:pt x="78134" y="46389"/>
                  </a:cubicBezTo>
                  <a:cubicBezTo>
                    <a:pt x="123989" y="46389"/>
                    <a:pt x="130178" y="59740"/>
                    <a:pt x="130178" y="108320"/>
                  </a:cubicBezTo>
                  <a:lnTo>
                    <a:pt x="53494" y="108320"/>
                  </a:lnTo>
                  <a:cubicBezTo>
                    <a:pt x="53494" y="132264"/>
                    <a:pt x="54134" y="139866"/>
                    <a:pt x="78134" y="139866"/>
                  </a:cubicBezTo>
                  <a:cubicBezTo>
                    <a:pt x="93010" y="139866"/>
                    <a:pt x="103414" y="139866"/>
                    <a:pt x="103414" y="123534"/>
                  </a:cubicBezTo>
                  <a:lnTo>
                    <a:pt x="130080" y="123534"/>
                  </a:lnTo>
                  <a:cubicBezTo>
                    <a:pt x="130080" y="158541"/>
                    <a:pt x="109869" y="160191"/>
                    <a:pt x="78036" y="160191"/>
                  </a:cubicBezTo>
                  <a:cubicBezTo>
                    <a:pt x="39107" y="160191"/>
                    <a:pt x="28445" y="148862"/>
                    <a:pt x="26845" y="114228"/>
                  </a:cubicBezTo>
                  <a:lnTo>
                    <a:pt x="872" y="189245"/>
                  </a:lnTo>
                  <a:cubicBezTo>
                    <a:pt x="872" y="189245"/>
                    <a:pt x="-4464" y="203767"/>
                    <a:pt x="11266" y="203767"/>
                  </a:cubicBezTo>
                  <a:lnTo>
                    <a:pt x="283226" y="203767"/>
                  </a:lnTo>
                  <a:cubicBezTo>
                    <a:pt x="272565" y="198923"/>
                    <a:pt x="266483" y="189298"/>
                    <a:pt x="267230" y="170411"/>
                  </a:cubicBezTo>
                  <a:lnTo>
                    <a:pt x="292296" y="170411"/>
                  </a:lnTo>
                  <a:cubicBezTo>
                    <a:pt x="292296" y="185625"/>
                    <a:pt x="298005" y="187967"/>
                    <a:pt x="313095" y="187967"/>
                  </a:cubicBezTo>
                  <a:cubicBezTo>
                    <a:pt x="335813" y="187967"/>
                    <a:pt x="340713" y="183283"/>
                    <a:pt x="340713" y="164236"/>
                  </a:cubicBezTo>
                  <a:lnTo>
                    <a:pt x="340713" y="142954"/>
                  </a:lnTo>
                  <a:lnTo>
                    <a:pt x="340073" y="142954"/>
                  </a:lnTo>
                  <a:cubicBezTo>
                    <a:pt x="333030" y="157529"/>
                    <a:pt x="318741" y="160084"/>
                    <a:pt x="305252" y="160084"/>
                  </a:cubicBezTo>
                  <a:cubicBezTo>
                    <a:pt x="267016" y="160084"/>
                    <a:pt x="262588" y="139121"/>
                    <a:pt x="262588" y="106510"/>
                  </a:cubicBezTo>
                  <a:cubicBezTo>
                    <a:pt x="262588" y="73899"/>
                    <a:pt x="263869" y="46282"/>
                    <a:pt x="305252" y="46282"/>
                  </a:cubicBezTo>
                  <a:cubicBezTo>
                    <a:pt x="320928" y="46282"/>
                    <a:pt x="333244" y="49689"/>
                    <a:pt x="340073" y="64318"/>
                  </a:cubicBezTo>
                  <a:lnTo>
                    <a:pt x="340926" y="64318"/>
                  </a:lnTo>
                  <a:lnTo>
                    <a:pt x="339966" y="47879"/>
                  </a:lnTo>
                  <a:lnTo>
                    <a:pt x="366633" y="47879"/>
                  </a:lnTo>
                  <a:lnTo>
                    <a:pt x="366633" y="158700"/>
                  </a:lnTo>
                  <a:cubicBezTo>
                    <a:pt x="366633" y="184614"/>
                    <a:pt x="361298" y="197752"/>
                    <a:pt x="346422" y="203758"/>
                  </a:cubicBezTo>
                  <a:lnTo>
                    <a:pt x="429072" y="203758"/>
                  </a:lnTo>
                  <a:cubicBezTo>
                    <a:pt x="438231" y="203554"/>
                    <a:pt x="446340" y="197797"/>
                    <a:pt x="449550" y="189236"/>
                  </a:cubicBezTo>
                  <a:lnTo>
                    <a:pt x="460212" y="158328"/>
                  </a:lnTo>
                  <a:cubicBezTo>
                    <a:pt x="450964" y="159871"/>
                    <a:pt x="441583" y="160492"/>
                    <a:pt x="432220" y="160191"/>
                  </a:cubicBezTo>
                  <a:cubicBezTo>
                    <a:pt x="389556" y="160191"/>
                    <a:pt x="380816" y="146626"/>
                    <a:pt x="380816" y="103636"/>
                  </a:cubicBezTo>
                  <a:cubicBezTo>
                    <a:pt x="380816" y="63785"/>
                    <a:pt x="387164" y="46389"/>
                    <a:pt x="432220" y="46389"/>
                  </a:cubicBezTo>
                  <a:cubicBezTo>
                    <a:pt x="471789" y="46389"/>
                    <a:pt x="481810" y="56387"/>
                    <a:pt x="483784" y="90391"/>
                  </a:cubicBezTo>
                  <a:lnTo>
                    <a:pt x="509971" y="14789"/>
                  </a:lnTo>
                  <a:cubicBezTo>
                    <a:pt x="509971" y="14789"/>
                    <a:pt x="515253" y="0"/>
                    <a:pt x="499950" y="0"/>
                  </a:cubicBezTo>
                  <a:moveTo>
                    <a:pt x="221276" y="100016"/>
                  </a:moveTo>
                  <a:cubicBezTo>
                    <a:pt x="221276" y="76285"/>
                    <a:pt x="218129" y="66766"/>
                    <a:pt x="194929" y="66766"/>
                  </a:cubicBezTo>
                  <a:cubicBezTo>
                    <a:pt x="176479" y="66766"/>
                    <a:pt x="171143" y="72089"/>
                    <a:pt x="171143" y="100016"/>
                  </a:cubicBezTo>
                  <a:cubicBezTo>
                    <a:pt x="171143" y="125237"/>
                    <a:pt x="170503" y="139866"/>
                    <a:pt x="194929" y="139866"/>
                  </a:cubicBezTo>
                  <a:cubicBezTo>
                    <a:pt x="222334" y="139866"/>
                    <a:pt x="221276" y="126515"/>
                    <a:pt x="221276" y="100016"/>
                  </a:cubicBezTo>
                  <a:moveTo>
                    <a:pt x="78152" y="66766"/>
                  </a:moveTo>
                  <a:cubicBezTo>
                    <a:pt x="54952" y="66766"/>
                    <a:pt x="53512" y="71610"/>
                    <a:pt x="53512" y="91349"/>
                  </a:cubicBezTo>
                  <a:lnTo>
                    <a:pt x="103422" y="91349"/>
                  </a:lnTo>
                  <a:cubicBezTo>
                    <a:pt x="103422" y="68469"/>
                    <a:pt x="100008" y="66766"/>
                    <a:pt x="78143" y="66766"/>
                  </a:cubicBezTo>
                  <a:moveTo>
                    <a:pt x="339966" y="100016"/>
                  </a:moveTo>
                  <a:cubicBezTo>
                    <a:pt x="339966" y="76285"/>
                    <a:pt x="336338" y="66766"/>
                    <a:pt x="313299" y="66766"/>
                  </a:cubicBezTo>
                  <a:cubicBezTo>
                    <a:pt x="294848" y="66766"/>
                    <a:pt x="289513" y="72089"/>
                    <a:pt x="289513" y="100016"/>
                  </a:cubicBezTo>
                  <a:cubicBezTo>
                    <a:pt x="289513" y="125237"/>
                    <a:pt x="289513" y="139866"/>
                    <a:pt x="313299" y="139866"/>
                  </a:cubicBezTo>
                  <a:cubicBezTo>
                    <a:pt x="339966" y="139866"/>
                    <a:pt x="339966" y="126515"/>
                    <a:pt x="339966" y="100016"/>
                  </a:cubicBezTo>
                </a:path>
              </a:pathLst>
            </a:custGeom>
            <a:solidFill>
              <a:srgbClr val="FF3232"/>
            </a:solidFill>
            <a:ln w="882" cap="flat">
              <a:noFill/>
              <a:prstDash val="solid"/>
              <a:miter/>
            </a:ln>
          </p:spPr>
          <p:txBody>
            <a:bodyPr rtlCol="0" anchor="ctr"/>
            <a:lstStyle/>
            <a:p>
              <a:pPr marL="0" algn="r" defTabSz="914400" rtl="1" eaLnBrk="1" latinLnBrk="0" hangingPunct="1"/>
              <a:endParaRPr lang="en-IL"/>
            </a:p>
          </p:txBody>
        </p:sp>
        <p:sp>
          <p:nvSpPr>
            <p:cNvPr id="12" name="Freeform 11">
              <a:extLst>
                <a:ext uri="{FF2B5EF4-FFF2-40B4-BE49-F238E27FC236}">
                  <a16:creationId xmlns:a16="http://schemas.microsoft.com/office/drawing/2014/main" id="{D74E73EA-E9FC-1AF9-A150-E1F5ACE986CA}"/>
                </a:ext>
              </a:extLst>
            </p:cNvPr>
            <p:cNvSpPr/>
            <p:nvPr/>
          </p:nvSpPr>
          <p:spPr>
            <a:xfrm>
              <a:off x="10307382" y="4588869"/>
              <a:ext cx="508352" cy="160456"/>
            </a:xfrm>
            <a:custGeom>
              <a:avLst/>
              <a:gdLst>
                <a:gd name="connsiteX0" fmla="*/ 422866 w 508352"/>
                <a:gd name="connsiteY0" fmla="*/ 47879 h 160456"/>
                <a:gd name="connsiteX1" fmla="*/ 422866 w 508352"/>
                <a:gd name="connsiteY1" fmla="*/ 158913 h 160456"/>
                <a:gd name="connsiteX2" fmla="*/ 449532 w 508352"/>
                <a:gd name="connsiteY2" fmla="*/ 158913 h 160456"/>
                <a:gd name="connsiteX3" fmla="*/ 449532 w 508352"/>
                <a:gd name="connsiteY3" fmla="*/ 90444 h 160456"/>
                <a:gd name="connsiteX4" fmla="*/ 469691 w 508352"/>
                <a:gd name="connsiteY4" fmla="*/ 66926 h 160456"/>
                <a:gd name="connsiteX5" fmla="*/ 483286 w 508352"/>
                <a:gd name="connsiteY5" fmla="*/ 84695 h 160456"/>
                <a:gd name="connsiteX6" fmla="*/ 483286 w 508352"/>
                <a:gd name="connsiteY6" fmla="*/ 90444 h 160456"/>
                <a:gd name="connsiteX7" fmla="*/ 508353 w 508352"/>
                <a:gd name="connsiteY7" fmla="*/ 90444 h 160456"/>
                <a:gd name="connsiteX8" fmla="*/ 508353 w 508352"/>
                <a:gd name="connsiteY8" fmla="*/ 81404 h 160456"/>
                <a:gd name="connsiteX9" fmla="*/ 479080 w 508352"/>
                <a:gd name="connsiteY9" fmla="*/ 46397 h 160456"/>
                <a:gd name="connsiteX10" fmla="*/ 449328 w 508352"/>
                <a:gd name="connsiteY10" fmla="*/ 62357 h 160456"/>
                <a:gd name="connsiteX11" fmla="*/ 448261 w 508352"/>
                <a:gd name="connsiteY11" fmla="*/ 62357 h 160456"/>
                <a:gd name="connsiteX12" fmla="*/ 449008 w 508352"/>
                <a:gd name="connsiteY12" fmla="*/ 47888 h 160456"/>
                <a:gd name="connsiteX13" fmla="*/ 422874 w 508352"/>
                <a:gd name="connsiteY13" fmla="*/ 47888 h 160456"/>
                <a:gd name="connsiteX14" fmla="*/ 371461 w 508352"/>
                <a:gd name="connsiteY14" fmla="*/ 158913 h 160456"/>
                <a:gd name="connsiteX15" fmla="*/ 398128 w 508352"/>
                <a:gd name="connsiteY15" fmla="*/ 158913 h 160456"/>
                <a:gd name="connsiteX16" fmla="*/ 398128 w 508352"/>
                <a:gd name="connsiteY16" fmla="*/ 89220 h 160456"/>
                <a:gd name="connsiteX17" fmla="*/ 347577 w 508352"/>
                <a:gd name="connsiteY17" fmla="*/ 46655 h 160456"/>
                <a:gd name="connsiteX18" fmla="*/ 299588 w 508352"/>
                <a:gd name="connsiteY18" fmla="*/ 80384 h 160456"/>
                <a:gd name="connsiteX19" fmla="*/ 326255 w 508352"/>
                <a:gd name="connsiteY19" fmla="*/ 80384 h 160456"/>
                <a:gd name="connsiteX20" fmla="*/ 347266 w 508352"/>
                <a:gd name="connsiteY20" fmla="*/ 64903 h 160456"/>
                <a:gd name="connsiteX21" fmla="*/ 371052 w 508352"/>
                <a:gd name="connsiteY21" fmla="*/ 89273 h 160456"/>
                <a:gd name="connsiteX22" fmla="*/ 371052 w 508352"/>
                <a:gd name="connsiteY22" fmla="*/ 103689 h 160456"/>
                <a:gd name="connsiteX23" fmla="*/ 370625 w 508352"/>
                <a:gd name="connsiteY23" fmla="*/ 103689 h 160456"/>
                <a:gd name="connsiteX24" fmla="*/ 337298 w 508352"/>
                <a:gd name="connsiteY24" fmla="*/ 90976 h 160456"/>
                <a:gd name="connsiteX25" fmla="*/ 295648 w 508352"/>
                <a:gd name="connsiteY25" fmla="*/ 125078 h 160456"/>
                <a:gd name="connsiteX26" fmla="*/ 337298 w 508352"/>
                <a:gd name="connsiteY26" fmla="*/ 160457 h 160456"/>
                <a:gd name="connsiteX27" fmla="*/ 371906 w 508352"/>
                <a:gd name="connsiteY27" fmla="*/ 145242 h 160456"/>
                <a:gd name="connsiteX28" fmla="*/ 372546 w 508352"/>
                <a:gd name="connsiteY28" fmla="*/ 145242 h 160456"/>
                <a:gd name="connsiteX29" fmla="*/ 371479 w 508352"/>
                <a:gd name="connsiteY29" fmla="*/ 158913 h 160456"/>
                <a:gd name="connsiteX30" fmla="*/ 346608 w 508352"/>
                <a:gd name="connsiteY30" fmla="*/ 108905 h 160456"/>
                <a:gd name="connsiteX31" fmla="*/ 371248 w 508352"/>
                <a:gd name="connsiteY31" fmla="*/ 124865 h 160456"/>
                <a:gd name="connsiteX32" fmla="*/ 346608 w 508352"/>
                <a:gd name="connsiteY32" fmla="*/ 142049 h 160456"/>
                <a:gd name="connsiteX33" fmla="*/ 322182 w 508352"/>
                <a:gd name="connsiteY33" fmla="*/ 124865 h 160456"/>
                <a:gd name="connsiteX34" fmla="*/ 346608 w 508352"/>
                <a:gd name="connsiteY34" fmla="*/ 108905 h 160456"/>
                <a:gd name="connsiteX35" fmla="*/ 273134 w 508352"/>
                <a:gd name="connsiteY35" fmla="*/ 0 h 160456"/>
                <a:gd name="connsiteX36" fmla="*/ 246467 w 508352"/>
                <a:gd name="connsiteY36" fmla="*/ 0 h 160456"/>
                <a:gd name="connsiteX37" fmla="*/ 246467 w 508352"/>
                <a:gd name="connsiteY37" fmla="*/ 158913 h 160456"/>
                <a:gd name="connsiteX38" fmla="*/ 273134 w 508352"/>
                <a:gd name="connsiteY38" fmla="*/ 158913 h 160456"/>
                <a:gd name="connsiteX39" fmla="*/ 273134 w 508352"/>
                <a:gd name="connsiteY39" fmla="*/ 0 h 160456"/>
                <a:gd name="connsiteX40" fmla="*/ 171179 w 508352"/>
                <a:gd name="connsiteY40" fmla="*/ 66766 h 160456"/>
                <a:gd name="connsiteX41" fmla="*/ 196886 w 508352"/>
                <a:gd name="connsiteY41" fmla="*/ 103636 h 160456"/>
                <a:gd name="connsiteX42" fmla="*/ 171179 w 508352"/>
                <a:gd name="connsiteY42" fmla="*/ 139866 h 160456"/>
                <a:gd name="connsiteX43" fmla="*/ 145472 w 508352"/>
                <a:gd name="connsiteY43" fmla="*/ 103636 h 160456"/>
                <a:gd name="connsiteX44" fmla="*/ 171179 w 508352"/>
                <a:gd name="connsiteY44" fmla="*/ 66766 h 160456"/>
                <a:gd name="connsiteX45" fmla="*/ 171179 w 508352"/>
                <a:gd name="connsiteY45" fmla="*/ 46389 h 160456"/>
                <a:gd name="connsiteX46" fmla="*/ 118708 w 508352"/>
                <a:gd name="connsiteY46" fmla="*/ 103423 h 160456"/>
                <a:gd name="connsiteX47" fmla="*/ 171179 w 508352"/>
                <a:gd name="connsiteY47" fmla="*/ 160191 h 160456"/>
                <a:gd name="connsiteX48" fmla="*/ 223650 w 508352"/>
                <a:gd name="connsiteY48" fmla="*/ 103423 h 160456"/>
                <a:gd name="connsiteX49" fmla="*/ 171179 w 508352"/>
                <a:gd name="connsiteY49" fmla="*/ 46389 h 160456"/>
                <a:gd name="connsiteX50" fmla="*/ 98763 w 508352"/>
                <a:gd name="connsiteY50" fmla="*/ 77988 h 160456"/>
                <a:gd name="connsiteX51" fmla="*/ 50773 w 508352"/>
                <a:gd name="connsiteY51" fmla="*/ 46389 h 160456"/>
                <a:gd name="connsiteX52" fmla="*/ 9 w 508352"/>
                <a:gd name="connsiteY52" fmla="*/ 77563 h 160456"/>
                <a:gd name="connsiteX53" fmla="*/ 48426 w 508352"/>
                <a:gd name="connsiteY53" fmla="*/ 112090 h 160456"/>
                <a:gd name="connsiteX54" fmla="*/ 76044 w 508352"/>
                <a:gd name="connsiteY54" fmla="*/ 127145 h 160456"/>
                <a:gd name="connsiteX55" fmla="*/ 50764 w 508352"/>
                <a:gd name="connsiteY55" fmla="*/ 141987 h 160456"/>
                <a:gd name="connsiteX56" fmla="*/ 26765 w 508352"/>
                <a:gd name="connsiteY56" fmla="*/ 123951 h 160456"/>
                <a:gd name="connsiteX57" fmla="*/ 0 w 508352"/>
                <a:gd name="connsiteY57" fmla="*/ 123951 h 160456"/>
                <a:gd name="connsiteX58" fmla="*/ 50764 w 508352"/>
                <a:gd name="connsiteY58" fmla="*/ 160182 h 160456"/>
                <a:gd name="connsiteX59" fmla="*/ 102809 w 508352"/>
                <a:gd name="connsiteY59" fmla="*/ 127145 h 160456"/>
                <a:gd name="connsiteX60" fmla="*/ 53112 w 508352"/>
                <a:gd name="connsiteY60" fmla="*/ 91766 h 160456"/>
                <a:gd name="connsiteX61" fmla="*/ 26658 w 508352"/>
                <a:gd name="connsiteY61" fmla="*/ 79266 h 160456"/>
                <a:gd name="connsiteX62" fmla="*/ 50657 w 508352"/>
                <a:gd name="connsiteY62" fmla="*/ 64637 h 160456"/>
                <a:gd name="connsiteX63" fmla="*/ 71989 w 508352"/>
                <a:gd name="connsiteY63" fmla="*/ 77988 h 160456"/>
                <a:gd name="connsiteX64" fmla="*/ 98763 w 508352"/>
                <a:gd name="connsiteY64" fmla="*/ 77988 h 160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08352" h="160456">
                  <a:moveTo>
                    <a:pt x="422866" y="47879"/>
                  </a:moveTo>
                  <a:lnTo>
                    <a:pt x="422866" y="158913"/>
                  </a:lnTo>
                  <a:lnTo>
                    <a:pt x="449532" y="158913"/>
                  </a:lnTo>
                  <a:lnTo>
                    <a:pt x="449532" y="90444"/>
                  </a:lnTo>
                  <a:cubicBezTo>
                    <a:pt x="449106" y="76028"/>
                    <a:pt x="453801" y="66926"/>
                    <a:pt x="469691" y="66926"/>
                  </a:cubicBezTo>
                  <a:cubicBezTo>
                    <a:pt x="482219" y="66926"/>
                    <a:pt x="483286" y="73473"/>
                    <a:pt x="483286" y="84695"/>
                  </a:cubicBezTo>
                  <a:lnTo>
                    <a:pt x="483286" y="90444"/>
                  </a:lnTo>
                  <a:lnTo>
                    <a:pt x="508353" y="90444"/>
                  </a:lnTo>
                  <a:lnTo>
                    <a:pt x="508353" y="81404"/>
                  </a:lnTo>
                  <a:cubicBezTo>
                    <a:pt x="508353" y="60121"/>
                    <a:pt x="502644" y="46397"/>
                    <a:pt x="479080" y="46397"/>
                  </a:cubicBezTo>
                  <a:cubicBezTo>
                    <a:pt x="466125" y="46397"/>
                    <a:pt x="454654" y="50017"/>
                    <a:pt x="449328" y="62357"/>
                  </a:cubicBezTo>
                  <a:lnTo>
                    <a:pt x="448261" y="62357"/>
                  </a:lnTo>
                  <a:lnTo>
                    <a:pt x="449008" y="47888"/>
                  </a:lnTo>
                  <a:lnTo>
                    <a:pt x="422874" y="47888"/>
                  </a:lnTo>
                  <a:close/>
                  <a:moveTo>
                    <a:pt x="371461" y="158913"/>
                  </a:moveTo>
                  <a:lnTo>
                    <a:pt x="398128" y="158913"/>
                  </a:lnTo>
                  <a:lnTo>
                    <a:pt x="398128" y="89220"/>
                  </a:lnTo>
                  <a:cubicBezTo>
                    <a:pt x="398128" y="51977"/>
                    <a:pt x="383252" y="46655"/>
                    <a:pt x="347577" y="46655"/>
                  </a:cubicBezTo>
                  <a:cubicBezTo>
                    <a:pt x="322084" y="46655"/>
                    <a:pt x="299588" y="47932"/>
                    <a:pt x="299588" y="80384"/>
                  </a:cubicBezTo>
                  <a:lnTo>
                    <a:pt x="326255" y="80384"/>
                  </a:lnTo>
                  <a:cubicBezTo>
                    <a:pt x="326255" y="65968"/>
                    <a:pt x="335582" y="64903"/>
                    <a:pt x="347266" y="64903"/>
                  </a:cubicBezTo>
                  <a:cubicBezTo>
                    <a:pt x="369558" y="64903"/>
                    <a:pt x="371052" y="71237"/>
                    <a:pt x="371052" y="89273"/>
                  </a:cubicBezTo>
                  <a:lnTo>
                    <a:pt x="371052" y="103689"/>
                  </a:lnTo>
                  <a:lnTo>
                    <a:pt x="370625" y="103689"/>
                  </a:lnTo>
                  <a:cubicBezTo>
                    <a:pt x="364276" y="91189"/>
                    <a:pt x="350894" y="90976"/>
                    <a:pt x="337298" y="90976"/>
                  </a:cubicBezTo>
                  <a:cubicBezTo>
                    <a:pt x="309680" y="90976"/>
                    <a:pt x="295648" y="98375"/>
                    <a:pt x="295648" y="125078"/>
                  </a:cubicBezTo>
                  <a:cubicBezTo>
                    <a:pt x="295648" y="155187"/>
                    <a:pt x="312018" y="160457"/>
                    <a:pt x="337298" y="160457"/>
                  </a:cubicBezTo>
                  <a:cubicBezTo>
                    <a:pt x="350254" y="160457"/>
                    <a:pt x="366624" y="160031"/>
                    <a:pt x="371906" y="145242"/>
                  </a:cubicBezTo>
                  <a:lnTo>
                    <a:pt x="372546" y="145242"/>
                  </a:lnTo>
                  <a:lnTo>
                    <a:pt x="371479" y="158913"/>
                  </a:lnTo>
                  <a:close/>
                  <a:moveTo>
                    <a:pt x="346608" y="108905"/>
                  </a:moveTo>
                  <a:cubicBezTo>
                    <a:pt x="359777" y="108905"/>
                    <a:pt x="371248" y="109331"/>
                    <a:pt x="371248" y="124865"/>
                  </a:cubicBezTo>
                  <a:cubicBezTo>
                    <a:pt x="371248" y="140399"/>
                    <a:pt x="360586" y="142049"/>
                    <a:pt x="346608" y="142049"/>
                  </a:cubicBezTo>
                  <a:cubicBezTo>
                    <a:pt x="328584" y="142049"/>
                    <a:pt x="322182" y="140558"/>
                    <a:pt x="322182" y="124865"/>
                  </a:cubicBezTo>
                  <a:cubicBezTo>
                    <a:pt x="322182" y="109171"/>
                    <a:pt x="332843" y="108905"/>
                    <a:pt x="346608" y="108905"/>
                  </a:cubicBezTo>
                  <a:moveTo>
                    <a:pt x="273134" y="0"/>
                  </a:moveTo>
                  <a:lnTo>
                    <a:pt x="246467" y="0"/>
                  </a:lnTo>
                  <a:lnTo>
                    <a:pt x="246467" y="158913"/>
                  </a:lnTo>
                  <a:lnTo>
                    <a:pt x="273134" y="158913"/>
                  </a:lnTo>
                  <a:lnTo>
                    <a:pt x="273134" y="0"/>
                  </a:lnTo>
                  <a:close/>
                  <a:moveTo>
                    <a:pt x="171179" y="66766"/>
                  </a:moveTo>
                  <a:cubicBezTo>
                    <a:pt x="194965" y="66766"/>
                    <a:pt x="196886" y="73526"/>
                    <a:pt x="196886" y="103636"/>
                  </a:cubicBezTo>
                  <a:cubicBezTo>
                    <a:pt x="196886" y="133745"/>
                    <a:pt x="194965" y="139866"/>
                    <a:pt x="171179" y="139866"/>
                  </a:cubicBezTo>
                  <a:cubicBezTo>
                    <a:pt x="147393" y="139866"/>
                    <a:pt x="145472" y="133266"/>
                    <a:pt x="145472" y="103636"/>
                  </a:cubicBezTo>
                  <a:cubicBezTo>
                    <a:pt x="145472" y="74005"/>
                    <a:pt x="147393" y="66766"/>
                    <a:pt x="171179" y="66766"/>
                  </a:cubicBezTo>
                  <a:moveTo>
                    <a:pt x="171179" y="46389"/>
                  </a:moveTo>
                  <a:cubicBezTo>
                    <a:pt x="124683" y="46389"/>
                    <a:pt x="118708" y="60166"/>
                    <a:pt x="118708" y="103423"/>
                  </a:cubicBezTo>
                  <a:cubicBezTo>
                    <a:pt x="118708" y="146680"/>
                    <a:pt x="124683" y="160191"/>
                    <a:pt x="171179" y="160191"/>
                  </a:cubicBezTo>
                  <a:cubicBezTo>
                    <a:pt x="217675" y="160191"/>
                    <a:pt x="223650" y="146413"/>
                    <a:pt x="223650" y="103423"/>
                  </a:cubicBezTo>
                  <a:cubicBezTo>
                    <a:pt x="223650" y="60432"/>
                    <a:pt x="217728" y="46389"/>
                    <a:pt x="171179" y="46389"/>
                  </a:cubicBezTo>
                  <a:moveTo>
                    <a:pt x="98763" y="77988"/>
                  </a:moveTo>
                  <a:cubicBezTo>
                    <a:pt x="98763" y="46814"/>
                    <a:pt x="72629" y="46389"/>
                    <a:pt x="50773" y="46389"/>
                  </a:cubicBezTo>
                  <a:cubicBezTo>
                    <a:pt x="22088" y="46389"/>
                    <a:pt x="9" y="47027"/>
                    <a:pt x="9" y="77563"/>
                  </a:cubicBezTo>
                  <a:cubicBezTo>
                    <a:pt x="9" y="105969"/>
                    <a:pt x="7425" y="111717"/>
                    <a:pt x="48426" y="112090"/>
                  </a:cubicBezTo>
                  <a:cubicBezTo>
                    <a:pt x="75404" y="112516"/>
                    <a:pt x="76044" y="117413"/>
                    <a:pt x="76044" y="127145"/>
                  </a:cubicBezTo>
                  <a:cubicBezTo>
                    <a:pt x="76044" y="142412"/>
                    <a:pt x="66716" y="141987"/>
                    <a:pt x="50764" y="141987"/>
                  </a:cubicBezTo>
                  <a:cubicBezTo>
                    <a:pt x="30980" y="141987"/>
                    <a:pt x="27192" y="140070"/>
                    <a:pt x="26765" y="123951"/>
                  </a:cubicBezTo>
                  <a:lnTo>
                    <a:pt x="0" y="123951"/>
                  </a:lnTo>
                  <a:cubicBezTo>
                    <a:pt x="0" y="160182"/>
                    <a:pt x="20371" y="160182"/>
                    <a:pt x="50764" y="160182"/>
                  </a:cubicBezTo>
                  <a:cubicBezTo>
                    <a:pt x="78969" y="160182"/>
                    <a:pt x="102809" y="157254"/>
                    <a:pt x="102809" y="127145"/>
                  </a:cubicBezTo>
                  <a:cubicBezTo>
                    <a:pt x="102809" y="91127"/>
                    <a:pt x="79450" y="93043"/>
                    <a:pt x="53112" y="91766"/>
                  </a:cubicBezTo>
                  <a:cubicBezTo>
                    <a:pt x="29752" y="90701"/>
                    <a:pt x="26658" y="90435"/>
                    <a:pt x="26658" y="79266"/>
                  </a:cubicBezTo>
                  <a:cubicBezTo>
                    <a:pt x="26658" y="64637"/>
                    <a:pt x="36413" y="64637"/>
                    <a:pt x="50657" y="64637"/>
                  </a:cubicBezTo>
                  <a:cubicBezTo>
                    <a:pt x="64902" y="64637"/>
                    <a:pt x="71989" y="64637"/>
                    <a:pt x="71989" y="77988"/>
                  </a:cubicBezTo>
                  <a:lnTo>
                    <a:pt x="98763" y="77988"/>
                  </a:lnTo>
                  <a:close/>
                </a:path>
              </a:pathLst>
            </a:custGeom>
            <a:solidFill>
              <a:schemeClr val="bg1"/>
            </a:solidFill>
            <a:ln w="882" cap="flat">
              <a:noFill/>
              <a:prstDash val="solid"/>
              <a:miter/>
            </a:ln>
          </p:spPr>
          <p:txBody>
            <a:bodyPr rtlCol="0" anchor="ctr"/>
            <a:lstStyle/>
            <a:p>
              <a:pPr marL="0" algn="l" defTabSz="914400" rtl="0" eaLnBrk="1" latinLnBrk="0" hangingPunct="1"/>
              <a:endParaRPr lang="en-IL">
                <a:solidFill>
                  <a:schemeClr val="bg1"/>
                </a:solidFill>
              </a:endParaRPr>
            </a:p>
          </p:txBody>
        </p:sp>
      </p:grpSp>
      <p:sp>
        <p:nvSpPr>
          <p:cNvPr id="2" name="Title 1">
            <a:extLst>
              <a:ext uri="{FF2B5EF4-FFF2-40B4-BE49-F238E27FC236}">
                <a16:creationId xmlns:a16="http://schemas.microsoft.com/office/drawing/2014/main" id="{A98D9D95-C44E-5026-FA56-4A39531CF37C}"/>
              </a:ext>
            </a:extLst>
          </p:cNvPr>
          <p:cNvSpPr>
            <a:spLocks noGrp="1"/>
          </p:cNvSpPr>
          <p:nvPr>
            <p:ph type="ctrTitle"/>
          </p:nvPr>
        </p:nvSpPr>
        <p:spPr>
          <a:xfrm>
            <a:off x="516000" y="3262180"/>
            <a:ext cx="5898291" cy="1762901"/>
          </a:xfrm>
        </p:spPr>
        <p:txBody>
          <a:bodyPr anchor="t">
            <a:noAutofit/>
          </a:bodyPr>
          <a:lstStyle>
            <a:lvl1pPr algn="l">
              <a:defRPr sz="5400" b="0" i="0">
                <a:solidFill>
                  <a:schemeClr val="bg1"/>
                </a:solidFill>
                <a:latin typeface="+mn-lt"/>
                <a:cs typeface="Segoe UI Light" panose="020B0502040204020203" pitchFamily="34" charset="0"/>
              </a:defRPr>
            </a:lvl1pPr>
          </a:lstStyle>
          <a:p>
            <a:r>
              <a:rPr lang="en-US"/>
              <a:t>Click to edit Master title style</a:t>
            </a:r>
            <a:endParaRPr lang="en-IL"/>
          </a:p>
        </p:txBody>
      </p:sp>
      <p:sp>
        <p:nvSpPr>
          <p:cNvPr id="3" name="Subtitle 2">
            <a:extLst>
              <a:ext uri="{FF2B5EF4-FFF2-40B4-BE49-F238E27FC236}">
                <a16:creationId xmlns:a16="http://schemas.microsoft.com/office/drawing/2014/main" id="{DD881CA6-45A0-DD5E-16A3-5AA980CA864F}"/>
              </a:ext>
            </a:extLst>
          </p:cNvPr>
          <p:cNvSpPr>
            <a:spLocks noGrp="1"/>
          </p:cNvSpPr>
          <p:nvPr>
            <p:ph type="subTitle" idx="1"/>
          </p:nvPr>
        </p:nvSpPr>
        <p:spPr>
          <a:xfrm>
            <a:off x="516000" y="5123934"/>
            <a:ext cx="5939480" cy="477795"/>
          </a:xfrm>
        </p:spPr>
        <p:txBody>
          <a:bodyPr/>
          <a:lstStyle>
            <a:lvl1pPr marL="0" indent="0" algn="l">
              <a:buNone/>
              <a:defRPr sz="2400" b="0" i="0">
                <a:solidFill>
                  <a:schemeClr val="accent2"/>
                </a:solidFill>
                <a:latin typeface="+mj-lt"/>
                <a:cs typeface="Segoe UI Semibold"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6" name="Slide Number Placeholder 5">
            <a:extLst>
              <a:ext uri="{FF2B5EF4-FFF2-40B4-BE49-F238E27FC236}">
                <a16:creationId xmlns:a16="http://schemas.microsoft.com/office/drawing/2014/main" id="{250B96E0-0EED-EC45-A3A6-335AE9ACB1A2}"/>
              </a:ext>
            </a:extLst>
          </p:cNvPr>
          <p:cNvSpPr>
            <a:spLocks noGrp="1"/>
          </p:cNvSpPr>
          <p:nvPr>
            <p:ph type="sldNum" sz="quarter" idx="12"/>
          </p:nvPr>
        </p:nvSpPr>
        <p:spPr/>
        <p:txBody>
          <a:bodyPr/>
          <a:lstStyle>
            <a:lvl1pPr>
              <a:defRPr>
                <a:solidFill>
                  <a:schemeClr val="accent4">
                    <a:alpha val="50000"/>
                  </a:schemeClr>
                </a:solidFill>
              </a:defRPr>
            </a:lvl1pPr>
          </a:lstStyle>
          <a:p>
            <a:fld id="{4055E60B-063F-7341-AAD1-65F55D97E323}" type="slidenum">
              <a:rPr lang="en-IL" smtClean="0"/>
              <a:pPr/>
              <a:t>‹#›</a:t>
            </a:fld>
            <a:endParaRPr lang="en-IL"/>
          </a:p>
        </p:txBody>
      </p:sp>
      <p:sp>
        <p:nvSpPr>
          <p:cNvPr id="15" name="Parallelogram 14">
            <a:extLst>
              <a:ext uri="{FF2B5EF4-FFF2-40B4-BE49-F238E27FC236}">
                <a16:creationId xmlns:a16="http://schemas.microsoft.com/office/drawing/2014/main" id="{8EE9470B-C5AD-0F15-8B9B-AD6021CF7E18}"/>
              </a:ext>
            </a:extLst>
          </p:cNvPr>
          <p:cNvSpPr/>
          <p:nvPr userDrawn="1"/>
        </p:nvSpPr>
        <p:spPr>
          <a:xfrm>
            <a:off x="592865" y="3173033"/>
            <a:ext cx="540000" cy="36000"/>
          </a:xfrm>
          <a:prstGeom prst="parallelogram">
            <a:avLst>
              <a:gd name="adj" fmla="val 33599"/>
            </a:avLst>
          </a:prstGeom>
          <a:solidFill>
            <a:srgbClr val="FF3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solidFill>
                <a:srgbClr val="FF3232"/>
              </a:solidFill>
            </a:endParaRPr>
          </a:p>
        </p:txBody>
      </p:sp>
      <p:sp>
        <p:nvSpPr>
          <p:cNvPr id="16" name="Footer Placeholder 4">
            <a:extLst>
              <a:ext uri="{FF2B5EF4-FFF2-40B4-BE49-F238E27FC236}">
                <a16:creationId xmlns:a16="http://schemas.microsoft.com/office/drawing/2014/main" id="{2671121A-1F24-9B5F-8B72-9C20570FD338}"/>
              </a:ext>
            </a:extLst>
          </p:cNvPr>
          <p:cNvSpPr>
            <a:spLocks noGrp="1"/>
          </p:cNvSpPr>
          <p:nvPr>
            <p:ph type="ftr" sz="quarter" idx="3"/>
          </p:nvPr>
        </p:nvSpPr>
        <p:spPr>
          <a:xfrm>
            <a:off x="5495124" y="6356350"/>
            <a:ext cx="5040000" cy="365125"/>
          </a:xfrm>
          <a:prstGeom prst="rect">
            <a:avLst/>
          </a:prstGeom>
        </p:spPr>
        <p:txBody>
          <a:bodyPr vert="horz" lIns="91440" tIns="45720" rIns="91440" bIns="45720" rtlCol="0" anchor="ctr"/>
          <a:lstStyle>
            <a:lvl1pPr algn="l">
              <a:defRPr sz="1000" b="0" i="0">
                <a:solidFill>
                  <a:schemeClr val="tx1">
                    <a:tint val="82000"/>
                    <a:alpha val="50000"/>
                  </a:schemeClr>
                </a:solidFill>
                <a:latin typeface="Segoe UI" panose="020B0502040204020203" pitchFamily="34" charset="0"/>
                <a:cs typeface="Segoe UI" panose="020B0502040204020203" pitchFamily="34" charset="0"/>
              </a:defRPr>
            </a:lvl1pPr>
          </a:lstStyle>
          <a:p>
            <a:pPr marL="0" algn="r" defTabSz="914400" rtl="1" eaLnBrk="1" latinLnBrk="0" hangingPunct="1"/>
            <a:endParaRPr lang="en-IL"/>
          </a:p>
        </p:txBody>
      </p:sp>
    </p:spTree>
    <p:extLst>
      <p:ext uri="{BB962C8B-B14F-4D97-AF65-F5344CB8AC3E}">
        <p14:creationId xmlns:p14="http://schemas.microsoft.com/office/powerpoint/2010/main" val="3524184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9C20-CAD9-FFD2-CE2D-5525543FBD6C}"/>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98003630-E937-E68D-BE93-B4C7018B16C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Footer Placeholder 4">
            <a:extLst>
              <a:ext uri="{FF2B5EF4-FFF2-40B4-BE49-F238E27FC236}">
                <a16:creationId xmlns:a16="http://schemas.microsoft.com/office/drawing/2014/main" id="{127F7D31-CDDE-39A3-0DD6-ED3E256F9F4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EFFE7FC2-5991-B5B8-9AD3-AE6D68AE9BA2}"/>
              </a:ext>
            </a:extLst>
          </p:cNvPr>
          <p:cNvSpPr>
            <a:spLocks noGrp="1"/>
          </p:cNvSpPr>
          <p:nvPr>
            <p:ph type="sldNum" sz="quarter" idx="12"/>
          </p:nvPr>
        </p:nvSpPr>
        <p:spPr/>
        <p:txBody>
          <a:bodyPr/>
          <a:lstStyle/>
          <a:p>
            <a:fld id="{4055E60B-063F-7341-AAD1-65F55D97E323}" type="slidenum">
              <a:rPr lang="en-IL" smtClean="0"/>
              <a:t>‹#›</a:t>
            </a:fld>
            <a:endParaRPr lang="en-IL"/>
          </a:p>
        </p:txBody>
      </p:sp>
    </p:spTree>
    <p:extLst>
      <p:ext uri="{BB962C8B-B14F-4D97-AF65-F5344CB8AC3E}">
        <p14:creationId xmlns:p14="http://schemas.microsoft.com/office/powerpoint/2010/main" val="1849114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9C20-CAD9-FFD2-CE2D-5525543FBD6C}"/>
              </a:ext>
            </a:extLst>
          </p:cNvPr>
          <p:cNvSpPr>
            <a:spLocks noGrp="1"/>
          </p:cNvSpPr>
          <p:nvPr>
            <p:ph type="title"/>
          </p:nvPr>
        </p:nvSpPr>
        <p:spPr>
          <a:xfrm>
            <a:off x="516000" y="463296"/>
            <a:ext cx="11160000" cy="731520"/>
          </a:xfrm>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98003630-E937-E68D-BE93-B4C7018B16C7}"/>
              </a:ext>
            </a:extLst>
          </p:cNvPr>
          <p:cNvSpPr>
            <a:spLocks noGrp="1"/>
          </p:cNvSpPr>
          <p:nvPr>
            <p:ph idx="1"/>
          </p:nvPr>
        </p:nvSpPr>
        <p:spPr>
          <a:xfrm>
            <a:off x="516000" y="2305877"/>
            <a:ext cx="11160000" cy="38482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Footer Placeholder 4">
            <a:extLst>
              <a:ext uri="{FF2B5EF4-FFF2-40B4-BE49-F238E27FC236}">
                <a16:creationId xmlns:a16="http://schemas.microsoft.com/office/drawing/2014/main" id="{127F7D31-CDDE-39A3-0DD6-ED3E256F9F4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EFFE7FC2-5991-B5B8-9AD3-AE6D68AE9BA2}"/>
              </a:ext>
            </a:extLst>
          </p:cNvPr>
          <p:cNvSpPr>
            <a:spLocks noGrp="1"/>
          </p:cNvSpPr>
          <p:nvPr>
            <p:ph type="sldNum" sz="quarter" idx="12"/>
          </p:nvPr>
        </p:nvSpPr>
        <p:spPr/>
        <p:txBody>
          <a:bodyPr/>
          <a:lstStyle/>
          <a:p>
            <a:fld id="{4055E60B-063F-7341-AAD1-65F55D97E323}" type="slidenum">
              <a:rPr lang="en-IL" smtClean="0"/>
              <a:t>‹#›</a:t>
            </a:fld>
            <a:endParaRPr lang="en-IL"/>
          </a:p>
        </p:txBody>
      </p:sp>
      <p:sp>
        <p:nvSpPr>
          <p:cNvPr id="10" name="Text Placeholder 9">
            <a:extLst>
              <a:ext uri="{FF2B5EF4-FFF2-40B4-BE49-F238E27FC236}">
                <a16:creationId xmlns:a16="http://schemas.microsoft.com/office/drawing/2014/main" id="{1CB354CA-FCBA-7A93-D38D-4AA6421A029D}"/>
              </a:ext>
            </a:extLst>
          </p:cNvPr>
          <p:cNvSpPr>
            <a:spLocks noGrp="1"/>
          </p:cNvSpPr>
          <p:nvPr>
            <p:ph type="body" sz="quarter" idx="18"/>
          </p:nvPr>
        </p:nvSpPr>
        <p:spPr>
          <a:xfrm>
            <a:off x="516000" y="1431235"/>
            <a:ext cx="11160000" cy="675378"/>
          </a:xfrm>
        </p:spPr>
        <p:txBody>
          <a:bodyPr>
            <a:noAutofit/>
          </a:bodyPr>
          <a:lstStyle>
            <a:lvl1pPr marL="0" indent="0">
              <a:buFontTx/>
              <a:buNone/>
              <a:defRPr sz="2200">
                <a:solidFill>
                  <a:schemeClr val="accent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Tree>
    <p:extLst>
      <p:ext uri="{BB962C8B-B14F-4D97-AF65-F5344CB8AC3E}">
        <p14:creationId xmlns:p14="http://schemas.microsoft.com/office/powerpoint/2010/main" val="2598670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526357D-2506-AD94-EDB3-970E916B89B7}"/>
              </a:ext>
            </a:extLst>
          </p:cNvPr>
          <p:cNvSpPr/>
          <p:nvPr userDrawn="1"/>
        </p:nvSpPr>
        <p:spPr>
          <a:xfrm>
            <a:off x="1" y="0"/>
            <a:ext cx="7920000" cy="6858000"/>
          </a:xfrm>
          <a:prstGeom prst="rect">
            <a:avLst/>
          </a:prstGeom>
          <a:gradFill>
            <a:gsLst>
              <a:gs pos="15000">
                <a:schemeClr val="tx2">
                  <a:alpha val="80000"/>
                </a:schemeClr>
              </a:gs>
              <a:gs pos="100000">
                <a:schemeClr val="tx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p>
        </p:txBody>
      </p:sp>
      <p:sp>
        <p:nvSpPr>
          <p:cNvPr id="3" name="Text Placeholder 2">
            <a:extLst>
              <a:ext uri="{FF2B5EF4-FFF2-40B4-BE49-F238E27FC236}">
                <a16:creationId xmlns:a16="http://schemas.microsoft.com/office/drawing/2014/main" id="{FA691269-59A4-07DF-00FC-8E4BF80006AA}"/>
              </a:ext>
            </a:extLst>
          </p:cNvPr>
          <p:cNvSpPr>
            <a:spLocks noGrp="1"/>
          </p:cNvSpPr>
          <p:nvPr>
            <p:ph type="body" idx="1"/>
          </p:nvPr>
        </p:nvSpPr>
        <p:spPr>
          <a:xfrm>
            <a:off x="516000" y="5123934"/>
            <a:ext cx="5884800" cy="735772"/>
          </a:xfrm>
        </p:spPr>
        <p:txBody>
          <a:bodyPr>
            <a:noAutofit/>
          </a:bodyPr>
          <a:lstStyle>
            <a:lvl1pPr marL="0" indent="0" algn="l" defTabSz="914400" rtl="0" eaLnBrk="1" latinLnBrk="0" hangingPunct="1">
              <a:lnSpc>
                <a:spcPct val="90000"/>
              </a:lnSpc>
              <a:spcBef>
                <a:spcPts val="1000"/>
              </a:spcBef>
              <a:buFontTx/>
              <a:buNone/>
              <a:defRPr lang="en-US" sz="2400" b="0" i="0" kern="1200" dirty="0">
                <a:solidFill>
                  <a:schemeClr val="accent2"/>
                </a:solidFill>
                <a:latin typeface="+mj-lt"/>
                <a:ea typeface="+mn-ea"/>
                <a:cs typeface="Segoe UI Semibold" panose="020B0502040204020203"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BDE585DB-4BC9-8A25-5B3F-10065DAC1435}"/>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09482A8-7645-2E7C-72E7-CC9D22CDEB39}"/>
              </a:ext>
            </a:extLst>
          </p:cNvPr>
          <p:cNvSpPr>
            <a:spLocks noGrp="1"/>
          </p:cNvSpPr>
          <p:nvPr>
            <p:ph type="sldNum" sz="quarter" idx="12"/>
          </p:nvPr>
        </p:nvSpPr>
        <p:spPr/>
        <p:txBody>
          <a:bodyPr/>
          <a:lstStyle/>
          <a:p>
            <a:fld id="{4055E60B-063F-7341-AAD1-65F55D97E323}" type="slidenum">
              <a:rPr lang="en-IL" smtClean="0"/>
              <a:t>‹#›</a:t>
            </a:fld>
            <a:endParaRPr lang="en-IL"/>
          </a:p>
        </p:txBody>
      </p:sp>
      <p:sp>
        <p:nvSpPr>
          <p:cNvPr id="10" name="Parallelogram 9">
            <a:extLst>
              <a:ext uri="{FF2B5EF4-FFF2-40B4-BE49-F238E27FC236}">
                <a16:creationId xmlns:a16="http://schemas.microsoft.com/office/drawing/2014/main" id="{D12D4400-085C-5AD2-D671-9183993FEFF6}"/>
              </a:ext>
            </a:extLst>
          </p:cNvPr>
          <p:cNvSpPr/>
          <p:nvPr userDrawn="1"/>
        </p:nvSpPr>
        <p:spPr>
          <a:xfrm>
            <a:off x="592865" y="3173033"/>
            <a:ext cx="540000" cy="36000"/>
          </a:xfrm>
          <a:prstGeom prst="parallelogram">
            <a:avLst>
              <a:gd name="adj" fmla="val 33599"/>
            </a:avLst>
          </a:prstGeom>
          <a:solidFill>
            <a:srgbClr val="FF3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solidFill>
                <a:srgbClr val="FF3232"/>
              </a:solidFill>
            </a:endParaRPr>
          </a:p>
        </p:txBody>
      </p:sp>
      <p:sp>
        <p:nvSpPr>
          <p:cNvPr id="2" name="Title 1">
            <a:extLst>
              <a:ext uri="{FF2B5EF4-FFF2-40B4-BE49-F238E27FC236}">
                <a16:creationId xmlns:a16="http://schemas.microsoft.com/office/drawing/2014/main" id="{C6531D58-9868-8123-6A61-454D6EC244EF}"/>
              </a:ext>
            </a:extLst>
          </p:cNvPr>
          <p:cNvSpPr>
            <a:spLocks noGrp="1"/>
          </p:cNvSpPr>
          <p:nvPr>
            <p:ph type="title"/>
          </p:nvPr>
        </p:nvSpPr>
        <p:spPr>
          <a:xfrm>
            <a:off x="516000" y="3260035"/>
            <a:ext cx="5898052" cy="1762539"/>
          </a:xfrm>
        </p:spPr>
        <p:txBody>
          <a:bodyPr anchor="t">
            <a:noAutofit/>
          </a:bodyPr>
          <a:lstStyle>
            <a:lvl1pPr marL="0" algn="l" defTabSz="914400" rtl="0" eaLnBrk="1" latinLnBrk="0" hangingPunct="1">
              <a:lnSpc>
                <a:spcPct val="90000"/>
              </a:lnSpc>
              <a:spcBef>
                <a:spcPct val="0"/>
              </a:spcBef>
              <a:buNone/>
              <a:defRPr lang="en-IL" sz="5400" b="0" i="0" kern="1200" dirty="0">
                <a:solidFill>
                  <a:schemeClr val="bg1"/>
                </a:solidFill>
                <a:latin typeface="+mn-lt"/>
                <a:ea typeface="+mj-ea"/>
                <a:cs typeface="Segoe UI Light" panose="020B0502040204020203" pitchFamily="34" charset="0"/>
              </a:defRPr>
            </a:lvl1pPr>
          </a:lstStyle>
          <a:p>
            <a:r>
              <a:rPr lang="en-US"/>
              <a:t>Click to edit Master title style</a:t>
            </a:r>
            <a:endParaRPr lang="en-IL"/>
          </a:p>
        </p:txBody>
      </p:sp>
      <p:grpSp>
        <p:nvGrpSpPr>
          <p:cNvPr id="12" name="Group 11">
            <a:extLst>
              <a:ext uri="{FF2B5EF4-FFF2-40B4-BE49-F238E27FC236}">
                <a16:creationId xmlns:a16="http://schemas.microsoft.com/office/drawing/2014/main" id="{6E769BEC-8FF0-8DE9-DE3C-392ACF114B74}"/>
              </a:ext>
            </a:extLst>
          </p:cNvPr>
          <p:cNvGrpSpPr/>
          <p:nvPr userDrawn="1"/>
        </p:nvGrpSpPr>
        <p:grpSpPr>
          <a:xfrm>
            <a:off x="10654248" y="6448149"/>
            <a:ext cx="1008089" cy="203766"/>
            <a:chOff x="10654248" y="6448149"/>
            <a:chExt cx="1008089" cy="203766"/>
          </a:xfrm>
        </p:grpSpPr>
        <p:sp>
          <p:nvSpPr>
            <p:cNvPr id="13" name="Freeform 12">
              <a:extLst>
                <a:ext uri="{FF2B5EF4-FFF2-40B4-BE49-F238E27FC236}">
                  <a16:creationId xmlns:a16="http://schemas.microsoft.com/office/drawing/2014/main" id="{0A2CEBBD-0AD7-3EE5-8BC0-2B1E35483E40}"/>
                </a:ext>
              </a:extLst>
            </p:cNvPr>
            <p:cNvSpPr/>
            <p:nvPr/>
          </p:nvSpPr>
          <p:spPr>
            <a:xfrm>
              <a:off x="11151485" y="6448149"/>
              <a:ext cx="510852" cy="203766"/>
            </a:xfrm>
            <a:custGeom>
              <a:avLst/>
              <a:gdLst>
                <a:gd name="connsiteX0" fmla="*/ 457660 w 510852"/>
                <a:gd name="connsiteY0" fmla="*/ 123534 h 203766"/>
                <a:gd name="connsiteX1" fmla="*/ 472483 w 510852"/>
                <a:gd name="connsiteY1" fmla="*/ 123534 h 203766"/>
                <a:gd name="connsiteX2" fmla="*/ 477818 w 510852"/>
                <a:gd name="connsiteY2" fmla="*/ 108320 h 203766"/>
                <a:gd name="connsiteX3" fmla="*/ 407749 w 510852"/>
                <a:gd name="connsiteY3" fmla="*/ 108320 h 203766"/>
                <a:gd name="connsiteX4" fmla="*/ 432442 w 510852"/>
                <a:gd name="connsiteY4" fmla="*/ 139866 h 203766"/>
                <a:gd name="connsiteX5" fmla="*/ 457669 w 510852"/>
                <a:gd name="connsiteY5" fmla="*/ 123534 h 203766"/>
                <a:gd name="connsiteX6" fmla="*/ 407758 w 510852"/>
                <a:gd name="connsiteY6" fmla="*/ 91615 h 203766"/>
                <a:gd name="connsiteX7" fmla="*/ 457669 w 510852"/>
                <a:gd name="connsiteY7" fmla="*/ 91615 h 203766"/>
                <a:gd name="connsiteX8" fmla="*/ 432442 w 510852"/>
                <a:gd name="connsiteY8" fmla="*/ 67032 h 203766"/>
                <a:gd name="connsiteX9" fmla="*/ 407749 w 510852"/>
                <a:gd name="connsiteY9" fmla="*/ 91615 h 203766"/>
                <a:gd name="connsiteX10" fmla="*/ 499941 w 510852"/>
                <a:gd name="connsiteY10" fmla="*/ 0 h 203766"/>
                <a:gd name="connsiteX11" fmla="*/ 248459 w 510852"/>
                <a:gd name="connsiteY11" fmla="*/ 0 h 203766"/>
                <a:gd name="connsiteX12" fmla="*/ 248459 w 510852"/>
                <a:gd name="connsiteY12" fmla="*/ 158913 h 203766"/>
                <a:gd name="connsiteX13" fmla="*/ 221792 w 510852"/>
                <a:gd name="connsiteY13" fmla="*/ 158913 h 203766"/>
                <a:gd name="connsiteX14" fmla="*/ 222859 w 510852"/>
                <a:gd name="connsiteY14" fmla="*/ 142208 h 203766"/>
                <a:gd name="connsiteX15" fmla="*/ 222005 w 510852"/>
                <a:gd name="connsiteY15" fmla="*/ 142208 h 203766"/>
                <a:gd name="connsiteX16" fmla="*/ 187185 w 510852"/>
                <a:gd name="connsiteY16" fmla="*/ 160191 h 203766"/>
                <a:gd name="connsiteX17" fmla="*/ 144521 w 510852"/>
                <a:gd name="connsiteY17" fmla="*/ 100016 h 203766"/>
                <a:gd name="connsiteX18" fmla="*/ 187185 w 510852"/>
                <a:gd name="connsiteY18" fmla="*/ 46389 h 203766"/>
                <a:gd name="connsiteX19" fmla="*/ 220725 w 510852"/>
                <a:gd name="connsiteY19" fmla="*/ 62348 h 203766"/>
                <a:gd name="connsiteX20" fmla="*/ 221792 w 510852"/>
                <a:gd name="connsiteY20" fmla="*/ 62348 h 203766"/>
                <a:gd name="connsiteX21" fmla="*/ 221792 w 510852"/>
                <a:gd name="connsiteY21" fmla="*/ 0 h 203766"/>
                <a:gd name="connsiteX22" fmla="*/ 81922 w 510852"/>
                <a:gd name="connsiteY22" fmla="*/ 0 h 203766"/>
                <a:gd name="connsiteX23" fmla="*/ 61443 w 510852"/>
                <a:gd name="connsiteY23" fmla="*/ 14576 h 203766"/>
                <a:gd name="connsiteX24" fmla="*/ 49075 w 510852"/>
                <a:gd name="connsiteY24" fmla="*/ 50540 h 203766"/>
                <a:gd name="connsiteX25" fmla="*/ 78134 w 510852"/>
                <a:gd name="connsiteY25" fmla="*/ 46389 h 203766"/>
                <a:gd name="connsiteX26" fmla="*/ 130178 w 510852"/>
                <a:gd name="connsiteY26" fmla="*/ 108320 h 203766"/>
                <a:gd name="connsiteX27" fmla="*/ 53494 w 510852"/>
                <a:gd name="connsiteY27" fmla="*/ 108320 h 203766"/>
                <a:gd name="connsiteX28" fmla="*/ 78134 w 510852"/>
                <a:gd name="connsiteY28" fmla="*/ 139866 h 203766"/>
                <a:gd name="connsiteX29" fmla="*/ 103414 w 510852"/>
                <a:gd name="connsiteY29" fmla="*/ 123534 h 203766"/>
                <a:gd name="connsiteX30" fmla="*/ 130080 w 510852"/>
                <a:gd name="connsiteY30" fmla="*/ 123534 h 203766"/>
                <a:gd name="connsiteX31" fmla="*/ 78036 w 510852"/>
                <a:gd name="connsiteY31" fmla="*/ 160191 h 203766"/>
                <a:gd name="connsiteX32" fmla="*/ 26845 w 510852"/>
                <a:gd name="connsiteY32" fmla="*/ 114228 h 203766"/>
                <a:gd name="connsiteX33" fmla="*/ 872 w 510852"/>
                <a:gd name="connsiteY33" fmla="*/ 189245 h 203766"/>
                <a:gd name="connsiteX34" fmla="*/ 11266 w 510852"/>
                <a:gd name="connsiteY34" fmla="*/ 203767 h 203766"/>
                <a:gd name="connsiteX35" fmla="*/ 283226 w 510852"/>
                <a:gd name="connsiteY35" fmla="*/ 203767 h 203766"/>
                <a:gd name="connsiteX36" fmla="*/ 267230 w 510852"/>
                <a:gd name="connsiteY36" fmla="*/ 170411 h 203766"/>
                <a:gd name="connsiteX37" fmla="*/ 292296 w 510852"/>
                <a:gd name="connsiteY37" fmla="*/ 170411 h 203766"/>
                <a:gd name="connsiteX38" fmla="*/ 313095 w 510852"/>
                <a:gd name="connsiteY38" fmla="*/ 187967 h 203766"/>
                <a:gd name="connsiteX39" fmla="*/ 340713 w 510852"/>
                <a:gd name="connsiteY39" fmla="*/ 164236 h 203766"/>
                <a:gd name="connsiteX40" fmla="*/ 340713 w 510852"/>
                <a:gd name="connsiteY40" fmla="*/ 142954 h 203766"/>
                <a:gd name="connsiteX41" fmla="*/ 340073 w 510852"/>
                <a:gd name="connsiteY41" fmla="*/ 142954 h 203766"/>
                <a:gd name="connsiteX42" fmla="*/ 305252 w 510852"/>
                <a:gd name="connsiteY42" fmla="*/ 160084 h 203766"/>
                <a:gd name="connsiteX43" fmla="*/ 262588 w 510852"/>
                <a:gd name="connsiteY43" fmla="*/ 106510 h 203766"/>
                <a:gd name="connsiteX44" fmla="*/ 305252 w 510852"/>
                <a:gd name="connsiteY44" fmla="*/ 46282 h 203766"/>
                <a:gd name="connsiteX45" fmla="*/ 340073 w 510852"/>
                <a:gd name="connsiteY45" fmla="*/ 64318 h 203766"/>
                <a:gd name="connsiteX46" fmla="*/ 340926 w 510852"/>
                <a:gd name="connsiteY46" fmla="*/ 64318 h 203766"/>
                <a:gd name="connsiteX47" fmla="*/ 339966 w 510852"/>
                <a:gd name="connsiteY47" fmla="*/ 47879 h 203766"/>
                <a:gd name="connsiteX48" fmla="*/ 366633 w 510852"/>
                <a:gd name="connsiteY48" fmla="*/ 47879 h 203766"/>
                <a:gd name="connsiteX49" fmla="*/ 366633 w 510852"/>
                <a:gd name="connsiteY49" fmla="*/ 158700 h 203766"/>
                <a:gd name="connsiteX50" fmla="*/ 346422 w 510852"/>
                <a:gd name="connsiteY50" fmla="*/ 203758 h 203766"/>
                <a:gd name="connsiteX51" fmla="*/ 429072 w 510852"/>
                <a:gd name="connsiteY51" fmla="*/ 203758 h 203766"/>
                <a:gd name="connsiteX52" fmla="*/ 449550 w 510852"/>
                <a:gd name="connsiteY52" fmla="*/ 189236 h 203766"/>
                <a:gd name="connsiteX53" fmla="*/ 460212 w 510852"/>
                <a:gd name="connsiteY53" fmla="*/ 158328 h 203766"/>
                <a:gd name="connsiteX54" fmla="*/ 432220 w 510852"/>
                <a:gd name="connsiteY54" fmla="*/ 160191 h 203766"/>
                <a:gd name="connsiteX55" fmla="*/ 380816 w 510852"/>
                <a:gd name="connsiteY55" fmla="*/ 103636 h 203766"/>
                <a:gd name="connsiteX56" fmla="*/ 432220 w 510852"/>
                <a:gd name="connsiteY56" fmla="*/ 46389 h 203766"/>
                <a:gd name="connsiteX57" fmla="*/ 483784 w 510852"/>
                <a:gd name="connsiteY57" fmla="*/ 90391 h 203766"/>
                <a:gd name="connsiteX58" fmla="*/ 509971 w 510852"/>
                <a:gd name="connsiteY58" fmla="*/ 14789 h 203766"/>
                <a:gd name="connsiteX59" fmla="*/ 499950 w 510852"/>
                <a:gd name="connsiteY59" fmla="*/ 0 h 203766"/>
                <a:gd name="connsiteX60" fmla="*/ 221276 w 510852"/>
                <a:gd name="connsiteY60" fmla="*/ 100016 h 203766"/>
                <a:gd name="connsiteX61" fmla="*/ 194929 w 510852"/>
                <a:gd name="connsiteY61" fmla="*/ 66766 h 203766"/>
                <a:gd name="connsiteX62" fmla="*/ 171143 w 510852"/>
                <a:gd name="connsiteY62" fmla="*/ 100016 h 203766"/>
                <a:gd name="connsiteX63" fmla="*/ 194929 w 510852"/>
                <a:gd name="connsiteY63" fmla="*/ 139866 h 203766"/>
                <a:gd name="connsiteX64" fmla="*/ 221276 w 510852"/>
                <a:gd name="connsiteY64" fmla="*/ 100016 h 203766"/>
                <a:gd name="connsiteX65" fmla="*/ 78152 w 510852"/>
                <a:gd name="connsiteY65" fmla="*/ 66766 h 203766"/>
                <a:gd name="connsiteX66" fmla="*/ 53512 w 510852"/>
                <a:gd name="connsiteY66" fmla="*/ 91349 h 203766"/>
                <a:gd name="connsiteX67" fmla="*/ 103422 w 510852"/>
                <a:gd name="connsiteY67" fmla="*/ 91349 h 203766"/>
                <a:gd name="connsiteX68" fmla="*/ 78143 w 510852"/>
                <a:gd name="connsiteY68" fmla="*/ 66766 h 203766"/>
                <a:gd name="connsiteX69" fmla="*/ 339966 w 510852"/>
                <a:gd name="connsiteY69" fmla="*/ 100016 h 203766"/>
                <a:gd name="connsiteX70" fmla="*/ 313299 w 510852"/>
                <a:gd name="connsiteY70" fmla="*/ 66766 h 203766"/>
                <a:gd name="connsiteX71" fmla="*/ 289513 w 510852"/>
                <a:gd name="connsiteY71" fmla="*/ 100016 h 203766"/>
                <a:gd name="connsiteX72" fmla="*/ 313299 w 510852"/>
                <a:gd name="connsiteY72" fmla="*/ 139866 h 203766"/>
                <a:gd name="connsiteX73" fmla="*/ 339966 w 510852"/>
                <a:gd name="connsiteY73" fmla="*/ 100016 h 203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510852" h="203766">
                  <a:moveTo>
                    <a:pt x="457660" y="123534"/>
                  </a:moveTo>
                  <a:lnTo>
                    <a:pt x="472483" y="123534"/>
                  </a:lnTo>
                  <a:lnTo>
                    <a:pt x="477818" y="108320"/>
                  </a:lnTo>
                  <a:lnTo>
                    <a:pt x="407749" y="108320"/>
                  </a:lnTo>
                  <a:cubicBezTo>
                    <a:pt x="407749" y="132264"/>
                    <a:pt x="408390" y="139866"/>
                    <a:pt x="432442" y="139866"/>
                  </a:cubicBezTo>
                  <a:cubicBezTo>
                    <a:pt x="447265" y="139866"/>
                    <a:pt x="457669" y="139866"/>
                    <a:pt x="457669" y="123534"/>
                  </a:cubicBezTo>
                  <a:moveTo>
                    <a:pt x="407758" y="91615"/>
                  </a:moveTo>
                  <a:lnTo>
                    <a:pt x="457669" y="91615"/>
                  </a:lnTo>
                  <a:cubicBezTo>
                    <a:pt x="457669" y="68736"/>
                    <a:pt x="454308" y="67032"/>
                    <a:pt x="432442" y="67032"/>
                  </a:cubicBezTo>
                  <a:cubicBezTo>
                    <a:pt x="409243" y="67032"/>
                    <a:pt x="407749" y="71876"/>
                    <a:pt x="407749" y="91615"/>
                  </a:cubicBezTo>
                  <a:moveTo>
                    <a:pt x="499941" y="0"/>
                  </a:moveTo>
                  <a:lnTo>
                    <a:pt x="248459" y="0"/>
                  </a:lnTo>
                  <a:lnTo>
                    <a:pt x="248459" y="158913"/>
                  </a:lnTo>
                  <a:lnTo>
                    <a:pt x="221792" y="158913"/>
                  </a:lnTo>
                  <a:lnTo>
                    <a:pt x="222859" y="142208"/>
                  </a:lnTo>
                  <a:lnTo>
                    <a:pt x="222005" y="142208"/>
                  </a:lnTo>
                  <a:cubicBezTo>
                    <a:pt x="215230" y="156837"/>
                    <a:pt x="202914" y="160191"/>
                    <a:pt x="187185" y="160191"/>
                  </a:cubicBezTo>
                  <a:cubicBezTo>
                    <a:pt x="145748" y="160191"/>
                    <a:pt x="144521" y="134118"/>
                    <a:pt x="144521" y="100016"/>
                  </a:cubicBezTo>
                  <a:cubicBezTo>
                    <a:pt x="144521" y="65914"/>
                    <a:pt x="149003" y="46389"/>
                    <a:pt x="187185" y="46389"/>
                  </a:cubicBezTo>
                  <a:cubicBezTo>
                    <a:pt x="200780" y="46389"/>
                    <a:pt x="215016" y="48943"/>
                    <a:pt x="220725" y="62348"/>
                  </a:cubicBezTo>
                  <a:lnTo>
                    <a:pt x="221792" y="62348"/>
                  </a:lnTo>
                  <a:lnTo>
                    <a:pt x="221792" y="0"/>
                  </a:lnTo>
                  <a:lnTo>
                    <a:pt x="81922" y="0"/>
                  </a:lnTo>
                  <a:cubicBezTo>
                    <a:pt x="72745" y="213"/>
                    <a:pt x="64636" y="5988"/>
                    <a:pt x="61443" y="14576"/>
                  </a:cubicBezTo>
                  <a:lnTo>
                    <a:pt x="49075" y="50540"/>
                  </a:lnTo>
                  <a:cubicBezTo>
                    <a:pt x="58429" y="47418"/>
                    <a:pt x="68281" y="46016"/>
                    <a:pt x="78134" y="46389"/>
                  </a:cubicBezTo>
                  <a:cubicBezTo>
                    <a:pt x="123989" y="46389"/>
                    <a:pt x="130178" y="59740"/>
                    <a:pt x="130178" y="108320"/>
                  </a:cubicBezTo>
                  <a:lnTo>
                    <a:pt x="53494" y="108320"/>
                  </a:lnTo>
                  <a:cubicBezTo>
                    <a:pt x="53494" y="132264"/>
                    <a:pt x="54134" y="139866"/>
                    <a:pt x="78134" y="139866"/>
                  </a:cubicBezTo>
                  <a:cubicBezTo>
                    <a:pt x="93010" y="139866"/>
                    <a:pt x="103414" y="139866"/>
                    <a:pt x="103414" y="123534"/>
                  </a:cubicBezTo>
                  <a:lnTo>
                    <a:pt x="130080" y="123534"/>
                  </a:lnTo>
                  <a:cubicBezTo>
                    <a:pt x="130080" y="158541"/>
                    <a:pt x="109869" y="160191"/>
                    <a:pt x="78036" y="160191"/>
                  </a:cubicBezTo>
                  <a:cubicBezTo>
                    <a:pt x="39107" y="160191"/>
                    <a:pt x="28445" y="148862"/>
                    <a:pt x="26845" y="114228"/>
                  </a:cubicBezTo>
                  <a:lnTo>
                    <a:pt x="872" y="189245"/>
                  </a:lnTo>
                  <a:cubicBezTo>
                    <a:pt x="872" y="189245"/>
                    <a:pt x="-4464" y="203767"/>
                    <a:pt x="11266" y="203767"/>
                  </a:cubicBezTo>
                  <a:lnTo>
                    <a:pt x="283226" y="203767"/>
                  </a:lnTo>
                  <a:cubicBezTo>
                    <a:pt x="272565" y="198923"/>
                    <a:pt x="266483" y="189298"/>
                    <a:pt x="267230" y="170411"/>
                  </a:cubicBezTo>
                  <a:lnTo>
                    <a:pt x="292296" y="170411"/>
                  </a:lnTo>
                  <a:cubicBezTo>
                    <a:pt x="292296" y="185625"/>
                    <a:pt x="298005" y="187967"/>
                    <a:pt x="313095" y="187967"/>
                  </a:cubicBezTo>
                  <a:cubicBezTo>
                    <a:pt x="335813" y="187967"/>
                    <a:pt x="340713" y="183283"/>
                    <a:pt x="340713" y="164236"/>
                  </a:cubicBezTo>
                  <a:lnTo>
                    <a:pt x="340713" y="142954"/>
                  </a:lnTo>
                  <a:lnTo>
                    <a:pt x="340073" y="142954"/>
                  </a:lnTo>
                  <a:cubicBezTo>
                    <a:pt x="333030" y="157529"/>
                    <a:pt x="318741" y="160084"/>
                    <a:pt x="305252" y="160084"/>
                  </a:cubicBezTo>
                  <a:cubicBezTo>
                    <a:pt x="267016" y="160084"/>
                    <a:pt x="262588" y="139121"/>
                    <a:pt x="262588" y="106510"/>
                  </a:cubicBezTo>
                  <a:cubicBezTo>
                    <a:pt x="262588" y="73899"/>
                    <a:pt x="263869" y="46282"/>
                    <a:pt x="305252" y="46282"/>
                  </a:cubicBezTo>
                  <a:cubicBezTo>
                    <a:pt x="320928" y="46282"/>
                    <a:pt x="333244" y="49689"/>
                    <a:pt x="340073" y="64318"/>
                  </a:cubicBezTo>
                  <a:lnTo>
                    <a:pt x="340926" y="64318"/>
                  </a:lnTo>
                  <a:lnTo>
                    <a:pt x="339966" y="47879"/>
                  </a:lnTo>
                  <a:lnTo>
                    <a:pt x="366633" y="47879"/>
                  </a:lnTo>
                  <a:lnTo>
                    <a:pt x="366633" y="158700"/>
                  </a:lnTo>
                  <a:cubicBezTo>
                    <a:pt x="366633" y="184614"/>
                    <a:pt x="361298" y="197752"/>
                    <a:pt x="346422" y="203758"/>
                  </a:cubicBezTo>
                  <a:lnTo>
                    <a:pt x="429072" y="203758"/>
                  </a:lnTo>
                  <a:cubicBezTo>
                    <a:pt x="438231" y="203554"/>
                    <a:pt x="446340" y="197797"/>
                    <a:pt x="449550" y="189236"/>
                  </a:cubicBezTo>
                  <a:lnTo>
                    <a:pt x="460212" y="158328"/>
                  </a:lnTo>
                  <a:cubicBezTo>
                    <a:pt x="450964" y="159871"/>
                    <a:pt x="441583" y="160492"/>
                    <a:pt x="432220" y="160191"/>
                  </a:cubicBezTo>
                  <a:cubicBezTo>
                    <a:pt x="389556" y="160191"/>
                    <a:pt x="380816" y="146626"/>
                    <a:pt x="380816" y="103636"/>
                  </a:cubicBezTo>
                  <a:cubicBezTo>
                    <a:pt x="380816" y="63785"/>
                    <a:pt x="387164" y="46389"/>
                    <a:pt x="432220" y="46389"/>
                  </a:cubicBezTo>
                  <a:cubicBezTo>
                    <a:pt x="471789" y="46389"/>
                    <a:pt x="481810" y="56387"/>
                    <a:pt x="483784" y="90391"/>
                  </a:cubicBezTo>
                  <a:lnTo>
                    <a:pt x="509971" y="14789"/>
                  </a:lnTo>
                  <a:cubicBezTo>
                    <a:pt x="509971" y="14789"/>
                    <a:pt x="515253" y="0"/>
                    <a:pt x="499950" y="0"/>
                  </a:cubicBezTo>
                  <a:moveTo>
                    <a:pt x="221276" y="100016"/>
                  </a:moveTo>
                  <a:cubicBezTo>
                    <a:pt x="221276" y="76285"/>
                    <a:pt x="218129" y="66766"/>
                    <a:pt x="194929" y="66766"/>
                  </a:cubicBezTo>
                  <a:cubicBezTo>
                    <a:pt x="176479" y="66766"/>
                    <a:pt x="171143" y="72089"/>
                    <a:pt x="171143" y="100016"/>
                  </a:cubicBezTo>
                  <a:cubicBezTo>
                    <a:pt x="171143" y="125237"/>
                    <a:pt x="170503" y="139866"/>
                    <a:pt x="194929" y="139866"/>
                  </a:cubicBezTo>
                  <a:cubicBezTo>
                    <a:pt x="222334" y="139866"/>
                    <a:pt x="221276" y="126515"/>
                    <a:pt x="221276" y="100016"/>
                  </a:cubicBezTo>
                  <a:moveTo>
                    <a:pt x="78152" y="66766"/>
                  </a:moveTo>
                  <a:cubicBezTo>
                    <a:pt x="54952" y="66766"/>
                    <a:pt x="53512" y="71610"/>
                    <a:pt x="53512" y="91349"/>
                  </a:cubicBezTo>
                  <a:lnTo>
                    <a:pt x="103422" y="91349"/>
                  </a:lnTo>
                  <a:cubicBezTo>
                    <a:pt x="103422" y="68469"/>
                    <a:pt x="100008" y="66766"/>
                    <a:pt x="78143" y="66766"/>
                  </a:cubicBezTo>
                  <a:moveTo>
                    <a:pt x="339966" y="100016"/>
                  </a:moveTo>
                  <a:cubicBezTo>
                    <a:pt x="339966" y="76285"/>
                    <a:pt x="336338" y="66766"/>
                    <a:pt x="313299" y="66766"/>
                  </a:cubicBezTo>
                  <a:cubicBezTo>
                    <a:pt x="294848" y="66766"/>
                    <a:pt x="289513" y="72089"/>
                    <a:pt x="289513" y="100016"/>
                  </a:cubicBezTo>
                  <a:cubicBezTo>
                    <a:pt x="289513" y="125237"/>
                    <a:pt x="289513" y="139866"/>
                    <a:pt x="313299" y="139866"/>
                  </a:cubicBezTo>
                  <a:cubicBezTo>
                    <a:pt x="339966" y="139866"/>
                    <a:pt x="339966" y="126515"/>
                    <a:pt x="339966" y="100016"/>
                  </a:cubicBezTo>
                </a:path>
              </a:pathLst>
            </a:custGeom>
            <a:solidFill>
              <a:schemeClr val="bg1"/>
            </a:solidFill>
            <a:ln w="882" cap="flat">
              <a:noFill/>
              <a:prstDash val="solid"/>
              <a:miter/>
            </a:ln>
          </p:spPr>
          <p:txBody>
            <a:bodyPr rtlCol="0" anchor="ctr"/>
            <a:lstStyle/>
            <a:p>
              <a:pPr marL="0" algn="l" defTabSz="914400" rtl="0" eaLnBrk="1" latinLnBrk="0" hangingPunct="1"/>
              <a:endParaRPr lang="en-IL"/>
            </a:p>
          </p:txBody>
        </p:sp>
        <p:sp>
          <p:nvSpPr>
            <p:cNvPr id="14" name="Freeform 13">
              <a:extLst>
                <a:ext uri="{FF2B5EF4-FFF2-40B4-BE49-F238E27FC236}">
                  <a16:creationId xmlns:a16="http://schemas.microsoft.com/office/drawing/2014/main" id="{109D1F7F-823A-B1A4-0B2B-DC556F233687}"/>
                </a:ext>
              </a:extLst>
            </p:cNvPr>
            <p:cNvSpPr/>
            <p:nvPr/>
          </p:nvSpPr>
          <p:spPr>
            <a:xfrm>
              <a:off x="10654248" y="6448149"/>
              <a:ext cx="508352" cy="160456"/>
            </a:xfrm>
            <a:custGeom>
              <a:avLst/>
              <a:gdLst>
                <a:gd name="connsiteX0" fmla="*/ 422866 w 508352"/>
                <a:gd name="connsiteY0" fmla="*/ 47879 h 160456"/>
                <a:gd name="connsiteX1" fmla="*/ 422866 w 508352"/>
                <a:gd name="connsiteY1" fmla="*/ 158913 h 160456"/>
                <a:gd name="connsiteX2" fmla="*/ 449532 w 508352"/>
                <a:gd name="connsiteY2" fmla="*/ 158913 h 160456"/>
                <a:gd name="connsiteX3" fmla="*/ 449532 w 508352"/>
                <a:gd name="connsiteY3" fmla="*/ 90444 h 160456"/>
                <a:gd name="connsiteX4" fmla="*/ 469691 w 508352"/>
                <a:gd name="connsiteY4" fmla="*/ 66926 h 160456"/>
                <a:gd name="connsiteX5" fmla="*/ 483286 w 508352"/>
                <a:gd name="connsiteY5" fmla="*/ 84695 h 160456"/>
                <a:gd name="connsiteX6" fmla="*/ 483286 w 508352"/>
                <a:gd name="connsiteY6" fmla="*/ 90444 h 160456"/>
                <a:gd name="connsiteX7" fmla="*/ 508353 w 508352"/>
                <a:gd name="connsiteY7" fmla="*/ 90444 h 160456"/>
                <a:gd name="connsiteX8" fmla="*/ 508353 w 508352"/>
                <a:gd name="connsiteY8" fmla="*/ 81404 h 160456"/>
                <a:gd name="connsiteX9" fmla="*/ 479080 w 508352"/>
                <a:gd name="connsiteY9" fmla="*/ 46397 h 160456"/>
                <a:gd name="connsiteX10" fmla="*/ 449328 w 508352"/>
                <a:gd name="connsiteY10" fmla="*/ 62357 h 160456"/>
                <a:gd name="connsiteX11" fmla="*/ 448261 w 508352"/>
                <a:gd name="connsiteY11" fmla="*/ 62357 h 160456"/>
                <a:gd name="connsiteX12" fmla="*/ 449008 w 508352"/>
                <a:gd name="connsiteY12" fmla="*/ 47888 h 160456"/>
                <a:gd name="connsiteX13" fmla="*/ 422874 w 508352"/>
                <a:gd name="connsiteY13" fmla="*/ 47888 h 160456"/>
                <a:gd name="connsiteX14" fmla="*/ 371461 w 508352"/>
                <a:gd name="connsiteY14" fmla="*/ 158913 h 160456"/>
                <a:gd name="connsiteX15" fmla="*/ 398128 w 508352"/>
                <a:gd name="connsiteY15" fmla="*/ 158913 h 160456"/>
                <a:gd name="connsiteX16" fmla="*/ 398128 w 508352"/>
                <a:gd name="connsiteY16" fmla="*/ 89220 h 160456"/>
                <a:gd name="connsiteX17" fmla="*/ 347577 w 508352"/>
                <a:gd name="connsiteY17" fmla="*/ 46655 h 160456"/>
                <a:gd name="connsiteX18" fmla="*/ 299588 w 508352"/>
                <a:gd name="connsiteY18" fmla="*/ 80384 h 160456"/>
                <a:gd name="connsiteX19" fmla="*/ 326255 w 508352"/>
                <a:gd name="connsiteY19" fmla="*/ 80384 h 160456"/>
                <a:gd name="connsiteX20" fmla="*/ 347266 w 508352"/>
                <a:gd name="connsiteY20" fmla="*/ 64903 h 160456"/>
                <a:gd name="connsiteX21" fmla="*/ 371052 w 508352"/>
                <a:gd name="connsiteY21" fmla="*/ 89273 h 160456"/>
                <a:gd name="connsiteX22" fmla="*/ 371052 w 508352"/>
                <a:gd name="connsiteY22" fmla="*/ 103689 h 160456"/>
                <a:gd name="connsiteX23" fmla="*/ 370625 w 508352"/>
                <a:gd name="connsiteY23" fmla="*/ 103689 h 160456"/>
                <a:gd name="connsiteX24" fmla="*/ 337298 w 508352"/>
                <a:gd name="connsiteY24" fmla="*/ 90976 h 160456"/>
                <a:gd name="connsiteX25" fmla="*/ 295648 w 508352"/>
                <a:gd name="connsiteY25" fmla="*/ 125078 h 160456"/>
                <a:gd name="connsiteX26" fmla="*/ 337298 w 508352"/>
                <a:gd name="connsiteY26" fmla="*/ 160457 h 160456"/>
                <a:gd name="connsiteX27" fmla="*/ 371906 w 508352"/>
                <a:gd name="connsiteY27" fmla="*/ 145242 h 160456"/>
                <a:gd name="connsiteX28" fmla="*/ 372546 w 508352"/>
                <a:gd name="connsiteY28" fmla="*/ 145242 h 160456"/>
                <a:gd name="connsiteX29" fmla="*/ 371479 w 508352"/>
                <a:gd name="connsiteY29" fmla="*/ 158913 h 160456"/>
                <a:gd name="connsiteX30" fmla="*/ 346608 w 508352"/>
                <a:gd name="connsiteY30" fmla="*/ 108905 h 160456"/>
                <a:gd name="connsiteX31" fmla="*/ 371248 w 508352"/>
                <a:gd name="connsiteY31" fmla="*/ 124865 h 160456"/>
                <a:gd name="connsiteX32" fmla="*/ 346608 w 508352"/>
                <a:gd name="connsiteY32" fmla="*/ 142049 h 160456"/>
                <a:gd name="connsiteX33" fmla="*/ 322182 w 508352"/>
                <a:gd name="connsiteY33" fmla="*/ 124865 h 160456"/>
                <a:gd name="connsiteX34" fmla="*/ 346608 w 508352"/>
                <a:gd name="connsiteY34" fmla="*/ 108905 h 160456"/>
                <a:gd name="connsiteX35" fmla="*/ 273134 w 508352"/>
                <a:gd name="connsiteY35" fmla="*/ 0 h 160456"/>
                <a:gd name="connsiteX36" fmla="*/ 246467 w 508352"/>
                <a:gd name="connsiteY36" fmla="*/ 0 h 160456"/>
                <a:gd name="connsiteX37" fmla="*/ 246467 w 508352"/>
                <a:gd name="connsiteY37" fmla="*/ 158913 h 160456"/>
                <a:gd name="connsiteX38" fmla="*/ 273134 w 508352"/>
                <a:gd name="connsiteY38" fmla="*/ 158913 h 160456"/>
                <a:gd name="connsiteX39" fmla="*/ 273134 w 508352"/>
                <a:gd name="connsiteY39" fmla="*/ 0 h 160456"/>
                <a:gd name="connsiteX40" fmla="*/ 171179 w 508352"/>
                <a:gd name="connsiteY40" fmla="*/ 66766 h 160456"/>
                <a:gd name="connsiteX41" fmla="*/ 196886 w 508352"/>
                <a:gd name="connsiteY41" fmla="*/ 103636 h 160456"/>
                <a:gd name="connsiteX42" fmla="*/ 171179 w 508352"/>
                <a:gd name="connsiteY42" fmla="*/ 139866 h 160456"/>
                <a:gd name="connsiteX43" fmla="*/ 145472 w 508352"/>
                <a:gd name="connsiteY43" fmla="*/ 103636 h 160456"/>
                <a:gd name="connsiteX44" fmla="*/ 171179 w 508352"/>
                <a:gd name="connsiteY44" fmla="*/ 66766 h 160456"/>
                <a:gd name="connsiteX45" fmla="*/ 171179 w 508352"/>
                <a:gd name="connsiteY45" fmla="*/ 46389 h 160456"/>
                <a:gd name="connsiteX46" fmla="*/ 118708 w 508352"/>
                <a:gd name="connsiteY46" fmla="*/ 103423 h 160456"/>
                <a:gd name="connsiteX47" fmla="*/ 171179 w 508352"/>
                <a:gd name="connsiteY47" fmla="*/ 160191 h 160456"/>
                <a:gd name="connsiteX48" fmla="*/ 223650 w 508352"/>
                <a:gd name="connsiteY48" fmla="*/ 103423 h 160456"/>
                <a:gd name="connsiteX49" fmla="*/ 171179 w 508352"/>
                <a:gd name="connsiteY49" fmla="*/ 46389 h 160456"/>
                <a:gd name="connsiteX50" fmla="*/ 98763 w 508352"/>
                <a:gd name="connsiteY50" fmla="*/ 77988 h 160456"/>
                <a:gd name="connsiteX51" fmla="*/ 50773 w 508352"/>
                <a:gd name="connsiteY51" fmla="*/ 46389 h 160456"/>
                <a:gd name="connsiteX52" fmla="*/ 9 w 508352"/>
                <a:gd name="connsiteY52" fmla="*/ 77563 h 160456"/>
                <a:gd name="connsiteX53" fmla="*/ 48426 w 508352"/>
                <a:gd name="connsiteY53" fmla="*/ 112090 h 160456"/>
                <a:gd name="connsiteX54" fmla="*/ 76044 w 508352"/>
                <a:gd name="connsiteY54" fmla="*/ 127145 h 160456"/>
                <a:gd name="connsiteX55" fmla="*/ 50764 w 508352"/>
                <a:gd name="connsiteY55" fmla="*/ 141987 h 160456"/>
                <a:gd name="connsiteX56" fmla="*/ 26765 w 508352"/>
                <a:gd name="connsiteY56" fmla="*/ 123951 h 160456"/>
                <a:gd name="connsiteX57" fmla="*/ 0 w 508352"/>
                <a:gd name="connsiteY57" fmla="*/ 123951 h 160456"/>
                <a:gd name="connsiteX58" fmla="*/ 50764 w 508352"/>
                <a:gd name="connsiteY58" fmla="*/ 160182 h 160456"/>
                <a:gd name="connsiteX59" fmla="*/ 102809 w 508352"/>
                <a:gd name="connsiteY59" fmla="*/ 127145 h 160456"/>
                <a:gd name="connsiteX60" fmla="*/ 53112 w 508352"/>
                <a:gd name="connsiteY60" fmla="*/ 91766 h 160456"/>
                <a:gd name="connsiteX61" fmla="*/ 26658 w 508352"/>
                <a:gd name="connsiteY61" fmla="*/ 79266 h 160456"/>
                <a:gd name="connsiteX62" fmla="*/ 50657 w 508352"/>
                <a:gd name="connsiteY62" fmla="*/ 64637 h 160456"/>
                <a:gd name="connsiteX63" fmla="*/ 71989 w 508352"/>
                <a:gd name="connsiteY63" fmla="*/ 77988 h 160456"/>
                <a:gd name="connsiteX64" fmla="*/ 98763 w 508352"/>
                <a:gd name="connsiteY64" fmla="*/ 77988 h 160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08352" h="160456">
                  <a:moveTo>
                    <a:pt x="422866" y="47879"/>
                  </a:moveTo>
                  <a:lnTo>
                    <a:pt x="422866" y="158913"/>
                  </a:lnTo>
                  <a:lnTo>
                    <a:pt x="449532" y="158913"/>
                  </a:lnTo>
                  <a:lnTo>
                    <a:pt x="449532" y="90444"/>
                  </a:lnTo>
                  <a:cubicBezTo>
                    <a:pt x="449106" y="76028"/>
                    <a:pt x="453801" y="66926"/>
                    <a:pt x="469691" y="66926"/>
                  </a:cubicBezTo>
                  <a:cubicBezTo>
                    <a:pt x="482219" y="66926"/>
                    <a:pt x="483286" y="73473"/>
                    <a:pt x="483286" y="84695"/>
                  </a:cubicBezTo>
                  <a:lnTo>
                    <a:pt x="483286" y="90444"/>
                  </a:lnTo>
                  <a:lnTo>
                    <a:pt x="508353" y="90444"/>
                  </a:lnTo>
                  <a:lnTo>
                    <a:pt x="508353" y="81404"/>
                  </a:lnTo>
                  <a:cubicBezTo>
                    <a:pt x="508353" y="60121"/>
                    <a:pt x="502644" y="46397"/>
                    <a:pt x="479080" y="46397"/>
                  </a:cubicBezTo>
                  <a:cubicBezTo>
                    <a:pt x="466125" y="46397"/>
                    <a:pt x="454654" y="50017"/>
                    <a:pt x="449328" y="62357"/>
                  </a:cubicBezTo>
                  <a:lnTo>
                    <a:pt x="448261" y="62357"/>
                  </a:lnTo>
                  <a:lnTo>
                    <a:pt x="449008" y="47888"/>
                  </a:lnTo>
                  <a:lnTo>
                    <a:pt x="422874" y="47888"/>
                  </a:lnTo>
                  <a:close/>
                  <a:moveTo>
                    <a:pt x="371461" y="158913"/>
                  </a:moveTo>
                  <a:lnTo>
                    <a:pt x="398128" y="158913"/>
                  </a:lnTo>
                  <a:lnTo>
                    <a:pt x="398128" y="89220"/>
                  </a:lnTo>
                  <a:cubicBezTo>
                    <a:pt x="398128" y="51977"/>
                    <a:pt x="383252" y="46655"/>
                    <a:pt x="347577" y="46655"/>
                  </a:cubicBezTo>
                  <a:cubicBezTo>
                    <a:pt x="322084" y="46655"/>
                    <a:pt x="299588" y="47932"/>
                    <a:pt x="299588" y="80384"/>
                  </a:cubicBezTo>
                  <a:lnTo>
                    <a:pt x="326255" y="80384"/>
                  </a:lnTo>
                  <a:cubicBezTo>
                    <a:pt x="326255" y="65968"/>
                    <a:pt x="335582" y="64903"/>
                    <a:pt x="347266" y="64903"/>
                  </a:cubicBezTo>
                  <a:cubicBezTo>
                    <a:pt x="369558" y="64903"/>
                    <a:pt x="371052" y="71237"/>
                    <a:pt x="371052" y="89273"/>
                  </a:cubicBezTo>
                  <a:lnTo>
                    <a:pt x="371052" y="103689"/>
                  </a:lnTo>
                  <a:lnTo>
                    <a:pt x="370625" y="103689"/>
                  </a:lnTo>
                  <a:cubicBezTo>
                    <a:pt x="364276" y="91189"/>
                    <a:pt x="350894" y="90976"/>
                    <a:pt x="337298" y="90976"/>
                  </a:cubicBezTo>
                  <a:cubicBezTo>
                    <a:pt x="309680" y="90976"/>
                    <a:pt x="295648" y="98375"/>
                    <a:pt x="295648" y="125078"/>
                  </a:cubicBezTo>
                  <a:cubicBezTo>
                    <a:pt x="295648" y="155187"/>
                    <a:pt x="312018" y="160457"/>
                    <a:pt x="337298" y="160457"/>
                  </a:cubicBezTo>
                  <a:cubicBezTo>
                    <a:pt x="350254" y="160457"/>
                    <a:pt x="366624" y="160031"/>
                    <a:pt x="371906" y="145242"/>
                  </a:cubicBezTo>
                  <a:lnTo>
                    <a:pt x="372546" y="145242"/>
                  </a:lnTo>
                  <a:lnTo>
                    <a:pt x="371479" y="158913"/>
                  </a:lnTo>
                  <a:close/>
                  <a:moveTo>
                    <a:pt x="346608" y="108905"/>
                  </a:moveTo>
                  <a:cubicBezTo>
                    <a:pt x="359777" y="108905"/>
                    <a:pt x="371248" y="109331"/>
                    <a:pt x="371248" y="124865"/>
                  </a:cubicBezTo>
                  <a:cubicBezTo>
                    <a:pt x="371248" y="140399"/>
                    <a:pt x="360586" y="142049"/>
                    <a:pt x="346608" y="142049"/>
                  </a:cubicBezTo>
                  <a:cubicBezTo>
                    <a:pt x="328584" y="142049"/>
                    <a:pt x="322182" y="140558"/>
                    <a:pt x="322182" y="124865"/>
                  </a:cubicBezTo>
                  <a:cubicBezTo>
                    <a:pt x="322182" y="109171"/>
                    <a:pt x="332843" y="108905"/>
                    <a:pt x="346608" y="108905"/>
                  </a:cubicBezTo>
                  <a:moveTo>
                    <a:pt x="273134" y="0"/>
                  </a:moveTo>
                  <a:lnTo>
                    <a:pt x="246467" y="0"/>
                  </a:lnTo>
                  <a:lnTo>
                    <a:pt x="246467" y="158913"/>
                  </a:lnTo>
                  <a:lnTo>
                    <a:pt x="273134" y="158913"/>
                  </a:lnTo>
                  <a:lnTo>
                    <a:pt x="273134" y="0"/>
                  </a:lnTo>
                  <a:close/>
                  <a:moveTo>
                    <a:pt x="171179" y="66766"/>
                  </a:moveTo>
                  <a:cubicBezTo>
                    <a:pt x="194965" y="66766"/>
                    <a:pt x="196886" y="73526"/>
                    <a:pt x="196886" y="103636"/>
                  </a:cubicBezTo>
                  <a:cubicBezTo>
                    <a:pt x="196886" y="133745"/>
                    <a:pt x="194965" y="139866"/>
                    <a:pt x="171179" y="139866"/>
                  </a:cubicBezTo>
                  <a:cubicBezTo>
                    <a:pt x="147393" y="139866"/>
                    <a:pt x="145472" y="133266"/>
                    <a:pt x="145472" y="103636"/>
                  </a:cubicBezTo>
                  <a:cubicBezTo>
                    <a:pt x="145472" y="74005"/>
                    <a:pt x="147393" y="66766"/>
                    <a:pt x="171179" y="66766"/>
                  </a:cubicBezTo>
                  <a:moveTo>
                    <a:pt x="171179" y="46389"/>
                  </a:moveTo>
                  <a:cubicBezTo>
                    <a:pt x="124683" y="46389"/>
                    <a:pt x="118708" y="60166"/>
                    <a:pt x="118708" y="103423"/>
                  </a:cubicBezTo>
                  <a:cubicBezTo>
                    <a:pt x="118708" y="146680"/>
                    <a:pt x="124683" y="160191"/>
                    <a:pt x="171179" y="160191"/>
                  </a:cubicBezTo>
                  <a:cubicBezTo>
                    <a:pt x="217675" y="160191"/>
                    <a:pt x="223650" y="146413"/>
                    <a:pt x="223650" y="103423"/>
                  </a:cubicBezTo>
                  <a:cubicBezTo>
                    <a:pt x="223650" y="60432"/>
                    <a:pt x="217728" y="46389"/>
                    <a:pt x="171179" y="46389"/>
                  </a:cubicBezTo>
                  <a:moveTo>
                    <a:pt x="98763" y="77988"/>
                  </a:moveTo>
                  <a:cubicBezTo>
                    <a:pt x="98763" y="46814"/>
                    <a:pt x="72629" y="46389"/>
                    <a:pt x="50773" y="46389"/>
                  </a:cubicBezTo>
                  <a:cubicBezTo>
                    <a:pt x="22088" y="46389"/>
                    <a:pt x="9" y="47027"/>
                    <a:pt x="9" y="77563"/>
                  </a:cubicBezTo>
                  <a:cubicBezTo>
                    <a:pt x="9" y="105969"/>
                    <a:pt x="7425" y="111717"/>
                    <a:pt x="48426" y="112090"/>
                  </a:cubicBezTo>
                  <a:cubicBezTo>
                    <a:pt x="75404" y="112516"/>
                    <a:pt x="76044" y="117413"/>
                    <a:pt x="76044" y="127145"/>
                  </a:cubicBezTo>
                  <a:cubicBezTo>
                    <a:pt x="76044" y="142412"/>
                    <a:pt x="66716" y="141987"/>
                    <a:pt x="50764" y="141987"/>
                  </a:cubicBezTo>
                  <a:cubicBezTo>
                    <a:pt x="30980" y="141987"/>
                    <a:pt x="27192" y="140070"/>
                    <a:pt x="26765" y="123951"/>
                  </a:cubicBezTo>
                  <a:lnTo>
                    <a:pt x="0" y="123951"/>
                  </a:lnTo>
                  <a:cubicBezTo>
                    <a:pt x="0" y="160182"/>
                    <a:pt x="20371" y="160182"/>
                    <a:pt x="50764" y="160182"/>
                  </a:cubicBezTo>
                  <a:cubicBezTo>
                    <a:pt x="78969" y="160182"/>
                    <a:pt x="102809" y="157254"/>
                    <a:pt x="102809" y="127145"/>
                  </a:cubicBezTo>
                  <a:cubicBezTo>
                    <a:pt x="102809" y="91127"/>
                    <a:pt x="79450" y="93043"/>
                    <a:pt x="53112" y="91766"/>
                  </a:cubicBezTo>
                  <a:cubicBezTo>
                    <a:pt x="29752" y="90701"/>
                    <a:pt x="26658" y="90435"/>
                    <a:pt x="26658" y="79266"/>
                  </a:cubicBezTo>
                  <a:cubicBezTo>
                    <a:pt x="26658" y="64637"/>
                    <a:pt x="36413" y="64637"/>
                    <a:pt x="50657" y="64637"/>
                  </a:cubicBezTo>
                  <a:cubicBezTo>
                    <a:pt x="64902" y="64637"/>
                    <a:pt x="71989" y="64637"/>
                    <a:pt x="71989" y="77988"/>
                  </a:cubicBezTo>
                  <a:lnTo>
                    <a:pt x="98763" y="77988"/>
                  </a:lnTo>
                  <a:close/>
                </a:path>
              </a:pathLst>
            </a:custGeom>
            <a:solidFill>
              <a:schemeClr val="bg1"/>
            </a:solidFill>
            <a:ln w="882" cap="flat">
              <a:noFill/>
              <a:prstDash val="solid"/>
              <a:miter/>
            </a:ln>
          </p:spPr>
          <p:txBody>
            <a:bodyPr rtlCol="0" anchor="ctr"/>
            <a:lstStyle/>
            <a:p>
              <a:pPr marL="0" algn="l" defTabSz="914400" rtl="0" eaLnBrk="1" latinLnBrk="0" hangingPunct="1"/>
              <a:endParaRPr lang="en-IL"/>
            </a:p>
          </p:txBody>
        </p:sp>
      </p:grpSp>
    </p:spTree>
    <p:extLst>
      <p:ext uri="{BB962C8B-B14F-4D97-AF65-F5344CB8AC3E}">
        <p14:creationId xmlns:p14="http://schemas.microsoft.com/office/powerpoint/2010/main" val="3164420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9C20-CAD9-FFD2-CE2D-5525543FBD6C}"/>
              </a:ext>
            </a:extLst>
          </p:cNvPr>
          <p:cNvSpPr>
            <a:spLocks noGrp="1"/>
          </p:cNvSpPr>
          <p:nvPr>
            <p:ph type="title"/>
          </p:nvPr>
        </p:nvSpPr>
        <p:spPr>
          <a:xfrm>
            <a:off x="516000" y="463296"/>
            <a:ext cx="11160000" cy="731520"/>
          </a:xfrm>
        </p:spPr>
        <p:txBody>
          <a:bodyPr/>
          <a:lstStyle>
            <a:lvl1pPr>
              <a:defRPr>
                <a:solidFill>
                  <a:schemeClr val="bg1"/>
                </a:solidFill>
              </a:defRPr>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98003630-E937-E68D-BE93-B4C7018B16C7}"/>
              </a:ext>
            </a:extLst>
          </p:cNvPr>
          <p:cNvSpPr>
            <a:spLocks noGrp="1"/>
          </p:cNvSpPr>
          <p:nvPr>
            <p:ph idx="1"/>
          </p:nvPr>
        </p:nvSpPr>
        <p:spPr>
          <a:xfrm>
            <a:off x="516000" y="2305877"/>
            <a:ext cx="11160000" cy="384827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Footer Placeholder 4">
            <a:extLst>
              <a:ext uri="{FF2B5EF4-FFF2-40B4-BE49-F238E27FC236}">
                <a16:creationId xmlns:a16="http://schemas.microsoft.com/office/drawing/2014/main" id="{127F7D31-CDDE-39A3-0DD6-ED3E256F9F42}"/>
              </a:ext>
            </a:extLst>
          </p:cNvPr>
          <p:cNvSpPr>
            <a:spLocks noGrp="1"/>
          </p:cNvSpPr>
          <p:nvPr>
            <p:ph type="ftr" sz="quarter" idx="11"/>
          </p:nvPr>
        </p:nvSpPr>
        <p:spPr/>
        <p:txBody>
          <a:bodyPr/>
          <a:lstStyle>
            <a:lvl1pPr>
              <a:defRPr>
                <a:solidFill>
                  <a:schemeClr val="accent4">
                    <a:lumMod val="20000"/>
                    <a:lumOff val="80000"/>
                    <a:alpha val="50000"/>
                  </a:schemeClr>
                </a:solidFill>
              </a:defRPr>
            </a:lvl1pPr>
          </a:lstStyle>
          <a:p>
            <a:endParaRPr lang="en-IL"/>
          </a:p>
        </p:txBody>
      </p:sp>
      <p:sp>
        <p:nvSpPr>
          <p:cNvPr id="6" name="Slide Number Placeholder 5">
            <a:extLst>
              <a:ext uri="{FF2B5EF4-FFF2-40B4-BE49-F238E27FC236}">
                <a16:creationId xmlns:a16="http://schemas.microsoft.com/office/drawing/2014/main" id="{EFFE7FC2-5991-B5B8-9AD3-AE6D68AE9BA2}"/>
              </a:ext>
            </a:extLst>
          </p:cNvPr>
          <p:cNvSpPr>
            <a:spLocks noGrp="1"/>
          </p:cNvSpPr>
          <p:nvPr>
            <p:ph type="sldNum" sz="quarter" idx="12"/>
          </p:nvPr>
        </p:nvSpPr>
        <p:spPr/>
        <p:txBody>
          <a:bodyPr/>
          <a:lstStyle>
            <a:lvl1pPr>
              <a:defRPr>
                <a:solidFill>
                  <a:schemeClr val="accent4">
                    <a:lumMod val="20000"/>
                    <a:lumOff val="80000"/>
                    <a:alpha val="50000"/>
                  </a:schemeClr>
                </a:solidFill>
              </a:defRPr>
            </a:lvl1pPr>
          </a:lstStyle>
          <a:p>
            <a:fld id="{4055E60B-063F-7341-AAD1-65F55D97E323}" type="slidenum">
              <a:rPr lang="en-IL" smtClean="0"/>
              <a:pPr/>
              <a:t>‹#›</a:t>
            </a:fld>
            <a:endParaRPr lang="en-IL"/>
          </a:p>
        </p:txBody>
      </p:sp>
      <p:sp>
        <p:nvSpPr>
          <p:cNvPr id="10" name="Text Placeholder 9">
            <a:extLst>
              <a:ext uri="{FF2B5EF4-FFF2-40B4-BE49-F238E27FC236}">
                <a16:creationId xmlns:a16="http://schemas.microsoft.com/office/drawing/2014/main" id="{1CB354CA-FCBA-7A93-D38D-4AA6421A029D}"/>
              </a:ext>
            </a:extLst>
          </p:cNvPr>
          <p:cNvSpPr>
            <a:spLocks noGrp="1"/>
          </p:cNvSpPr>
          <p:nvPr>
            <p:ph type="body" sz="quarter" idx="18"/>
          </p:nvPr>
        </p:nvSpPr>
        <p:spPr>
          <a:xfrm>
            <a:off x="516000" y="1431235"/>
            <a:ext cx="11160000" cy="675378"/>
          </a:xfrm>
        </p:spPr>
        <p:txBody>
          <a:bodyPr>
            <a:noAutofit/>
          </a:bodyPr>
          <a:lstStyle>
            <a:lvl1pPr marL="0" indent="0">
              <a:buFontTx/>
              <a:buNone/>
              <a:defRPr sz="2200">
                <a:solidFill>
                  <a:schemeClr val="accent2"/>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Freeform 3">
            <a:extLst>
              <a:ext uri="{FF2B5EF4-FFF2-40B4-BE49-F238E27FC236}">
                <a16:creationId xmlns:a16="http://schemas.microsoft.com/office/drawing/2014/main" id="{92395E59-618E-4D11-8C81-6FBE6E307EDC}"/>
              </a:ext>
            </a:extLst>
          </p:cNvPr>
          <p:cNvSpPr/>
          <p:nvPr userDrawn="1"/>
        </p:nvSpPr>
        <p:spPr>
          <a:xfrm>
            <a:off x="10654248" y="6448149"/>
            <a:ext cx="508352" cy="160456"/>
          </a:xfrm>
          <a:custGeom>
            <a:avLst/>
            <a:gdLst>
              <a:gd name="connsiteX0" fmla="*/ 422866 w 508352"/>
              <a:gd name="connsiteY0" fmla="*/ 47879 h 160456"/>
              <a:gd name="connsiteX1" fmla="*/ 422866 w 508352"/>
              <a:gd name="connsiteY1" fmla="*/ 158913 h 160456"/>
              <a:gd name="connsiteX2" fmla="*/ 449532 w 508352"/>
              <a:gd name="connsiteY2" fmla="*/ 158913 h 160456"/>
              <a:gd name="connsiteX3" fmla="*/ 449532 w 508352"/>
              <a:gd name="connsiteY3" fmla="*/ 90444 h 160456"/>
              <a:gd name="connsiteX4" fmla="*/ 469691 w 508352"/>
              <a:gd name="connsiteY4" fmla="*/ 66926 h 160456"/>
              <a:gd name="connsiteX5" fmla="*/ 483286 w 508352"/>
              <a:gd name="connsiteY5" fmla="*/ 84695 h 160456"/>
              <a:gd name="connsiteX6" fmla="*/ 483286 w 508352"/>
              <a:gd name="connsiteY6" fmla="*/ 90444 h 160456"/>
              <a:gd name="connsiteX7" fmla="*/ 508353 w 508352"/>
              <a:gd name="connsiteY7" fmla="*/ 90444 h 160456"/>
              <a:gd name="connsiteX8" fmla="*/ 508353 w 508352"/>
              <a:gd name="connsiteY8" fmla="*/ 81404 h 160456"/>
              <a:gd name="connsiteX9" fmla="*/ 479080 w 508352"/>
              <a:gd name="connsiteY9" fmla="*/ 46397 h 160456"/>
              <a:gd name="connsiteX10" fmla="*/ 449328 w 508352"/>
              <a:gd name="connsiteY10" fmla="*/ 62357 h 160456"/>
              <a:gd name="connsiteX11" fmla="*/ 448261 w 508352"/>
              <a:gd name="connsiteY11" fmla="*/ 62357 h 160456"/>
              <a:gd name="connsiteX12" fmla="*/ 449008 w 508352"/>
              <a:gd name="connsiteY12" fmla="*/ 47888 h 160456"/>
              <a:gd name="connsiteX13" fmla="*/ 422874 w 508352"/>
              <a:gd name="connsiteY13" fmla="*/ 47888 h 160456"/>
              <a:gd name="connsiteX14" fmla="*/ 371461 w 508352"/>
              <a:gd name="connsiteY14" fmla="*/ 158913 h 160456"/>
              <a:gd name="connsiteX15" fmla="*/ 398128 w 508352"/>
              <a:gd name="connsiteY15" fmla="*/ 158913 h 160456"/>
              <a:gd name="connsiteX16" fmla="*/ 398128 w 508352"/>
              <a:gd name="connsiteY16" fmla="*/ 89220 h 160456"/>
              <a:gd name="connsiteX17" fmla="*/ 347577 w 508352"/>
              <a:gd name="connsiteY17" fmla="*/ 46655 h 160456"/>
              <a:gd name="connsiteX18" fmla="*/ 299588 w 508352"/>
              <a:gd name="connsiteY18" fmla="*/ 80384 h 160456"/>
              <a:gd name="connsiteX19" fmla="*/ 326255 w 508352"/>
              <a:gd name="connsiteY19" fmla="*/ 80384 h 160456"/>
              <a:gd name="connsiteX20" fmla="*/ 347266 w 508352"/>
              <a:gd name="connsiteY20" fmla="*/ 64903 h 160456"/>
              <a:gd name="connsiteX21" fmla="*/ 371052 w 508352"/>
              <a:gd name="connsiteY21" fmla="*/ 89273 h 160456"/>
              <a:gd name="connsiteX22" fmla="*/ 371052 w 508352"/>
              <a:gd name="connsiteY22" fmla="*/ 103689 h 160456"/>
              <a:gd name="connsiteX23" fmla="*/ 370625 w 508352"/>
              <a:gd name="connsiteY23" fmla="*/ 103689 h 160456"/>
              <a:gd name="connsiteX24" fmla="*/ 337298 w 508352"/>
              <a:gd name="connsiteY24" fmla="*/ 90976 h 160456"/>
              <a:gd name="connsiteX25" fmla="*/ 295648 w 508352"/>
              <a:gd name="connsiteY25" fmla="*/ 125078 h 160456"/>
              <a:gd name="connsiteX26" fmla="*/ 337298 w 508352"/>
              <a:gd name="connsiteY26" fmla="*/ 160457 h 160456"/>
              <a:gd name="connsiteX27" fmla="*/ 371906 w 508352"/>
              <a:gd name="connsiteY27" fmla="*/ 145242 h 160456"/>
              <a:gd name="connsiteX28" fmla="*/ 372546 w 508352"/>
              <a:gd name="connsiteY28" fmla="*/ 145242 h 160456"/>
              <a:gd name="connsiteX29" fmla="*/ 371479 w 508352"/>
              <a:gd name="connsiteY29" fmla="*/ 158913 h 160456"/>
              <a:gd name="connsiteX30" fmla="*/ 346608 w 508352"/>
              <a:gd name="connsiteY30" fmla="*/ 108905 h 160456"/>
              <a:gd name="connsiteX31" fmla="*/ 371248 w 508352"/>
              <a:gd name="connsiteY31" fmla="*/ 124865 h 160456"/>
              <a:gd name="connsiteX32" fmla="*/ 346608 w 508352"/>
              <a:gd name="connsiteY32" fmla="*/ 142049 h 160456"/>
              <a:gd name="connsiteX33" fmla="*/ 322182 w 508352"/>
              <a:gd name="connsiteY33" fmla="*/ 124865 h 160456"/>
              <a:gd name="connsiteX34" fmla="*/ 346608 w 508352"/>
              <a:gd name="connsiteY34" fmla="*/ 108905 h 160456"/>
              <a:gd name="connsiteX35" fmla="*/ 273134 w 508352"/>
              <a:gd name="connsiteY35" fmla="*/ 0 h 160456"/>
              <a:gd name="connsiteX36" fmla="*/ 246467 w 508352"/>
              <a:gd name="connsiteY36" fmla="*/ 0 h 160456"/>
              <a:gd name="connsiteX37" fmla="*/ 246467 w 508352"/>
              <a:gd name="connsiteY37" fmla="*/ 158913 h 160456"/>
              <a:gd name="connsiteX38" fmla="*/ 273134 w 508352"/>
              <a:gd name="connsiteY38" fmla="*/ 158913 h 160456"/>
              <a:gd name="connsiteX39" fmla="*/ 273134 w 508352"/>
              <a:gd name="connsiteY39" fmla="*/ 0 h 160456"/>
              <a:gd name="connsiteX40" fmla="*/ 171179 w 508352"/>
              <a:gd name="connsiteY40" fmla="*/ 66766 h 160456"/>
              <a:gd name="connsiteX41" fmla="*/ 196886 w 508352"/>
              <a:gd name="connsiteY41" fmla="*/ 103636 h 160456"/>
              <a:gd name="connsiteX42" fmla="*/ 171179 w 508352"/>
              <a:gd name="connsiteY42" fmla="*/ 139866 h 160456"/>
              <a:gd name="connsiteX43" fmla="*/ 145472 w 508352"/>
              <a:gd name="connsiteY43" fmla="*/ 103636 h 160456"/>
              <a:gd name="connsiteX44" fmla="*/ 171179 w 508352"/>
              <a:gd name="connsiteY44" fmla="*/ 66766 h 160456"/>
              <a:gd name="connsiteX45" fmla="*/ 171179 w 508352"/>
              <a:gd name="connsiteY45" fmla="*/ 46389 h 160456"/>
              <a:gd name="connsiteX46" fmla="*/ 118708 w 508352"/>
              <a:gd name="connsiteY46" fmla="*/ 103423 h 160456"/>
              <a:gd name="connsiteX47" fmla="*/ 171179 w 508352"/>
              <a:gd name="connsiteY47" fmla="*/ 160191 h 160456"/>
              <a:gd name="connsiteX48" fmla="*/ 223650 w 508352"/>
              <a:gd name="connsiteY48" fmla="*/ 103423 h 160456"/>
              <a:gd name="connsiteX49" fmla="*/ 171179 w 508352"/>
              <a:gd name="connsiteY49" fmla="*/ 46389 h 160456"/>
              <a:gd name="connsiteX50" fmla="*/ 98763 w 508352"/>
              <a:gd name="connsiteY50" fmla="*/ 77988 h 160456"/>
              <a:gd name="connsiteX51" fmla="*/ 50773 w 508352"/>
              <a:gd name="connsiteY51" fmla="*/ 46389 h 160456"/>
              <a:gd name="connsiteX52" fmla="*/ 9 w 508352"/>
              <a:gd name="connsiteY52" fmla="*/ 77563 h 160456"/>
              <a:gd name="connsiteX53" fmla="*/ 48426 w 508352"/>
              <a:gd name="connsiteY53" fmla="*/ 112090 h 160456"/>
              <a:gd name="connsiteX54" fmla="*/ 76044 w 508352"/>
              <a:gd name="connsiteY54" fmla="*/ 127145 h 160456"/>
              <a:gd name="connsiteX55" fmla="*/ 50764 w 508352"/>
              <a:gd name="connsiteY55" fmla="*/ 141987 h 160456"/>
              <a:gd name="connsiteX56" fmla="*/ 26765 w 508352"/>
              <a:gd name="connsiteY56" fmla="*/ 123951 h 160456"/>
              <a:gd name="connsiteX57" fmla="*/ 0 w 508352"/>
              <a:gd name="connsiteY57" fmla="*/ 123951 h 160456"/>
              <a:gd name="connsiteX58" fmla="*/ 50764 w 508352"/>
              <a:gd name="connsiteY58" fmla="*/ 160182 h 160456"/>
              <a:gd name="connsiteX59" fmla="*/ 102809 w 508352"/>
              <a:gd name="connsiteY59" fmla="*/ 127145 h 160456"/>
              <a:gd name="connsiteX60" fmla="*/ 53112 w 508352"/>
              <a:gd name="connsiteY60" fmla="*/ 91766 h 160456"/>
              <a:gd name="connsiteX61" fmla="*/ 26658 w 508352"/>
              <a:gd name="connsiteY61" fmla="*/ 79266 h 160456"/>
              <a:gd name="connsiteX62" fmla="*/ 50657 w 508352"/>
              <a:gd name="connsiteY62" fmla="*/ 64637 h 160456"/>
              <a:gd name="connsiteX63" fmla="*/ 71989 w 508352"/>
              <a:gd name="connsiteY63" fmla="*/ 77988 h 160456"/>
              <a:gd name="connsiteX64" fmla="*/ 98763 w 508352"/>
              <a:gd name="connsiteY64" fmla="*/ 77988 h 160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08352" h="160456">
                <a:moveTo>
                  <a:pt x="422866" y="47879"/>
                </a:moveTo>
                <a:lnTo>
                  <a:pt x="422866" y="158913"/>
                </a:lnTo>
                <a:lnTo>
                  <a:pt x="449532" y="158913"/>
                </a:lnTo>
                <a:lnTo>
                  <a:pt x="449532" y="90444"/>
                </a:lnTo>
                <a:cubicBezTo>
                  <a:pt x="449106" y="76028"/>
                  <a:pt x="453801" y="66926"/>
                  <a:pt x="469691" y="66926"/>
                </a:cubicBezTo>
                <a:cubicBezTo>
                  <a:pt x="482219" y="66926"/>
                  <a:pt x="483286" y="73473"/>
                  <a:pt x="483286" y="84695"/>
                </a:cubicBezTo>
                <a:lnTo>
                  <a:pt x="483286" y="90444"/>
                </a:lnTo>
                <a:lnTo>
                  <a:pt x="508353" y="90444"/>
                </a:lnTo>
                <a:lnTo>
                  <a:pt x="508353" y="81404"/>
                </a:lnTo>
                <a:cubicBezTo>
                  <a:pt x="508353" y="60121"/>
                  <a:pt x="502644" y="46397"/>
                  <a:pt x="479080" y="46397"/>
                </a:cubicBezTo>
                <a:cubicBezTo>
                  <a:pt x="466125" y="46397"/>
                  <a:pt x="454654" y="50017"/>
                  <a:pt x="449328" y="62357"/>
                </a:cubicBezTo>
                <a:lnTo>
                  <a:pt x="448261" y="62357"/>
                </a:lnTo>
                <a:lnTo>
                  <a:pt x="449008" y="47888"/>
                </a:lnTo>
                <a:lnTo>
                  <a:pt x="422874" y="47888"/>
                </a:lnTo>
                <a:close/>
                <a:moveTo>
                  <a:pt x="371461" y="158913"/>
                </a:moveTo>
                <a:lnTo>
                  <a:pt x="398128" y="158913"/>
                </a:lnTo>
                <a:lnTo>
                  <a:pt x="398128" y="89220"/>
                </a:lnTo>
                <a:cubicBezTo>
                  <a:pt x="398128" y="51977"/>
                  <a:pt x="383252" y="46655"/>
                  <a:pt x="347577" y="46655"/>
                </a:cubicBezTo>
                <a:cubicBezTo>
                  <a:pt x="322084" y="46655"/>
                  <a:pt x="299588" y="47932"/>
                  <a:pt x="299588" y="80384"/>
                </a:cubicBezTo>
                <a:lnTo>
                  <a:pt x="326255" y="80384"/>
                </a:lnTo>
                <a:cubicBezTo>
                  <a:pt x="326255" y="65968"/>
                  <a:pt x="335582" y="64903"/>
                  <a:pt x="347266" y="64903"/>
                </a:cubicBezTo>
                <a:cubicBezTo>
                  <a:pt x="369558" y="64903"/>
                  <a:pt x="371052" y="71237"/>
                  <a:pt x="371052" y="89273"/>
                </a:cubicBezTo>
                <a:lnTo>
                  <a:pt x="371052" y="103689"/>
                </a:lnTo>
                <a:lnTo>
                  <a:pt x="370625" y="103689"/>
                </a:lnTo>
                <a:cubicBezTo>
                  <a:pt x="364276" y="91189"/>
                  <a:pt x="350894" y="90976"/>
                  <a:pt x="337298" y="90976"/>
                </a:cubicBezTo>
                <a:cubicBezTo>
                  <a:pt x="309680" y="90976"/>
                  <a:pt x="295648" y="98375"/>
                  <a:pt x="295648" y="125078"/>
                </a:cubicBezTo>
                <a:cubicBezTo>
                  <a:pt x="295648" y="155187"/>
                  <a:pt x="312018" y="160457"/>
                  <a:pt x="337298" y="160457"/>
                </a:cubicBezTo>
                <a:cubicBezTo>
                  <a:pt x="350254" y="160457"/>
                  <a:pt x="366624" y="160031"/>
                  <a:pt x="371906" y="145242"/>
                </a:cubicBezTo>
                <a:lnTo>
                  <a:pt x="372546" y="145242"/>
                </a:lnTo>
                <a:lnTo>
                  <a:pt x="371479" y="158913"/>
                </a:lnTo>
                <a:close/>
                <a:moveTo>
                  <a:pt x="346608" y="108905"/>
                </a:moveTo>
                <a:cubicBezTo>
                  <a:pt x="359777" y="108905"/>
                  <a:pt x="371248" y="109331"/>
                  <a:pt x="371248" y="124865"/>
                </a:cubicBezTo>
                <a:cubicBezTo>
                  <a:pt x="371248" y="140399"/>
                  <a:pt x="360586" y="142049"/>
                  <a:pt x="346608" y="142049"/>
                </a:cubicBezTo>
                <a:cubicBezTo>
                  <a:pt x="328584" y="142049"/>
                  <a:pt x="322182" y="140558"/>
                  <a:pt x="322182" y="124865"/>
                </a:cubicBezTo>
                <a:cubicBezTo>
                  <a:pt x="322182" y="109171"/>
                  <a:pt x="332843" y="108905"/>
                  <a:pt x="346608" y="108905"/>
                </a:cubicBezTo>
                <a:moveTo>
                  <a:pt x="273134" y="0"/>
                </a:moveTo>
                <a:lnTo>
                  <a:pt x="246467" y="0"/>
                </a:lnTo>
                <a:lnTo>
                  <a:pt x="246467" y="158913"/>
                </a:lnTo>
                <a:lnTo>
                  <a:pt x="273134" y="158913"/>
                </a:lnTo>
                <a:lnTo>
                  <a:pt x="273134" y="0"/>
                </a:lnTo>
                <a:close/>
                <a:moveTo>
                  <a:pt x="171179" y="66766"/>
                </a:moveTo>
                <a:cubicBezTo>
                  <a:pt x="194965" y="66766"/>
                  <a:pt x="196886" y="73526"/>
                  <a:pt x="196886" y="103636"/>
                </a:cubicBezTo>
                <a:cubicBezTo>
                  <a:pt x="196886" y="133745"/>
                  <a:pt x="194965" y="139866"/>
                  <a:pt x="171179" y="139866"/>
                </a:cubicBezTo>
                <a:cubicBezTo>
                  <a:pt x="147393" y="139866"/>
                  <a:pt x="145472" y="133266"/>
                  <a:pt x="145472" y="103636"/>
                </a:cubicBezTo>
                <a:cubicBezTo>
                  <a:pt x="145472" y="74005"/>
                  <a:pt x="147393" y="66766"/>
                  <a:pt x="171179" y="66766"/>
                </a:cubicBezTo>
                <a:moveTo>
                  <a:pt x="171179" y="46389"/>
                </a:moveTo>
                <a:cubicBezTo>
                  <a:pt x="124683" y="46389"/>
                  <a:pt x="118708" y="60166"/>
                  <a:pt x="118708" y="103423"/>
                </a:cubicBezTo>
                <a:cubicBezTo>
                  <a:pt x="118708" y="146680"/>
                  <a:pt x="124683" y="160191"/>
                  <a:pt x="171179" y="160191"/>
                </a:cubicBezTo>
                <a:cubicBezTo>
                  <a:pt x="217675" y="160191"/>
                  <a:pt x="223650" y="146413"/>
                  <a:pt x="223650" y="103423"/>
                </a:cubicBezTo>
                <a:cubicBezTo>
                  <a:pt x="223650" y="60432"/>
                  <a:pt x="217728" y="46389"/>
                  <a:pt x="171179" y="46389"/>
                </a:cubicBezTo>
                <a:moveTo>
                  <a:pt x="98763" y="77988"/>
                </a:moveTo>
                <a:cubicBezTo>
                  <a:pt x="98763" y="46814"/>
                  <a:pt x="72629" y="46389"/>
                  <a:pt x="50773" y="46389"/>
                </a:cubicBezTo>
                <a:cubicBezTo>
                  <a:pt x="22088" y="46389"/>
                  <a:pt x="9" y="47027"/>
                  <a:pt x="9" y="77563"/>
                </a:cubicBezTo>
                <a:cubicBezTo>
                  <a:pt x="9" y="105969"/>
                  <a:pt x="7425" y="111717"/>
                  <a:pt x="48426" y="112090"/>
                </a:cubicBezTo>
                <a:cubicBezTo>
                  <a:pt x="75404" y="112516"/>
                  <a:pt x="76044" y="117413"/>
                  <a:pt x="76044" y="127145"/>
                </a:cubicBezTo>
                <a:cubicBezTo>
                  <a:pt x="76044" y="142412"/>
                  <a:pt x="66716" y="141987"/>
                  <a:pt x="50764" y="141987"/>
                </a:cubicBezTo>
                <a:cubicBezTo>
                  <a:pt x="30980" y="141987"/>
                  <a:pt x="27192" y="140070"/>
                  <a:pt x="26765" y="123951"/>
                </a:cubicBezTo>
                <a:lnTo>
                  <a:pt x="0" y="123951"/>
                </a:lnTo>
                <a:cubicBezTo>
                  <a:pt x="0" y="160182"/>
                  <a:pt x="20371" y="160182"/>
                  <a:pt x="50764" y="160182"/>
                </a:cubicBezTo>
                <a:cubicBezTo>
                  <a:pt x="78969" y="160182"/>
                  <a:pt x="102809" y="157254"/>
                  <a:pt x="102809" y="127145"/>
                </a:cubicBezTo>
                <a:cubicBezTo>
                  <a:pt x="102809" y="91127"/>
                  <a:pt x="79450" y="93043"/>
                  <a:pt x="53112" y="91766"/>
                </a:cubicBezTo>
                <a:cubicBezTo>
                  <a:pt x="29752" y="90701"/>
                  <a:pt x="26658" y="90435"/>
                  <a:pt x="26658" y="79266"/>
                </a:cubicBezTo>
                <a:cubicBezTo>
                  <a:pt x="26658" y="64637"/>
                  <a:pt x="36413" y="64637"/>
                  <a:pt x="50657" y="64637"/>
                </a:cubicBezTo>
                <a:cubicBezTo>
                  <a:pt x="64902" y="64637"/>
                  <a:pt x="71989" y="64637"/>
                  <a:pt x="71989" y="77988"/>
                </a:cubicBezTo>
                <a:lnTo>
                  <a:pt x="98763" y="77988"/>
                </a:lnTo>
                <a:close/>
              </a:path>
            </a:pathLst>
          </a:custGeom>
          <a:solidFill>
            <a:schemeClr val="bg1"/>
          </a:solidFill>
          <a:ln w="882" cap="flat">
            <a:noFill/>
            <a:prstDash val="solid"/>
            <a:miter/>
          </a:ln>
        </p:spPr>
        <p:txBody>
          <a:bodyPr rtlCol="0" anchor="ctr"/>
          <a:lstStyle/>
          <a:p>
            <a:pPr marL="0" algn="l" defTabSz="914400" rtl="0" eaLnBrk="1" latinLnBrk="0" hangingPunct="1"/>
            <a:endParaRPr lang="en-IL"/>
          </a:p>
        </p:txBody>
      </p:sp>
    </p:spTree>
    <p:extLst>
      <p:ext uri="{BB962C8B-B14F-4D97-AF65-F5344CB8AC3E}">
        <p14:creationId xmlns:p14="http://schemas.microsoft.com/office/powerpoint/2010/main" val="982471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27F7D31-CDDE-39A3-0DD6-ED3E256F9F4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EFFE7FC2-5991-B5B8-9AD3-AE6D68AE9BA2}"/>
              </a:ext>
            </a:extLst>
          </p:cNvPr>
          <p:cNvSpPr>
            <a:spLocks noGrp="1"/>
          </p:cNvSpPr>
          <p:nvPr>
            <p:ph type="sldNum" sz="quarter" idx="12"/>
          </p:nvPr>
        </p:nvSpPr>
        <p:spPr/>
        <p:txBody>
          <a:bodyPr/>
          <a:lstStyle/>
          <a:p>
            <a:fld id="{4055E60B-063F-7341-AAD1-65F55D97E323}" type="slidenum">
              <a:rPr lang="en-IL" smtClean="0"/>
              <a:t>‹#›</a:t>
            </a:fld>
            <a:endParaRPr lang="en-IL"/>
          </a:p>
        </p:txBody>
      </p:sp>
      <p:sp>
        <p:nvSpPr>
          <p:cNvPr id="2" name="Title 1">
            <a:extLst>
              <a:ext uri="{FF2B5EF4-FFF2-40B4-BE49-F238E27FC236}">
                <a16:creationId xmlns:a16="http://schemas.microsoft.com/office/drawing/2014/main" id="{35A49C20-CAD9-FFD2-CE2D-5525543FBD6C}"/>
              </a:ext>
            </a:extLst>
          </p:cNvPr>
          <p:cNvSpPr>
            <a:spLocks noGrp="1"/>
          </p:cNvSpPr>
          <p:nvPr>
            <p:ph type="title"/>
          </p:nvPr>
        </p:nvSpPr>
        <p:spPr>
          <a:xfrm>
            <a:off x="516000" y="3852045"/>
            <a:ext cx="3600000" cy="2330093"/>
          </a:xfrm>
        </p:spPr>
        <p:txBody>
          <a:bodyPr>
            <a:noAutofit/>
          </a:bodyPr>
          <a:lstStyle>
            <a:lvl1pPr>
              <a:defRPr sz="4000">
                <a:solidFill>
                  <a:schemeClr val="tx2"/>
                </a:solidFill>
              </a:defRPr>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98003630-E937-E68D-BE93-B4C7018B16C7}"/>
              </a:ext>
            </a:extLst>
          </p:cNvPr>
          <p:cNvSpPr>
            <a:spLocks noGrp="1"/>
          </p:cNvSpPr>
          <p:nvPr>
            <p:ph idx="1"/>
          </p:nvPr>
        </p:nvSpPr>
        <p:spPr>
          <a:xfrm>
            <a:off x="4267200" y="3863163"/>
            <a:ext cx="7380000" cy="22792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10" name="Parallelogram 9">
            <a:extLst>
              <a:ext uri="{FF2B5EF4-FFF2-40B4-BE49-F238E27FC236}">
                <a16:creationId xmlns:a16="http://schemas.microsoft.com/office/drawing/2014/main" id="{A5E8B33C-41D5-C601-28DC-EB67316E3A4C}"/>
              </a:ext>
            </a:extLst>
          </p:cNvPr>
          <p:cNvSpPr/>
          <p:nvPr userDrawn="1"/>
        </p:nvSpPr>
        <p:spPr>
          <a:xfrm>
            <a:off x="592865" y="3770895"/>
            <a:ext cx="540000" cy="36000"/>
          </a:xfrm>
          <a:prstGeom prst="parallelogram">
            <a:avLst>
              <a:gd name="adj" fmla="val 33599"/>
            </a:avLst>
          </a:prstGeom>
          <a:solidFill>
            <a:srgbClr val="FF3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solidFill>
                <a:srgbClr val="FF3232"/>
              </a:solidFill>
            </a:endParaRPr>
          </a:p>
        </p:txBody>
      </p:sp>
      <p:sp>
        <p:nvSpPr>
          <p:cNvPr id="11" name="Picture Placeholder 6">
            <a:extLst>
              <a:ext uri="{FF2B5EF4-FFF2-40B4-BE49-F238E27FC236}">
                <a16:creationId xmlns:a16="http://schemas.microsoft.com/office/drawing/2014/main" id="{3038852B-0D31-BB0D-A4CC-B5B8777F3F0B}"/>
              </a:ext>
            </a:extLst>
          </p:cNvPr>
          <p:cNvSpPr>
            <a:spLocks noGrp="1"/>
          </p:cNvSpPr>
          <p:nvPr>
            <p:ph type="pic" sz="quarter" idx="15"/>
          </p:nvPr>
        </p:nvSpPr>
        <p:spPr>
          <a:xfrm>
            <a:off x="0" y="0"/>
            <a:ext cx="12192000" cy="3429000"/>
          </a:xfrm>
          <a:solidFill>
            <a:schemeClr val="bg2"/>
          </a:solidFill>
        </p:spPr>
        <p:txBody>
          <a:bodyPr/>
          <a:lstStyle/>
          <a:p>
            <a:r>
              <a:rPr lang="en-US"/>
              <a:t>Click icon to add picture</a:t>
            </a:r>
            <a:endParaRPr lang="en-IL"/>
          </a:p>
        </p:txBody>
      </p:sp>
    </p:spTree>
    <p:extLst>
      <p:ext uri="{BB962C8B-B14F-4D97-AF65-F5344CB8AC3E}">
        <p14:creationId xmlns:p14="http://schemas.microsoft.com/office/powerpoint/2010/main" val="21085613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9C20-CAD9-FFD2-CE2D-5525543FBD6C}"/>
              </a:ext>
            </a:extLst>
          </p:cNvPr>
          <p:cNvSpPr>
            <a:spLocks noGrp="1"/>
          </p:cNvSpPr>
          <p:nvPr>
            <p:ph type="title" hasCustomPrompt="1"/>
          </p:nvPr>
        </p:nvSpPr>
        <p:spPr>
          <a:xfrm>
            <a:off x="516000" y="463296"/>
            <a:ext cx="5427600" cy="731520"/>
          </a:xfrm>
        </p:spPr>
        <p:txBody>
          <a:bodyPr/>
          <a:lstStyle/>
          <a:p>
            <a:r>
              <a:rPr lang="en-US"/>
              <a:t>Click to edit title</a:t>
            </a:r>
            <a:endParaRPr lang="en-IL"/>
          </a:p>
        </p:txBody>
      </p:sp>
      <p:sp>
        <p:nvSpPr>
          <p:cNvPr id="3" name="Content Placeholder 2">
            <a:extLst>
              <a:ext uri="{FF2B5EF4-FFF2-40B4-BE49-F238E27FC236}">
                <a16:creationId xmlns:a16="http://schemas.microsoft.com/office/drawing/2014/main" id="{98003630-E937-E68D-BE93-B4C7018B16C7}"/>
              </a:ext>
            </a:extLst>
          </p:cNvPr>
          <p:cNvSpPr>
            <a:spLocks noGrp="1"/>
          </p:cNvSpPr>
          <p:nvPr>
            <p:ph idx="1"/>
          </p:nvPr>
        </p:nvSpPr>
        <p:spPr>
          <a:xfrm>
            <a:off x="516000" y="1474149"/>
            <a:ext cx="54276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Slide Number Placeholder 5">
            <a:extLst>
              <a:ext uri="{FF2B5EF4-FFF2-40B4-BE49-F238E27FC236}">
                <a16:creationId xmlns:a16="http://schemas.microsoft.com/office/drawing/2014/main" id="{EFFE7FC2-5991-B5B8-9AD3-AE6D68AE9BA2}"/>
              </a:ext>
            </a:extLst>
          </p:cNvPr>
          <p:cNvSpPr>
            <a:spLocks noGrp="1"/>
          </p:cNvSpPr>
          <p:nvPr>
            <p:ph type="sldNum" sz="quarter" idx="12"/>
          </p:nvPr>
        </p:nvSpPr>
        <p:spPr/>
        <p:txBody>
          <a:bodyPr/>
          <a:lstStyle/>
          <a:p>
            <a:fld id="{4055E60B-063F-7341-AAD1-65F55D97E323}" type="slidenum">
              <a:rPr lang="en-IL" smtClean="0"/>
              <a:t>‹#›</a:t>
            </a:fld>
            <a:endParaRPr lang="en-IL"/>
          </a:p>
        </p:txBody>
      </p:sp>
      <p:sp>
        <p:nvSpPr>
          <p:cNvPr id="7" name="Parallelogram 6">
            <a:extLst>
              <a:ext uri="{FF2B5EF4-FFF2-40B4-BE49-F238E27FC236}">
                <a16:creationId xmlns:a16="http://schemas.microsoft.com/office/drawing/2014/main" id="{E44F1283-EEBE-41D7-8302-9E97D40C0998}"/>
              </a:ext>
            </a:extLst>
          </p:cNvPr>
          <p:cNvSpPr/>
          <p:nvPr userDrawn="1"/>
        </p:nvSpPr>
        <p:spPr>
          <a:xfrm>
            <a:off x="592865" y="388644"/>
            <a:ext cx="540000" cy="36000"/>
          </a:xfrm>
          <a:prstGeom prst="parallelogram">
            <a:avLst>
              <a:gd name="adj" fmla="val 33599"/>
            </a:avLst>
          </a:prstGeom>
          <a:solidFill>
            <a:srgbClr val="FF3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solidFill>
                <a:srgbClr val="FF3232"/>
              </a:solidFill>
            </a:endParaRPr>
          </a:p>
        </p:txBody>
      </p:sp>
      <p:sp>
        <p:nvSpPr>
          <p:cNvPr id="8" name="Picture Placeholder 13">
            <a:extLst>
              <a:ext uri="{FF2B5EF4-FFF2-40B4-BE49-F238E27FC236}">
                <a16:creationId xmlns:a16="http://schemas.microsoft.com/office/drawing/2014/main" id="{7C32B4B0-C302-1C77-FFC3-D812528EF56D}"/>
              </a:ext>
            </a:extLst>
          </p:cNvPr>
          <p:cNvSpPr>
            <a:spLocks noGrp="1"/>
          </p:cNvSpPr>
          <p:nvPr>
            <p:ph type="pic" sz="quarter" idx="13"/>
          </p:nvPr>
        </p:nvSpPr>
        <p:spPr>
          <a:xfrm>
            <a:off x="6099175" y="0"/>
            <a:ext cx="6184900" cy="6858000"/>
          </a:xfrm>
          <a:custGeom>
            <a:avLst/>
            <a:gdLst>
              <a:gd name="connsiteX0" fmla="*/ 4813416 w 6096000"/>
              <a:gd name="connsiteY0" fmla="*/ 6557054 h 6858000"/>
              <a:gd name="connsiteX1" fmla="*/ 4838056 w 6096000"/>
              <a:gd name="connsiteY1" fmla="*/ 6573014 h 6858000"/>
              <a:gd name="connsiteX2" fmla="*/ 4813416 w 6096000"/>
              <a:gd name="connsiteY2" fmla="*/ 6590198 h 6858000"/>
              <a:gd name="connsiteX3" fmla="*/ 4788990 w 6096000"/>
              <a:gd name="connsiteY3" fmla="*/ 6573014 h 6858000"/>
              <a:gd name="connsiteX4" fmla="*/ 4813416 w 6096000"/>
              <a:gd name="connsiteY4" fmla="*/ 6557054 h 6858000"/>
              <a:gd name="connsiteX5" fmla="*/ 5371794 w 6096000"/>
              <a:gd name="connsiteY5" fmla="*/ 6556469 h 6858000"/>
              <a:gd name="connsiteX6" fmla="*/ 5396487 w 6096000"/>
              <a:gd name="connsiteY6" fmla="*/ 6588015 h 6858000"/>
              <a:gd name="connsiteX7" fmla="*/ 5421714 w 6096000"/>
              <a:gd name="connsiteY7" fmla="*/ 6571683 h 6858000"/>
              <a:gd name="connsiteX8" fmla="*/ 5436528 w 6096000"/>
              <a:gd name="connsiteY8" fmla="*/ 6571683 h 6858000"/>
              <a:gd name="connsiteX9" fmla="*/ 5441863 w 6096000"/>
              <a:gd name="connsiteY9" fmla="*/ 6556469 h 6858000"/>
              <a:gd name="connsiteX10" fmla="*/ 5396487 w 6096000"/>
              <a:gd name="connsiteY10" fmla="*/ 6515181 h 6858000"/>
              <a:gd name="connsiteX11" fmla="*/ 5371794 w 6096000"/>
              <a:gd name="connsiteY11" fmla="*/ 6539764 h 6858000"/>
              <a:gd name="connsiteX12" fmla="*/ 5371803 w 6096000"/>
              <a:gd name="connsiteY12" fmla="*/ 6539764 h 6858000"/>
              <a:gd name="connsiteX13" fmla="*/ 5421714 w 6096000"/>
              <a:gd name="connsiteY13" fmla="*/ 6539764 h 6858000"/>
              <a:gd name="connsiteX14" fmla="*/ 5396487 w 6096000"/>
              <a:gd name="connsiteY14" fmla="*/ 6515181 h 6858000"/>
              <a:gd name="connsiteX15" fmla="*/ 5277344 w 6096000"/>
              <a:gd name="connsiteY15" fmla="*/ 6514915 h 6858000"/>
              <a:gd name="connsiteX16" fmla="*/ 5253558 w 6096000"/>
              <a:gd name="connsiteY16" fmla="*/ 6548165 h 6858000"/>
              <a:gd name="connsiteX17" fmla="*/ 5277344 w 6096000"/>
              <a:gd name="connsiteY17" fmla="*/ 6588015 h 6858000"/>
              <a:gd name="connsiteX18" fmla="*/ 5304011 w 6096000"/>
              <a:gd name="connsiteY18" fmla="*/ 6548165 h 6858000"/>
              <a:gd name="connsiteX19" fmla="*/ 5277344 w 6096000"/>
              <a:gd name="connsiteY19" fmla="*/ 6514915 h 6858000"/>
              <a:gd name="connsiteX20" fmla="*/ 5158974 w 6096000"/>
              <a:gd name="connsiteY20" fmla="*/ 6514915 h 6858000"/>
              <a:gd name="connsiteX21" fmla="*/ 5135188 w 6096000"/>
              <a:gd name="connsiteY21" fmla="*/ 6548165 h 6858000"/>
              <a:gd name="connsiteX22" fmla="*/ 5158974 w 6096000"/>
              <a:gd name="connsiteY22" fmla="*/ 6588015 h 6858000"/>
              <a:gd name="connsiteX23" fmla="*/ 5185321 w 6096000"/>
              <a:gd name="connsiteY23" fmla="*/ 6548165 h 6858000"/>
              <a:gd name="connsiteX24" fmla="*/ 5158974 w 6096000"/>
              <a:gd name="connsiteY24" fmla="*/ 6514915 h 6858000"/>
              <a:gd name="connsiteX25" fmla="*/ 5042188 w 6096000"/>
              <a:gd name="connsiteY25" fmla="*/ 6514915 h 6858000"/>
              <a:gd name="connsiteX26" fmla="*/ 5042193 w 6096000"/>
              <a:gd name="connsiteY26" fmla="*/ 6514916 h 6858000"/>
              <a:gd name="connsiteX27" fmla="*/ 5021177 w 6096000"/>
              <a:gd name="connsiteY27" fmla="*/ 6519805 h 6858000"/>
              <a:gd name="connsiteX28" fmla="*/ 5017557 w 6096000"/>
              <a:gd name="connsiteY28" fmla="*/ 6539498 h 6858000"/>
              <a:gd name="connsiteX29" fmla="*/ 5067467 w 6096000"/>
              <a:gd name="connsiteY29" fmla="*/ 6539498 h 6858000"/>
              <a:gd name="connsiteX30" fmla="*/ 5063027 w 6096000"/>
              <a:gd name="connsiteY30" fmla="*/ 6518627 h 6858000"/>
              <a:gd name="connsiteX31" fmla="*/ 5042193 w 6096000"/>
              <a:gd name="connsiteY31" fmla="*/ 6514916 h 6858000"/>
              <a:gd name="connsiteX32" fmla="*/ 5042197 w 6096000"/>
              <a:gd name="connsiteY32" fmla="*/ 6514915 h 6858000"/>
              <a:gd name="connsiteX33" fmla="*/ 4637987 w 6096000"/>
              <a:gd name="connsiteY33" fmla="*/ 6514915 h 6858000"/>
              <a:gd name="connsiteX34" fmla="*/ 4663694 w 6096000"/>
              <a:gd name="connsiteY34" fmla="*/ 6551785 h 6858000"/>
              <a:gd name="connsiteX35" fmla="*/ 4637987 w 6096000"/>
              <a:gd name="connsiteY35" fmla="*/ 6588015 h 6858000"/>
              <a:gd name="connsiteX36" fmla="*/ 4612280 w 6096000"/>
              <a:gd name="connsiteY36" fmla="*/ 6551785 h 6858000"/>
              <a:gd name="connsiteX37" fmla="*/ 4637987 w 6096000"/>
              <a:gd name="connsiteY37" fmla="*/ 6514915 h 6858000"/>
              <a:gd name="connsiteX38" fmla="*/ 4814385 w 6096000"/>
              <a:gd name="connsiteY38" fmla="*/ 6494804 h 6858000"/>
              <a:gd name="connsiteX39" fmla="*/ 4766396 w 6096000"/>
              <a:gd name="connsiteY39" fmla="*/ 6528533 h 6858000"/>
              <a:gd name="connsiteX40" fmla="*/ 4793063 w 6096000"/>
              <a:gd name="connsiteY40" fmla="*/ 6528533 h 6858000"/>
              <a:gd name="connsiteX41" fmla="*/ 4814074 w 6096000"/>
              <a:gd name="connsiteY41" fmla="*/ 6513052 h 6858000"/>
              <a:gd name="connsiteX42" fmla="*/ 4837860 w 6096000"/>
              <a:gd name="connsiteY42" fmla="*/ 6537422 h 6858000"/>
              <a:gd name="connsiteX43" fmla="*/ 4837860 w 6096000"/>
              <a:gd name="connsiteY43" fmla="*/ 6551838 h 6858000"/>
              <a:gd name="connsiteX44" fmla="*/ 4837433 w 6096000"/>
              <a:gd name="connsiteY44" fmla="*/ 6551838 h 6858000"/>
              <a:gd name="connsiteX45" fmla="*/ 4804106 w 6096000"/>
              <a:gd name="connsiteY45" fmla="*/ 6539125 h 6858000"/>
              <a:gd name="connsiteX46" fmla="*/ 4762456 w 6096000"/>
              <a:gd name="connsiteY46" fmla="*/ 6573227 h 6858000"/>
              <a:gd name="connsiteX47" fmla="*/ 4804106 w 6096000"/>
              <a:gd name="connsiteY47" fmla="*/ 6608606 h 6858000"/>
              <a:gd name="connsiteX48" fmla="*/ 4838714 w 6096000"/>
              <a:gd name="connsiteY48" fmla="*/ 6593391 h 6858000"/>
              <a:gd name="connsiteX49" fmla="*/ 4839354 w 6096000"/>
              <a:gd name="connsiteY49" fmla="*/ 6593391 h 6858000"/>
              <a:gd name="connsiteX50" fmla="*/ 4838287 w 6096000"/>
              <a:gd name="connsiteY50" fmla="*/ 6607062 h 6858000"/>
              <a:gd name="connsiteX51" fmla="*/ 4864936 w 6096000"/>
              <a:gd name="connsiteY51" fmla="*/ 6607062 h 6858000"/>
              <a:gd name="connsiteX52" fmla="*/ 4864936 w 6096000"/>
              <a:gd name="connsiteY52" fmla="*/ 6537369 h 6858000"/>
              <a:gd name="connsiteX53" fmla="*/ 4814385 w 6096000"/>
              <a:gd name="connsiteY53" fmla="*/ 6494804 h 6858000"/>
              <a:gd name="connsiteX54" fmla="*/ 4945888 w 6096000"/>
              <a:gd name="connsiteY54" fmla="*/ 6494546 h 6858000"/>
              <a:gd name="connsiteX55" fmla="*/ 4916136 w 6096000"/>
              <a:gd name="connsiteY55" fmla="*/ 6510506 h 6858000"/>
              <a:gd name="connsiteX56" fmla="*/ 4915069 w 6096000"/>
              <a:gd name="connsiteY56" fmla="*/ 6510506 h 6858000"/>
              <a:gd name="connsiteX57" fmla="*/ 4915816 w 6096000"/>
              <a:gd name="connsiteY57" fmla="*/ 6496037 h 6858000"/>
              <a:gd name="connsiteX58" fmla="*/ 4889682 w 6096000"/>
              <a:gd name="connsiteY58" fmla="*/ 6496037 h 6858000"/>
              <a:gd name="connsiteX59" fmla="*/ 4889674 w 6096000"/>
              <a:gd name="connsiteY59" fmla="*/ 6496028 h 6858000"/>
              <a:gd name="connsiteX60" fmla="*/ 4889674 w 6096000"/>
              <a:gd name="connsiteY60" fmla="*/ 6607062 h 6858000"/>
              <a:gd name="connsiteX61" fmla="*/ 4916340 w 6096000"/>
              <a:gd name="connsiteY61" fmla="*/ 6607062 h 6858000"/>
              <a:gd name="connsiteX62" fmla="*/ 4916340 w 6096000"/>
              <a:gd name="connsiteY62" fmla="*/ 6538593 h 6858000"/>
              <a:gd name="connsiteX63" fmla="*/ 4936499 w 6096000"/>
              <a:gd name="connsiteY63" fmla="*/ 6515075 h 6858000"/>
              <a:gd name="connsiteX64" fmla="*/ 4950094 w 6096000"/>
              <a:gd name="connsiteY64" fmla="*/ 6532844 h 6858000"/>
              <a:gd name="connsiteX65" fmla="*/ 4950094 w 6096000"/>
              <a:gd name="connsiteY65" fmla="*/ 6538593 h 6858000"/>
              <a:gd name="connsiteX66" fmla="*/ 4975161 w 6096000"/>
              <a:gd name="connsiteY66" fmla="*/ 6538593 h 6858000"/>
              <a:gd name="connsiteX67" fmla="*/ 4975161 w 6096000"/>
              <a:gd name="connsiteY67" fmla="*/ 6529553 h 6858000"/>
              <a:gd name="connsiteX68" fmla="*/ 4945888 w 6096000"/>
              <a:gd name="connsiteY68" fmla="*/ 6494546 h 6858000"/>
              <a:gd name="connsiteX69" fmla="*/ 4637987 w 6096000"/>
              <a:gd name="connsiteY69" fmla="*/ 6494538 h 6858000"/>
              <a:gd name="connsiteX70" fmla="*/ 4585516 w 6096000"/>
              <a:gd name="connsiteY70" fmla="*/ 6551572 h 6858000"/>
              <a:gd name="connsiteX71" fmla="*/ 4637987 w 6096000"/>
              <a:gd name="connsiteY71" fmla="*/ 6608340 h 6858000"/>
              <a:gd name="connsiteX72" fmla="*/ 4690458 w 6096000"/>
              <a:gd name="connsiteY72" fmla="*/ 6551572 h 6858000"/>
              <a:gd name="connsiteX73" fmla="*/ 4637987 w 6096000"/>
              <a:gd name="connsiteY73" fmla="*/ 6494538 h 6858000"/>
              <a:gd name="connsiteX74" fmla="*/ 4517581 w 6096000"/>
              <a:gd name="connsiteY74" fmla="*/ 6494538 h 6858000"/>
              <a:gd name="connsiteX75" fmla="*/ 4466817 w 6096000"/>
              <a:gd name="connsiteY75" fmla="*/ 6525712 h 6858000"/>
              <a:gd name="connsiteX76" fmla="*/ 4515234 w 6096000"/>
              <a:gd name="connsiteY76" fmla="*/ 6560239 h 6858000"/>
              <a:gd name="connsiteX77" fmla="*/ 4542852 w 6096000"/>
              <a:gd name="connsiteY77" fmla="*/ 6575294 h 6858000"/>
              <a:gd name="connsiteX78" fmla="*/ 4517572 w 6096000"/>
              <a:gd name="connsiteY78" fmla="*/ 6590136 h 6858000"/>
              <a:gd name="connsiteX79" fmla="*/ 4493573 w 6096000"/>
              <a:gd name="connsiteY79" fmla="*/ 6572100 h 6858000"/>
              <a:gd name="connsiteX80" fmla="*/ 4466808 w 6096000"/>
              <a:gd name="connsiteY80" fmla="*/ 6572100 h 6858000"/>
              <a:gd name="connsiteX81" fmla="*/ 4517572 w 6096000"/>
              <a:gd name="connsiteY81" fmla="*/ 6608331 h 6858000"/>
              <a:gd name="connsiteX82" fmla="*/ 4569617 w 6096000"/>
              <a:gd name="connsiteY82" fmla="*/ 6575294 h 6858000"/>
              <a:gd name="connsiteX83" fmla="*/ 4519920 w 6096000"/>
              <a:gd name="connsiteY83" fmla="*/ 6539915 h 6858000"/>
              <a:gd name="connsiteX84" fmla="*/ 4493466 w 6096000"/>
              <a:gd name="connsiteY84" fmla="*/ 6527415 h 6858000"/>
              <a:gd name="connsiteX85" fmla="*/ 4517465 w 6096000"/>
              <a:gd name="connsiteY85" fmla="*/ 6512786 h 6858000"/>
              <a:gd name="connsiteX86" fmla="*/ 4538797 w 6096000"/>
              <a:gd name="connsiteY86" fmla="*/ 6526137 h 6858000"/>
              <a:gd name="connsiteX87" fmla="*/ 4565571 w 6096000"/>
              <a:gd name="connsiteY87" fmla="*/ 6526137 h 6858000"/>
              <a:gd name="connsiteX88" fmla="*/ 4517581 w 6096000"/>
              <a:gd name="connsiteY88" fmla="*/ 6494538 h 6858000"/>
              <a:gd name="connsiteX89" fmla="*/ 5045967 w 6096000"/>
              <a:gd name="connsiteY89" fmla="*/ 6448149 h 6858000"/>
              <a:gd name="connsiteX90" fmla="*/ 5025488 w 6096000"/>
              <a:gd name="connsiteY90" fmla="*/ 6462725 h 6858000"/>
              <a:gd name="connsiteX91" fmla="*/ 5013120 w 6096000"/>
              <a:gd name="connsiteY91" fmla="*/ 6498689 h 6858000"/>
              <a:gd name="connsiteX92" fmla="*/ 5042179 w 6096000"/>
              <a:gd name="connsiteY92" fmla="*/ 6494538 h 6858000"/>
              <a:gd name="connsiteX93" fmla="*/ 5094223 w 6096000"/>
              <a:gd name="connsiteY93" fmla="*/ 6556469 h 6858000"/>
              <a:gd name="connsiteX94" fmla="*/ 5017539 w 6096000"/>
              <a:gd name="connsiteY94" fmla="*/ 6556469 h 6858000"/>
              <a:gd name="connsiteX95" fmla="*/ 5042179 w 6096000"/>
              <a:gd name="connsiteY95" fmla="*/ 6588015 h 6858000"/>
              <a:gd name="connsiteX96" fmla="*/ 5067459 w 6096000"/>
              <a:gd name="connsiteY96" fmla="*/ 6571683 h 6858000"/>
              <a:gd name="connsiteX97" fmla="*/ 5094125 w 6096000"/>
              <a:gd name="connsiteY97" fmla="*/ 6571683 h 6858000"/>
              <a:gd name="connsiteX98" fmla="*/ 5042081 w 6096000"/>
              <a:gd name="connsiteY98" fmla="*/ 6608340 h 6858000"/>
              <a:gd name="connsiteX99" fmla="*/ 4990890 w 6096000"/>
              <a:gd name="connsiteY99" fmla="*/ 6562377 h 6858000"/>
              <a:gd name="connsiteX100" fmla="*/ 4964917 w 6096000"/>
              <a:gd name="connsiteY100" fmla="*/ 6637394 h 6858000"/>
              <a:gd name="connsiteX101" fmla="*/ 4975311 w 6096000"/>
              <a:gd name="connsiteY101" fmla="*/ 6651916 h 6858000"/>
              <a:gd name="connsiteX102" fmla="*/ 5247271 w 6096000"/>
              <a:gd name="connsiteY102" fmla="*/ 6651916 h 6858000"/>
              <a:gd name="connsiteX103" fmla="*/ 5231275 w 6096000"/>
              <a:gd name="connsiteY103" fmla="*/ 6618560 h 6858000"/>
              <a:gd name="connsiteX104" fmla="*/ 5256341 w 6096000"/>
              <a:gd name="connsiteY104" fmla="*/ 6618560 h 6858000"/>
              <a:gd name="connsiteX105" fmla="*/ 5277140 w 6096000"/>
              <a:gd name="connsiteY105" fmla="*/ 6636116 h 6858000"/>
              <a:gd name="connsiteX106" fmla="*/ 5304758 w 6096000"/>
              <a:gd name="connsiteY106" fmla="*/ 6612385 h 6858000"/>
              <a:gd name="connsiteX107" fmla="*/ 5304758 w 6096000"/>
              <a:gd name="connsiteY107" fmla="*/ 6591103 h 6858000"/>
              <a:gd name="connsiteX108" fmla="*/ 5304118 w 6096000"/>
              <a:gd name="connsiteY108" fmla="*/ 6591103 h 6858000"/>
              <a:gd name="connsiteX109" fmla="*/ 5269297 w 6096000"/>
              <a:gd name="connsiteY109" fmla="*/ 6608233 h 6858000"/>
              <a:gd name="connsiteX110" fmla="*/ 5226633 w 6096000"/>
              <a:gd name="connsiteY110" fmla="*/ 6554659 h 6858000"/>
              <a:gd name="connsiteX111" fmla="*/ 5269297 w 6096000"/>
              <a:gd name="connsiteY111" fmla="*/ 6494431 h 6858000"/>
              <a:gd name="connsiteX112" fmla="*/ 5304118 w 6096000"/>
              <a:gd name="connsiteY112" fmla="*/ 6512467 h 6858000"/>
              <a:gd name="connsiteX113" fmla="*/ 5304971 w 6096000"/>
              <a:gd name="connsiteY113" fmla="*/ 6512467 h 6858000"/>
              <a:gd name="connsiteX114" fmla="*/ 5304011 w 6096000"/>
              <a:gd name="connsiteY114" fmla="*/ 6496028 h 6858000"/>
              <a:gd name="connsiteX115" fmla="*/ 5330678 w 6096000"/>
              <a:gd name="connsiteY115" fmla="*/ 6496028 h 6858000"/>
              <a:gd name="connsiteX116" fmla="*/ 5330678 w 6096000"/>
              <a:gd name="connsiteY116" fmla="*/ 6606849 h 6858000"/>
              <a:gd name="connsiteX117" fmla="*/ 5310467 w 6096000"/>
              <a:gd name="connsiteY117" fmla="*/ 6651907 h 6858000"/>
              <a:gd name="connsiteX118" fmla="*/ 5393117 w 6096000"/>
              <a:gd name="connsiteY118" fmla="*/ 6651907 h 6858000"/>
              <a:gd name="connsiteX119" fmla="*/ 5413595 w 6096000"/>
              <a:gd name="connsiteY119" fmla="*/ 6637385 h 6858000"/>
              <a:gd name="connsiteX120" fmla="*/ 5424257 w 6096000"/>
              <a:gd name="connsiteY120" fmla="*/ 6606477 h 6858000"/>
              <a:gd name="connsiteX121" fmla="*/ 5396265 w 6096000"/>
              <a:gd name="connsiteY121" fmla="*/ 6608340 h 6858000"/>
              <a:gd name="connsiteX122" fmla="*/ 5344861 w 6096000"/>
              <a:gd name="connsiteY122" fmla="*/ 6551785 h 6858000"/>
              <a:gd name="connsiteX123" fmla="*/ 5396265 w 6096000"/>
              <a:gd name="connsiteY123" fmla="*/ 6494538 h 6858000"/>
              <a:gd name="connsiteX124" fmla="*/ 5447829 w 6096000"/>
              <a:gd name="connsiteY124" fmla="*/ 6538540 h 6858000"/>
              <a:gd name="connsiteX125" fmla="*/ 5474016 w 6096000"/>
              <a:gd name="connsiteY125" fmla="*/ 6462938 h 6858000"/>
              <a:gd name="connsiteX126" fmla="*/ 5463995 w 6096000"/>
              <a:gd name="connsiteY126" fmla="*/ 6448149 h 6858000"/>
              <a:gd name="connsiteX127" fmla="*/ 5463986 w 6096000"/>
              <a:gd name="connsiteY127" fmla="*/ 6448149 h 6858000"/>
              <a:gd name="connsiteX128" fmla="*/ 5212504 w 6096000"/>
              <a:gd name="connsiteY128" fmla="*/ 6448149 h 6858000"/>
              <a:gd name="connsiteX129" fmla="*/ 5212504 w 6096000"/>
              <a:gd name="connsiteY129" fmla="*/ 6607062 h 6858000"/>
              <a:gd name="connsiteX130" fmla="*/ 5185837 w 6096000"/>
              <a:gd name="connsiteY130" fmla="*/ 6607062 h 6858000"/>
              <a:gd name="connsiteX131" fmla="*/ 5186904 w 6096000"/>
              <a:gd name="connsiteY131" fmla="*/ 6590357 h 6858000"/>
              <a:gd name="connsiteX132" fmla="*/ 5186050 w 6096000"/>
              <a:gd name="connsiteY132" fmla="*/ 6590357 h 6858000"/>
              <a:gd name="connsiteX133" fmla="*/ 5151230 w 6096000"/>
              <a:gd name="connsiteY133" fmla="*/ 6608340 h 6858000"/>
              <a:gd name="connsiteX134" fmla="*/ 5108566 w 6096000"/>
              <a:gd name="connsiteY134" fmla="*/ 6548165 h 6858000"/>
              <a:gd name="connsiteX135" fmla="*/ 5151230 w 6096000"/>
              <a:gd name="connsiteY135" fmla="*/ 6494538 h 6858000"/>
              <a:gd name="connsiteX136" fmla="*/ 5184770 w 6096000"/>
              <a:gd name="connsiteY136" fmla="*/ 6510497 h 6858000"/>
              <a:gd name="connsiteX137" fmla="*/ 5185837 w 6096000"/>
              <a:gd name="connsiteY137" fmla="*/ 6510497 h 6858000"/>
              <a:gd name="connsiteX138" fmla="*/ 5185837 w 6096000"/>
              <a:gd name="connsiteY138" fmla="*/ 6448149 h 6858000"/>
              <a:gd name="connsiteX139" fmla="*/ 4713275 w 6096000"/>
              <a:gd name="connsiteY139" fmla="*/ 6448149 h 6858000"/>
              <a:gd name="connsiteX140" fmla="*/ 4713275 w 6096000"/>
              <a:gd name="connsiteY140" fmla="*/ 6607062 h 6858000"/>
              <a:gd name="connsiteX141" fmla="*/ 4739942 w 6096000"/>
              <a:gd name="connsiteY141" fmla="*/ 6607062 h 6858000"/>
              <a:gd name="connsiteX142" fmla="*/ 4739942 w 6096000"/>
              <a:gd name="connsiteY142" fmla="*/ 6448149 h 6858000"/>
              <a:gd name="connsiteX143" fmla="*/ 0 w 6096000"/>
              <a:gd name="connsiteY143" fmla="*/ 0 h 6858000"/>
              <a:gd name="connsiteX144" fmla="*/ 6096000 w 6096000"/>
              <a:gd name="connsiteY144" fmla="*/ 0 h 6858000"/>
              <a:gd name="connsiteX145" fmla="*/ 6096000 w 6096000"/>
              <a:gd name="connsiteY145" fmla="*/ 6858000 h 6858000"/>
              <a:gd name="connsiteX146" fmla="*/ 0 w 6096000"/>
              <a:gd name="connsiteY146" fmla="*/ 6858000 h 6858000"/>
              <a:gd name="connsiteX0" fmla="*/ 4902316 w 6184900"/>
              <a:gd name="connsiteY0" fmla="*/ 6557054 h 6858000"/>
              <a:gd name="connsiteX1" fmla="*/ 4926956 w 6184900"/>
              <a:gd name="connsiteY1" fmla="*/ 6573014 h 6858000"/>
              <a:gd name="connsiteX2" fmla="*/ 4902316 w 6184900"/>
              <a:gd name="connsiteY2" fmla="*/ 6590198 h 6858000"/>
              <a:gd name="connsiteX3" fmla="*/ 4877890 w 6184900"/>
              <a:gd name="connsiteY3" fmla="*/ 6573014 h 6858000"/>
              <a:gd name="connsiteX4" fmla="*/ 4902316 w 6184900"/>
              <a:gd name="connsiteY4" fmla="*/ 6557054 h 6858000"/>
              <a:gd name="connsiteX5" fmla="*/ 5460694 w 6184900"/>
              <a:gd name="connsiteY5" fmla="*/ 6556469 h 6858000"/>
              <a:gd name="connsiteX6" fmla="*/ 5485387 w 6184900"/>
              <a:gd name="connsiteY6" fmla="*/ 6588015 h 6858000"/>
              <a:gd name="connsiteX7" fmla="*/ 5510614 w 6184900"/>
              <a:gd name="connsiteY7" fmla="*/ 6571683 h 6858000"/>
              <a:gd name="connsiteX8" fmla="*/ 5525428 w 6184900"/>
              <a:gd name="connsiteY8" fmla="*/ 6571683 h 6858000"/>
              <a:gd name="connsiteX9" fmla="*/ 5530763 w 6184900"/>
              <a:gd name="connsiteY9" fmla="*/ 6556469 h 6858000"/>
              <a:gd name="connsiteX10" fmla="*/ 5460694 w 6184900"/>
              <a:gd name="connsiteY10" fmla="*/ 6556469 h 6858000"/>
              <a:gd name="connsiteX11" fmla="*/ 5485387 w 6184900"/>
              <a:gd name="connsiteY11" fmla="*/ 6515181 h 6858000"/>
              <a:gd name="connsiteX12" fmla="*/ 5460694 w 6184900"/>
              <a:gd name="connsiteY12" fmla="*/ 6539764 h 6858000"/>
              <a:gd name="connsiteX13" fmla="*/ 5460703 w 6184900"/>
              <a:gd name="connsiteY13" fmla="*/ 6539764 h 6858000"/>
              <a:gd name="connsiteX14" fmla="*/ 5510614 w 6184900"/>
              <a:gd name="connsiteY14" fmla="*/ 6539764 h 6858000"/>
              <a:gd name="connsiteX15" fmla="*/ 5485387 w 6184900"/>
              <a:gd name="connsiteY15" fmla="*/ 6515181 h 6858000"/>
              <a:gd name="connsiteX16" fmla="*/ 5366244 w 6184900"/>
              <a:gd name="connsiteY16" fmla="*/ 6514915 h 6858000"/>
              <a:gd name="connsiteX17" fmla="*/ 5342458 w 6184900"/>
              <a:gd name="connsiteY17" fmla="*/ 6548165 h 6858000"/>
              <a:gd name="connsiteX18" fmla="*/ 5366244 w 6184900"/>
              <a:gd name="connsiteY18" fmla="*/ 6588015 h 6858000"/>
              <a:gd name="connsiteX19" fmla="*/ 5392911 w 6184900"/>
              <a:gd name="connsiteY19" fmla="*/ 6548165 h 6858000"/>
              <a:gd name="connsiteX20" fmla="*/ 5366244 w 6184900"/>
              <a:gd name="connsiteY20" fmla="*/ 6514915 h 6858000"/>
              <a:gd name="connsiteX21" fmla="*/ 5247874 w 6184900"/>
              <a:gd name="connsiteY21" fmla="*/ 6514915 h 6858000"/>
              <a:gd name="connsiteX22" fmla="*/ 5224088 w 6184900"/>
              <a:gd name="connsiteY22" fmla="*/ 6548165 h 6858000"/>
              <a:gd name="connsiteX23" fmla="*/ 5247874 w 6184900"/>
              <a:gd name="connsiteY23" fmla="*/ 6588015 h 6858000"/>
              <a:gd name="connsiteX24" fmla="*/ 5274221 w 6184900"/>
              <a:gd name="connsiteY24" fmla="*/ 6548165 h 6858000"/>
              <a:gd name="connsiteX25" fmla="*/ 5247874 w 6184900"/>
              <a:gd name="connsiteY25" fmla="*/ 6514915 h 6858000"/>
              <a:gd name="connsiteX26" fmla="*/ 5131088 w 6184900"/>
              <a:gd name="connsiteY26" fmla="*/ 6514915 h 6858000"/>
              <a:gd name="connsiteX27" fmla="*/ 5131093 w 6184900"/>
              <a:gd name="connsiteY27" fmla="*/ 6514916 h 6858000"/>
              <a:gd name="connsiteX28" fmla="*/ 5110077 w 6184900"/>
              <a:gd name="connsiteY28" fmla="*/ 6519805 h 6858000"/>
              <a:gd name="connsiteX29" fmla="*/ 5106457 w 6184900"/>
              <a:gd name="connsiteY29" fmla="*/ 6539498 h 6858000"/>
              <a:gd name="connsiteX30" fmla="*/ 5156367 w 6184900"/>
              <a:gd name="connsiteY30" fmla="*/ 6539498 h 6858000"/>
              <a:gd name="connsiteX31" fmla="*/ 5151927 w 6184900"/>
              <a:gd name="connsiteY31" fmla="*/ 6518627 h 6858000"/>
              <a:gd name="connsiteX32" fmla="*/ 5131093 w 6184900"/>
              <a:gd name="connsiteY32" fmla="*/ 6514916 h 6858000"/>
              <a:gd name="connsiteX33" fmla="*/ 5131097 w 6184900"/>
              <a:gd name="connsiteY33" fmla="*/ 6514915 h 6858000"/>
              <a:gd name="connsiteX34" fmla="*/ 5131088 w 6184900"/>
              <a:gd name="connsiteY34" fmla="*/ 6514915 h 6858000"/>
              <a:gd name="connsiteX35" fmla="*/ 4726887 w 6184900"/>
              <a:gd name="connsiteY35" fmla="*/ 6514915 h 6858000"/>
              <a:gd name="connsiteX36" fmla="*/ 4752594 w 6184900"/>
              <a:gd name="connsiteY36" fmla="*/ 6551785 h 6858000"/>
              <a:gd name="connsiteX37" fmla="*/ 4726887 w 6184900"/>
              <a:gd name="connsiteY37" fmla="*/ 6588015 h 6858000"/>
              <a:gd name="connsiteX38" fmla="*/ 4701180 w 6184900"/>
              <a:gd name="connsiteY38" fmla="*/ 6551785 h 6858000"/>
              <a:gd name="connsiteX39" fmla="*/ 4726887 w 6184900"/>
              <a:gd name="connsiteY39" fmla="*/ 6514915 h 6858000"/>
              <a:gd name="connsiteX40" fmla="*/ 4903285 w 6184900"/>
              <a:gd name="connsiteY40" fmla="*/ 6494804 h 6858000"/>
              <a:gd name="connsiteX41" fmla="*/ 4855296 w 6184900"/>
              <a:gd name="connsiteY41" fmla="*/ 6528533 h 6858000"/>
              <a:gd name="connsiteX42" fmla="*/ 4881963 w 6184900"/>
              <a:gd name="connsiteY42" fmla="*/ 6528533 h 6858000"/>
              <a:gd name="connsiteX43" fmla="*/ 4902974 w 6184900"/>
              <a:gd name="connsiteY43" fmla="*/ 6513052 h 6858000"/>
              <a:gd name="connsiteX44" fmla="*/ 4926760 w 6184900"/>
              <a:gd name="connsiteY44" fmla="*/ 6537422 h 6858000"/>
              <a:gd name="connsiteX45" fmla="*/ 4926760 w 6184900"/>
              <a:gd name="connsiteY45" fmla="*/ 6551838 h 6858000"/>
              <a:gd name="connsiteX46" fmla="*/ 4926333 w 6184900"/>
              <a:gd name="connsiteY46" fmla="*/ 6551838 h 6858000"/>
              <a:gd name="connsiteX47" fmla="*/ 4893006 w 6184900"/>
              <a:gd name="connsiteY47" fmla="*/ 6539125 h 6858000"/>
              <a:gd name="connsiteX48" fmla="*/ 4851356 w 6184900"/>
              <a:gd name="connsiteY48" fmla="*/ 6573227 h 6858000"/>
              <a:gd name="connsiteX49" fmla="*/ 4893006 w 6184900"/>
              <a:gd name="connsiteY49" fmla="*/ 6608606 h 6858000"/>
              <a:gd name="connsiteX50" fmla="*/ 4927614 w 6184900"/>
              <a:gd name="connsiteY50" fmla="*/ 6593391 h 6858000"/>
              <a:gd name="connsiteX51" fmla="*/ 4928254 w 6184900"/>
              <a:gd name="connsiteY51" fmla="*/ 6593391 h 6858000"/>
              <a:gd name="connsiteX52" fmla="*/ 4927187 w 6184900"/>
              <a:gd name="connsiteY52" fmla="*/ 6607062 h 6858000"/>
              <a:gd name="connsiteX53" fmla="*/ 4953836 w 6184900"/>
              <a:gd name="connsiteY53" fmla="*/ 6607062 h 6858000"/>
              <a:gd name="connsiteX54" fmla="*/ 4953836 w 6184900"/>
              <a:gd name="connsiteY54" fmla="*/ 6537369 h 6858000"/>
              <a:gd name="connsiteX55" fmla="*/ 4903285 w 6184900"/>
              <a:gd name="connsiteY55" fmla="*/ 6494804 h 6858000"/>
              <a:gd name="connsiteX56" fmla="*/ 5034788 w 6184900"/>
              <a:gd name="connsiteY56" fmla="*/ 6494546 h 6858000"/>
              <a:gd name="connsiteX57" fmla="*/ 5005036 w 6184900"/>
              <a:gd name="connsiteY57" fmla="*/ 6510506 h 6858000"/>
              <a:gd name="connsiteX58" fmla="*/ 5003969 w 6184900"/>
              <a:gd name="connsiteY58" fmla="*/ 6510506 h 6858000"/>
              <a:gd name="connsiteX59" fmla="*/ 5004716 w 6184900"/>
              <a:gd name="connsiteY59" fmla="*/ 6496037 h 6858000"/>
              <a:gd name="connsiteX60" fmla="*/ 4978582 w 6184900"/>
              <a:gd name="connsiteY60" fmla="*/ 6496037 h 6858000"/>
              <a:gd name="connsiteX61" fmla="*/ 4978574 w 6184900"/>
              <a:gd name="connsiteY61" fmla="*/ 6496028 h 6858000"/>
              <a:gd name="connsiteX62" fmla="*/ 4978574 w 6184900"/>
              <a:gd name="connsiteY62" fmla="*/ 6607062 h 6858000"/>
              <a:gd name="connsiteX63" fmla="*/ 5005240 w 6184900"/>
              <a:gd name="connsiteY63" fmla="*/ 6607062 h 6858000"/>
              <a:gd name="connsiteX64" fmla="*/ 5005240 w 6184900"/>
              <a:gd name="connsiteY64" fmla="*/ 6538593 h 6858000"/>
              <a:gd name="connsiteX65" fmla="*/ 5025399 w 6184900"/>
              <a:gd name="connsiteY65" fmla="*/ 6515075 h 6858000"/>
              <a:gd name="connsiteX66" fmla="*/ 5038994 w 6184900"/>
              <a:gd name="connsiteY66" fmla="*/ 6532844 h 6858000"/>
              <a:gd name="connsiteX67" fmla="*/ 5038994 w 6184900"/>
              <a:gd name="connsiteY67" fmla="*/ 6538593 h 6858000"/>
              <a:gd name="connsiteX68" fmla="*/ 5064061 w 6184900"/>
              <a:gd name="connsiteY68" fmla="*/ 6538593 h 6858000"/>
              <a:gd name="connsiteX69" fmla="*/ 5064061 w 6184900"/>
              <a:gd name="connsiteY69" fmla="*/ 6529553 h 6858000"/>
              <a:gd name="connsiteX70" fmla="*/ 5034788 w 6184900"/>
              <a:gd name="connsiteY70" fmla="*/ 6494546 h 6858000"/>
              <a:gd name="connsiteX71" fmla="*/ 4726887 w 6184900"/>
              <a:gd name="connsiteY71" fmla="*/ 6494538 h 6858000"/>
              <a:gd name="connsiteX72" fmla="*/ 4674416 w 6184900"/>
              <a:gd name="connsiteY72" fmla="*/ 6551572 h 6858000"/>
              <a:gd name="connsiteX73" fmla="*/ 4726887 w 6184900"/>
              <a:gd name="connsiteY73" fmla="*/ 6608340 h 6858000"/>
              <a:gd name="connsiteX74" fmla="*/ 4779358 w 6184900"/>
              <a:gd name="connsiteY74" fmla="*/ 6551572 h 6858000"/>
              <a:gd name="connsiteX75" fmla="*/ 4726887 w 6184900"/>
              <a:gd name="connsiteY75" fmla="*/ 6494538 h 6858000"/>
              <a:gd name="connsiteX76" fmla="*/ 4606481 w 6184900"/>
              <a:gd name="connsiteY76" fmla="*/ 6494538 h 6858000"/>
              <a:gd name="connsiteX77" fmla="*/ 4555717 w 6184900"/>
              <a:gd name="connsiteY77" fmla="*/ 6525712 h 6858000"/>
              <a:gd name="connsiteX78" fmla="*/ 4604134 w 6184900"/>
              <a:gd name="connsiteY78" fmla="*/ 6560239 h 6858000"/>
              <a:gd name="connsiteX79" fmla="*/ 4631752 w 6184900"/>
              <a:gd name="connsiteY79" fmla="*/ 6575294 h 6858000"/>
              <a:gd name="connsiteX80" fmla="*/ 4606472 w 6184900"/>
              <a:gd name="connsiteY80" fmla="*/ 6590136 h 6858000"/>
              <a:gd name="connsiteX81" fmla="*/ 4582473 w 6184900"/>
              <a:gd name="connsiteY81" fmla="*/ 6572100 h 6858000"/>
              <a:gd name="connsiteX82" fmla="*/ 4555708 w 6184900"/>
              <a:gd name="connsiteY82" fmla="*/ 6572100 h 6858000"/>
              <a:gd name="connsiteX83" fmla="*/ 4606472 w 6184900"/>
              <a:gd name="connsiteY83" fmla="*/ 6608331 h 6858000"/>
              <a:gd name="connsiteX84" fmla="*/ 4658517 w 6184900"/>
              <a:gd name="connsiteY84" fmla="*/ 6575294 h 6858000"/>
              <a:gd name="connsiteX85" fmla="*/ 4608820 w 6184900"/>
              <a:gd name="connsiteY85" fmla="*/ 6539915 h 6858000"/>
              <a:gd name="connsiteX86" fmla="*/ 4582366 w 6184900"/>
              <a:gd name="connsiteY86" fmla="*/ 6527415 h 6858000"/>
              <a:gd name="connsiteX87" fmla="*/ 4606365 w 6184900"/>
              <a:gd name="connsiteY87" fmla="*/ 6512786 h 6858000"/>
              <a:gd name="connsiteX88" fmla="*/ 4627697 w 6184900"/>
              <a:gd name="connsiteY88" fmla="*/ 6526137 h 6858000"/>
              <a:gd name="connsiteX89" fmla="*/ 4654471 w 6184900"/>
              <a:gd name="connsiteY89" fmla="*/ 6526137 h 6858000"/>
              <a:gd name="connsiteX90" fmla="*/ 4606481 w 6184900"/>
              <a:gd name="connsiteY90" fmla="*/ 6494538 h 6858000"/>
              <a:gd name="connsiteX91" fmla="*/ 5134867 w 6184900"/>
              <a:gd name="connsiteY91" fmla="*/ 6448149 h 6858000"/>
              <a:gd name="connsiteX92" fmla="*/ 5114388 w 6184900"/>
              <a:gd name="connsiteY92" fmla="*/ 6462725 h 6858000"/>
              <a:gd name="connsiteX93" fmla="*/ 5102020 w 6184900"/>
              <a:gd name="connsiteY93" fmla="*/ 6498689 h 6858000"/>
              <a:gd name="connsiteX94" fmla="*/ 5131079 w 6184900"/>
              <a:gd name="connsiteY94" fmla="*/ 6494538 h 6858000"/>
              <a:gd name="connsiteX95" fmla="*/ 5183123 w 6184900"/>
              <a:gd name="connsiteY95" fmla="*/ 6556469 h 6858000"/>
              <a:gd name="connsiteX96" fmla="*/ 5106439 w 6184900"/>
              <a:gd name="connsiteY96" fmla="*/ 6556469 h 6858000"/>
              <a:gd name="connsiteX97" fmla="*/ 5131079 w 6184900"/>
              <a:gd name="connsiteY97" fmla="*/ 6588015 h 6858000"/>
              <a:gd name="connsiteX98" fmla="*/ 5156359 w 6184900"/>
              <a:gd name="connsiteY98" fmla="*/ 6571683 h 6858000"/>
              <a:gd name="connsiteX99" fmla="*/ 5183025 w 6184900"/>
              <a:gd name="connsiteY99" fmla="*/ 6571683 h 6858000"/>
              <a:gd name="connsiteX100" fmla="*/ 5130981 w 6184900"/>
              <a:gd name="connsiteY100" fmla="*/ 6608340 h 6858000"/>
              <a:gd name="connsiteX101" fmla="*/ 5079790 w 6184900"/>
              <a:gd name="connsiteY101" fmla="*/ 6562377 h 6858000"/>
              <a:gd name="connsiteX102" fmla="*/ 5053817 w 6184900"/>
              <a:gd name="connsiteY102" fmla="*/ 6637394 h 6858000"/>
              <a:gd name="connsiteX103" fmla="*/ 5064211 w 6184900"/>
              <a:gd name="connsiteY103" fmla="*/ 6651916 h 6858000"/>
              <a:gd name="connsiteX104" fmla="*/ 5336171 w 6184900"/>
              <a:gd name="connsiteY104" fmla="*/ 6651916 h 6858000"/>
              <a:gd name="connsiteX105" fmla="*/ 5320175 w 6184900"/>
              <a:gd name="connsiteY105" fmla="*/ 6618560 h 6858000"/>
              <a:gd name="connsiteX106" fmla="*/ 5345241 w 6184900"/>
              <a:gd name="connsiteY106" fmla="*/ 6618560 h 6858000"/>
              <a:gd name="connsiteX107" fmla="*/ 5366040 w 6184900"/>
              <a:gd name="connsiteY107" fmla="*/ 6636116 h 6858000"/>
              <a:gd name="connsiteX108" fmla="*/ 5393658 w 6184900"/>
              <a:gd name="connsiteY108" fmla="*/ 6612385 h 6858000"/>
              <a:gd name="connsiteX109" fmla="*/ 5393658 w 6184900"/>
              <a:gd name="connsiteY109" fmla="*/ 6591103 h 6858000"/>
              <a:gd name="connsiteX110" fmla="*/ 5393018 w 6184900"/>
              <a:gd name="connsiteY110" fmla="*/ 6591103 h 6858000"/>
              <a:gd name="connsiteX111" fmla="*/ 5358197 w 6184900"/>
              <a:gd name="connsiteY111" fmla="*/ 6608233 h 6858000"/>
              <a:gd name="connsiteX112" fmla="*/ 5315533 w 6184900"/>
              <a:gd name="connsiteY112" fmla="*/ 6554659 h 6858000"/>
              <a:gd name="connsiteX113" fmla="*/ 5358197 w 6184900"/>
              <a:gd name="connsiteY113" fmla="*/ 6494431 h 6858000"/>
              <a:gd name="connsiteX114" fmla="*/ 5393018 w 6184900"/>
              <a:gd name="connsiteY114" fmla="*/ 6512467 h 6858000"/>
              <a:gd name="connsiteX115" fmla="*/ 5393871 w 6184900"/>
              <a:gd name="connsiteY115" fmla="*/ 6512467 h 6858000"/>
              <a:gd name="connsiteX116" fmla="*/ 5392911 w 6184900"/>
              <a:gd name="connsiteY116" fmla="*/ 6496028 h 6858000"/>
              <a:gd name="connsiteX117" fmla="*/ 5419578 w 6184900"/>
              <a:gd name="connsiteY117" fmla="*/ 6496028 h 6858000"/>
              <a:gd name="connsiteX118" fmla="*/ 5419578 w 6184900"/>
              <a:gd name="connsiteY118" fmla="*/ 6606849 h 6858000"/>
              <a:gd name="connsiteX119" fmla="*/ 5399367 w 6184900"/>
              <a:gd name="connsiteY119" fmla="*/ 6651907 h 6858000"/>
              <a:gd name="connsiteX120" fmla="*/ 5482017 w 6184900"/>
              <a:gd name="connsiteY120" fmla="*/ 6651907 h 6858000"/>
              <a:gd name="connsiteX121" fmla="*/ 5502495 w 6184900"/>
              <a:gd name="connsiteY121" fmla="*/ 6637385 h 6858000"/>
              <a:gd name="connsiteX122" fmla="*/ 5513157 w 6184900"/>
              <a:gd name="connsiteY122" fmla="*/ 6606477 h 6858000"/>
              <a:gd name="connsiteX123" fmla="*/ 5485165 w 6184900"/>
              <a:gd name="connsiteY123" fmla="*/ 6608340 h 6858000"/>
              <a:gd name="connsiteX124" fmla="*/ 5433761 w 6184900"/>
              <a:gd name="connsiteY124" fmla="*/ 6551785 h 6858000"/>
              <a:gd name="connsiteX125" fmla="*/ 5485165 w 6184900"/>
              <a:gd name="connsiteY125" fmla="*/ 6494538 h 6858000"/>
              <a:gd name="connsiteX126" fmla="*/ 5536729 w 6184900"/>
              <a:gd name="connsiteY126" fmla="*/ 6538540 h 6858000"/>
              <a:gd name="connsiteX127" fmla="*/ 5562916 w 6184900"/>
              <a:gd name="connsiteY127" fmla="*/ 6462938 h 6858000"/>
              <a:gd name="connsiteX128" fmla="*/ 5552895 w 6184900"/>
              <a:gd name="connsiteY128" fmla="*/ 6448149 h 6858000"/>
              <a:gd name="connsiteX129" fmla="*/ 5552886 w 6184900"/>
              <a:gd name="connsiteY129" fmla="*/ 6448149 h 6858000"/>
              <a:gd name="connsiteX130" fmla="*/ 5301404 w 6184900"/>
              <a:gd name="connsiteY130" fmla="*/ 6448149 h 6858000"/>
              <a:gd name="connsiteX131" fmla="*/ 5301404 w 6184900"/>
              <a:gd name="connsiteY131" fmla="*/ 6607062 h 6858000"/>
              <a:gd name="connsiteX132" fmla="*/ 5274737 w 6184900"/>
              <a:gd name="connsiteY132" fmla="*/ 6607062 h 6858000"/>
              <a:gd name="connsiteX133" fmla="*/ 5275804 w 6184900"/>
              <a:gd name="connsiteY133" fmla="*/ 6590357 h 6858000"/>
              <a:gd name="connsiteX134" fmla="*/ 5274950 w 6184900"/>
              <a:gd name="connsiteY134" fmla="*/ 6590357 h 6858000"/>
              <a:gd name="connsiteX135" fmla="*/ 5240130 w 6184900"/>
              <a:gd name="connsiteY135" fmla="*/ 6608340 h 6858000"/>
              <a:gd name="connsiteX136" fmla="*/ 5197466 w 6184900"/>
              <a:gd name="connsiteY136" fmla="*/ 6548165 h 6858000"/>
              <a:gd name="connsiteX137" fmla="*/ 5240130 w 6184900"/>
              <a:gd name="connsiteY137" fmla="*/ 6494538 h 6858000"/>
              <a:gd name="connsiteX138" fmla="*/ 5273670 w 6184900"/>
              <a:gd name="connsiteY138" fmla="*/ 6510497 h 6858000"/>
              <a:gd name="connsiteX139" fmla="*/ 5274737 w 6184900"/>
              <a:gd name="connsiteY139" fmla="*/ 6510497 h 6858000"/>
              <a:gd name="connsiteX140" fmla="*/ 5274737 w 6184900"/>
              <a:gd name="connsiteY140" fmla="*/ 6448149 h 6858000"/>
              <a:gd name="connsiteX141" fmla="*/ 5134867 w 6184900"/>
              <a:gd name="connsiteY141" fmla="*/ 6448149 h 6858000"/>
              <a:gd name="connsiteX142" fmla="*/ 4802175 w 6184900"/>
              <a:gd name="connsiteY142" fmla="*/ 6448149 h 6858000"/>
              <a:gd name="connsiteX143" fmla="*/ 4802175 w 6184900"/>
              <a:gd name="connsiteY143" fmla="*/ 6607062 h 6858000"/>
              <a:gd name="connsiteX144" fmla="*/ 4828842 w 6184900"/>
              <a:gd name="connsiteY144" fmla="*/ 6607062 h 6858000"/>
              <a:gd name="connsiteX145" fmla="*/ 4828842 w 6184900"/>
              <a:gd name="connsiteY145" fmla="*/ 6448149 h 6858000"/>
              <a:gd name="connsiteX146" fmla="*/ 4802175 w 6184900"/>
              <a:gd name="connsiteY146" fmla="*/ 6448149 h 6858000"/>
              <a:gd name="connsiteX147" fmla="*/ 0 w 6184900"/>
              <a:gd name="connsiteY147" fmla="*/ 0 h 6858000"/>
              <a:gd name="connsiteX148" fmla="*/ 6184900 w 6184900"/>
              <a:gd name="connsiteY148" fmla="*/ 0 h 6858000"/>
              <a:gd name="connsiteX149" fmla="*/ 6184900 w 6184900"/>
              <a:gd name="connsiteY149" fmla="*/ 6858000 h 6858000"/>
              <a:gd name="connsiteX150" fmla="*/ 88900 w 6184900"/>
              <a:gd name="connsiteY150" fmla="*/ 6858000 h 6858000"/>
              <a:gd name="connsiteX151" fmla="*/ 0 w 6184900"/>
              <a:gd name="connsiteY151" fmla="*/ 0 h 6858000"/>
              <a:gd name="connsiteX0" fmla="*/ 4902316 w 6184900"/>
              <a:gd name="connsiteY0" fmla="*/ 6557054 h 6858000"/>
              <a:gd name="connsiteX1" fmla="*/ 4926956 w 6184900"/>
              <a:gd name="connsiteY1" fmla="*/ 6573014 h 6858000"/>
              <a:gd name="connsiteX2" fmla="*/ 4902316 w 6184900"/>
              <a:gd name="connsiteY2" fmla="*/ 6590198 h 6858000"/>
              <a:gd name="connsiteX3" fmla="*/ 4877890 w 6184900"/>
              <a:gd name="connsiteY3" fmla="*/ 6573014 h 6858000"/>
              <a:gd name="connsiteX4" fmla="*/ 4902316 w 6184900"/>
              <a:gd name="connsiteY4" fmla="*/ 6557054 h 6858000"/>
              <a:gd name="connsiteX5" fmla="*/ 5460694 w 6184900"/>
              <a:gd name="connsiteY5" fmla="*/ 6556469 h 6858000"/>
              <a:gd name="connsiteX6" fmla="*/ 5485387 w 6184900"/>
              <a:gd name="connsiteY6" fmla="*/ 6588015 h 6858000"/>
              <a:gd name="connsiteX7" fmla="*/ 5510614 w 6184900"/>
              <a:gd name="connsiteY7" fmla="*/ 6571683 h 6858000"/>
              <a:gd name="connsiteX8" fmla="*/ 5525428 w 6184900"/>
              <a:gd name="connsiteY8" fmla="*/ 6571683 h 6858000"/>
              <a:gd name="connsiteX9" fmla="*/ 5530763 w 6184900"/>
              <a:gd name="connsiteY9" fmla="*/ 6556469 h 6858000"/>
              <a:gd name="connsiteX10" fmla="*/ 5460694 w 6184900"/>
              <a:gd name="connsiteY10" fmla="*/ 6556469 h 6858000"/>
              <a:gd name="connsiteX11" fmla="*/ 5485387 w 6184900"/>
              <a:gd name="connsiteY11" fmla="*/ 6515181 h 6858000"/>
              <a:gd name="connsiteX12" fmla="*/ 5460694 w 6184900"/>
              <a:gd name="connsiteY12" fmla="*/ 6539764 h 6858000"/>
              <a:gd name="connsiteX13" fmla="*/ 5460703 w 6184900"/>
              <a:gd name="connsiteY13" fmla="*/ 6539764 h 6858000"/>
              <a:gd name="connsiteX14" fmla="*/ 5510614 w 6184900"/>
              <a:gd name="connsiteY14" fmla="*/ 6539764 h 6858000"/>
              <a:gd name="connsiteX15" fmla="*/ 5485387 w 6184900"/>
              <a:gd name="connsiteY15" fmla="*/ 6515181 h 6858000"/>
              <a:gd name="connsiteX16" fmla="*/ 5366244 w 6184900"/>
              <a:gd name="connsiteY16" fmla="*/ 6514915 h 6858000"/>
              <a:gd name="connsiteX17" fmla="*/ 5342458 w 6184900"/>
              <a:gd name="connsiteY17" fmla="*/ 6548165 h 6858000"/>
              <a:gd name="connsiteX18" fmla="*/ 5366244 w 6184900"/>
              <a:gd name="connsiteY18" fmla="*/ 6588015 h 6858000"/>
              <a:gd name="connsiteX19" fmla="*/ 5392911 w 6184900"/>
              <a:gd name="connsiteY19" fmla="*/ 6548165 h 6858000"/>
              <a:gd name="connsiteX20" fmla="*/ 5366244 w 6184900"/>
              <a:gd name="connsiteY20" fmla="*/ 6514915 h 6858000"/>
              <a:gd name="connsiteX21" fmla="*/ 5247874 w 6184900"/>
              <a:gd name="connsiteY21" fmla="*/ 6514915 h 6858000"/>
              <a:gd name="connsiteX22" fmla="*/ 5224088 w 6184900"/>
              <a:gd name="connsiteY22" fmla="*/ 6548165 h 6858000"/>
              <a:gd name="connsiteX23" fmla="*/ 5247874 w 6184900"/>
              <a:gd name="connsiteY23" fmla="*/ 6588015 h 6858000"/>
              <a:gd name="connsiteX24" fmla="*/ 5274221 w 6184900"/>
              <a:gd name="connsiteY24" fmla="*/ 6548165 h 6858000"/>
              <a:gd name="connsiteX25" fmla="*/ 5247874 w 6184900"/>
              <a:gd name="connsiteY25" fmla="*/ 6514915 h 6858000"/>
              <a:gd name="connsiteX26" fmla="*/ 5131088 w 6184900"/>
              <a:gd name="connsiteY26" fmla="*/ 6514915 h 6858000"/>
              <a:gd name="connsiteX27" fmla="*/ 5131093 w 6184900"/>
              <a:gd name="connsiteY27" fmla="*/ 6514916 h 6858000"/>
              <a:gd name="connsiteX28" fmla="*/ 5110077 w 6184900"/>
              <a:gd name="connsiteY28" fmla="*/ 6519805 h 6858000"/>
              <a:gd name="connsiteX29" fmla="*/ 5106457 w 6184900"/>
              <a:gd name="connsiteY29" fmla="*/ 6539498 h 6858000"/>
              <a:gd name="connsiteX30" fmla="*/ 5156367 w 6184900"/>
              <a:gd name="connsiteY30" fmla="*/ 6539498 h 6858000"/>
              <a:gd name="connsiteX31" fmla="*/ 5151927 w 6184900"/>
              <a:gd name="connsiteY31" fmla="*/ 6518627 h 6858000"/>
              <a:gd name="connsiteX32" fmla="*/ 5131093 w 6184900"/>
              <a:gd name="connsiteY32" fmla="*/ 6514916 h 6858000"/>
              <a:gd name="connsiteX33" fmla="*/ 5131097 w 6184900"/>
              <a:gd name="connsiteY33" fmla="*/ 6514915 h 6858000"/>
              <a:gd name="connsiteX34" fmla="*/ 5131088 w 6184900"/>
              <a:gd name="connsiteY34" fmla="*/ 6514915 h 6858000"/>
              <a:gd name="connsiteX35" fmla="*/ 4726887 w 6184900"/>
              <a:gd name="connsiteY35" fmla="*/ 6514915 h 6858000"/>
              <a:gd name="connsiteX36" fmla="*/ 4752594 w 6184900"/>
              <a:gd name="connsiteY36" fmla="*/ 6551785 h 6858000"/>
              <a:gd name="connsiteX37" fmla="*/ 4726887 w 6184900"/>
              <a:gd name="connsiteY37" fmla="*/ 6588015 h 6858000"/>
              <a:gd name="connsiteX38" fmla="*/ 4701180 w 6184900"/>
              <a:gd name="connsiteY38" fmla="*/ 6551785 h 6858000"/>
              <a:gd name="connsiteX39" fmla="*/ 4726887 w 6184900"/>
              <a:gd name="connsiteY39" fmla="*/ 6514915 h 6858000"/>
              <a:gd name="connsiteX40" fmla="*/ 4903285 w 6184900"/>
              <a:gd name="connsiteY40" fmla="*/ 6494804 h 6858000"/>
              <a:gd name="connsiteX41" fmla="*/ 4855296 w 6184900"/>
              <a:gd name="connsiteY41" fmla="*/ 6528533 h 6858000"/>
              <a:gd name="connsiteX42" fmla="*/ 4881963 w 6184900"/>
              <a:gd name="connsiteY42" fmla="*/ 6528533 h 6858000"/>
              <a:gd name="connsiteX43" fmla="*/ 4902974 w 6184900"/>
              <a:gd name="connsiteY43" fmla="*/ 6513052 h 6858000"/>
              <a:gd name="connsiteX44" fmla="*/ 4926760 w 6184900"/>
              <a:gd name="connsiteY44" fmla="*/ 6537422 h 6858000"/>
              <a:gd name="connsiteX45" fmla="*/ 4926760 w 6184900"/>
              <a:gd name="connsiteY45" fmla="*/ 6551838 h 6858000"/>
              <a:gd name="connsiteX46" fmla="*/ 4926333 w 6184900"/>
              <a:gd name="connsiteY46" fmla="*/ 6551838 h 6858000"/>
              <a:gd name="connsiteX47" fmla="*/ 4893006 w 6184900"/>
              <a:gd name="connsiteY47" fmla="*/ 6539125 h 6858000"/>
              <a:gd name="connsiteX48" fmla="*/ 4851356 w 6184900"/>
              <a:gd name="connsiteY48" fmla="*/ 6573227 h 6858000"/>
              <a:gd name="connsiteX49" fmla="*/ 4893006 w 6184900"/>
              <a:gd name="connsiteY49" fmla="*/ 6608606 h 6858000"/>
              <a:gd name="connsiteX50" fmla="*/ 4927614 w 6184900"/>
              <a:gd name="connsiteY50" fmla="*/ 6593391 h 6858000"/>
              <a:gd name="connsiteX51" fmla="*/ 4928254 w 6184900"/>
              <a:gd name="connsiteY51" fmla="*/ 6593391 h 6858000"/>
              <a:gd name="connsiteX52" fmla="*/ 4927187 w 6184900"/>
              <a:gd name="connsiteY52" fmla="*/ 6607062 h 6858000"/>
              <a:gd name="connsiteX53" fmla="*/ 4953836 w 6184900"/>
              <a:gd name="connsiteY53" fmla="*/ 6607062 h 6858000"/>
              <a:gd name="connsiteX54" fmla="*/ 4953836 w 6184900"/>
              <a:gd name="connsiteY54" fmla="*/ 6537369 h 6858000"/>
              <a:gd name="connsiteX55" fmla="*/ 4903285 w 6184900"/>
              <a:gd name="connsiteY55" fmla="*/ 6494804 h 6858000"/>
              <a:gd name="connsiteX56" fmla="*/ 5034788 w 6184900"/>
              <a:gd name="connsiteY56" fmla="*/ 6494546 h 6858000"/>
              <a:gd name="connsiteX57" fmla="*/ 5005036 w 6184900"/>
              <a:gd name="connsiteY57" fmla="*/ 6510506 h 6858000"/>
              <a:gd name="connsiteX58" fmla="*/ 5003969 w 6184900"/>
              <a:gd name="connsiteY58" fmla="*/ 6510506 h 6858000"/>
              <a:gd name="connsiteX59" fmla="*/ 5004716 w 6184900"/>
              <a:gd name="connsiteY59" fmla="*/ 6496037 h 6858000"/>
              <a:gd name="connsiteX60" fmla="*/ 4978582 w 6184900"/>
              <a:gd name="connsiteY60" fmla="*/ 6496037 h 6858000"/>
              <a:gd name="connsiteX61" fmla="*/ 4978574 w 6184900"/>
              <a:gd name="connsiteY61" fmla="*/ 6496028 h 6858000"/>
              <a:gd name="connsiteX62" fmla="*/ 4978574 w 6184900"/>
              <a:gd name="connsiteY62" fmla="*/ 6607062 h 6858000"/>
              <a:gd name="connsiteX63" fmla="*/ 5005240 w 6184900"/>
              <a:gd name="connsiteY63" fmla="*/ 6607062 h 6858000"/>
              <a:gd name="connsiteX64" fmla="*/ 5005240 w 6184900"/>
              <a:gd name="connsiteY64" fmla="*/ 6538593 h 6858000"/>
              <a:gd name="connsiteX65" fmla="*/ 5025399 w 6184900"/>
              <a:gd name="connsiteY65" fmla="*/ 6515075 h 6858000"/>
              <a:gd name="connsiteX66" fmla="*/ 5038994 w 6184900"/>
              <a:gd name="connsiteY66" fmla="*/ 6532844 h 6858000"/>
              <a:gd name="connsiteX67" fmla="*/ 5038994 w 6184900"/>
              <a:gd name="connsiteY67" fmla="*/ 6538593 h 6858000"/>
              <a:gd name="connsiteX68" fmla="*/ 5064061 w 6184900"/>
              <a:gd name="connsiteY68" fmla="*/ 6538593 h 6858000"/>
              <a:gd name="connsiteX69" fmla="*/ 5064061 w 6184900"/>
              <a:gd name="connsiteY69" fmla="*/ 6529553 h 6858000"/>
              <a:gd name="connsiteX70" fmla="*/ 5034788 w 6184900"/>
              <a:gd name="connsiteY70" fmla="*/ 6494546 h 6858000"/>
              <a:gd name="connsiteX71" fmla="*/ 4726887 w 6184900"/>
              <a:gd name="connsiteY71" fmla="*/ 6494538 h 6858000"/>
              <a:gd name="connsiteX72" fmla="*/ 4674416 w 6184900"/>
              <a:gd name="connsiteY72" fmla="*/ 6551572 h 6858000"/>
              <a:gd name="connsiteX73" fmla="*/ 4726887 w 6184900"/>
              <a:gd name="connsiteY73" fmla="*/ 6608340 h 6858000"/>
              <a:gd name="connsiteX74" fmla="*/ 4779358 w 6184900"/>
              <a:gd name="connsiteY74" fmla="*/ 6551572 h 6858000"/>
              <a:gd name="connsiteX75" fmla="*/ 4726887 w 6184900"/>
              <a:gd name="connsiteY75" fmla="*/ 6494538 h 6858000"/>
              <a:gd name="connsiteX76" fmla="*/ 4606481 w 6184900"/>
              <a:gd name="connsiteY76" fmla="*/ 6494538 h 6858000"/>
              <a:gd name="connsiteX77" fmla="*/ 4555717 w 6184900"/>
              <a:gd name="connsiteY77" fmla="*/ 6525712 h 6858000"/>
              <a:gd name="connsiteX78" fmla="*/ 4604134 w 6184900"/>
              <a:gd name="connsiteY78" fmla="*/ 6560239 h 6858000"/>
              <a:gd name="connsiteX79" fmla="*/ 4631752 w 6184900"/>
              <a:gd name="connsiteY79" fmla="*/ 6575294 h 6858000"/>
              <a:gd name="connsiteX80" fmla="*/ 4606472 w 6184900"/>
              <a:gd name="connsiteY80" fmla="*/ 6590136 h 6858000"/>
              <a:gd name="connsiteX81" fmla="*/ 4582473 w 6184900"/>
              <a:gd name="connsiteY81" fmla="*/ 6572100 h 6858000"/>
              <a:gd name="connsiteX82" fmla="*/ 4555708 w 6184900"/>
              <a:gd name="connsiteY82" fmla="*/ 6572100 h 6858000"/>
              <a:gd name="connsiteX83" fmla="*/ 4606472 w 6184900"/>
              <a:gd name="connsiteY83" fmla="*/ 6608331 h 6858000"/>
              <a:gd name="connsiteX84" fmla="*/ 4658517 w 6184900"/>
              <a:gd name="connsiteY84" fmla="*/ 6575294 h 6858000"/>
              <a:gd name="connsiteX85" fmla="*/ 4608820 w 6184900"/>
              <a:gd name="connsiteY85" fmla="*/ 6539915 h 6858000"/>
              <a:gd name="connsiteX86" fmla="*/ 4582366 w 6184900"/>
              <a:gd name="connsiteY86" fmla="*/ 6527415 h 6858000"/>
              <a:gd name="connsiteX87" fmla="*/ 4606365 w 6184900"/>
              <a:gd name="connsiteY87" fmla="*/ 6512786 h 6858000"/>
              <a:gd name="connsiteX88" fmla="*/ 4627697 w 6184900"/>
              <a:gd name="connsiteY88" fmla="*/ 6526137 h 6858000"/>
              <a:gd name="connsiteX89" fmla="*/ 4654471 w 6184900"/>
              <a:gd name="connsiteY89" fmla="*/ 6526137 h 6858000"/>
              <a:gd name="connsiteX90" fmla="*/ 4606481 w 6184900"/>
              <a:gd name="connsiteY90" fmla="*/ 6494538 h 6858000"/>
              <a:gd name="connsiteX91" fmla="*/ 5134867 w 6184900"/>
              <a:gd name="connsiteY91" fmla="*/ 6448149 h 6858000"/>
              <a:gd name="connsiteX92" fmla="*/ 5114388 w 6184900"/>
              <a:gd name="connsiteY92" fmla="*/ 6462725 h 6858000"/>
              <a:gd name="connsiteX93" fmla="*/ 5102020 w 6184900"/>
              <a:gd name="connsiteY93" fmla="*/ 6498689 h 6858000"/>
              <a:gd name="connsiteX94" fmla="*/ 5131079 w 6184900"/>
              <a:gd name="connsiteY94" fmla="*/ 6494538 h 6858000"/>
              <a:gd name="connsiteX95" fmla="*/ 5183123 w 6184900"/>
              <a:gd name="connsiteY95" fmla="*/ 6556469 h 6858000"/>
              <a:gd name="connsiteX96" fmla="*/ 5106439 w 6184900"/>
              <a:gd name="connsiteY96" fmla="*/ 6556469 h 6858000"/>
              <a:gd name="connsiteX97" fmla="*/ 5131079 w 6184900"/>
              <a:gd name="connsiteY97" fmla="*/ 6588015 h 6858000"/>
              <a:gd name="connsiteX98" fmla="*/ 5156359 w 6184900"/>
              <a:gd name="connsiteY98" fmla="*/ 6571683 h 6858000"/>
              <a:gd name="connsiteX99" fmla="*/ 5183025 w 6184900"/>
              <a:gd name="connsiteY99" fmla="*/ 6571683 h 6858000"/>
              <a:gd name="connsiteX100" fmla="*/ 5130981 w 6184900"/>
              <a:gd name="connsiteY100" fmla="*/ 6608340 h 6858000"/>
              <a:gd name="connsiteX101" fmla="*/ 5079790 w 6184900"/>
              <a:gd name="connsiteY101" fmla="*/ 6562377 h 6858000"/>
              <a:gd name="connsiteX102" fmla="*/ 5053817 w 6184900"/>
              <a:gd name="connsiteY102" fmla="*/ 6637394 h 6858000"/>
              <a:gd name="connsiteX103" fmla="*/ 5064211 w 6184900"/>
              <a:gd name="connsiteY103" fmla="*/ 6651916 h 6858000"/>
              <a:gd name="connsiteX104" fmla="*/ 5336171 w 6184900"/>
              <a:gd name="connsiteY104" fmla="*/ 6651916 h 6858000"/>
              <a:gd name="connsiteX105" fmla="*/ 5320175 w 6184900"/>
              <a:gd name="connsiteY105" fmla="*/ 6618560 h 6858000"/>
              <a:gd name="connsiteX106" fmla="*/ 5345241 w 6184900"/>
              <a:gd name="connsiteY106" fmla="*/ 6618560 h 6858000"/>
              <a:gd name="connsiteX107" fmla="*/ 5366040 w 6184900"/>
              <a:gd name="connsiteY107" fmla="*/ 6636116 h 6858000"/>
              <a:gd name="connsiteX108" fmla="*/ 5393658 w 6184900"/>
              <a:gd name="connsiteY108" fmla="*/ 6612385 h 6858000"/>
              <a:gd name="connsiteX109" fmla="*/ 5393658 w 6184900"/>
              <a:gd name="connsiteY109" fmla="*/ 6591103 h 6858000"/>
              <a:gd name="connsiteX110" fmla="*/ 5393018 w 6184900"/>
              <a:gd name="connsiteY110" fmla="*/ 6591103 h 6858000"/>
              <a:gd name="connsiteX111" fmla="*/ 5358197 w 6184900"/>
              <a:gd name="connsiteY111" fmla="*/ 6608233 h 6858000"/>
              <a:gd name="connsiteX112" fmla="*/ 5315533 w 6184900"/>
              <a:gd name="connsiteY112" fmla="*/ 6554659 h 6858000"/>
              <a:gd name="connsiteX113" fmla="*/ 5358197 w 6184900"/>
              <a:gd name="connsiteY113" fmla="*/ 6494431 h 6858000"/>
              <a:gd name="connsiteX114" fmla="*/ 5393018 w 6184900"/>
              <a:gd name="connsiteY114" fmla="*/ 6512467 h 6858000"/>
              <a:gd name="connsiteX115" fmla="*/ 5393871 w 6184900"/>
              <a:gd name="connsiteY115" fmla="*/ 6512467 h 6858000"/>
              <a:gd name="connsiteX116" fmla="*/ 5392911 w 6184900"/>
              <a:gd name="connsiteY116" fmla="*/ 6496028 h 6858000"/>
              <a:gd name="connsiteX117" fmla="*/ 5419578 w 6184900"/>
              <a:gd name="connsiteY117" fmla="*/ 6496028 h 6858000"/>
              <a:gd name="connsiteX118" fmla="*/ 5419578 w 6184900"/>
              <a:gd name="connsiteY118" fmla="*/ 6606849 h 6858000"/>
              <a:gd name="connsiteX119" fmla="*/ 5399367 w 6184900"/>
              <a:gd name="connsiteY119" fmla="*/ 6651907 h 6858000"/>
              <a:gd name="connsiteX120" fmla="*/ 5482017 w 6184900"/>
              <a:gd name="connsiteY120" fmla="*/ 6651907 h 6858000"/>
              <a:gd name="connsiteX121" fmla="*/ 5502495 w 6184900"/>
              <a:gd name="connsiteY121" fmla="*/ 6637385 h 6858000"/>
              <a:gd name="connsiteX122" fmla="*/ 5513157 w 6184900"/>
              <a:gd name="connsiteY122" fmla="*/ 6606477 h 6858000"/>
              <a:gd name="connsiteX123" fmla="*/ 5485165 w 6184900"/>
              <a:gd name="connsiteY123" fmla="*/ 6608340 h 6858000"/>
              <a:gd name="connsiteX124" fmla="*/ 5433761 w 6184900"/>
              <a:gd name="connsiteY124" fmla="*/ 6551785 h 6858000"/>
              <a:gd name="connsiteX125" fmla="*/ 5485165 w 6184900"/>
              <a:gd name="connsiteY125" fmla="*/ 6494538 h 6858000"/>
              <a:gd name="connsiteX126" fmla="*/ 5536729 w 6184900"/>
              <a:gd name="connsiteY126" fmla="*/ 6538540 h 6858000"/>
              <a:gd name="connsiteX127" fmla="*/ 5562916 w 6184900"/>
              <a:gd name="connsiteY127" fmla="*/ 6462938 h 6858000"/>
              <a:gd name="connsiteX128" fmla="*/ 5552895 w 6184900"/>
              <a:gd name="connsiteY128" fmla="*/ 6448149 h 6858000"/>
              <a:gd name="connsiteX129" fmla="*/ 5552886 w 6184900"/>
              <a:gd name="connsiteY129" fmla="*/ 6448149 h 6858000"/>
              <a:gd name="connsiteX130" fmla="*/ 5301404 w 6184900"/>
              <a:gd name="connsiteY130" fmla="*/ 6448149 h 6858000"/>
              <a:gd name="connsiteX131" fmla="*/ 5301404 w 6184900"/>
              <a:gd name="connsiteY131" fmla="*/ 6607062 h 6858000"/>
              <a:gd name="connsiteX132" fmla="*/ 5274737 w 6184900"/>
              <a:gd name="connsiteY132" fmla="*/ 6607062 h 6858000"/>
              <a:gd name="connsiteX133" fmla="*/ 5275804 w 6184900"/>
              <a:gd name="connsiteY133" fmla="*/ 6590357 h 6858000"/>
              <a:gd name="connsiteX134" fmla="*/ 5274950 w 6184900"/>
              <a:gd name="connsiteY134" fmla="*/ 6590357 h 6858000"/>
              <a:gd name="connsiteX135" fmla="*/ 5240130 w 6184900"/>
              <a:gd name="connsiteY135" fmla="*/ 6608340 h 6858000"/>
              <a:gd name="connsiteX136" fmla="*/ 5197466 w 6184900"/>
              <a:gd name="connsiteY136" fmla="*/ 6548165 h 6858000"/>
              <a:gd name="connsiteX137" fmla="*/ 5240130 w 6184900"/>
              <a:gd name="connsiteY137" fmla="*/ 6494538 h 6858000"/>
              <a:gd name="connsiteX138" fmla="*/ 5273670 w 6184900"/>
              <a:gd name="connsiteY138" fmla="*/ 6510497 h 6858000"/>
              <a:gd name="connsiteX139" fmla="*/ 5274737 w 6184900"/>
              <a:gd name="connsiteY139" fmla="*/ 6510497 h 6858000"/>
              <a:gd name="connsiteX140" fmla="*/ 5274737 w 6184900"/>
              <a:gd name="connsiteY140" fmla="*/ 6448149 h 6858000"/>
              <a:gd name="connsiteX141" fmla="*/ 5134867 w 6184900"/>
              <a:gd name="connsiteY141" fmla="*/ 6448149 h 6858000"/>
              <a:gd name="connsiteX142" fmla="*/ 4802175 w 6184900"/>
              <a:gd name="connsiteY142" fmla="*/ 6448149 h 6858000"/>
              <a:gd name="connsiteX143" fmla="*/ 4802175 w 6184900"/>
              <a:gd name="connsiteY143" fmla="*/ 6607062 h 6858000"/>
              <a:gd name="connsiteX144" fmla="*/ 4828842 w 6184900"/>
              <a:gd name="connsiteY144" fmla="*/ 6607062 h 6858000"/>
              <a:gd name="connsiteX145" fmla="*/ 4828842 w 6184900"/>
              <a:gd name="connsiteY145" fmla="*/ 6448149 h 6858000"/>
              <a:gd name="connsiteX146" fmla="*/ 4802175 w 6184900"/>
              <a:gd name="connsiteY146" fmla="*/ 6448149 h 6858000"/>
              <a:gd name="connsiteX147" fmla="*/ 0 w 6184900"/>
              <a:gd name="connsiteY147" fmla="*/ 0 h 6858000"/>
              <a:gd name="connsiteX148" fmla="*/ 6184900 w 6184900"/>
              <a:gd name="connsiteY148" fmla="*/ 0 h 6858000"/>
              <a:gd name="connsiteX149" fmla="*/ 6184900 w 6184900"/>
              <a:gd name="connsiteY149" fmla="*/ 6858000 h 6858000"/>
              <a:gd name="connsiteX150" fmla="*/ 0 w 6184900"/>
              <a:gd name="connsiteY150" fmla="*/ 6858000 h 6858000"/>
              <a:gd name="connsiteX151" fmla="*/ 0 w 6184900"/>
              <a:gd name="connsiteY1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Lst>
            <a:rect l="l" t="t" r="r" b="b"/>
            <a:pathLst>
              <a:path w="6184900" h="6858000">
                <a:moveTo>
                  <a:pt x="4902316" y="6557054"/>
                </a:moveTo>
                <a:lnTo>
                  <a:pt x="4926956" y="6573014"/>
                </a:lnTo>
                <a:cubicBezTo>
                  <a:pt x="4926956" y="6588548"/>
                  <a:pt x="4916294" y="6590198"/>
                  <a:pt x="4902316" y="6590198"/>
                </a:cubicBezTo>
                <a:cubicBezTo>
                  <a:pt x="4884292" y="6590198"/>
                  <a:pt x="4877890" y="6588707"/>
                  <a:pt x="4877890" y="6573014"/>
                </a:cubicBezTo>
                <a:cubicBezTo>
                  <a:pt x="4877890" y="6557320"/>
                  <a:pt x="4888551" y="6557054"/>
                  <a:pt x="4902316" y="6557054"/>
                </a:cubicBezTo>
                <a:close/>
                <a:moveTo>
                  <a:pt x="5460694" y="6556469"/>
                </a:moveTo>
                <a:cubicBezTo>
                  <a:pt x="5460694" y="6580413"/>
                  <a:pt x="5461335" y="6588015"/>
                  <a:pt x="5485387" y="6588015"/>
                </a:cubicBezTo>
                <a:cubicBezTo>
                  <a:pt x="5500210" y="6588015"/>
                  <a:pt x="5510614" y="6588015"/>
                  <a:pt x="5510614" y="6571683"/>
                </a:cubicBezTo>
                <a:lnTo>
                  <a:pt x="5525428" y="6571683"/>
                </a:lnTo>
                <a:lnTo>
                  <a:pt x="5530763" y="6556469"/>
                </a:lnTo>
                <a:lnTo>
                  <a:pt x="5460694" y="6556469"/>
                </a:lnTo>
                <a:close/>
                <a:moveTo>
                  <a:pt x="5485387" y="6515181"/>
                </a:moveTo>
                <a:cubicBezTo>
                  <a:pt x="5462188" y="6515181"/>
                  <a:pt x="5460694" y="6520025"/>
                  <a:pt x="5460694" y="6539764"/>
                </a:cubicBezTo>
                <a:lnTo>
                  <a:pt x="5460703" y="6539764"/>
                </a:lnTo>
                <a:lnTo>
                  <a:pt x="5510614" y="6539764"/>
                </a:lnTo>
                <a:cubicBezTo>
                  <a:pt x="5510614" y="6516885"/>
                  <a:pt x="5507253" y="6515181"/>
                  <a:pt x="5485387" y="6515181"/>
                </a:cubicBezTo>
                <a:close/>
                <a:moveTo>
                  <a:pt x="5366244" y="6514915"/>
                </a:moveTo>
                <a:cubicBezTo>
                  <a:pt x="5347793" y="6514915"/>
                  <a:pt x="5342458" y="6520238"/>
                  <a:pt x="5342458" y="6548165"/>
                </a:cubicBezTo>
                <a:cubicBezTo>
                  <a:pt x="5342458" y="6573386"/>
                  <a:pt x="5342458" y="6588015"/>
                  <a:pt x="5366244" y="6588015"/>
                </a:cubicBezTo>
                <a:cubicBezTo>
                  <a:pt x="5392911" y="6588015"/>
                  <a:pt x="5392911" y="6574664"/>
                  <a:pt x="5392911" y="6548165"/>
                </a:cubicBezTo>
                <a:cubicBezTo>
                  <a:pt x="5392911" y="6524434"/>
                  <a:pt x="5389283" y="6514915"/>
                  <a:pt x="5366244" y="6514915"/>
                </a:cubicBezTo>
                <a:close/>
                <a:moveTo>
                  <a:pt x="5247874" y="6514915"/>
                </a:moveTo>
                <a:cubicBezTo>
                  <a:pt x="5229424" y="6514915"/>
                  <a:pt x="5224088" y="6520238"/>
                  <a:pt x="5224088" y="6548165"/>
                </a:cubicBezTo>
                <a:cubicBezTo>
                  <a:pt x="5224088" y="6573386"/>
                  <a:pt x="5223448" y="6588015"/>
                  <a:pt x="5247874" y="6588015"/>
                </a:cubicBezTo>
                <a:cubicBezTo>
                  <a:pt x="5275279" y="6588015"/>
                  <a:pt x="5274221" y="6574664"/>
                  <a:pt x="5274221" y="6548165"/>
                </a:cubicBezTo>
                <a:cubicBezTo>
                  <a:pt x="5274221" y="6524434"/>
                  <a:pt x="5271074" y="6514915"/>
                  <a:pt x="5247874" y="6514915"/>
                </a:cubicBezTo>
                <a:close/>
                <a:moveTo>
                  <a:pt x="5131088" y="6514915"/>
                </a:moveTo>
                <a:cubicBezTo>
                  <a:pt x="5131090" y="6514915"/>
                  <a:pt x="5131091" y="6514916"/>
                  <a:pt x="5131093" y="6514916"/>
                </a:cubicBezTo>
                <a:lnTo>
                  <a:pt x="5110077" y="6519805"/>
                </a:lnTo>
                <a:cubicBezTo>
                  <a:pt x="5106817" y="6523483"/>
                  <a:pt x="5106457" y="6529629"/>
                  <a:pt x="5106457" y="6539498"/>
                </a:cubicBezTo>
                <a:lnTo>
                  <a:pt x="5156367" y="6539498"/>
                </a:lnTo>
                <a:cubicBezTo>
                  <a:pt x="5156367" y="6528058"/>
                  <a:pt x="5155513" y="6521913"/>
                  <a:pt x="5151927" y="6518627"/>
                </a:cubicBezTo>
                <a:lnTo>
                  <a:pt x="5131093" y="6514916"/>
                </a:lnTo>
                <a:cubicBezTo>
                  <a:pt x="5131094" y="6514916"/>
                  <a:pt x="5131096" y="6514915"/>
                  <a:pt x="5131097" y="6514915"/>
                </a:cubicBezTo>
                <a:lnTo>
                  <a:pt x="5131088" y="6514915"/>
                </a:lnTo>
                <a:close/>
                <a:moveTo>
                  <a:pt x="4726887" y="6514915"/>
                </a:moveTo>
                <a:cubicBezTo>
                  <a:pt x="4750673" y="6514915"/>
                  <a:pt x="4752594" y="6521675"/>
                  <a:pt x="4752594" y="6551785"/>
                </a:cubicBezTo>
                <a:cubicBezTo>
                  <a:pt x="4752594" y="6581894"/>
                  <a:pt x="4750673" y="6588015"/>
                  <a:pt x="4726887" y="6588015"/>
                </a:cubicBezTo>
                <a:cubicBezTo>
                  <a:pt x="4703101" y="6588015"/>
                  <a:pt x="4701180" y="6581415"/>
                  <a:pt x="4701180" y="6551785"/>
                </a:cubicBezTo>
                <a:cubicBezTo>
                  <a:pt x="4701180" y="6522154"/>
                  <a:pt x="4703101" y="6514915"/>
                  <a:pt x="4726887" y="6514915"/>
                </a:cubicBezTo>
                <a:close/>
                <a:moveTo>
                  <a:pt x="4903285" y="6494804"/>
                </a:moveTo>
                <a:cubicBezTo>
                  <a:pt x="4877792" y="6494804"/>
                  <a:pt x="4855296" y="6496081"/>
                  <a:pt x="4855296" y="6528533"/>
                </a:cubicBezTo>
                <a:lnTo>
                  <a:pt x="4881963" y="6528533"/>
                </a:lnTo>
                <a:cubicBezTo>
                  <a:pt x="4881963" y="6514117"/>
                  <a:pt x="4891290" y="6513052"/>
                  <a:pt x="4902974" y="6513052"/>
                </a:cubicBezTo>
                <a:cubicBezTo>
                  <a:pt x="4925266" y="6513052"/>
                  <a:pt x="4926760" y="6519386"/>
                  <a:pt x="4926760" y="6537422"/>
                </a:cubicBezTo>
                <a:lnTo>
                  <a:pt x="4926760" y="6551838"/>
                </a:lnTo>
                <a:lnTo>
                  <a:pt x="4926333" y="6551838"/>
                </a:lnTo>
                <a:cubicBezTo>
                  <a:pt x="4919984" y="6539338"/>
                  <a:pt x="4906602" y="6539125"/>
                  <a:pt x="4893006" y="6539125"/>
                </a:cubicBezTo>
                <a:cubicBezTo>
                  <a:pt x="4865388" y="6539125"/>
                  <a:pt x="4851356" y="6546524"/>
                  <a:pt x="4851356" y="6573227"/>
                </a:cubicBezTo>
                <a:cubicBezTo>
                  <a:pt x="4851356" y="6603336"/>
                  <a:pt x="4867726" y="6608606"/>
                  <a:pt x="4893006" y="6608606"/>
                </a:cubicBezTo>
                <a:cubicBezTo>
                  <a:pt x="4905962" y="6608606"/>
                  <a:pt x="4922332" y="6608180"/>
                  <a:pt x="4927614" y="6593391"/>
                </a:cubicBezTo>
                <a:lnTo>
                  <a:pt x="4928254" y="6593391"/>
                </a:lnTo>
                <a:cubicBezTo>
                  <a:pt x="4927898" y="6597948"/>
                  <a:pt x="4927543" y="6602505"/>
                  <a:pt x="4927187" y="6607062"/>
                </a:cubicBezTo>
                <a:lnTo>
                  <a:pt x="4953836" y="6607062"/>
                </a:lnTo>
                <a:lnTo>
                  <a:pt x="4953836" y="6537369"/>
                </a:lnTo>
                <a:cubicBezTo>
                  <a:pt x="4953836" y="6500126"/>
                  <a:pt x="4938960" y="6494804"/>
                  <a:pt x="4903285" y="6494804"/>
                </a:cubicBezTo>
                <a:close/>
                <a:moveTo>
                  <a:pt x="5034788" y="6494546"/>
                </a:moveTo>
                <a:cubicBezTo>
                  <a:pt x="5021833" y="6494546"/>
                  <a:pt x="5010362" y="6498166"/>
                  <a:pt x="5005036" y="6510506"/>
                </a:cubicBezTo>
                <a:lnTo>
                  <a:pt x="5003969" y="6510506"/>
                </a:lnTo>
                <a:lnTo>
                  <a:pt x="5004716" y="6496037"/>
                </a:lnTo>
                <a:lnTo>
                  <a:pt x="4978582" y="6496037"/>
                </a:lnTo>
                <a:cubicBezTo>
                  <a:pt x="4978579" y="6496034"/>
                  <a:pt x="4978577" y="6496031"/>
                  <a:pt x="4978574" y="6496028"/>
                </a:cubicBezTo>
                <a:lnTo>
                  <a:pt x="4978574" y="6607062"/>
                </a:lnTo>
                <a:lnTo>
                  <a:pt x="5005240" y="6607062"/>
                </a:lnTo>
                <a:lnTo>
                  <a:pt x="5005240" y="6538593"/>
                </a:lnTo>
                <a:cubicBezTo>
                  <a:pt x="5004814" y="6524177"/>
                  <a:pt x="5009509" y="6515075"/>
                  <a:pt x="5025399" y="6515075"/>
                </a:cubicBezTo>
                <a:cubicBezTo>
                  <a:pt x="5037927" y="6515075"/>
                  <a:pt x="5038994" y="6521622"/>
                  <a:pt x="5038994" y="6532844"/>
                </a:cubicBezTo>
                <a:lnTo>
                  <a:pt x="5038994" y="6538593"/>
                </a:lnTo>
                <a:lnTo>
                  <a:pt x="5064061" y="6538593"/>
                </a:lnTo>
                <a:lnTo>
                  <a:pt x="5064061" y="6529553"/>
                </a:lnTo>
                <a:cubicBezTo>
                  <a:pt x="5064061" y="6508270"/>
                  <a:pt x="5058352" y="6494546"/>
                  <a:pt x="5034788" y="6494546"/>
                </a:cubicBezTo>
                <a:close/>
                <a:moveTo>
                  <a:pt x="4726887" y="6494538"/>
                </a:moveTo>
                <a:cubicBezTo>
                  <a:pt x="4680391" y="6494538"/>
                  <a:pt x="4674416" y="6508315"/>
                  <a:pt x="4674416" y="6551572"/>
                </a:cubicBezTo>
                <a:cubicBezTo>
                  <a:pt x="4674416" y="6594829"/>
                  <a:pt x="4680391" y="6608340"/>
                  <a:pt x="4726887" y="6608340"/>
                </a:cubicBezTo>
                <a:cubicBezTo>
                  <a:pt x="4773383" y="6608340"/>
                  <a:pt x="4779358" y="6594562"/>
                  <a:pt x="4779358" y="6551572"/>
                </a:cubicBezTo>
                <a:cubicBezTo>
                  <a:pt x="4779358" y="6508581"/>
                  <a:pt x="4773436" y="6494538"/>
                  <a:pt x="4726887" y="6494538"/>
                </a:cubicBezTo>
                <a:close/>
                <a:moveTo>
                  <a:pt x="4606481" y="6494538"/>
                </a:moveTo>
                <a:cubicBezTo>
                  <a:pt x="4577796" y="6494538"/>
                  <a:pt x="4555717" y="6495176"/>
                  <a:pt x="4555717" y="6525712"/>
                </a:cubicBezTo>
                <a:cubicBezTo>
                  <a:pt x="4555717" y="6554118"/>
                  <a:pt x="4563133" y="6559866"/>
                  <a:pt x="4604134" y="6560239"/>
                </a:cubicBezTo>
                <a:cubicBezTo>
                  <a:pt x="4631112" y="6560665"/>
                  <a:pt x="4631752" y="6565562"/>
                  <a:pt x="4631752" y="6575294"/>
                </a:cubicBezTo>
                <a:cubicBezTo>
                  <a:pt x="4631752" y="6590561"/>
                  <a:pt x="4622424" y="6590136"/>
                  <a:pt x="4606472" y="6590136"/>
                </a:cubicBezTo>
                <a:cubicBezTo>
                  <a:pt x="4586688" y="6590136"/>
                  <a:pt x="4582900" y="6588219"/>
                  <a:pt x="4582473" y="6572100"/>
                </a:cubicBezTo>
                <a:lnTo>
                  <a:pt x="4555708" y="6572100"/>
                </a:lnTo>
                <a:cubicBezTo>
                  <a:pt x="4555708" y="6608331"/>
                  <a:pt x="4576079" y="6608331"/>
                  <a:pt x="4606472" y="6608331"/>
                </a:cubicBezTo>
                <a:cubicBezTo>
                  <a:pt x="4634677" y="6608331"/>
                  <a:pt x="4658517" y="6605403"/>
                  <a:pt x="4658517" y="6575294"/>
                </a:cubicBezTo>
                <a:cubicBezTo>
                  <a:pt x="4658517" y="6539276"/>
                  <a:pt x="4635158" y="6541192"/>
                  <a:pt x="4608820" y="6539915"/>
                </a:cubicBezTo>
                <a:cubicBezTo>
                  <a:pt x="4585460" y="6538850"/>
                  <a:pt x="4582366" y="6538584"/>
                  <a:pt x="4582366" y="6527415"/>
                </a:cubicBezTo>
                <a:cubicBezTo>
                  <a:pt x="4582366" y="6512786"/>
                  <a:pt x="4592121" y="6512786"/>
                  <a:pt x="4606365" y="6512786"/>
                </a:cubicBezTo>
                <a:cubicBezTo>
                  <a:pt x="4620610" y="6512786"/>
                  <a:pt x="4627697" y="6512786"/>
                  <a:pt x="4627697" y="6526137"/>
                </a:cubicBezTo>
                <a:lnTo>
                  <a:pt x="4654471" y="6526137"/>
                </a:lnTo>
                <a:cubicBezTo>
                  <a:pt x="4654471" y="6494963"/>
                  <a:pt x="4628337" y="6494538"/>
                  <a:pt x="4606481" y="6494538"/>
                </a:cubicBezTo>
                <a:close/>
                <a:moveTo>
                  <a:pt x="5134867" y="6448149"/>
                </a:moveTo>
                <a:cubicBezTo>
                  <a:pt x="5125690" y="6448362"/>
                  <a:pt x="5117581" y="6454137"/>
                  <a:pt x="5114388" y="6462725"/>
                </a:cubicBezTo>
                <a:lnTo>
                  <a:pt x="5102020" y="6498689"/>
                </a:lnTo>
                <a:cubicBezTo>
                  <a:pt x="5111374" y="6495567"/>
                  <a:pt x="5121226" y="6494165"/>
                  <a:pt x="5131079" y="6494538"/>
                </a:cubicBezTo>
                <a:cubicBezTo>
                  <a:pt x="5176934" y="6494538"/>
                  <a:pt x="5183123" y="6507889"/>
                  <a:pt x="5183123" y="6556469"/>
                </a:cubicBezTo>
                <a:lnTo>
                  <a:pt x="5106439" y="6556469"/>
                </a:lnTo>
                <a:cubicBezTo>
                  <a:pt x="5106439" y="6580413"/>
                  <a:pt x="5107079" y="6588015"/>
                  <a:pt x="5131079" y="6588015"/>
                </a:cubicBezTo>
                <a:cubicBezTo>
                  <a:pt x="5145955" y="6588015"/>
                  <a:pt x="5156359" y="6588015"/>
                  <a:pt x="5156359" y="6571683"/>
                </a:cubicBezTo>
                <a:lnTo>
                  <a:pt x="5183025" y="6571683"/>
                </a:lnTo>
                <a:cubicBezTo>
                  <a:pt x="5183025" y="6606690"/>
                  <a:pt x="5162814" y="6608340"/>
                  <a:pt x="5130981" y="6608340"/>
                </a:cubicBezTo>
                <a:cubicBezTo>
                  <a:pt x="5092052" y="6608340"/>
                  <a:pt x="5081390" y="6597011"/>
                  <a:pt x="5079790" y="6562377"/>
                </a:cubicBezTo>
                <a:lnTo>
                  <a:pt x="5053817" y="6637394"/>
                </a:lnTo>
                <a:cubicBezTo>
                  <a:pt x="5053817" y="6637394"/>
                  <a:pt x="5048481" y="6651916"/>
                  <a:pt x="5064211" y="6651916"/>
                </a:cubicBezTo>
                <a:lnTo>
                  <a:pt x="5336171" y="6651916"/>
                </a:lnTo>
                <a:cubicBezTo>
                  <a:pt x="5325510" y="6647072"/>
                  <a:pt x="5319428" y="6637447"/>
                  <a:pt x="5320175" y="6618560"/>
                </a:cubicBezTo>
                <a:lnTo>
                  <a:pt x="5345241" y="6618560"/>
                </a:lnTo>
                <a:cubicBezTo>
                  <a:pt x="5345241" y="6633774"/>
                  <a:pt x="5350950" y="6636116"/>
                  <a:pt x="5366040" y="6636116"/>
                </a:cubicBezTo>
                <a:cubicBezTo>
                  <a:pt x="5388758" y="6636116"/>
                  <a:pt x="5393658" y="6631432"/>
                  <a:pt x="5393658" y="6612385"/>
                </a:cubicBezTo>
                <a:lnTo>
                  <a:pt x="5393658" y="6591103"/>
                </a:lnTo>
                <a:lnTo>
                  <a:pt x="5393018" y="6591103"/>
                </a:lnTo>
                <a:cubicBezTo>
                  <a:pt x="5385975" y="6605678"/>
                  <a:pt x="5371686" y="6608233"/>
                  <a:pt x="5358197" y="6608233"/>
                </a:cubicBezTo>
                <a:cubicBezTo>
                  <a:pt x="5319961" y="6608233"/>
                  <a:pt x="5315533" y="6587270"/>
                  <a:pt x="5315533" y="6554659"/>
                </a:cubicBezTo>
                <a:cubicBezTo>
                  <a:pt x="5315533" y="6522048"/>
                  <a:pt x="5316814" y="6494431"/>
                  <a:pt x="5358197" y="6494431"/>
                </a:cubicBezTo>
                <a:cubicBezTo>
                  <a:pt x="5373873" y="6494431"/>
                  <a:pt x="5386189" y="6497838"/>
                  <a:pt x="5393018" y="6512467"/>
                </a:cubicBezTo>
                <a:lnTo>
                  <a:pt x="5393871" y="6512467"/>
                </a:lnTo>
                <a:lnTo>
                  <a:pt x="5392911" y="6496028"/>
                </a:lnTo>
                <a:lnTo>
                  <a:pt x="5419578" y="6496028"/>
                </a:lnTo>
                <a:lnTo>
                  <a:pt x="5419578" y="6606849"/>
                </a:lnTo>
                <a:cubicBezTo>
                  <a:pt x="5419578" y="6632763"/>
                  <a:pt x="5414243" y="6645901"/>
                  <a:pt x="5399367" y="6651907"/>
                </a:cubicBezTo>
                <a:lnTo>
                  <a:pt x="5482017" y="6651907"/>
                </a:lnTo>
                <a:cubicBezTo>
                  <a:pt x="5491176" y="6651703"/>
                  <a:pt x="5499285" y="6645946"/>
                  <a:pt x="5502495" y="6637385"/>
                </a:cubicBezTo>
                <a:lnTo>
                  <a:pt x="5513157" y="6606477"/>
                </a:lnTo>
                <a:cubicBezTo>
                  <a:pt x="5503909" y="6608020"/>
                  <a:pt x="5494528" y="6608641"/>
                  <a:pt x="5485165" y="6608340"/>
                </a:cubicBezTo>
                <a:cubicBezTo>
                  <a:pt x="5442501" y="6608340"/>
                  <a:pt x="5433761" y="6594775"/>
                  <a:pt x="5433761" y="6551785"/>
                </a:cubicBezTo>
                <a:cubicBezTo>
                  <a:pt x="5433761" y="6511934"/>
                  <a:pt x="5440109" y="6494538"/>
                  <a:pt x="5485165" y="6494538"/>
                </a:cubicBezTo>
                <a:cubicBezTo>
                  <a:pt x="5524734" y="6494538"/>
                  <a:pt x="5534755" y="6504536"/>
                  <a:pt x="5536729" y="6538540"/>
                </a:cubicBezTo>
                <a:lnTo>
                  <a:pt x="5562916" y="6462938"/>
                </a:lnTo>
                <a:cubicBezTo>
                  <a:pt x="5562916" y="6462938"/>
                  <a:pt x="5568198" y="6448149"/>
                  <a:pt x="5552895" y="6448149"/>
                </a:cubicBezTo>
                <a:lnTo>
                  <a:pt x="5552886" y="6448149"/>
                </a:lnTo>
                <a:lnTo>
                  <a:pt x="5301404" y="6448149"/>
                </a:lnTo>
                <a:lnTo>
                  <a:pt x="5301404" y="6607062"/>
                </a:lnTo>
                <a:lnTo>
                  <a:pt x="5274737" y="6607062"/>
                </a:lnTo>
                <a:cubicBezTo>
                  <a:pt x="5275093" y="6601494"/>
                  <a:pt x="5275448" y="6595925"/>
                  <a:pt x="5275804" y="6590357"/>
                </a:cubicBezTo>
                <a:lnTo>
                  <a:pt x="5274950" y="6590357"/>
                </a:lnTo>
                <a:cubicBezTo>
                  <a:pt x="5268175" y="6604986"/>
                  <a:pt x="5255859" y="6608340"/>
                  <a:pt x="5240130" y="6608340"/>
                </a:cubicBezTo>
                <a:cubicBezTo>
                  <a:pt x="5198693" y="6608340"/>
                  <a:pt x="5197466" y="6582267"/>
                  <a:pt x="5197466" y="6548165"/>
                </a:cubicBezTo>
                <a:cubicBezTo>
                  <a:pt x="5197466" y="6514063"/>
                  <a:pt x="5201948" y="6494538"/>
                  <a:pt x="5240130" y="6494538"/>
                </a:cubicBezTo>
                <a:cubicBezTo>
                  <a:pt x="5253725" y="6494538"/>
                  <a:pt x="5267961" y="6497092"/>
                  <a:pt x="5273670" y="6510497"/>
                </a:cubicBezTo>
                <a:lnTo>
                  <a:pt x="5274737" y="6510497"/>
                </a:lnTo>
                <a:lnTo>
                  <a:pt x="5274737" y="6448149"/>
                </a:lnTo>
                <a:lnTo>
                  <a:pt x="5134867" y="6448149"/>
                </a:lnTo>
                <a:close/>
                <a:moveTo>
                  <a:pt x="4802175" y="6448149"/>
                </a:moveTo>
                <a:lnTo>
                  <a:pt x="4802175" y="6607062"/>
                </a:lnTo>
                <a:lnTo>
                  <a:pt x="4828842" y="6607062"/>
                </a:lnTo>
                <a:lnTo>
                  <a:pt x="4828842" y="6448149"/>
                </a:lnTo>
                <a:lnTo>
                  <a:pt x="4802175" y="6448149"/>
                </a:lnTo>
                <a:close/>
                <a:moveTo>
                  <a:pt x="0" y="0"/>
                </a:moveTo>
                <a:lnTo>
                  <a:pt x="6184900" y="0"/>
                </a:lnTo>
                <a:lnTo>
                  <a:pt x="6184900" y="6858000"/>
                </a:lnTo>
                <a:lnTo>
                  <a:pt x="0" y="6858000"/>
                </a:lnTo>
                <a:lnTo>
                  <a:pt x="0" y="0"/>
                </a:lnTo>
                <a:close/>
              </a:path>
            </a:pathLst>
          </a:custGeom>
          <a:solidFill>
            <a:schemeClr val="bg2"/>
          </a:solidFill>
        </p:spPr>
        <p:txBody>
          <a:bodyPr wrap="square">
            <a:noAutofit/>
          </a:bodyPr>
          <a:lstStyle/>
          <a:p>
            <a:r>
              <a:rPr lang="en-US"/>
              <a:t>Click icon to add picture</a:t>
            </a:r>
            <a:endParaRPr lang="en-IL"/>
          </a:p>
        </p:txBody>
      </p:sp>
      <p:sp>
        <p:nvSpPr>
          <p:cNvPr id="5" name="Footer Placeholder 4">
            <a:extLst>
              <a:ext uri="{FF2B5EF4-FFF2-40B4-BE49-F238E27FC236}">
                <a16:creationId xmlns:a16="http://schemas.microsoft.com/office/drawing/2014/main" id="{127F7D31-CDDE-39A3-0DD6-ED3E256F9F42}"/>
              </a:ext>
            </a:extLst>
          </p:cNvPr>
          <p:cNvSpPr>
            <a:spLocks noGrp="1"/>
          </p:cNvSpPr>
          <p:nvPr>
            <p:ph type="ftr" sz="quarter" idx="11"/>
          </p:nvPr>
        </p:nvSpPr>
        <p:spPr>
          <a:xfrm>
            <a:off x="900546" y="6356350"/>
            <a:ext cx="5040000" cy="365125"/>
          </a:xfrm>
        </p:spPr>
        <p:txBody>
          <a:bodyPr/>
          <a:lstStyle/>
          <a:p>
            <a:pPr marL="0" algn="r" defTabSz="914400" rtl="1" eaLnBrk="1" latinLnBrk="0" hangingPunct="1"/>
            <a:endParaRPr lang="en-IL"/>
          </a:p>
        </p:txBody>
      </p:sp>
    </p:spTree>
    <p:extLst>
      <p:ext uri="{BB962C8B-B14F-4D97-AF65-F5344CB8AC3E}">
        <p14:creationId xmlns:p14="http://schemas.microsoft.com/office/powerpoint/2010/main" val="348690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1917E99-AB11-B164-8391-B4BBD8F84C70}"/>
              </a:ext>
            </a:extLst>
          </p:cNvPr>
          <p:cNvGrpSpPr/>
          <p:nvPr userDrawn="1"/>
        </p:nvGrpSpPr>
        <p:grpSpPr>
          <a:xfrm>
            <a:off x="6096000" y="0"/>
            <a:ext cx="6096000" cy="6858000"/>
            <a:chOff x="6096000" y="0"/>
            <a:chExt cx="6096000" cy="6858000"/>
          </a:xfrm>
        </p:grpSpPr>
        <p:sp>
          <p:nvSpPr>
            <p:cNvPr id="11" name="Rectangle 10">
              <a:extLst>
                <a:ext uri="{FF2B5EF4-FFF2-40B4-BE49-F238E27FC236}">
                  <a16:creationId xmlns:a16="http://schemas.microsoft.com/office/drawing/2014/main" id="{07665DDE-92C2-A272-A795-9FD903344FF8}"/>
                </a:ext>
              </a:extLst>
            </p:cNvPr>
            <p:cNvSpPr/>
            <p:nvPr/>
          </p:nvSpPr>
          <p:spPr>
            <a:xfrm>
              <a:off x="6096000" y="0"/>
              <a:ext cx="6096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Freeform 11">
              <a:extLst>
                <a:ext uri="{FF2B5EF4-FFF2-40B4-BE49-F238E27FC236}">
                  <a16:creationId xmlns:a16="http://schemas.microsoft.com/office/drawing/2014/main" id="{5DF29C92-28FE-9D8D-0BB2-09F4F241EC2E}"/>
                </a:ext>
              </a:extLst>
            </p:cNvPr>
            <p:cNvSpPr/>
            <p:nvPr/>
          </p:nvSpPr>
          <p:spPr>
            <a:xfrm>
              <a:off x="11151485" y="6448149"/>
              <a:ext cx="510852" cy="203766"/>
            </a:xfrm>
            <a:custGeom>
              <a:avLst/>
              <a:gdLst>
                <a:gd name="connsiteX0" fmla="*/ 457660 w 510852"/>
                <a:gd name="connsiteY0" fmla="*/ 123534 h 203766"/>
                <a:gd name="connsiteX1" fmla="*/ 472483 w 510852"/>
                <a:gd name="connsiteY1" fmla="*/ 123534 h 203766"/>
                <a:gd name="connsiteX2" fmla="*/ 477818 w 510852"/>
                <a:gd name="connsiteY2" fmla="*/ 108320 h 203766"/>
                <a:gd name="connsiteX3" fmla="*/ 407749 w 510852"/>
                <a:gd name="connsiteY3" fmla="*/ 108320 h 203766"/>
                <a:gd name="connsiteX4" fmla="*/ 432442 w 510852"/>
                <a:gd name="connsiteY4" fmla="*/ 139866 h 203766"/>
                <a:gd name="connsiteX5" fmla="*/ 457669 w 510852"/>
                <a:gd name="connsiteY5" fmla="*/ 123534 h 203766"/>
                <a:gd name="connsiteX6" fmla="*/ 407758 w 510852"/>
                <a:gd name="connsiteY6" fmla="*/ 91615 h 203766"/>
                <a:gd name="connsiteX7" fmla="*/ 457669 w 510852"/>
                <a:gd name="connsiteY7" fmla="*/ 91615 h 203766"/>
                <a:gd name="connsiteX8" fmla="*/ 432442 w 510852"/>
                <a:gd name="connsiteY8" fmla="*/ 67032 h 203766"/>
                <a:gd name="connsiteX9" fmla="*/ 407749 w 510852"/>
                <a:gd name="connsiteY9" fmla="*/ 91615 h 203766"/>
                <a:gd name="connsiteX10" fmla="*/ 499941 w 510852"/>
                <a:gd name="connsiteY10" fmla="*/ 0 h 203766"/>
                <a:gd name="connsiteX11" fmla="*/ 248459 w 510852"/>
                <a:gd name="connsiteY11" fmla="*/ 0 h 203766"/>
                <a:gd name="connsiteX12" fmla="*/ 248459 w 510852"/>
                <a:gd name="connsiteY12" fmla="*/ 158913 h 203766"/>
                <a:gd name="connsiteX13" fmla="*/ 221792 w 510852"/>
                <a:gd name="connsiteY13" fmla="*/ 158913 h 203766"/>
                <a:gd name="connsiteX14" fmla="*/ 222859 w 510852"/>
                <a:gd name="connsiteY14" fmla="*/ 142208 h 203766"/>
                <a:gd name="connsiteX15" fmla="*/ 222005 w 510852"/>
                <a:gd name="connsiteY15" fmla="*/ 142208 h 203766"/>
                <a:gd name="connsiteX16" fmla="*/ 187185 w 510852"/>
                <a:gd name="connsiteY16" fmla="*/ 160191 h 203766"/>
                <a:gd name="connsiteX17" fmla="*/ 144521 w 510852"/>
                <a:gd name="connsiteY17" fmla="*/ 100016 h 203766"/>
                <a:gd name="connsiteX18" fmla="*/ 187185 w 510852"/>
                <a:gd name="connsiteY18" fmla="*/ 46389 h 203766"/>
                <a:gd name="connsiteX19" fmla="*/ 220725 w 510852"/>
                <a:gd name="connsiteY19" fmla="*/ 62348 h 203766"/>
                <a:gd name="connsiteX20" fmla="*/ 221792 w 510852"/>
                <a:gd name="connsiteY20" fmla="*/ 62348 h 203766"/>
                <a:gd name="connsiteX21" fmla="*/ 221792 w 510852"/>
                <a:gd name="connsiteY21" fmla="*/ 0 h 203766"/>
                <a:gd name="connsiteX22" fmla="*/ 81922 w 510852"/>
                <a:gd name="connsiteY22" fmla="*/ 0 h 203766"/>
                <a:gd name="connsiteX23" fmla="*/ 61443 w 510852"/>
                <a:gd name="connsiteY23" fmla="*/ 14576 h 203766"/>
                <a:gd name="connsiteX24" fmla="*/ 49075 w 510852"/>
                <a:gd name="connsiteY24" fmla="*/ 50540 h 203766"/>
                <a:gd name="connsiteX25" fmla="*/ 78134 w 510852"/>
                <a:gd name="connsiteY25" fmla="*/ 46389 h 203766"/>
                <a:gd name="connsiteX26" fmla="*/ 130178 w 510852"/>
                <a:gd name="connsiteY26" fmla="*/ 108320 h 203766"/>
                <a:gd name="connsiteX27" fmla="*/ 53494 w 510852"/>
                <a:gd name="connsiteY27" fmla="*/ 108320 h 203766"/>
                <a:gd name="connsiteX28" fmla="*/ 78134 w 510852"/>
                <a:gd name="connsiteY28" fmla="*/ 139866 h 203766"/>
                <a:gd name="connsiteX29" fmla="*/ 103414 w 510852"/>
                <a:gd name="connsiteY29" fmla="*/ 123534 h 203766"/>
                <a:gd name="connsiteX30" fmla="*/ 130080 w 510852"/>
                <a:gd name="connsiteY30" fmla="*/ 123534 h 203766"/>
                <a:gd name="connsiteX31" fmla="*/ 78036 w 510852"/>
                <a:gd name="connsiteY31" fmla="*/ 160191 h 203766"/>
                <a:gd name="connsiteX32" fmla="*/ 26845 w 510852"/>
                <a:gd name="connsiteY32" fmla="*/ 114228 h 203766"/>
                <a:gd name="connsiteX33" fmla="*/ 872 w 510852"/>
                <a:gd name="connsiteY33" fmla="*/ 189245 h 203766"/>
                <a:gd name="connsiteX34" fmla="*/ 11266 w 510852"/>
                <a:gd name="connsiteY34" fmla="*/ 203767 h 203766"/>
                <a:gd name="connsiteX35" fmla="*/ 283226 w 510852"/>
                <a:gd name="connsiteY35" fmla="*/ 203767 h 203766"/>
                <a:gd name="connsiteX36" fmla="*/ 267230 w 510852"/>
                <a:gd name="connsiteY36" fmla="*/ 170411 h 203766"/>
                <a:gd name="connsiteX37" fmla="*/ 292296 w 510852"/>
                <a:gd name="connsiteY37" fmla="*/ 170411 h 203766"/>
                <a:gd name="connsiteX38" fmla="*/ 313095 w 510852"/>
                <a:gd name="connsiteY38" fmla="*/ 187967 h 203766"/>
                <a:gd name="connsiteX39" fmla="*/ 340713 w 510852"/>
                <a:gd name="connsiteY39" fmla="*/ 164236 h 203766"/>
                <a:gd name="connsiteX40" fmla="*/ 340713 w 510852"/>
                <a:gd name="connsiteY40" fmla="*/ 142954 h 203766"/>
                <a:gd name="connsiteX41" fmla="*/ 340073 w 510852"/>
                <a:gd name="connsiteY41" fmla="*/ 142954 h 203766"/>
                <a:gd name="connsiteX42" fmla="*/ 305252 w 510852"/>
                <a:gd name="connsiteY42" fmla="*/ 160084 h 203766"/>
                <a:gd name="connsiteX43" fmla="*/ 262588 w 510852"/>
                <a:gd name="connsiteY43" fmla="*/ 106510 h 203766"/>
                <a:gd name="connsiteX44" fmla="*/ 305252 w 510852"/>
                <a:gd name="connsiteY44" fmla="*/ 46282 h 203766"/>
                <a:gd name="connsiteX45" fmla="*/ 340073 w 510852"/>
                <a:gd name="connsiteY45" fmla="*/ 64318 h 203766"/>
                <a:gd name="connsiteX46" fmla="*/ 340926 w 510852"/>
                <a:gd name="connsiteY46" fmla="*/ 64318 h 203766"/>
                <a:gd name="connsiteX47" fmla="*/ 339966 w 510852"/>
                <a:gd name="connsiteY47" fmla="*/ 47879 h 203766"/>
                <a:gd name="connsiteX48" fmla="*/ 366633 w 510852"/>
                <a:gd name="connsiteY48" fmla="*/ 47879 h 203766"/>
                <a:gd name="connsiteX49" fmla="*/ 366633 w 510852"/>
                <a:gd name="connsiteY49" fmla="*/ 158700 h 203766"/>
                <a:gd name="connsiteX50" fmla="*/ 346422 w 510852"/>
                <a:gd name="connsiteY50" fmla="*/ 203758 h 203766"/>
                <a:gd name="connsiteX51" fmla="*/ 429072 w 510852"/>
                <a:gd name="connsiteY51" fmla="*/ 203758 h 203766"/>
                <a:gd name="connsiteX52" fmla="*/ 449550 w 510852"/>
                <a:gd name="connsiteY52" fmla="*/ 189236 h 203766"/>
                <a:gd name="connsiteX53" fmla="*/ 460212 w 510852"/>
                <a:gd name="connsiteY53" fmla="*/ 158328 h 203766"/>
                <a:gd name="connsiteX54" fmla="*/ 432220 w 510852"/>
                <a:gd name="connsiteY54" fmla="*/ 160191 h 203766"/>
                <a:gd name="connsiteX55" fmla="*/ 380816 w 510852"/>
                <a:gd name="connsiteY55" fmla="*/ 103636 h 203766"/>
                <a:gd name="connsiteX56" fmla="*/ 432220 w 510852"/>
                <a:gd name="connsiteY56" fmla="*/ 46389 h 203766"/>
                <a:gd name="connsiteX57" fmla="*/ 483784 w 510852"/>
                <a:gd name="connsiteY57" fmla="*/ 90391 h 203766"/>
                <a:gd name="connsiteX58" fmla="*/ 509971 w 510852"/>
                <a:gd name="connsiteY58" fmla="*/ 14789 h 203766"/>
                <a:gd name="connsiteX59" fmla="*/ 499950 w 510852"/>
                <a:gd name="connsiteY59" fmla="*/ 0 h 203766"/>
                <a:gd name="connsiteX60" fmla="*/ 221276 w 510852"/>
                <a:gd name="connsiteY60" fmla="*/ 100016 h 203766"/>
                <a:gd name="connsiteX61" fmla="*/ 194929 w 510852"/>
                <a:gd name="connsiteY61" fmla="*/ 66766 h 203766"/>
                <a:gd name="connsiteX62" fmla="*/ 171143 w 510852"/>
                <a:gd name="connsiteY62" fmla="*/ 100016 h 203766"/>
                <a:gd name="connsiteX63" fmla="*/ 194929 w 510852"/>
                <a:gd name="connsiteY63" fmla="*/ 139866 h 203766"/>
                <a:gd name="connsiteX64" fmla="*/ 221276 w 510852"/>
                <a:gd name="connsiteY64" fmla="*/ 100016 h 203766"/>
                <a:gd name="connsiteX65" fmla="*/ 78152 w 510852"/>
                <a:gd name="connsiteY65" fmla="*/ 66766 h 203766"/>
                <a:gd name="connsiteX66" fmla="*/ 53512 w 510852"/>
                <a:gd name="connsiteY66" fmla="*/ 91349 h 203766"/>
                <a:gd name="connsiteX67" fmla="*/ 103422 w 510852"/>
                <a:gd name="connsiteY67" fmla="*/ 91349 h 203766"/>
                <a:gd name="connsiteX68" fmla="*/ 78143 w 510852"/>
                <a:gd name="connsiteY68" fmla="*/ 66766 h 203766"/>
                <a:gd name="connsiteX69" fmla="*/ 339966 w 510852"/>
                <a:gd name="connsiteY69" fmla="*/ 100016 h 203766"/>
                <a:gd name="connsiteX70" fmla="*/ 313299 w 510852"/>
                <a:gd name="connsiteY70" fmla="*/ 66766 h 203766"/>
                <a:gd name="connsiteX71" fmla="*/ 289513 w 510852"/>
                <a:gd name="connsiteY71" fmla="*/ 100016 h 203766"/>
                <a:gd name="connsiteX72" fmla="*/ 313299 w 510852"/>
                <a:gd name="connsiteY72" fmla="*/ 139866 h 203766"/>
                <a:gd name="connsiteX73" fmla="*/ 339966 w 510852"/>
                <a:gd name="connsiteY73" fmla="*/ 100016 h 203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510852" h="203766">
                  <a:moveTo>
                    <a:pt x="457660" y="123534"/>
                  </a:moveTo>
                  <a:lnTo>
                    <a:pt x="472483" y="123534"/>
                  </a:lnTo>
                  <a:lnTo>
                    <a:pt x="477818" y="108320"/>
                  </a:lnTo>
                  <a:lnTo>
                    <a:pt x="407749" y="108320"/>
                  </a:lnTo>
                  <a:cubicBezTo>
                    <a:pt x="407749" y="132264"/>
                    <a:pt x="408390" y="139866"/>
                    <a:pt x="432442" y="139866"/>
                  </a:cubicBezTo>
                  <a:cubicBezTo>
                    <a:pt x="447265" y="139866"/>
                    <a:pt x="457669" y="139866"/>
                    <a:pt x="457669" y="123534"/>
                  </a:cubicBezTo>
                  <a:moveTo>
                    <a:pt x="407758" y="91615"/>
                  </a:moveTo>
                  <a:lnTo>
                    <a:pt x="457669" y="91615"/>
                  </a:lnTo>
                  <a:cubicBezTo>
                    <a:pt x="457669" y="68736"/>
                    <a:pt x="454308" y="67032"/>
                    <a:pt x="432442" y="67032"/>
                  </a:cubicBezTo>
                  <a:cubicBezTo>
                    <a:pt x="409243" y="67032"/>
                    <a:pt x="407749" y="71876"/>
                    <a:pt x="407749" y="91615"/>
                  </a:cubicBezTo>
                  <a:moveTo>
                    <a:pt x="499941" y="0"/>
                  </a:moveTo>
                  <a:lnTo>
                    <a:pt x="248459" y="0"/>
                  </a:lnTo>
                  <a:lnTo>
                    <a:pt x="248459" y="158913"/>
                  </a:lnTo>
                  <a:lnTo>
                    <a:pt x="221792" y="158913"/>
                  </a:lnTo>
                  <a:lnTo>
                    <a:pt x="222859" y="142208"/>
                  </a:lnTo>
                  <a:lnTo>
                    <a:pt x="222005" y="142208"/>
                  </a:lnTo>
                  <a:cubicBezTo>
                    <a:pt x="215230" y="156837"/>
                    <a:pt x="202914" y="160191"/>
                    <a:pt x="187185" y="160191"/>
                  </a:cubicBezTo>
                  <a:cubicBezTo>
                    <a:pt x="145748" y="160191"/>
                    <a:pt x="144521" y="134118"/>
                    <a:pt x="144521" y="100016"/>
                  </a:cubicBezTo>
                  <a:cubicBezTo>
                    <a:pt x="144521" y="65914"/>
                    <a:pt x="149003" y="46389"/>
                    <a:pt x="187185" y="46389"/>
                  </a:cubicBezTo>
                  <a:cubicBezTo>
                    <a:pt x="200780" y="46389"/>
                    <a:pt x="215016" y="48943"/>
                    <a:pt x="220725" y="62348"/>
                  </a:cubicBezTo>
                  <a:lnTo>
                    <a:pt x="221792" y="62348"/>
                  </a:lnTo>
                  <a:lnTo>
                    <a:pt x="221792" y="0"/>
                  </a:lnTo>
                  <a:lnTo>
                    <a:pt x="81922" y="0"/>
                  </a:lnTo>
                  <a:cubicBezTo>
                    <a:pt x="72745" y="213"/>
                    <a:pt x="64636" y="5988"/>
                    <a:pt x="61443" y="14576"/>
                  </a:cubicBezTo>
                  <a:lnTo>
                    <a:pt x="49075" y="50540"/>
                  </a:lnTo>
                  <a:cubicBezTo>
                    <a:pt x="58429" y="47418"/>
                    <a:pt x="68281" y="46016"/>
                    <a:pt x="78134" y="46389"/>
                  </a:cubicBezTo>
                  <a:cubicBezTo>
                    <a:pt x="123989" y="46389"/>
                    <a:pt x="130178" y="59740"/>
                    <a:pt x="130178" y="108320"/>
                  </a:cubicBezTo>
                  <a:lnTo>
                    <a:pt x="53494" y="108320"/>
                  </a:lnTo>
                  <a:cubicBezTo>
                    <a:pt x="53494" y="132264"/>
                    <a:pt x="54134" y="139866"/>
                    <a:pt x="78134" y="139866"/>
                  </a:cubicBezTo>
                  <a:cubicBezTo>
                    <a:pt x="93010" y="139866"/>
                    <a:pt x="103414" y="139866"/>
                    <a:pt x="103414" y="123534"/>
                  </a:cubicBezTo>
                  <a:lnTo>
                    <a:pt x="130080" y="123534"/>
                  </a:lnTo>
                  <a:cubicBezTo>
                    <a:pt x="130080" y="158541"/>
                    <a:pt x="109869" y="160191"/>
                    <a:pt x="78036" y="160191"/>
                  </a:cubicBezTo>
                  <a:cubicBezTo>
                    <a:pt x="39107" y="160191"/>
                    <a:pt x="28445" y="148862"/>
                    <a:pt x="26845" y="114228"/>
                  </a:cubicBezTo>
                  <a:lnTo>
                    <a:pt x="872" y="189245"/>
                  </a:lnTo>
                  <a:cubicBezTo>
                    <a:pt x="872" y="189245"/>
                    <a:pt x="-4464" y="203767"/>
                    <a:pt x="11266" y="203767"/>
                  </a:cubicBezTo>
                  <a:lnTo>
                    <a:pt x="283226" y="203767"/>
                  </a:lnTo>
                  <a:cubicBezTo>
                    <a:pt x="272565" y="198923"/>
                    <a:pt x="266483" y="189298"/>
                    <a:pt x="267230" y="170411"/>
                  </a:cubicBezTo>
                  <a:lnTo>
                    <a:pt x="292296" y="170411"/>
                  </a:lnTo>
                  <a:cubicBezTo>
                    <a:pt x="292296" y="185625"/>
                    <a:pt x="298005" y="187967"/>
                    <a:pt x="313095" y="187967"/>
                  </a:cubicBezTo>
                  <a:cubicBezTo>
                    <a:pt x="335813" y="187967"/>
                    <a:pt x="340713" y="183283"/>
                    <a:pt x="340713" y="164236"/>
                  </a:cubicBezTo>
                  <a:lnTo>
                    <a:pt x="340713" y="142954"/>
                  </a:lnTo>
                  <a:lnTo>
                    <a:pt x="340073" y="142954"/>
                  </a:lnTo>
                  <a:cubicBezTo>
                    <a:pt x="333030" y="157529"/>
                    <a:pt x="318741" y="160084"/>
                    <a:pt x="305252" y="160084"/>
                  </a:cubicBezTo>
                  <a:cubicBezTo>
                    <a:pt x="267016" y="160084"/>
                    <a:pt x="262588" y="139121"/>
                    <a:pt x="262588" y="106510"/>
                  </a:cubicBezTo>
                  <a:cubicBezTo>
                    <a:pt x="262588" y="73899"/>
                    <a:pt x="263869" y="46282"/>
                    <a:pt x="305252" y="46282"/>
                  </a:cubicBezTo>
                  <a:cubicBezTo>
                    <a:pt x="320928" y="46282"/>
                    <a:pt x="333244" y="49689"/>
                    <a:pt x="340073" y="64318"/>
                  </a:cubicBezTo>
                  <a:lnTo>
                    <a:pt x="340926" y="64318"/>
                  </a:lnTo>
                  <a:lnTo>
                    <a:pt x="339966" y="47879"/>
                  </a:lnTo>
                  <a:lnTo>
                    <a:pt x="366633" y="47879"/>
                  </a:lnTo>
                  <a:lnTo>
                    <a:pt x="366633" y="158700"/>
                  </a:lnTo>
                  <a:cubicBezTo>
                    <a:pt x="366633" y="184614"/>
                    <a:pt x="361298" y="197752"/>
                    <a:pt x="346422" y="203758"/>
                  </a:cubicBezTo>
                  <a:lnTo>
                    <a:pt x="429072" y="203758"/>
                  </a:lnTo>
                  <a:cubicBezTo>
                    <a:pt x="438231" y="203554"/>
                    <a:pt x="446340" y="197797"/>
                    <a:pt x="449550" y="189236"/>
                  </a:cubicBezTo>
                  <a:lnTo>
                    <a:pt x="460212" y="158328"/>
                  </a:lnTo>
                  <a:cubicBezTo>
                    <a:pt x="450964" y="159871"/>
                    <a:pt x="441583" y="160492"/>
                    <a:pt x="432220" y="160191"/>
                  </a:cubicBezTo>
                  <a:cubicBezTo>
                    <a:pt x="389556" y="160191"/>
                    <a:pt x="380816" y="146626"/>
                    <a:pt x="380816" y="103636"/>
                  </a:cubicBezTo>
                  <a:cubicBezTo>
                    <a:pt x="380816" y="63785"/>
                    <a:pt x="387164" y="46389"/>
                    <a:pt x="432220" y="46389"/>
                  </a:cubicBezTo>
                  <a:cubicBezTo>
                    <a:pt x="471789" y="46389"/>
                    <a:pt x="481810" y="56387"/>
                    <a:pt x="483784" y="90391"/>
                  </a:cubicBezTo>
                  <a:lnTo>
                    <a:pt x="509971" y="14789"/>
                  </a:lnTo>
                  <a:cubicBezTo>
                    <a:pt x="509971" y="14789"/>
                    <a:pt x="515253" y="0"/>
                    <a:pt x="499950" y="0"/>
                  </a:cubicBezTo>
                  <a:moveTo>
                    <a:pt x="221276" y="100016"/>
                  </a:moveTo>
                  <a:cubicBezTo>
                    <a:pt x="221276" y="76285"/>
                    <a:pt x="218129" y="66766"/>
                    <a:pt x="194929" y="66766"/>
                  </a:cubicBezTo>
                  <a:cubicBezTo>
                    <a:pt x="176479" y="66766"/>
                    <a:pt x="171143" y="72089"/>
                    <a:pt x="171143" y="100016"/>
                  </a:cubicBezTo>
                  <a:cubicBezTo>
                    <a:pt x="171143" y="125237"/>
                    <a:pt x="170503" y="139866"/>
                    <a:pt x="194929" y="139866"/>
                  </a:cubicBezTo>
                  <a:cubicBezTo>
                    <a:pt x="222334" y="139866"/>
                    <a:pt x="221276" y="126515"/>
                    <a:pt x="221276" y="100016"/>
                  </a:cubicBezTo>
                  <a:moveTo>
                    <a:pt x="78152" y="66766"/>
                  </a:moveTo>
                  <a:cubicBezTo>
                    <a:pt x="54952" y="66766"/>
                    <a:pt x="53512" y="71610"/>
                    <a:pt x="53512" y="91349"/>
                  </a:cubicBezTo>
                  <a:lnTo>
                    <a:pt x="103422" y="91349"/>
                  </a:lnTo>
                  <a:cubicBezTo>
                    <a:pt x="103422" y="68469"/>
                    <a:pt x="100008" y="66766"/>
                    <a:pt x="78143" y="66766"/>
                  </a:cubicBezTo>
                  <a:moveTo>
                    <a:pt x="339966" y="100016"/>
                  </a:moveTo>
                  <a:cubicBezTo>
                    <a:pt x="339966" y="76285"/>
                    <a:pt x="336338" y="66766"/>
                    <a:pt x="313299" y="66766"/>
                  </a:cubicBezTo>
                  <a:cubicBezTo>
                    <a:pt x="294848" y="66766"/>
                    <a:pt x="289513" y="72089"/>
                    <a:pt x="289513" y="100016"/>
                  </a:cubicBezTo>
                  <a:cubicBezTo>
                    <a:pt x="289513" y="125237"/>
                    <a:pt x="289513" y="139866"/>
                    <a:pt x="313299" y="139866"/>
                  </a:cubicBezTo>
                  <a:cubicBezTo>
                    <a:pt x="339966" y="139866"/>
                    <a:pt x="339966" y="126515"/>
                    <a:pt x="339966" y="100016"/>
                  </a:cubicBezTo>
                </a:path>
              </a:pathLst>
            </a:custGeom>
            <a:solidFill>
              <a:srgbClr val="FF3232"/>
            </a:solidFill>
            <a:ln w="882" cap="flat">
              <a:noFill/>
              <a:prstDash val="solid"/>
              <a:miter/>
            </a:ln>
          </p:spPr>
          <p:txBody>
            <a:bodyPr rtlCol="0" anchor="ctr"/>
            <a:lstStyle/>
            <a:p>
              <a:pPr marL="0" algn="r" defTabSz="914400" rtl="1" eaLnBrk="1" latinLnBrk="0" hangingPunct="1"/>
              <a:endParaRPr lang="en-IL"/>
            </a:p>
          </p:txBody>
        </p:sp>
        <p:sp>
          <p:nvSpPr>
            <p:cNvPr id="13" name="Freeform 12">
              <a:extLst>
                <a:ext uri="{FF2B5EF4-FFF2-40B4-BE49-F238E27FC236}">
                  <a16:creationId xmlns:a16="http://schemas.microsoft.com/office/drawing/2014/main" id="{1664D957-A473-1F45-51E8-88C5A302C759}"/>
                </a:ext>
              </a:extLst>
            </p:cNvPr>
            <p:cNvSpPr/>
            <p:nvPr/>
          </p:nvSpPr>
          <p:spPr>
            <a:xfrm>
              <a:off x="10654248" y="6448149"/>
              <a:ext cx="508352" cy="160456"/>
            </a:xfrm>
            <a:custGeom>
              <a:avLst/>
              <a:gdLst>
                <a:gd name="connsiteX0" fmla="*/ 422866 w 508352"/>
                <a:gd name="connsiteY0" fmla="*/ 47879 h 160456"/>
                <a:gd name="connsiteX1" fmla="*/ 422866 w 508352"/>
                <a:gd name="connsiteY1" fmla="*/ 158913 h 160456"/>
                <a:gd name="connsiteX2" fmla="*/ 449532 w 508352"/>
                <a:gd name="connsiteY2" fmla="*/ 158913 h 160456"/>
                <a:gd name="connsiteX3" fmla="*/ 449532 w 508352"/>
                <a:gd name="connsiteY3" fmla="*/ 90444 h 160456"/>
                <a:gd name="connsiteX4" fmla="*/ 469691 w 508352"/>
                <a:gd name="connsiteY4" fmla="*/ 66926 h 160456"/>
                <a:gd name="connsiteX5" fmla="*/ 483286 w 508352"/>
                <a:gd name="connsiteY5" fmla="*/ 84695 h 160456"/>
                <a:gd name="connsiteX6" fmla="*/ 483286 w 508352"/>
                <a:gd name="connsiteY6" fmla="*/ 90444 h 160456"/>
                <a:gd name="connsiteX7" fmla="*/ 508353 w 508352"/>
                <a:gd name="connsiteY7" fmla="*/ 90444 h 160456"/>
                <a:gd name="connsiteX8" fmla="*/ 508353 w 508352"/>
                <a:gd name="connsiteY8" fmla="*/ 81404 h 160456"/>
                <a:gd name="connsiteX9" fmla="*/ 479080 w 508352"/>
                <a:gd name="connsiteY9" fmla="*/ 46397 h 160456"/>
                <a:gd name="connsiteX10" fmla="*/ 449328 w 508352"/>
                <a:gd name="connsiteY10" fmla="*/ 62357 h 160456"/>
                <a:gd name="connsiteX11" fmla="*/ 448261 w 508352"/>
                <a:gd name="connsiteY11" fmla="*/ 62357 h 160456"/>
                <a:gd name="connsiteX12" fmla="*/ 449008 w 508352"/>
                <a:gd name="connsiteY12" fmla="*/ 47888 h 160456"/>
                <a:gd name="connsiteX13" fmla="*/ 422874 w 508352"/>
                <a:gd name="connsiteY13" fmla="*/ 47888 h 160456"/>
                <a:gd name="connsiteX14" fmla="*/ 371461 w 508352"/>
                <a:gd name="connsiteY14" fmla="*/ 158913 h 160456"/>
                <a:gd name="connsiteX15" fmla="*/ 398128 w 508352"/>
                <a:gd name="connsiteY15" fmla="*/ 158913 h 160456"/>
                <a:gd name="connsiteX16" fmla="*/ 398128 w 508352"/>
                <a:gd name="connsiteY16" fmla="*/ 89220 h 160456"/>
                <a:gd name="connsiteX17" fmla="*/ 347577 w 508352"/>
                <a:gd name="connsiteY17" fmla="*/ 46655 h 160456"/>
                <a:gd name="connsiteX18" fmla="*/ 299588 w 508352"/>
                <a:gd name="connsiteY18" fmla="*/ 80384 h 160456"/>
                <a:gd name="connsiteX19" fmla="*/ 326255 w 508352"/>
                <a:gd name="connsiteY19" fmla="*/ 80384 h 160456"/>
                <a:gd name="connsiteX20" fmla="*/ 347266 w 508352"/>
                <a:gd name="connsiteY20" fmla="*/ 64903 h 160456"/>
                <a:gd name="connsiteX21" fmla="*/ 371052 w 508352"/>
                <a:gd name="connsiteY21" fmla="*/ 89273 h 160456"/>
                <a:gd name="connsiteX22" fmla="*/ 371052 w 508352"/>
                <a:gd name="connsiteY22" fmla="*/ 103689 h 160456"/>
                <a:gd name="connsiteX23" fmla="*/ 370625 w 508352"/>
                <a:gd name="connsiteY23" fmla="*/ 103689 h 160456"/>
                <a:gd name="connsiteX24" fmla="*/ 337298 w 508352"/>
                <a:gd name="connsiteY24" fmla="*/ 90976 h 160456"/>
                <a:gd name="connsiteX25" fmla="*/ 295648 w 508352"/>
                <a:gd name="connsiteY25" fmla="*/ 125078 h 160456"/>
                <a:gd name="connsiteX26" fmla="*/ 337298 w 508352"/>
                <a:gd name="connsiteY26" fmla="*/ 160457 h 160456"/>
                <a:gd name="connsiteX27" fmla="*/ 371906 w 508352"/>
                <a:gd name="connsiteY27" fmla="*/ 145242 h 160456"/>
                <a:gd name="connsiteX28" fmla="*/ 372546 w 508352"/>
                <a:gd name="connsiteY28" fmla="*/ 145242 h 160456"/>
                <a:gd name="connsiteX29" fmla="*/ 371479 w 508352"/>
                <a:gd name="connsiteY29" fmla="*/ 158913 h 160456"/>
                <a:gd name="connsiteX30" fmla="*/ 346608 w 508352"/>
                <a:gd name="connsiteY30" fmla="*/ 108905 h 160456"/>
                <a:gd name="connsiteX31" fmla="*/ 371248 w 508352"/>
                <a:gd name="connsiteY31" fmla="*/ 124865 h 160456"/>
                <a:gd name="connsiteX32" fmla="*/ 346608 w 508352"/>
                <a:gd name="connsiteY32" fmla="*/ 142049 h 160456"/>
                <a:gd name="connsiteX33" fmla="*/ 322182 w 508352"/>
                <a:gd name="connsiteY33" fmla="*/ 124865 h 160456"/>
                <a:gd name="connsiteX34" fmla="*/ 346608 w 508352"/>
                <a:gd name="connsiteY34" fmla="*/ 108905 h 160456"/>
                <a:gd name="connsiteX35" fmla="*/ 273134 w 508352"/>
                <a:gd name="connsiteY35" fmla="*/ 0 h 160456"/>
                <a:gd name="connsiteX36" fmla="*/ 246467 w 508352"/>
                <a:gd name="connsiteY36" fmla="*/ 0 h 160456"/>
                <a:gd name="connsiteX37" fmla="*/ 246467 w 508352"/>
                <a:gd name="connsiteY37" fmla="*/ 158913 h 160456"/>
                <a:gd name="connsiteX38" fmla="*/ 273134 w 508352"/>
                <a:gd name="connsiteY38" fmla="*/ 158913 h 160456"/>
                <a:gd name="connsiteX39" fmla="*/ 273134 w 508352"/>
                <a:gd name="connsiteY39" fmla="*/ 0 h 160456"/>
                <a:gd name="connsiteX40" fmla="*/ 171179 w 508352"/>
                <a:gd name="connsiteY40" fmla="*/ 66766 h 160456"/>
                <a:gd name="connsiteX41" fmla="*/ 196886 w 508352"/>
                <a:gd name="connsiteY41" fmla="*/ 103636 h 160456"/>
                <a:gd name="connsiteX42" fmla="*/ 171179 w 508352"/>
                <a:gd name="connsiteY42" fmla="*/ 139866 h 160456"/>
                <a:gd name="connsiteX43" fmla="*/ 145472 w 508352"/>
                <a:gd name="connsiteY43" fmla="*/ 103636 h 160456"/>
                <a:gd name="connsiteX44" fmla="*/ 171179 w 508352"/>
                <a:gd name="connsiteY44" fmla="*/ 66766 h 160456"/>
                <a:gd name="connsiteX45" fmla="*/ 171179 w 508352"/>
                <a:gd name="connsiteY45" fmla="*/ 46389 h 160456"/>
                <a:gd name="connsiteX46" fmla="*/ 118708 w 508352"/>
                <a:gd name="connsiteY46" fmla="*/ 103423 h 160456"/>
                <a:gd name="connsiteX47" fmla="*/ 171179 w 508352"/>
                <a:gd name="connsiteY47" fmla="*/ 160191 h 160456"/>
                <a:gd name="connsiteX48" fmla="*/ 223650 w 508352"/>
                <a:gd name="connsiteY48" fmla="*/ 103423 h 160456"/>
                <a:gd name="connsiteX49" fmla="*/ 171179 w 508352"/>
                <a:gd name="connsiteY49" fmla="*/ 46389 h 160456"/>
                <a:gd name="connsiteX50" fmla="*/ 98763 w 508352"/>
                <a:gd name="connsiteY50" fmla="*/ 77988 h 160456"/>
                <a:gd name="connsiteX51" fmla="*/ 50773 w 508352"/>
                <a:gd name="connsiteY51" fmla="*/ 46389 h 160456"/>
                <a:gd name="connsiteX52" fmla="*/ 9 w 508352"/>
                <a:gd name="connsiteY52" fmla="*/ 77563 h 160456"/>
                <a:gd name="connsiteX53" fmla="*/ 48426 w 508352"/>
                <a:gd name="connsiteY53" fmla="*/ 112090 h 160456"/>
                <a:gd name="connsiteX54" fmla="*/ 76044 w 508352"/>
                <a:gd name="connsiteY54" fmla="*/ 127145 h 160456"/>
                <a:gd name="connsiteX55" fmla="*/ 50764 w 508352"/>
                <a:gd name="connsiteY55" fmla="*/ 141987 h 160456"/>
                <a:gd name="connsiteX56" fmla="*/ 26765 w 508352"/>
                <a:gd name="connsiteY56" fmla="*/ 123951 h 160456"/>
                <a:gd name="connsiteX57" fmla="*/ 0 w 508352"/>
                <a:gd name="connsiteY57" fmla="*/ 123951 h 160456"/>
                <a:gd name="connsiteX58" fmla="*/ 50764 w 508352"/>
                <a:gd name="connsiteY58" fmla="*/ 160182 h 160456"/>
                <a:gd name="connsiteX59" fmla="*/ 102809 w 508352"/>
                <a:gd name="connsiteY59" fmla="*/ 127145 h 160456"/>
                <a:gd name="connsiteX60" fmla="*/ 53112 w 508352"/>
                <a:gd name="connsiteY60" fmla="*/ 91766 h 160456"/>
                <a:gd name="connsiteX61" fmla="*/ 26658 w 508352"/>
                <a:gd name="connsiteY61" fmla="*/ 79266 h 160456"/>
                <a:gd name="connsiteX62" fmla="*/ 50657 w 508352"/>
                <a:gd name="connsiteY62" fmla="*/ 64637 h 160456"/>
                <a:gd name="connsiteX63" fmla="*/ 71989 w 508352"/>
                <a:gd name="connsiteY63" fmla="*/ 77988 h 160456"/>
                <a:gd name="connsiteX64" fmla="*/ 98763 w 508352"/>
                <a:gd name="connsiteY64" fmla="*/ 77988 h 160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08352" h="160456">
                  <a:moveTo>
                    <a:pt x="422866" y="47879"/>
                  </a:moveTo>
                  <a:lnTo>
                    <a:pt x="422866" y="158913"/>
                  </a:lnTo>
                  <a:lnTo>
                    <a:pt x="449532" y="158913"/>
                  </a:lnTo>
                  <a:lnTo>
                    <a:pt x="449532" y="90444"/>
                  </a:lnTo>
                  <a:cubicBezTo>
                    <a:pt x="449106" y="76028"/>
                    <a:pt x="453801" y="66926"/>
                    <a:pt x="469691" y="66926"/>
                  </a:cubicBezTo>
                  <a:cubicBezTo>
                    <a:pt x="482219" y="66926"/>
                    <a:pt x="483286" y="73473"/>
                    <a:pt x="483286" y="84695"/>
                  </a:cubicBezTo>
                  <a:lnTo>
                    <a:pt x="483286" y="90444"/>
                  </a:lnTo>
                  <a:lnTo>
                    <a:pt x="508353" y="90444"/>
                  </a:lnTo>
                  <a:lnTo>
                    <a:pt x="508353" y="81404"/>
                  </a:lnTo>
                  <a:cubicBezTo>
                    <a:pt x="508353" y="60121"/>
                    <a:pt x="502644" y="46397"/>
                    <a:pt x="479080" y="46397"/>
                  </a:cubicBezTo>
                  <a:cubicBezTo>
                    <a:pt x="466125" y="46397"/>
                    <a:pt x="454654" y="50017"/>
                    <a:pt x="449328" y="62357"/>
                  </a:cubicBezTo>
                  <a:lnTo>
                    <a:pt x="448261" y="62357"/>
                  </a:lnTo>
                  <a:lnTo>
                    <a:pt x="449008" y="47888"/>
                  </a:lnTo>
                  <a:lnTo>
                    <a:pt x="422874" y="47888"/>
                  </a:lnTo>
                  <a:close/>
                  <a:moveTo>
                    <a:pt x="371461" y="158913"/>
                  </a:moveTo>
                  <a:lnTo>
                    <a:pt x="398128" y="158913"/>
                  </a:lnTo>
                  <a:lnTo>
                    <a:pt x="398128" y="89220"/>
                  </a:lnTo>
                  <a:cubicBezTo>
                    <a:pt x="398128" y="51977"/>
                    <a:pt x="383252" y="46655"/>
                    <a:pt x="347577" y="46655"/>
                  </a:cubicBezTo>
                  <a:cubicBezTo>
                    <a:pt x="322084" y="46655"/>
                    <a:pt x="299588" y="47932"/>
                    <a:pt x="299588" y="80384"/>
                  </a:cubicBezTo>
                  <a:lnTo>
                    <a:pt x="326255" y="80384"/>
                  </a:lnTo>
                  <a:cubicBezTo>
                    <a:pt x="326255" y="65968"/>
                    <a:pt x="335582" y="64903"/>
                    <a:pt x="347266" y="64903"/>
                  </a:cubicBezTo>
                  <a:cubicBezTo>
                    <a:pt x="369558" y="64903"/>
                    <a:pt x="371052" y="71237"/>
                    <a:pt x="371052" y="89273"/>
                  </a:cubicBezTo>
                  <a:lnTo>
                    <a:pt x="371052" y="103689"/>
                  </a:lnTo>
                  <a:lnTo>
                    <a:pt x="370625" y="103689"/>
                  </a:lnTo>
                  <a:cubicBezTo>
                    <a:pt x="364276" y="91189"/>
                    <a:pt x="350894" y="90976"/>
                    <a:pt x="337298" y="90976"/>
                  </a:cubicBezTo>
                  <a:cubicBezTo>
                    <a:pt x="309680" y="90976"/>
                    <a:pt x="295648" y="98375"/>
                    <a:pt x="295648" y="125078"/>
                  </a:cubicBezTo>
                  <a:cubicBezTo>
                    <a:pt x="295648" y="155187"/>
                    <a:pt x="312018" y="160457"/>
                    <a:pt x="337298" y="160457"/>
                  </a:cubicBezTo>
                  <a:cubicBezTo>
                    <a:pt x="350254" y="160457"/>
                    <a:pt x="366624" y="160031"/>
                    <a:pt x="371906" y="145242"/>
                  </a:cubicBezTo>
                  <a:lnTo>
                    <a:pt x="372546" y="145242"/>
                  </a:lnTo>
                  <a:lnTo>
                    <a:pt x="371479" y="158913"/>
                  </a:lnTo>
                  <a:close/>
                  <a:moveTo>
                    <a:pt x="346608" y="108905"/>
                  </a:moveTo>
                  <a:cubicBezTo>
                    <a:pt x="359777" y="108905"/>
                    <a:pt x="371248" y="109331"/>
                    <a:pt x="371248" y="124865"/>
                  </a:cubicBezTo>
                  <a:cubicBezTo>
                    <a:pt x="371248" y="140399"/>
                    <a:pt x="360586" y="142049"/>
                    <a:pt x="346608" y="142049"/>
                  </a:cubicBezTo>
                  <a:cubicBezTo>
                    <a:pt x="328584" y="142049"/>
                    <a:pt x="322182" y="140558"/>
                    <a:pt x="322182" y="124865"/>
                  </a:cubicBezTo>
                  <a:cubicBezTo>
                    <a:pt x="322182" y="109171"/>
                    <a:pt x="332843" y="108905"/>
                    <a:pt x="346608" y="108905"/>
                  </a:cubicBezTo>
                  <a:moveTo>
                    <a:pt x="273134" y="0"/>
                  </a:moveTo>
                  <a:lnTo>
                    <a:pt x="246467" y="0"/>
                  </a:lnTo>
                  <a:lnTo>
                    <a:pt x="246467" y="158913"/>
                  </a:lnTo>
                  <a:lnTo>
                    <a:pt x="273134" y="158913"/>
                  </a:lnTo>
                  <a:lnTo>
                    <a:pt x="273134" y="0"/>
                  </a:lnTo>
                  <a:close/>
                  <a:moveTo>
                    <a:pt x="171179" y="66766"/>
                  </a:moveTo>
                  <a:cubicBezTo>
                    <a:pt x="194965" y="66766"/>
                    <a:pt x="196886" y="73526"/>
                    <a:pt x="196886" y="103636"/>
                  </a:cubicBezTo>
                  <a:cubicBezTo>
                    <a:pt x="196886" y="133745"/>
                    <a:pt x="194965" y="139866"/>
                    <a:pt x="171179" y="139866"/>
                  </a:cubicBezTo>
                  <a:cubicBezTo>
                    <a:pt x="147393" y="139866"/>
                    <a:pt x="145472" y="133266"/>
                    <a:pt x="145472" y="103636"/>
                  </a:cubicBezTo>
                  <a:cubicBezTo>
                    <a:pt x="145472" y="74005"/>
                    <a:pt x="147393" y="66766"/>
                    <a:pt x="171179" y="66766"/>
                  </a:cubicBezTo>
                  <a:moveTo>
                    <a:pt x="171179" y="46389"/>
                  </a:moveTo>
                  <a:cubicBezTo>
                    <a:pt x="124683" y="46389"/>
                    <a:pt x="118708" y="60166"/>
                    <a:pt x="118708" y="103423"/>
                  </a:cubicBezTo>
                  <a:cubicBezTo>
                    <a:pt x="118708" y="146680"/>
                    <a:pt x="124683" y="160191"/>
                    <a:pt x="171179" y="160191"/>
                  </a:cubicBezTo>
                  <a:cubicBezTo>
                    <a:pt x="217675" y="160191"/>
                    <a:pt x="223650" y="146413"/>
                    <a:pt x="223650" y="103423"/>
                  </a:cubicBezTo>
                  <a:cubicBezTo>
                    <a:pt x="223650" y="60432"/>
                    <a:pt x="217728" y="46389"/>
                    <a:pt x="171179" y="46389"/>
                  </a:cubicBezTo>
                  <a:moveTo>
                    <a:pt x="98763" y="77988"/>
                  </a:moveTo>
                  <a:cubicBezTo>
                    <a:pt x="98763" y="46814"/>
                    <a:pt x="72629" y="46389"/>
                    <a:pt x="50773" y="46389"/>
                  </a:cubicBezTo>
                  <a:cubicBezTo>
                    <a:pt x="22088" y="46389"/>
                    <a:pt x="9" y="47027"/>
                    <a:pt x="9" y="77563"/>
                  </a:cubicBezTo>
                  <a:cubicBezTo>
                    <a:pt x="9" y="105969"/>
                    <a:pt x="7425" y="111717"/>
                    <a:pt x="48426" y="112090"/>
                  </a:cubicBezTo>
                  <a:cubicBezTo>
                    <a:pt x="75404" y="112516"/>
                    <a:pt x="76044" y="117413"/>
                    <a:pt x="76044" y="127145"/>
                  </a:cubicBezTo>
                  <a:cubicBezTo>
                    <a:pt x="76044" y="142412"/>
                    <a:pt x="66716" y="141987"/>
                    <a:pt x="50764" y="141987"/>
                  </a:cubicBezTo>
                  <a:cubicBezTo>
                    <a:pt x="30980" y="141987"/>
                    <a:pt x="27192" y="140070"/>
                    <a:pt x="26765" y="123951"/>
                  </a:cubicBezTo>
                  <a:lnTo>
                    <a:pt x="0" y="123951"/>
                  </a:lnTo>
                  <a:cubicBezTo>
                    <a:pt x="0" y="160182"/>
                    <a:pt x="20371" y="160182"/>
                    <a:pt x="50764" y="160182"/>
                  </a:cubicBezTo>
                  <a:cubicBezTo>
                    <a:pt x="78969" y="160182"/>
                    <a:pt x="102809" y="157254"/>
                    <a:pt x="102809" y="127145"/>
                  </a:cubicBezTo>
                  <a:cubicBezTo>
                    <a:pt x="102809" y="91127"/>
                    <a:pt x="79450" y="93043"/>
                    <a:pt x="53112" y="91766"/>
                  </a:cubicBezTo>
                  <a:cubicBezTo>
                    <a:pt x="29752" y="90701"/>
                    <a:pt x="26658" y="90435"/>
                    <a:pt x="26658" y="79266"/>
                  </a:cubicBezTo>
                  <a:cubicBezTo>
                    <a:pt x="26658" y="64637"/>
                    <a:pt x="36413" y="64637"/>
                    <a:pt x="50657" y="64637"/>
                  </a:cubicBezTo>
                  <a:cubicBezTo>
                    <a:pt x="64902" y="64637"/>
                    <a:pt x="71989" y="64637"/>
                    <a:pt x="71989" y="77988"/>
                  </a:cubicBezTo>
                  <a:lnTo>
                    <a:pt x="98763" y="77988"/>
                  </a:lnTo>
                  <a:close/>
                </a:path>
              </a:pathLst>
            </a:custGeom>
            <a:solidFill>
              <a:schemeClr val="bg1"/>
            </a:solidFill>
            <a:ln w="882" cap="flat">
              <a:noFill/>
              <a:prstDash val="solid"/>
              <a:miter/>
            </a:ln>
          </p:spPr>
          <p:txBody>
            <a:bodyPr rtlCol="0" anchor="ctr"/>
            <a:lstStyle/>
            <a:p>
              <a:pPr marL="0" algn="l" defTabSz="914400" rtl="0" eaLnBrk="1" latinLnBrk="0" hangingPunct="1"/>
              <a:endParaRPr lang="en-IL"/>
            </a:p>
          </p:txBody>
        </p:sp>
      </p:grpSp>
      <p:sp>
        <p:nvSpPr>
          <p:cNvPr id="2" name="Title 1">
            <a:extLst>
              <a:ext uri="{FF2B5EF4-FFF2-40B4-BE49-F238E27FC236}">
                <a16:creationId xmlns:a16="http://schemas.microsoft.com/office/drawing/2014/main" id="{8B9C007F-BD8B-09BA-F328-D72DF6B18BD5}"/>
              </a:ext>
            </a:extLst>
          </p:cNvPr>
          <p:cNvSpPr>
            <a:spLocks noGrp="1"/>
          </p:cNvSpPr>
          <p:nvPr>
            <p:ph type="title" hasCustomPrompt="1"/>
          </p:nvPr>
        </p:nvSpPr>
        <p:spPr>
          <a:xfrm>
            <a:off x="516001" y="463296"/>
            <a:ext cx="5364000" cy="1067330"/>
          </a:xfrm>
        </p:spPr>
        <p:txBody>
          <a:bodyPr/>
          <a:lstStyle/>
          <a:p>
            <a:r>
              <a:rPr lang="en-US"/>
              <a:t>Click to edit title style</a:t>
            </a:r>
            <a:endParaRPr lang="en-IL"/>
          </a:p>
        </p:txBody>
      </p:sp>
      <p:sp>
        <p:nvSpPr>
          <p:cNvPr id="3" name="Text Placeholder 2">
            <a:extLst>
              <a:ext uri="{FF2B5EF4-FFF2-40B4-BE49-F238E27FC236}">
                <a16:creationId xmlns:a16="http://schemas.microsoft.com/office/drawing/2014/main" id="{81FA8CEB-8694-EA37-7BA0-FDAD45965955}"/>
              </a:ext>
            </a:extLst>
          </p:cNvPr>
          <p:cNvSpPr>
            <a:spLocks noGrp="1"/>
          </p:cNvSpPr>
          <p:nvPr>
            <p:ph type="body" idx="1"/>
          </p:nvPr>
        </p:nvSpPr>
        <p:spPr>
          <a:xfrm>
            <a:off x="516001" y="1681163"/>
            <a:ext cx="5400000" cy="823912"/>
          </a:xfrm>
        </p:spPr>
        <p:txBody>
          <a:bodyPr anchor="t"/>
          <a:lstStyle>
            <a:lvl1pPr marL="0" indent="0">
              <a:buNone/>
              <a:defRPr sz="24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9EA84F-FD1F-BAC2-8046-8983299085E8}"/>
              </a:ext>
            </a:extLst>
          </p:cNvPr>
          <p:cNvSpPr>
            <a:spLocks noGrp="1"/>
          </p:cNvSpPr>
          <p:nvPr>
            <p:ph sz="half" idx="2"/>
          </p:nvPr>
        </p:nvSpPr>
        <p:spPr>
          <a:xfrm>
            <a:off x="516001" y="2505075"/>
            <a:ext cx="540000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E65DBF64-FDEA-B621-4A52-5A1EC7D8731C}"/>
              </a:ext>
            </a:extLst>
          </p:cNvPr>
          <p:cNvSpPr>
            <a:spLocks noGrp="1"/>
          </p:cNvSpPr>
          <p:nvPr>
            <p:ph type="body" sz="quarter" idx="3"/>
          </p:nvPr>
        </p:nvSpPr>
        <p:spPr>
          <a:xfrm>
            <a:off x="6276000" y="1681163"/>
            <a:ext cx="5400000" cy="823912"/>
          </a:xfrm>
        </p:spPr>
        <p:txBody>
          <a:bodyPr anchor="t"/>
          <a:lstStyle>
            <a:lvl1pPr marL="0" indent="0">
              <a:buNone/>
              <a:defRPr sz="2400" b="1">
                <a:solidFill>
                  <a:schemeClr val="accent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7C6ABF-8EC2-A975-58E5-887C9D96A94F}"/>
              </a:ext>
            </a:extLst>
          </p:cNvPr>
          <p:cNvSpPr>
            <a:spLocks noGrp="1"/>
          </p:cNvSpPr>
          <p:nvPr>
            <p:ph sz="quarter" idx="4"/>
          </p:nvPr>
        </p:nvSpPr>
        <p:spPr>
          <a:xfrm>
            <a:off x="6276000" y="2505075"/>
            <a:ext cx="5400000" cy="368458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8" name="Footer Placeholder 7">
            <a:extLst>
              <a:ext uri="{FF2B5EF4-FFF2-40B4-BE49-F238E27FC236}">
                <a16:creationId xmlns:a16="http://schemas.microsoft.com/office/drawing/2014/main" id="{E93FDF2E-A52A-6137-A0DA-310FD4356D57}"/>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27D1ED1D-EC77-FD5D-38C5-FE40F4AD3EFA}"/>
              </a:ext>
            </a:extLst>
          </p:cNvPr>
          <p:cNvSpPr>
            <a:spLocks noGrp="1"/>
          </p:cNvSpPr>
          <p:nvPr>
            <p:ph type="sldNum" sz="quarter" idx="12"/>
          </p:nvPr>
        </p:nvSpPr>
        <p:spPr/>
        <p:txBody>
          <a:bodyPr/>
          <a:lstStyle/>
          <a:p>
            <a:fld id="{4055E60B-063F-7341-AAD1-65F55D97E323}" type="slidenum">
              <a:rPr lang="en-IL" smtClean="0"/>
              <a:t>‹#›</a:t>
            </a:fld>
            <a:endParaRPr lang="en-IL"/>
          </a:p>
        </p:txBody>
      </p:sp>
    </p:spTree>
    <p:extLst>
      <p:ext uri="{BB962C8B-B14F-4D97-AF65-F5344CB8AC3E}">
        <p14:creationId xmlns:p14="http://schemas.microsoft.com/office/powerpoint/2010/main" val="3351083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9C20-CAD9-FFD2-CE2D-5525543FBD6C}"/>
              </a:ext>
            </a:extLst>
          </p:cNvPr>
          <p:cNvSpPr>
            <a:spLocks noGrp="1"/>
          </p:cNvSpPr>
          <p:nvPr>
            <p:ph type="title"/>
          </p:nvPr>
        </p:nvSpPr>
        <p:spPr>
          <a:xfrm>
            <a:off x="516000" y="463295"/>
            <a:ext cx="4334296" cy="1305869"/>
          </a:xfrm>
        </p:spPr>
        <p:txBody>
          <a:bodyPr/>
          <a:lstStyle>
            <a:lvl1pPr>
              <a:defRPr>
                <a:solidFill>
                  <a:schemeClr val="tx2"/>
                </a:solidFill>
              </a:defRPr>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98003630-E937-E68D-BE93-B4C7018B16C7}"/>
              </a:ext>
            </a:extLst>
          </p:cNvPr>
          <p:cNvSpPr>
            <a:spLocks noGrp="1"/>
          </p:cNvSpPr>
          <p:nvPr>
            <p:ph idx="1"/>
          </p:nvPr>
        </p:nvSpPr>
        <p:spPr>
          <a:xfrm>
            <a:off x="516000" y="2045155"/>
            <a:ext cx="4334296" cy="39079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Footer Placeholder 4">
            <a:extLst>
              <a:ext uri="{FF2B5EF4-FFF2-40B4-BE49-F238E27FC236}">
                <a16:creationId xmlns:a16="http://schemas.microsoft.com/office/drawing/2014/main" id="{127F7D31-CDDE-39A3-0DD6-ED3E256F9F4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EFFE7FC2-5991-B5B8-9AD3-AE6D68AE9BA2}"/>
              </a:ext>
            </a:extLst>
          </p:cNvPr>
          <p:cNvSpPr>
            <a:spLocks noGrp="1"/>
          </p:cNvSpPr>
          <p:nvPr>
            <p:ph type="sldNum" sz="quarter" idx="12"/>
          </p:nvPr>
        </p:nvSpPr>
        <p:spPr/>
        <p:txBody>
          <a:bodyPr/>
          <a:lstStyle/>
          <a:p>
            <a:fld id="{4055E60B-063F-7341-AAD1-65F55D97E323}" type="slidenum">
              <a:rPr lang="en-IL" smtClean="0"/>
              <a:t>‹#›</a:t>
            </a:fld>
            <a:endParaRPr lang="en-IL"/>
          </a:p>
        </p:txBody>
      </p:sp>
      <p:sp>
        <p:nvSpPr>
          <p:cNvPr id="8" name="Picture Placeholder 7">
            <a:extLst>
              <a:ext uri="{FF2B5EF4-FFF2-40B4-BE49-F238E27FC236}">
                <a16:creationId xmlns:a16="http://schemas.microsoft.com/office/drawing/2014/main" id="{CF33FC7A-6F25-BD5D-6C1C-94F77D57221C}"/>
              </a:ext>
            </a:extLst>
          </p:cNvPr>
          <p:cNvSpPr>
            <a:spLocks noGrp="1"/>
          </p:cNvSpPr>
          <p:nvPr>
            <p:ph type="pic" sz="quarter" idx="13" hasCustomPrompt="1"/>
          </p:nvPr>
        </p:nvSpPr>
        <p:spPr>
          <a:xfrm>
            <a:off x="5072063" y="1076325"/>
            <a:ext cx="6357937" cy="4095749"/>
          </a:xfrm>
          <a:prstGeom prst="roundRect">
            <a:avLst>
              <a:gd name="adj" fmla="val 2501"/>
            </a:avLst>
          </a:prstGeom>
          <a:solidFill>
            <a:schemeClr val="bg2"/>
          </a:solidFill>
        </p:spPr>
        <p:txBody>
          <a:bodyPr lIns="90000" tIns="1080000"/>
          <a:lstStyle>
            <a:lvl1pPr marL="0" indent="0" algn="ctr">
              <a:buFontTx/>
              <a:buNone/>
              <a:defRPr sz="1050" b="1"/>
            </a:lvl1pPr>
          </a:lstStyle>
          <a:p>
            <a:pPr marL="0" marR="0" lvl="0" indent="0" algn="ctr" defTabSz="914400" rtl="0" eaLnBrk="1" fontAlgn="auto" latinLnBrk="0" hangingPunct="1">
              <a:lnSpc>
                <a:spcPct val="100000"/>
              </a:lnSpc>
              <a:spcBef>
                <a:spcPts val="800"/>
              </a:spcBef>
              <a:spcAft>
                <a:spcPts val="0"/>
              </a:spcAft>
              <a:buClrTx/>
              <a:buSzTx/>
              <a:buFontTx/>
              <a:buNone/>
              <a:tabLst/>
              <a:defRPr/>
            </a:pPr>
            <a:r>
              <a:rPr lang="en-US"/>
              <a:t>Drag &amp; drop photo here or click icon to add picture</a:t>
            </a:r>
            <a:endParaRPr lang="en-IL"/>
          </a:p>
        </p:txBody>
      </p:sp>
    </p:spTree>
    <p:extLst>
      <p:ext uri="{BB962C8B-B14F-4D97-AF65-F5344CB8AC3E}">
        <p14:creationId xmlns:p14="http://schemas.microsoft.com/office/powerpoint/2010/main" val="1582661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9C20-CAD9-FFD2-CE2D-5525543FBD6C}"/>
              </a:ext>
            </a:extLst>
          </p:cNvPr>
          <p:cNvSpPr>
            <a:spLocks noGrp="1"/>
          </p:cNvSpPr>
          <p:nvPr>
            <p:ph type="title"/>
          </p:nvPr>
        </p:nvSpPr>
        <p:spPr>
          <a:xfrm>
            <a:off x="515999" y="463295"/>
            <a:ext cx="6401635" cy="1305869"/>
          </a:xfrm>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98003630-E937-E68D-BE93-B4C7018B16C7}"/>
              </a:ext>
            </a:extLst>
          </p:cNvPr>
          <p:cNvSpPr>
            <a:spLocks noGrp="1"/>
          </p:cNvSpPr>
          <p:nvPr>
            <p:ph idx="1"/>
          </p:nvPr>
        </p:nvSpPr>
        <p:spPr>
          <a:xfrm>
            <a:off x="515999" y="2045155"/>
            <a:ext cx="6401635" cy="39079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Footer Placeholder 4">
            <a:extLst>
              <a:ext uri="{FF2B5EF4-FFF2-40B4-BE49-F238E27FC236}">
                <a16:creationId xmlns:a16="http://schemas.microsoft.com/office/drawing/2014/main" id="{127F7D31-CDDE-39A3-0DD6-ED3E256F9F4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EFFE7FC2-5991-B5B8-9AD3-AE6D68AE9BA2}"/>
              </a:ext>
            </a:extLst>
          </p:cNvPr>
          <p:cNvSpPr>
            <a:spLocks noGrp="1"/>
          </p:cNvSpPr>
          <p:nvPr>
            <p:ph type="sldNum" sz="quarter" idx="12"/>
          </p:nvPr>
        </p:nvSpPr>
        <p:spPr/>
        <p:txBody>
          <a:bodyPr/>
          <a:lstStyle/>
          <a:p>
            <a:fld id="{4055E60B-063F-7341-AAD1-65F55D97E323}" type="slidenum">
              <a:rPr lang="en-IL" smtClean="0"/>
              <a:t>‹#›</a:t>
            </a:fld>
            <a:endParaRPr lang="en-IL"/>
          </a:p>
        </p:txBody>
      </p:sp>
      <p:sp>
        <p:nvSpPr>
          <p:cNvPr id="4" name="Рисунок 13">
            <a:extLst>
              <a:ext uri="{FF2B5EF4-FFF2-40B4-BE49-F238E27FC236}">
                <a16:creationId xmlns:a16="http://schemas.microsoft.com/office/drawing/2014/main" id="{703DF917-C371-2EE1-EEC8-B1EF6E5FFAE3}"/>
              </a:ext>
            </a:extLst>
          </p:cNvPr>
          <p:cNvSpPr>
            <a:spLocks noGrp="1"/>
          </p:cNvSpPr>
          <p:nvPr>
            <p:ph type="pic" sz="quarter" idx="24" hasCustomPrompt="1"/>
          </p:nvPr>
        </p:nvSpPr>
        <p:spPr>
          <a:xfrm>
            <a:off x="7895965" y="554724"/>
            <a:ext cx="2689989" cy="5748552"/>
          </a:xfrm>
          <a:custGeom>
            <a:avLst/>
            <a:gdLst>
              <a:gd name="connsiteX0" fmla="*/ 466924 w 4408266"/>
              <a:gd name="connsiteY0" fmla="*/ 0 h 9420405"/>
              <a:gd name="connsiteX1" fmla="*/ 1057794 w 4408266"/>
              <a:gd name="connsiteY1" fmla="*/ 0 h 9420405"/>
              <a:gd name="connsiteX2" fmla="*/ 1057794 w 4408266"/>
              <a:gd name="connsiteY2" fmla="*/ 111037 h 9420405"/>
              <a:gd name="connsiteX3" fmla="*/ 1248692 w 4408266"/>
              <a:gd name="connsiteY3" fmla="*/ 301936 h 9420405"/>
              <a:gd name="connsiteX4" fmla="*/ 3161000 w 4408266"/>
              <a:gd name="connsiteY4" fmla="*/ 301936 h 9420405"/>
              <a:gd name="connsiteX5" fmla="*/ 3351900 w 4408266"/>
              <a:gd name="connsiteY5" fmla="*/ 111037 h 9420405"/>
              <a:gd name="connsiteX6" fmla="*/ 3351900 w 4408266"/>
              <a:gd name="connsiteY6" fmla="*/ 0 h 9420405"/>
              <a:gd name="connsiteX7" fmla="*/ 3941342 w 4408266"/>
              <a:gd name="connsiteY7" fmla="*/ 0 h 9420405"/>
              <a:gd name="connsiteX8" fmla="*/ 4408266 w 4408266"/>
              <a:gd name="connsiteY8" fmla="*/ 466923 h 9420405"/>
              <a:gd name="connsiteX9" fmla="*/ 4408266 w 4408266"/>
              <a:gd name="connsiteY9" fmla="*/ 8953482 h 9420405"/>
              <a:gd name="connsiteX10" fmla="*/ 3941342 w 4408266"/>
              <a:gd name="connsiteY10" fmla="*/ 9420405 h 9420405"/>
              <a:gd name="connsiteX11" fmla="*/ 466924 w 4408266"/>
              <a:gd name="connsiteY11" fmla="*/ 9420405 h 9420405"/>
              <a:gd name="connsiteX12" fmla="*/ 0 w 4408266"/>
              <a:gd name="connsiteY12" fmla="*/ 8953482 h 9420405"/>
              <a:gd name="connsiteX13" fmla="*/ 0 w 4408266"/>
              <a:gd name="connsiteY13" fmla="*/ 466923 h 9420405"/>
              <a:gd name="connsiteX14" fmla="*/ 466924 w 4408266"/>
              <a:gd name="connsiteY14" fmla="*/ 0 h 9420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08266" h="9420405">
                <a:moveTo>
                  <a:pt x="466924" y="0"/>
                </a:moveTo>
                <a:lnTo>
                  <a:pt x="1057794" y="0"/>
                </a:lnTo>
                <a:lnTo>
                  <a:pt x="1057794" y="111037"/>
                </a:lnTo>
                <a:cubicBezTo>
                  <a:pt x="1057794" y="216468"/>
                  <a:pt x="1143262" y="301936"/>
                  <a:pt x="1248692" y="301936"/>
                </a:cubicBezTo>
                <a:lnTo>
                  <a:pt x="3161000" y="301936"/>
                </a:lnTo>
                <a:cubicBezTo>
                  <a:pt x="3266430" y="301936"/>
                  <a:pt x="3351900" y="216468"/>
                  <a:pt x="3351900" y="111037"/>
                </a:cubicBezTo>
                <a:lnTo>
                  <a:pt x="3351900" y="0"/>
                </a:lnTo>
                <a:lnTo>
                  <a:pt x="3941342" y="0"/>
                </a:lnTo>
                <a:cubicBezTo>
                  <a:pt x="4199216" y="0"/>
                  <a:pt x="4408266" y="209049"/>
                  <a:pt x="4408266" y="466923"/>
                </a:cubicBezTo>
                <a:lnTo>
                  <a:pt x="4408266" y="8953482"/>
                </a:lnTo>
                <a:cubicBezTo>
                  <a:pt x="4408266" y="9211356"/>
                  <a:pt x="4199216" y="9420405"/>
                  <a:pt x="3941342" y="9420405"/>
                </a:cubicBezTo>
                <a:lnTo>
                  <a:pt x="466924" y="9420405"/>
                </a:lnTo>
                <a:cubicBezTo>
                  <a:pt x="209050" y="9420405"/>
                  <a:pt x="0" y="9211356"/>
                  <a:pt x="0" y="8953482"/>
                </a:cubicBezTo>
                <a:lnTo>
                  <a:pt x="0" y="466923"/>
                </a:lnTo>
                <a:cubicBezTo>
                  <a:pt x="0" y="209049"/>
                  <a:pt x="209050" y="0"/>
                  <a:pt x="466924" y="0"/>
                </a:cubicBezTo>
                <a:close/>
              </a:path>
            </a:pathLst>
          </a:cu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wrap="square" lIns="360000" tIns="2015999" rIns="360000" bIns="0" rtlCol="0" anchor="t">
            <a:noAutofit/>
          </a:bodyPr>
          <a:lstStyle>
            <a:lvl1pPr marL="0" indent="0" algn="ctr">
              <a:buFontTx/>
              <a:buNone/>
              <a:defRPr lang="en-US" sz="1050" b="1">
                <a:solidFill>
                  <a:schemeClr val="tx2"/>
                </a:solidFill>
              </a:defRPr>
            </a:lvl1pPr>
          </a:lstStyle>
          <a:p>
            <a:pPr marL="0" marR="0" lvl="0" indent="0" algn="ctr" defTabSz="914400" rtl="0" eaLnBrk="1" fontAlgn="auto" latinLnBrk="0" hangingPunct="1">
              <a:lnSpc>
                <a:spcPct val="100000"/>
              </a:lnSpc>
              <a:spcBef>
                <a:spcPts val="800"/>
              </a:spcBef>
              <a:spcAft>
                <a:spcPts val="0"/>
              </a:spcAft>
              <a:buClrTx/>
              <a:buSzTx/>
              <a:buFontTx/>
              <a:buNone/>
              <a:tabLst/>
              <a:defRPr/>
            </a:pPr>
            <a:r>
              <a:rPr lang="en-US"/>
              <a:t>Drag &amp; drop photo here or click icon to add picture</a:t>
            </a:r>
            <a:endParaRPr lang="en-IL"/>
          </a:p>
        </p:txBody>
      </p:sp>
    </p:spTree>
    <p:extLst>
      <p:ext uri="{BB962C8B-B14F-4D97-AF65-F5344CB8AC3E}">
        <p14:creationId xmlns:p14="http://schemas.microsoft.com/office/powerpoint/2010/main" val="2399088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86843-798F-9528-D4D9-3655F6C012CE}"/>
              </a:ext>
            </a:extLst>
          </p:cNvPr>
          <p:cNvSpPr>
            <a:spLocks noGrp="1"/>
          </p:cNvSpPr>
          <p:nvPr>
            <p:ph type="title"/>
          </p:nvPr>
        </p:nvSpPr>
        <p:spPr/>
        <p:txBody>
          <a:bodyPr/>
          <a:lstStyle/>
          <a:p>
            <a:r>
              <a:rPr lang="en-US"/>
              <a:t>Click to edit Master title style</a:t>
            </a:r>
            <a:endParaRPr lang="en-IL"/>
          </a:p>
        </p:txBody>
      </p:sp>
      <p:sp>
        <p:nvSpPr>
          <p:cNvPr id="4" name="Footer Placeholder 3">
            <a:extLst>
              <a:ext uri="{FF2B5EF4-FFF2-40B4-BE49-F238E27FC236}">
                <a16:creationId xmlns:a16="http://schemas.microsoft.com/office/drawing/2014/main" id="{623617FA-3534-F19B-98B2-AE7DCF46A23C}"/>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D1368E83-62E0-E2E2-274E-E676247B0C9C}"/>
              </a:ext>
            </a:extLst>
          </p:cNvPr>
          <p:cNvSpPr>
            <a:spLocks noGrp="1"/>
          </p:cNvSpPr>
          <p:nvPr>
            <p:ph type="sldNum" sz="quarter" idx="12"/>
          </p:nvPr>
        </p:nvSpPr>
        <p:spPr/>
        <p:txBody>
          <a:bodyPr/>
          <a:lstStyle/>
          <a:p>
            <a:fld id="{4055E60B-063F-7341-AAD1-65F55D97E323}" type="slidenum">
              <a:rPr lang="en-IL" smtClean="0"/>
              <a:t>‹#›</a:t>
            </a:fld>
            <a:endParaRPr lang="en-IL"/>
          </a:p>
        </p:txBody>
      </p:sp>
    </p:spTree>
    <p:extLst>
      <p:ext uri="{BB962C8B-B14F-4D97-AF65-F5344CB8AC3E}">
        <p14:creationId xmlns:p14="http://schemas.microsoft.com/office/powerpoint/2010/main" val="36206874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hank you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59DDDC-957F-114E-5FCD-A9EC022B3109}"/>
              </a:ext>
            </a:extLst>
          </p:cNvPr>
          <p:cNvSpPr/>
          <p:nvPr userDrawn="1"/>
        </p:nvSpPr>
        <p:spPr>
          <a:xfrm>
            <a:off x="1" y="0"/>
            <a:ext cx="7920000" cy="6858000"/>
          </a:xfrm>
          <a:prstGeom prst="rect">
            <a:avLst/>
          </a:prstGeom>
          <a:gradFill>
            <a:gsLst>
              <a:gs pos="15000">
                <a:schemeClr val="tx2">
                  <a:alpha val="80000"/>
                </a:schemeClr>
              </a:gs>
              <a:gs pos="100000">
                <a:schemeClr val="tx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p>
        </p:txBody>
      </p:sp>
      <p:grpSp>
        <p:nvGrpSpPr>
          <p:cNvPr id="10" name="Group 9">
            <a:extLst>
              <a:ext uri="{FF2B5EF4-FFF2-40B4-BE49-F238E27FC236}">
                <a16:creationId xmlns:a16="http://schemas.microsoft.com/office/drawing/2014/main" id="{F8D0E3BD-378B-80F3-2D20-131BC3DE9F95}"/>
              </a:ext>
            </a:extLst>
          </p:cNvPr>
          <p:cNvGrpSpPr>
            <a:grpSpLocks noChangeAspect="1"/>
          </p:cNvGrpSpPr>
          <p:nvPr userDrawn="1"/>
        </p:nvGrpSpPr>
        <p:grpSpPr>
          <a:xfrm>
            <a:off x="685274" y="4830420"/>
            <a:ext cx="1692000" cy="342004"/>
            <a:chOff x="10307382" y="4588869"/>
            <a:chExt cx="1008089" cy="203766"/>
          </a:xfrm>
        </p:grpSpPr>
        <p:sp>
          <p:nvSpPr>
            <p:cNvPr id="11" name="Freeform 10">
              <a:extLst>
                <a:ext uri="{FF2B5EF4-FFF2-40B4-BE49-F238E27FC236}">
                  <a16:creationId xmlns:a16="http://schemas.microsoft.com/office/drawing/2014/main" id="{D47D4FB8-58A8-DFCE-D26E-22DFD7BFC978}"/>
                </a:ext>
              </a:extLst>
            </p:cNvPr>
            <p:cNvSpPr/>
            <p:nvPr/>
          </p:nvSpPr>
          <p:spPr>
            <a:xfrm>
              <a:off x="10804619" y="4588869"/>
              <a:ext cx="510852" cy="203766"/>
            </a:xfrm>
            <a:custGeom>
              <a:avLst/>
              <a:gdLst>
                <a:gd name="connsiteX0" fmla="*/ 457660 w 510852"/>
                <a:gd name="connsiteY0" fmla="*/ 123534 h 203766"/>
                <a:gd name="connsiteX1" fmla="*/ 472483 w 510852"/>
                <a:gd name="connsiteY1" fmla="*/ 123534 h 203766"/>
                <a:gd name="connsiteX2" fmla="*/ 477818 w 510852"/>
                <a:gd name="connsiteY2" fmla="*/ 108320 h 203766"/>
                <a:gd name="connsiteX3" fmla="*/ 407749 w 510852"/>
                <a:gd name="connsiteY3" fmla="*/ 108320 h 203766"/>
                <a:gd name="connsiteX4" fmla="*/ 432442 w 510852"/>
                <a:gd name="connsiteY4" fmla="*/ 139866 h 203766"/>
                <a:gd name="connsiteX5" fmla="*/ 457669 w 510852"/>
                <a:gd name="connsiteY5" fmla="*/ 123534 h 203766"/>
                <a:gd name="connsiteX6" fmla="*/ 407758 w 510852"/>
                <a:gd name="connsiteY6" fmla="*/ 91615 h 203766"/>
                <a:gd name="connsiteX7" fmla="*/ 457669 w 510852"/>
                <a:gd name="connsiteY7" fmla="*/ 91615 h 203766"/>
                <a:gd name="connsiteX8" fmla="*/ 432442 w 510852"/>
                <a:gd name="connsiteY8" fmla="*/ 67032 h 203766"/>
                <a:gd name="connsiteX9" fmla="*/ 407749 w 510852"/>
                <a:gd name="connsiteY9" fmla="*/ 91615 h 203766"/>
                <a:gd name="connsiteX10" fmla="*/ 499941 w 510852"/>
                <a:gd name="connsiteY10" fmla="*/ 0 h 203766"/>
                <a:gd name="connsiteX11" fmla="*/ 248459 w 510852"/>
                <a:gd name="connsiteY11" fmla="*/ 0 h 203766"/>
                <a:gd name="connsiteX12" fmla="*/ 248459 w 510852"/>
                <a:gd name="connsiteY12" fmla="*/ 158913 h 203766"/>
                <a:gd name="connsiteX13" fmla="*/ 221792 w 510852"/>
                <a:gd name="connsiteY13" fmla="*/ 158913 h 203766"/>
                <a:gd name="connsiteX14" fmla="*/ 222859 w 510852"/>
                <a:gd name="connsiteY14" fmla="*/ 142208 h 203766"/>
                <a:gd name="connsiteX15" fmla="*/ 222005 w 510852"/>
                <a:gd name="connsiteY15" fmla="*/ 142208 h 203766"/>
                <a:gd name="connsiteX16" fmla="*/ 187185 w 510852"/>
                <a:gd name="connsiteY16" fmla="*/ 160191 h 203766"/>
                <a:gd name="connsiteX17" fmla="*/ 144521 w 510852"/>
                <a:gd name="connsiteY17" fmla="*/ 100016 h 203766"/>
                <a:gd name="connsiteX18" fmla="*/ 187185 w 510852"/>
                <a:gd name="connsiteY18" fmla="*/ 46389 h 203766"/>
                <a:gd name="connsiteX19" fmla="*/ 220725 w 510852"/>
                <a:gd name="connsiteY19" fmla="*/ 62348 h 203766"/>
                <a:gd name="connsiteX20" fmla="*/ 221792 w 510852"/>
                <a:gd name="connsiteY20" fmla="*/ 62348 h 203766"/>
                <a:gd name="connsiteX21" fmla="*/ 221792 w 510852"/>
                <a:gd name="connsiteY21" fmla="*/ 0 h 203766"/>
                <a:gd name="connsiteX22" fmla="*/ 81922 w 510852"/>
                <a:gd name="connsiteY22" fmla="*/ 0 h 203766"/>
                <a:gd name="connsiteX23" fmla="*/ 61443 w 510852"/>
                <a:gd name="connsiteY23" fmla="*/ 14576 h 203766"/>
                <a:gd name="connsiteX24" fmla="*/ 49075 w 510852"/>
                <a:gd name="connsiteY24" fmla="*/ 50540 h 203766"/>
                <a:gd name="connsiteX25" fmla="*/ 78134 w 510852"/>
                <a:gd name="connsiteY25" fmla="*/ 46389 h 203766"/>
                <a:gd name="connsiteX26" fmla="*/ 130178 w 510852"/>
                <a:gd name="connsiteY26" fmla="*/ 108320 h 203766"/>
                <a:gd name="connsiteX27" fmla="*/ 53494 w 510852"/>
                <a:gd name="connsiteY27" fmla="*/ 108320 h 203766"/>
                <a:gd name="connsiteX28" fmla="*/ 78134 w 510852"/>
                <a:gd name="connsiteY28" fmla="*/ 139866 h 203766"/>
                <a:gd name="connsiteX29" fmla="*/ 103414 w 510852"/>
                <a:gd name="connsiteY29" fmla="*/ 123534 h 203766"/>
                <a:gd name="connsiteX30" fmla="*/ 130080 w 510852"/>
                <a:gd name="connsiteY30" fmla="*/ 123534 h 203766"/>
                <a:gd name="connsiteX31" fmla="*/ 78036 w 510852"/>
                <a:gd name="connsiteY31" fmla="*/ 160191 h 203766"/>
                <a:gd name="connsiteX32" fmla="*/ 26845 w 510852"/>
                <a:gd name="connsiteY32" fmla="*/ 114228 h 203766"/>
                <a:gd name="connsiteX33" fmla="*/ 872 w 510852"/>
                <a:gd name="connsiteY33" fmla="*/ 189245 h 203766"/>
                <a:gd name="connsiteX34" fmla="*/ 11266 w 510852"/>
                <a:gd name="connsiteY34" fmla="*/ 203767 h 203766"/>
                <a:gd name="connsiteX35" fmla="*/ 283226 w 510852"/>
                <a:gd name="connsiteY35" fmla="*/ 203767 h 203766"/>
                <a:gd name="connsiteX36" fmla="*/ 267230 w 510852"/>
                <a:gd name="connsiteY36" fmla="*/ 170411 h 203766"/>
                <a:gd name="connsiteX37" fmla="*/ 292296 w 510852"/>
                <a:gd name="connsiteY37" fmla="*/ 170411 h 203766"/>
                <a:gd name="connsiteX38" fmla="*/ 313095 w 510852"/>
                <a:gd name="connsiteY38" fmla="*/ 187967 h 203766"/>
                <a:gd name="connsiteX39" fmla="*/ 340713 w 510852"/>
                <a:gd name="connsiteY39" fmla="*/ 164236 h 203766"/>
                <a:gd name="connsiteX40" fmla="*/ 340713 w 510852"/>
                <a:gd name="connsiteY40" fmla="*/ 142954 h 203766"/>
                <a:gd name="connsiteX41" fmla="*/ 340073 w 510852"/>
                <a:gd name="connsiteY41" fmla="*/ 142954 h 203766"/>
                <a:gd name="connsiteX42" fmla="*/ 305252 w 510852"/>
                <a:gd name="connsiteY42" fmla="*/ 160084 h 203766"/>
                <a:gd name="connsiteX43" fmla="*/ 262588 w 510852"/>
                <a:gd name="connsiteY43" fmla="*/ 106510 h 203766"/>
                <a:gd name="connsiteX44" fmla="*/ 305252 w 510852"/>
                <a:gd name="connsiteY44" fmla="*/ 46282 h 203766"/>
                <a:gd name="connsiteX45" fmla="*/ 340073 w 510852"/>
                <a:gd name="connsiteY45" fmla="*/ 64318 h 203766"/>
                <a:gd name="connsiteX46" fmla="*/ 340926 w 510852"/>
                <a:gd name="connsiteY46" fmla="*/ 64318 h 203766"/>
                <a:gd name="connsiteX47" fmla="*/ 339966 w 510852"/>
                <a:gd name="connsiteY47" fmla="*/ 47879 h 203766"/>
                <a:gd name="connsiteX48" fmla="*/ 366633 w 510852"/>
                <a:gd name="connsiteY48" fmla="*/ 47879 h 203766"/>
                <a:gd name="connsiteX49" fmla="*/ 366633 w 510852"/>
                <a:gd name="connsiteY49" fmla="*/ 158700 h 203766"/>
                <a:gd name="connsiteX50" fmla="*/ 346422 w 510852"/>
                <a:gd name="connsiteY50" fmla="*/ 203758 h 203766"/>
                <a:gd name="connsiteX51" fmla="*/ 429072 w 510852"/>
                <a:gd name="connsiteY51" fmla="*/ 203758 h 203766"/>
                <a:gd name="connsiteX52" fmla="*/ 449550 w 510852"/>
                <a:gd name="connsiteY52" fmla="*/ 189236 h 203766"/>
                <a:gd name="connsiteX53" fmla="*/ 460212 w 510852"/>
                <a:gd name="connsiteY53" fmla="*/ 158328 h 203766"/>
                <a:gd name="connsiteX54" fmla="*/ 432220 w 510852"/>
                <a:gd name="connsiteY54" fmla="*/ 160191 h 203766"/>
                <a:gd name="connsiteX55" fmla="*/ 380816 w 510852"/>
                <a:gd name="connsiteY55" fmla="*/ 103636 h 203766"/>
                <a:gd name="connsiteX56" fmla="*/ 432220 w 510852"/>
                <a:gd name="connsiteY56" fmla="*/ 46389 h 203766"/>
                <a:gd name="connsiteX57" fmla="*/ 483784 w 510852"/>
                <a:gd name="connsiteY57" fmla="*/ 90391 h 203766"/>
                <a:gd name="connsiteX58" fmla="*/ 509971 w 510852"/>
                <a:gd name="connsiteY58" fmla="*/ 14789 h 203766"/>
                <a:gd name="connsiteX59" fmla="*/ 499950 w 510852"/>
                <a:gd name="connsiteY59" fmla="*/ 0 h 203766"/>
                <a:gd name="connsiteX60" fmla="*/ 221276 w 510852"/>
                <a:gd name="connsiteY60" fmla="*/ 100016 h 203766"/>
                <a:gd name="connsiteX61" fmla="*/ 194929 w 510852"/>
                <a:gd name="connsiteY61" fmla="*/ 66766 h 203766"/>
                <a:gd name="connsiteX62" fmla="*/ 171143 w 510852"/>
                <a:gd name="connsiteY62" fmla="*/ 100016 h 203766"/>
                <a:gd name="connsiteX63" fmla="*/ 194929 w 510852"/>
                <a:gd name="connsiteY63" fmla="*/ 139866 h 203766"/>
                <a:gd name="connsiteX64" fmla="*/ 221276 w 510852"/>
                <a:gd name="connsiteY64" fmla="*/ 100016 h 203766"/>
                <a:gd name="connsiteX65" fmla="*/ 78152 w 510852"/>
                <a:gd name="connsiteY65" fmla="*/ 66766 h 203766"/>
                <a:gd name="connsiteX66" fmla="*/ 53512 w 510852"/>
                <a:gd name="connsiteY66" fmla="*/ 91349 h 203766"/>
                <a:gd name="connsiteX67" fmla="*/ 103422 w 510852"/>
                <a:gd name="connsiteY67" fmla="*/ 91349 h 203766"/>
                <a:gd name="connsiteX68" fmla="*/ 78143 w 510852"/>
                <a:gd name="connsiteY68" fmla="*/ 66766 h 203766"/>
                <a:gd name="connsiteX69" fmla="*/ 339966 w 510852"/>
                <a:gd name="connsiteY69" fmla="*/ 100016 h 203766"/>
                <a:gd name="connsiteX70" fmla="*/ 313299 w 510852"/>
                <a:gd name="connsiteY70" fmla="*/ 66766 h 203766"/>
                <a:gd name="connsiteX71" fmla="*/ 289513 w 510852"/>
                <a:gd name="connsiteY71" fmla="*/ 100016 h 203766"/>
                <a:gd name="connsiteX72" fmla="*/ 313299 w 510852"/>
                <a:gd name="connsiteY72" fmla="*/ 139866 h 203766"/>
                <a:gd name="connsiteX73" fmla="*/ 339966 w 510852"/>
                <a:gd name="connsiteY73" fmla="*/ 100016 h 203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510852" h="203766">
                  <a:moveTo>
                    <a:pt x="457660" y="123534"/>
                  </a:moveTo>
                  <a:lnTo>
                    <a:pt x="472483" y="123534"/>
                  </a:lnTo>
                  <a:lnTo>
                    <a:pt x="477818" y="108320"/>
                  </a:lnTo>
                  <a:lnTo>
                    <a:pt x="407749" y="108320"/>
                  </a:lnTo>
                  <a:cubicBezTo>
                    <a:pt x="407749" y="132264"/>
                    <a:pt x="408390" y="139866"/>
                    <a:pt x="432442" y="139866"/>
                  </a:cubicBezTo>
                  <a:cubicBezTo>
                    <a:pt x="447265" y="139866"/>
                    <a:pt x="457669" y="139866"/>
                    <a:pt x="457669" y="123534"/>
                  </a:cubicBezTo>
                  <a:moveTo>
                    <a:pt x="407758" y="91615"/>
                  </a:moveTo>
                  <a:lnTo>
                    <a:pt x="457669" y="91615"/>
                  </a:lnTo>
                  <a:cubicBezTo>
                    <a:pt x="457669" y="68736"/>
                    <a:pt x="454308" y="67032"/>
                    <a:pt x="432442" y="67032"/>
                  </a:cubicBezTo>
                  <a:cubicBezTo>
                    <a:pt x="409243" y="67032"/>
                    <a:pt x="407749" y="71876"/>
                    <a:pt x="407749" y="91615"/>
                  </a:cubicBezTo>
                  <a:moveTo>
                    <a:pt x="499941" y="0"/>
                  </a:moveTo>
                  <a:lnTo>
                    <a:pt x="248459" y="0"/>
                  </a:lnTo>
                  <a:lnTo>
                    <a:pt x="248459" y="158913"/>
                  </a:lnTo>
                  <a:lnTo>
                    <a:pt x="221792" y="158913"/>
                  </a:lnTo>
                  <a:lnTo>
                    <a:pt x="222859" y="142208"/>
                  </a:lnTo>
                  <a:lnTo>
                    <a:pt x="222005" y="142208"/>
                  </a:lnTo>
                  <a:cubicBezTo>
                    <a:pt x="215230" y="156837"/>
                    <a:pt x="202914" y="160191"/>
                    <a:pt x="187185" y="160191"/>
                  </a:cubicBezTo>
                  <a:cubicBezTo>
                    <a:pt x="145748" y="160191"/>
                    <a:pt x="144521" y="134118"/>
                    <a:pt x="144521" y="100016"/>
                  </a:cubicBezTo>
                  <a:cubicBezTo>
                    <a:pt x="144521" y="65914"/>
                    <a:pt x="149003" y="46389"/>
                    <a:pt x="187185" y="46389"/>
                  </a:cubicBezTo>
                  <a:cubicBezTo>
                    <a:pt x="200780" y="46389"/>
                    <a:pt x="215016" y="48943"/>
                    <a:pt x="220725" y="62348"/>
                  </a:cubicBezTo>
                  <a:lnTo>
                    <a:pt x="221792" y="62348"/>
                  </a:lnTo>
                  <a:lnTo>
                    <a:pt x="221792" y="0"/>
                  </a:lnTo>
                  <a:lnTo>
                    <a:pt x="81922" y="0"/>
                  </a:lnTo>
                  <a:cubicBezTo>
                    <a:pt x="72745" y="213"/>
                    <a:pt x="64636" y="5988"/>
                    <a:pt x="61443" y="14576"/>
                  </a:cubicBezTo>
                  <a:lnTo>
                    <a:pt x="49075" y="50540"/>
                  </a:lnTo>
                  <a:cubicBezTo>
                    <a:pt x="58429" y="47418"/>
                    <a:pt x="68281" y="46016"/>
                    <a:pt x="78134" y="46389"/>
                  </a:cubicBezTo>
                  <a:cubicBezTo>
                    <a:pt x="123989" y="46389"/>
                    <a:pt x="130178" y="59740"/>
                    <a:pt x="130178" y="108320"/>
                  </a:cubicBezTo>
                  <a:lnTo>
                    <a:pt x="53494" y="108320"/>
                  </a:lnTo>
                  <a:cubicBezTo>
                    <a:pt x="53494" y="132264"/>
                    <a:pt x="54134" y="139866"/>
                    <a:pt x="78134" y="139866"/>
                  </a:cubicBezTo>
                  <a:cubicBezTo>
                    <a:pt x="93010" y="139866"/>
                    <a:pt x="103414" y="139866"/>
                    <a:pt x="103414" y="123534"/>
                  </a:cubicBezTo>
                  <a:lnTo>
                    <a:pt x="130080" y="123534"/>
                  </a:lnTo>
                  <a:cubicBezTo>
                    <a:pt x="130080" y="158541"/>
                    <a:pt x="109869" y="160191"/>
                    <a:pt x="78036" y="160191"/>
                  </a:cubicBezTo>
                  <a:cubicBezTo>
                    <a:pt x="39107" y="160191"/>
                    <a:pt x="28445" y="148862"/>
                    <a:pt x="26845" y="114228"/>
                  </a:cubicBezTo>
                  <a:lnTo>
                    <a:pt x="872" y="189245"/>
                  </a:lnTo>
                  <a:cubicBezTo>
                    <a:pt x="872" y="189245"/>
                    <a:pt x="-4464" y="203767"/>
                    <a:pt x="11266" y="203767"/>
                  </a:cubicBezTo>
                  <a:lnTo>
                    <a:pt x="283226" y="203767"/>
                  </a:lnTo>
                  <a:cubicBezTo>
                    <a:pt x="272565" y="198923"/>
                    <a:pt x="266483" y="189298"/>
                    <a:pt x="267230" y="170411"/>
                  </a:cubicBezTo>
                  <a:lnTo>
                    <a:pt x="292296" y="170411"/>
                  </a:lnTo>
                  <a:cubicBezTo>
                    <a:pt x="292296" y="185625"/>
                    <a:pt x="298005" y="187967"/>
                    <a:pt x="313095" y="187967"/>
                  </a:cubicBezTo>
                  <a:cubicBezTo>
                    <a:pt x="335813" y="187967"/>
                    <a:pt x="340713" y="183283"/>
                    <a:pt x="340713" y="164236"/>
                  </a:cubicBezTo>
                  <a:lnTo>
                    <a:pt x="340713" y="142954"/>
                  </a:lnTo>
                  <a:lnTo>
                    <a:pt x="340073" y="142954"/>
                  </a:lnTo>
                  <a:cubicBezTo>
                    <a:pt x="333030" y="157529"/>
                    <a:pt x="318741" y="160084"/>
                    <a:pt x="305252" y="160084"/>
                  </a:cubicBezTo>
                  <a:cubicBezTo>
                    <a:pt x="267016" y="160084"/>
                    <a:pt x="262588" y="139121"/>
                    <a:pt x="262588" y="106510"/>
                  </a:cubicBezTo>
                  <a:cubicBezTo>
                    <a:pt x="262588" y="73899"/>
                    <a:pt x="263869" y="46282"/>
                    <a:pt x="305252" y="46282"/>
                  </a:cubicBezTo>
                  <a:cubicBezTo>
                    <a:pt x="320928" y="46282"/>
                    <a:pt x="333244" y="49689"/>
                    <a:pt x="340073" y="64318"/>
                  </a:cubicBezTo>
                  <a:lnTo>
                    <a:pt x="340926" y="64318"/>
                  </a:lnTo>
                  <a:lnTo>
                    <a:pt x="339966" y="47879"/>
                  </a:lnTo>
                  <a:lnTo>
                    <a:pt x="366633" y="47879"/>
                  </a:lnTo>
                  <a:lnTo>
                    <a:pt x="366633" y="158700"/>
                  </a:lnTo>
                  <a:cubicBezTo>
                    <a:pt x="366633" y="184614"/>
                    <a:pt x="361298" y="197752"/>
                    <a:pt x="346422" y="203758"/>
                  </a:cubicBezTo>
                  <a:lnTo>
                    <a:pt x="429072" y="203758"/>
                  </a:lnTo>
                  <a:cubicBezTo>
                    <a:pt x="438231" y="203554"/>
                    <a:pt x="446340" y="197797"/>
                    <a:pt x="449550" y="189236"/>
                  </a:cubicBezTo>
                  <a:lnTo>
                    <a:pt x="460212" y="158328"/>
                  </a:lnTo>
                  <a:cubicBezTo>
                    <a:pt x="450964" y="159871"/>
                    <a:pt x="441583" y="160492"/>
                    <a:pt x="432220" y="160191"/>
                  </a:cubicBezTo>
                  <a:cubicBezTo>
                    <a:pt x="389556" y="160191"/>
                    <a:pt x="380816" y="146626"/>
                    <a:pt x="380816" y="103636"/>
                  </a:cubicBezTo>
                  <a:cubicBezTo>
                    <a:pt x="380816" y="63785"/>
                    <a:pt x="387164" y="46389"/>
                    <a:pt x="432220" y="46389"/>
                  </a:cubicBezTo>
                  <a:cubicBezTo>
                    <a:pt x="471789" y="46389"/>
                    <a:pt x="481810" y="56387"/>
                    <a:pt x="483784" y="90391"/>
                  </a:cubicBezTo>
                  <a:lnTo>
                    <a:pt x="509971" y="14789"/>
                  </a:lnTo>
                  <a:cubicBezTo>
                    <a:pt x="509971" y="14789"/>
                    <a:pt x="515253" y="0"/>
                    <a:pt x="499950" y="0"/>
                  </a:cubicBezTo>
                  <a:moveTo>
                    <a:pt x="221276" y="100016"/>
                  </a:moveTo>
                  <a:cubicBezTo>
                    <a:pt x="221276" y="76285"/>
                    <a:pt x="218129" y="66766"/>
                    <a:pt x="194929" y="66766"/>
                  </a:cubicBezTo>
                  <a:cubicBezTo>
                    <a:pt x="176479" y="66766"/>
                    <a:pt x="171143" y="72089"/>
                    <a:pt x="171143" y="100016"/>
                  </a:cubicBezTo>
                  <a:cubicBezTo>
                    <a:pt x="171143" y="125237"/>
                    <a:pt x="170503" y="139866"/>
                    <a:pt x="194929" y="139866"/>
                  </a:cubicBezTo>
                  <a:cubicBezTo>
                    <a:pt x="222334" y="139866"/>
                    <a:pt x="221276" y="126515"/>
                    <a:pt x="221276" y="100016"/>
                  </a:cubicBezTo>
                  <a:moveTo>
                    <a:pt x="78152" y="66766"/>
                  </a:moveTo>
                  <a:cubicBezTo>
                    <a:pt x="54952" y="66766"/>
                    <a:pt x="53512" y="71610"/>
                    <a:pt x="53512" y="91349"/>
                  </a:cubicBezTo>
                  <a:lnTo>
                    <a:pt x="103422" y="91349"/>
                  </a:lnTo>
                  <a:cubicBezTo>
                    <a:pt x="103422" y="68469"/>
                    <a:pt x="100008" y="66766"/>
                    <a:pt x="78143" y="66766"/>
                  </a:cubicBezTo>
                  <a:moveTo>
                    <a:pt x="339966" y="100016"/>
                  </a:moveTo>
                  <a:cubicBezTo>
                    <a:pt x="339966" y="76285"/>
                    <a:pt x="336338" y="66766"/>
                    <a:pt x="313299" y="66766"/>
                  </a:cubicBezTo>
                  <a:cubicBezTo>
                    <a:pt x="294848" y="66766"/>
                    <a:pt x="289513" y="72089"/>
                    <a:pt x="289513" y="100016"/>
                  </a:cubicBezTo>
                  <a:cubicBezTo>
                    <a:pt x="289513" y="125237"/>
                    <a:pt x="289513" y="139866"/>
                    <a:pt x="313299" y="139866"/>
                  </a:cubicBezTo>
                  <a:cubicBezTo>
                    <a:pt x="339966" y="139866"/>
                    <a:pt x="339966" y="126515"/>
                    <a:pt x="339966" y="100016"/>
                  </a:cubicBezTo>
                </a:path>
              </a:pathLst>
            </a:custGeom>
            <a:solidFill>
              <a:srgbClr val="FF3232"/>
            </a:solidFill>
            <a:ln w="882" cap="flat">
              <a:noFill/>
              <a:prstDash val="solid"/>
              <a:miter/>
            </a:ln>
          </p:spPr>
          <p:txBody>
            <a:bodyPr rtlCol="0" anchor="ctr"/>
            <a:lstStyle/>
            <a:p>
              <a:pPr marL="0" algn="r" defTabSz="914400" rtl="1" eaLnBrk="1" latinLnBrk="0" hangingPunct="1"/>
              <a:endParaRPr lang="en-IL"/>
            </a:p>
          </p:txBody>
        </p:sp>
        <p:sp>
          <p:nvSpPr>
            <p:cNvPr id="12" name="Freeform 11">
              <a:extLst>
                <a:ext uri="{FF2B5EF4-FFF2-40B4-BE49-F238E27FC236}">
                  <a16:creationId xmlns:a16="http://schemas.microsoft.com/office/drawing/2014/main" id="{D74E73EA-E9FC-1AF9-A150-E1F5ACE986CA}"/>
                </a:ext>
              </a:extLst>
            </p:cNvPr>
            <p:cNvSpPr/>
            <p:nvPr/>
          </p:nvSpPr>
          <p:spPr>
            <a:xfrm>
              <a:off x="10307382" y="4588869"/>
              <a:ext cx="508352" cy="160456"/>
            </a:xfrm>
            <a:custGeom>
              <a:avLst/>
              <a:gdLst>
                <a:gd name="connsiteX0" fmla="*/ 422866 w 508352"/>
                <a:gd name="connsiteY0" fmla="*/ 47879 h 160456"/>
                <a:gd name="connsiteX1" fmla="*/ 422866 w 508352"/>
                <a:gd name="connsiteY1" fmla="*/ 158913 h 160456"/>
                <a:gd name="connsiteX2" fmla="*/ 449532 w 508352"/>
                <a:gd name="connsiteY2" fmla="*/ 158913 h 160456"/>
                <a:gd name="connsiteX3" fmla="*/ 449532 w 508352"/>
                <a:gd name="connsiteY3" fmla="*/ 90444 h 160456"/>
                <a:gd name="connsiteX4" fmla="*/ 469691 w 508352"/>
                <a:gd name="connsiteY4" fmla="*/ 66926 h 160456"/>
                <a:gd name="connsiteX5" fmla="*/ 483286 w 508352"/>
                <a:gd name="connsiteY5" fmla="*/ 84695 h 160456"/>
                <a:gd name="connsiteX6" fmla="*/ 483286 w 508352"/>
                <a:gd name="connsiteY6" fmla="*/ 90444 h 160456"/>
                <a:gd name="connsiteX7" fmla="*/ 508353 w 508352"/>
                <a:gd name="connsiteY7" fmla="*/ 90444 h 160456"/>
                <a:gd name="connsiteX8" fmla="*/ 508353 w 508352"/>
                <a:gd name="connsiteY8" fmla="*/ 81404 h 160456"/>
                <a:gd name="connsiteX9" fmla="*/ 479080 w 508352"/>
                <a:gd name="connsiteY9" fmla="*/ 46397 h 160456"/>
                <a:gd name="connsiteX10" fmla="*/ 449328 w 508352"/>
                <a:gd name="connsiteY10" fmla="*/ 62357 h 160456"/>
                <a:gd name="connsiteX11" fmla="*/ 448261 w 508352"/>
                <a:gd name="connsiteY11" fmla="*/ 62357 h 160456"/>
                <a:gd name="connsiteX12" fmla="*/ 449008 w 508352"/>
                <a:gd name="connsiteY12" fmla="*/ 47888 h 160456"/>
                <a:gd name="connsiteX13" fmla="*/ 422874 w 508352"/>
                <a:gd name="connsiteY13" fmla="*/ 47888 h 160456"/>
                <a:gd name="connsiteX14" fmla="*/ 371461 w 508352"/>
                <a:gd name="connsiteY14" fmla="*/ 158913 h 160456"/>
                <a:gd name="connsiteX15" fmla="*/ 398128 w 508352"/>
                <a:gd name="connsiteY15" fmla="*/ 158913 h 160456"/>
                <a:gd name="connsiteX16" fmla="*/ 398128 w 508352"/>
                <a:gd name="connsiteY16" fmla="*/ 89220 h 160456"/>
                <a:gd name="connsiteX17" fmla="*/ 347577 w 508352"/>
                <a:gd name="connsiteY17" fmla="*/ 46655 h 160456"/>
                <a:gd name="connsiteX18" fmla="*/ 299588 w 508352"/>
                <a:gd name="connsiteY18" fmla="*/ 80384 h 160456"/>
                <a:gd name="connsiteX19" fmla="*/ 326255 w 508352"/>
                <a:gd name="connsiteY19" fmla="*/ 80384 h 160456"/>
                <a:gd name="connsiteX20" fmla="*/ 347266 w 508352"/>
                <a:gd name="connsiteY20" fmla="*/ 64903 h 160456"/>
                <a:gd name="connsiteX21" fmla="*/ 371052 w 508352"/>
                <a:gd name="connsiteY21" fmla="*/ 89273 h 160456"/>
                <a:gd name="connsiteX22" fmla="*/ 371052 w 508352"/>
                <a:gd name="connsiteY22" fmla="*/ 103689 h 160456"/>
                <a:gd name="connsiteX23" fmla="*/ 370625 w 508352"/>
                <a:gd name="connsiteY23" fmla="*/ 103689 h 160456"/>
                <a:gd name="connsiteX24" fmla="*/ 337298 w 508352"/>
                <a:gd name="connsiteY24" fmla="*/ 90976 h 160456"/>
                <a:gd name="connsiteX25" fmla="*/ 295648 w 508352"/>
                <a:gd name="connsiteY25" fmla="*/ 125078 h 160456"/>
                <a:gd name="connsiteX26" fmla="*/ 337298 w 508352"/>
                <a:gd name="connsiteY26" fmla="*/ 160457 h 160456"/>
                <a:gd name="connsiteX27" fmla="*/ 371906 w 508352"/>
                <a:gd name="connsiteY27" fmla="*/ 145242 h 160456"/>
                <a:gd name="connsiteX28" fmla="*/ 372546 w 508352"/>
                <a:gd name="connsiteY28" fmla="*/ 145242 h 160456"/>
                <a:gd name="connsiteX29" fmla="*/ 371479 w 508352"/>
                <a:gd name="connsiteY29" fmla="*/ 158913 h 160456"/>
                <a:gd name="connsiteX30" fmla="*/ 346608 w 508352"/>
                <a:gd name="connsiteY30" fmla="*/ 108905 h 160456"/>
                <a:gd name="connsiteX31" fmla="*/ 371248 w 508352"/>
                <a:gd name="connsiteY31" fmla="*/ 124865 h 160456"/>
                <a:gd name="connsiteX32" fmla="*/ 346608 w 508352"/>
                <a:gd name="connsiteY32" fmla="*/ 142049 h 160456"/>
                <a:gd name="connsiteX33" fmla="*/ 322182 w 508352"/>
                <a:gd name="connsiteY33" fmla="*/ 124865 h 160456"/>
                <a:gd name="connsiteX34" fmla="*/ 346608 w 508352"/>
                <a:gd name="connsiteY34" fmla="*/ 108905 h 160456"/>
                <a:gd name="connsiteX35" fmla="*/ 273134 w 508352"/>
                <a:gd name="connsiteY35" fmla="*/ 0 h 160456"/>
                <a:gd name="connsiteX36" fmla="*/ 246467 w 508352"/>
                <a:gd name="connsiteY36" fmla="*/ 0 h 160456"/>
                <a:gd name="connsiteX37" fmla="*/ 246467 w 508352"/>
                <a:gd name="connsiteY37" fmla="*/ 158913 h 160456"/>
                <a:gd name="connsiteX38" fmla="*/ 273134 w 508352"/>
                <a:gd name="connsiteY38" fmla="*/ 158913 h 160456"/>
                <a:gd name="connsiteX39" fmla="*/ 273134 w 508352"/>
                <a:gd name="connsiteY39" fmla="*/ 0 h 160456"/>
                <a:gd name="connsiteX40" fmla="*/ 171179 w 508352"/>
                <a:gd name="connsiteY40" fmla="*/ 66766 h 160456"/>
                <a:gd name="connsiteX41" fmla="*/ 196886 w 508352"/>
                <a:gd name="connsiteY41" fmla="*/ 103636 h 160456"/>
                <a:gd name="connsiteX42" fmla="*/ 171179 w 508352"/>
                <a:gd name="connsiteY42" fmla="*/ 139866 h 160456"/>
                <a:gd name="connsiteX43" fmla="*/ 145472 w 508352"/>
                <a:gd name="connsiteY43" fmla="*/ 103636 h 160456"/>
                <a:gd name="connsiteX44" fmla="*/ 171179 w 508352"/>
                <a:gd name="connsiteY44" fmla="*/ 66766 h 160456"/>
                <a:gd name="connsiteX45" fmla="*/ 171179 w 508352"/>
                <a:gd name="connsiteY45" fmla="*/ 46389 h 160456"/>
                <a:gd name="connsiteX46" fmla="*/ 118708 w 508352"/>
                <a:gd name="connsiteY46" fmla="*/ 103423 h 160456"/>
                <a:gd name="connsiteX47" fmla="*/ 171179 w 508352"/>
                <a:gd name="connsiteY47" fmla="*/ 160191 h 160456"/>
                <a:gd name="connsiteX48" fmla="*/ 223650 w 508352"/>
                <a:gd name="connsiteY48" fmla="*/ 103423 h 160456"/>
                <a:gd name="connsiteX49" fmla="*/ 171179 w 508352"/>
                <a:gd name="connsiteY49" fmla="*/ 46389 h 160456"/>
                <a:gd name="connsiteX50" fmla="*/ 98763 w 508352"/>
                <a:gd name="connsiteY50" fmla="*/ 77988 h 160456"/>
                <a:gd name="connsiteX51" fmla="*/ 50773 w 508352"/>
                <a:gd name="connsiteY51" fmla="*/ 46389 h 160456"/>
                <a:gd name="connsiteX52" fmla="*/ 9 w 508352"/>
                <a:gd name="connsiteY52" fmla="*/ 77563 h 160456"/>
                <a:gd name="connsiteX53" fmla="*/ 48426 w 508352"/>
                <a:gd name="connsiteY53" fmla="*/ 112090 h 160456"/>
                <a:gd name="connsiteX54" fmla="*/ 76044 w 508352"/>
                <a:gd name="connsiteY54" fmla="*/ 127145 h 160456"/>
                <a:gd name="connsiteX55" fmla="*/ 50764 w 508352"/>
                <a:gd name="connsiteY55" fmla="*/ 141987 h 160456"/>
                <a:gd name="connsiteX56" fmla="*/ 26765 w 508352"/>
                <a:gd name="connsiteY56" fmla="*/ 123951 h 160456"/>
                <a:gd name="connsiteX57" fmla="*/ 0 w 508352"/>
                <a:gd name="connsiteY57" fmla="*/ 123951 h 160456"/>
                <a:gd name="connsiteX58" fmla="*/ 50764 w 508352"/>
                <a:gd name="connsiteY58" fmla="*/ 160182 h 160456"/>
                <a:gd name="connsiteX59" fmla="*/ 102809 w 508352"/>
                <a:gd name="connsiteY59" fmla="*/ 127145 h 160456"/>
                <a:gd name="connsiteX60" fmla="*/ 53112 w 508352"/>
                <a:gd name="connsiteY60" fmla="*/ 91766 h 160456"/>
                <a:gd name="connsiteX61" fmla="*/ 26658 w 508352"/>
                <a:gd name="connsiteY61" fmla="*/ 79266 h 160456"/>
                <a:gd name="connsiteX62" fmla="*/ 50657 w 508352"/>
                <a:gd name="connsiteY62" fmla="*/ 64637 h 160456"/>
                <a:gd name="connsiteX63" fmla="*/ 71989 w 508352"/>
                <a:gd name="connsiteY63" fmla="*/ 77988 h 160456"/>
                <a:gd name="connsiteX64" fmla="*/ 98763 w 508352"/>
                <a:gd name="connsiteY64" fmla="*/ 77988 h 160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08352" h="160456">
                  <a:moveTo>
                    <a:pt x="422866" y="47879"/>
                  </a:moveTo>
                  <a:lnTo>
                    <a:pt x="422866" y="158913"/>
                  </a:lnTo>
                  <a:lnTo>
                    <a:pt x="449532" y="158913"/>
                  </a:lnTo>
                  <a:lnTo>
                    <a:pt x="449532" y="90444"/>
                  </a:lnTo>
                  <a:cubicBezTo>
                    <a:pt x="449106" y="76028"/>
                    <a:pt x="453801" y="66926"/>
                    <a:pt x="469691" y="66926"/>
                  </a:cubicBezTo>
                  <a:cubicBezTo>
                    <a:pt x="482219" y="66926"/>
                    <a:pt x="483286" y="73473"/>
                    <a:pt x="483286" y="84695"/>
                  </a:cubicBezTo>
                  <a:lnTo>
                    <a:pt x="483286" y="90444"/>
                  </a:lnTo>
                  <a:lnTo>
                    <a:pt x="508353" y="90444"/>
                  </a:lnTo>
                  <a:lnTo>
                    <a:pt x="508353" y="81404"/>
                  </a:lnTo>
                  <a:cubicBezTo>
                    <a:pt x="508353" y="60121"/>
                    <a:pt x="502644" y="46397"/>
                    <a:pt x="479080" y="46397"/>
                  </a:cubicBezTo>
                  <a:cubicBezTo>
                    <a:pt x="466125" y="46397"/>
                    <a:pt x="454654" y="50017"/>
                    <a:pt x="449328" y="62357"/>
                  </a:cubicBezTo>
                  <a:lnTo>
                    <a:pt x="448261" y="62357"/>
                  </a:lnTo>
                  <a:lnTo>
                    <a:pt x="449008" y="47888"/>
                  </a:lnTo>
                  <a:lnTo>
                    <a:pt x="422874" y="47888"/>
                  </a:lnTo>
                  <a:close/>
                  <a:moveTo>
                    <a:pt x="371461" y="158913"/>
                  </a:moveTo>
                  <a:lnTo>
                    <a:pt x="398128" y="158913"/>
                  </a:lnTo>
                  <a:lnTo>
                    <a:pt x="398128" y="89220"/>
                  </a:lnTo>
                  <a:cubicBezTo>
                    <a:pt x="398128" y="51977"/>
                    <a:pt x="383252" y="46655"/>
                    <a:pt x="347577" y="46655"/>
                  </a:cubicBezTo>
                  <a:cubicBezTo>
                    <a:pt x="322084" y="46655"/>
                    <a:pt x="299588" y="47932"/>
                    <a:pt x="299588" y="80384"/>
                  </a:cubicBezTo>
                  <a:lnTo>
                    <a:pt x="326255" y="80384"/>
                  </a:lnTo>
                  <a:cubicBezTo>
                    <a:pt x="326255" y="65968"/>
                    <a:pt x="335582" y="64903"/>
                    <a:pt x="347266" y="64903"/>
                  </a:cubicBezTo>
                  <a:cubicBezTo>
                    <a:pt x="369558" y="64903"/>
                    <a:pt x="371052" y="71237"/>
                    <a:pt x="371052" y="89273"/>
                  </a:cubicBezTo>
                  <a:lnTo>
                    <a:pt x="371052" y="103689"/>
                  </a:lnTo>
                  <a:lnTo>
                    <a:pt x="370625" y="103689"/>
                  </a:lnTo>
                  <a:cubicBezTo>
                    <a:pt x="364276" y="91189"/>
                    <a:pt x="350894" y="90976"/>
                    <a:pt x="337298" y="90976"/>
                  </a:cubicBezTo>
                  <a:cubicBezTo>
                    <a:pt x="309680" y="90976"/>
                    <a:pt x="295648" y="98375"/>
                    <a:pt x="295648" y="125078"/>
                  </a:cubicBezTo>
                  <a:cubicBezTo>
                    <a:pt x="295648" y="155187"/>
                    <a:pt x="312018" y="160457"/>
                    <a:pt x="337298" y="160457"/>
                  </a:cubicBezTo>
                  <a:cubicBezTo>
                    <a:pt x="350254" y="160457"/>
                    <a:pt x="366624" y="160031"/>
                    <a:pt x="371906" y="145242"/>
                  </a:cubicBezTo>
                  <a:lnTo>
                    <a:pt x="372546" y="145242"/>
                  </a:lnTo>
                  <a:lnTo>
                    <a:pt x="371479" y="158913"/>
                  </a:lnTo>
                  <a:close/>
                  <a:moveTo>
                    <a:pt x="346608" y="108905"/>
                  </a:moveTo>
                  <a:cubicBezTo>
                    <a:pt x="359777" y="108905"/>
                    <a:pt x="371248" y="109331"/>
                    <a:pt x="371248" y="124865"/>
                  </a:cubicBezTo>
                  <a:cubicBezTo>
                    <a:pt x="371248" y="140399"/>
                    <a:pt x="360586" y="142049"/>
                    <a:pt x="346608" y="142049"/>
                  </a:cubicBezTo>
                  <a:cubicBezTo>
                    <a:pt x="328584" y="142049"/>
                    <a:pt x="322182" y="140558"/>
                    <a:pt x="322182" y="124865"/>
                  </a:cubicBezTo>
                  <a:cubicBezTo>
                    <a:pt x="322182" y="109171"/>
                    <a:pt x="332843" y="108905"/>
                    <a:pt x="346608" y="108905"/>
                  </a:cubicBezTo>
                  <a:moveTo>
                    <a:pt x="273134" y="0"/>
                  </a:moveTo>
                  <a:lnTo>
                    <a:pt x="246467" y="0"/>
                  </a:lnTo>
                  <a:lnTo>
                    <a:pt x="246467" y="158913"/>
                  </a:lnTo>
                  <a:lnTo>
                    <a:pt x="273134" y="158913"/>
                  </a:lnTo>
                  <a:lnTo>
                    <a:pt x="273134" y="0"/>
                  </a:lnTo>
                  <a:close/>
                  <a:moveTo>
                    <a:pt x="171179" y="66766"/>
                  </a:moveTo>
                  <a:cubicBezTo>
                    <a:pt x="194965" y="66766"/>
                    <a:pt x="196886" y="73526"/>
                    <a:pt x="196886" y="103636"/>
                  </a:cubicBezTo>
                  <a:cubicBezTo>
                    <a:pt x="196886" y="133745"/>
                    <a:pt x="194965" y="139866"/>
                    <a:pt x="171179" y="139866"/>
                  </a:cubicBezTo>
                  <a:cubicBezTo>
                    <a:pt x="147393" y="139866"/>
                    <a:pt x="145472" y="133266"/>
                    <a:pt x="145472" y="103636"/>
                  </a:cubicBezTo>
                  <a:cubicBezTo>
                    <a:pt x="145472" y="74005"/>
                    <a:pt x="147393" y="66766"/>
                    <a:pt x="171179" y="66766"/>
                  </a:cubicBezTo>
                  <a:moveTo>
                    <a:pt x="171179" y="46389"/>
                  </a:moveTo>
                  <a:cubicBezTo>
                    <a:pt x="124683" y="46389"/>
                    <a:pt x="118708" y="60166"/>
                    <a:pt x="118708" y="103423"/>
                  </a:cubicBezTo>
                  <a:cubicBezTo>
                    <a:pt x="118708" y="146680"/>
                    <a:pt x="124683" y="160191"/>
                    <a:pt x="171179" y="160191"/>
                  </a:cubicBezTo>
                  <a:cubicBezTo>
                    <a:pt x="217675" y="160191"/>
                    <a:pt x="223650" y="146413"/>
                    <a:pt x="223650" y="103423"/>
                  </a:cubicBezTo>
                  <a:cubicBezTo>
                    <a:pt x="223650" y="60432"/>
                    <a:pt x="217728" y="46389"/>
                    <a:pt x="171179" y="46389"/>
                  </a:cubicBezTo>
                  <a:moveTo>
                    <a:pt x="98763" y="77988"/>
                  </a:moveTo>
                  <a:cubicBezTo>
                    <a:pt x="98763" y="46814"/>
                    <a:pt x="72629" y="46389"/>
                    <a:pt x="50773" y="46389"/>
                  </a:cubicBezTo>
                  <a:cubicBezTo>
                    <a:pt x="22088" y="46389"/>
                    <a:pt x="9" y="47027"/>
                    <a:pt x="9" y="77563"/>
                  </a:cubicBezTo>
                  <a:cubicBezTo>
                    <a:pt x="9" y="105969"/>
                    <a:pt x="7425" y="111717"/>
                    <a:pt x="48426" y="112090"/>
                  </a:cubicBezTo>
                  <a:cubicBezTo>
                    <a:pt x="75404" y="112516"/>
                    <a:pt x="76044" y="117413"/>
                    <a:pt x="76044" y="127145"/>
                  </a:cubicBezTo>
                  <a:cubicBezTo>
                    <a:pt x="76044" y="142412"/>
                    <a:pt x="66716" y="141987"/>
                    <a:pt x="50764" y="141987"/>
                  </a:cubicBezTo>
                  <a:cubicBezTo>
                    <a:pt x="30980" y="141987"/>
                    <a:pt x="27192" y="140070"/>
                    <a:pt x="26765" y="123951"/>
                  </a:cubicBezTo>
                  <a:lnTo>
                    <a:pt x="0" y="123951"/>
                  </a:lnTo>
                  <a:cubicBezTo>
                    <a:pt x="0" y="160182"/>
                    <a:pt x="20371" y="160182"/>
                    <a:pt x="50764" y="160182"/>
                  </a:cubicBezTo>
                  <a:cubicBezTo>
                    <a:pt x="78969" y="160182"/>
                    <a:pt x="102809" y="157254"/>
                    <a:pt x="102809" y="127145"/>
                  </a:cubicBezTo>
                  <a:cubicBezTo>
                    <a:pt x="102809" y="91127"/>
                    <a:pt x="79450" y="93043"/>
                    <a:pt x="53112" y="91766"/>
                  </a:cubicBezTo>
                  <a:cubicBezTo>
                    <a:pt x="29752" y="90701"/>
                    <a:pt x="26658" y="90435"/>
                    <a:pt x="26658" y="79266"/>
                  </a:cubicBezTo>
                  <a:cubicBezTo>
                    <a:pt x="26658" y="64637"/>
                    <a:pt x="36413" y="64637"/>
                    <a:pt x="50657" y="64637"/>
                  </a:cubicBezTo>
                  <a:cubicBezTo>
                    <a:pt x="64902" y="64637"/>
                    <a:pt x="71989" y="64637"/>
                    <a:pt x="71989" y="77988"/>
                  </a:cubicBezTo>
                  <a:lnTo>
                    <a:pt x="98763" y="77988"/>
                  </a:lnTo>
                  <a:close/>
                </a:path>
              </a:pathLst>
            </a:custGeom>
            <a:solidFill>
              <a:schemeClr val="bg1"/>
            </a:solidFill>
            <a:ln w="882" cap="flat">
              <a:noFill/>
              <a:prstDash val="solid"/>
              <a:miter/>
            </a:ln>
          </p:spPr>
          <p:txBody>
            <a:bodyPr rtlCol="0" anchor="ctr"/>
            <a:lstStyle/>
            <a:p>
              <a:pPr marL="0" algn="l" defTabSz="914400" rtl="0" eaLnBrk="1" latinLnBrk="0" hangingPunct="1"/>
              <a:endParaRPr lang="en-IL">
                <a:solidFill>
                  <a:schemeClr val="bg1"/>
                </a:solidFill>
              </a:endParaRPr>
            </a:p>
          </p:txBody>
        </p:sp>
      </p:grpSp>
      <p:sp>
        <p:nvSpPr>
          <p:cNvPr id="15" name="Parallelogram 14">
            <a:extLst>
              <a:ext uri="{FF2B5EF4-FFF2-40B4-BE49-F238E27FC236}">
                <a16:creationId xmlns:a16="http://schemas.microsoft.com/office/drawing/2014/main" id="{8EE9470B-C5AD-0F15-8B9B-AD6021CF7E18}"/>
              </a:ext>
            </a:extLst>
          </p:cNvPr>
          <p:cNvSpPr/>
          <p:nvPr userDrawn="1"/>
        </p:nvSpPr>
        <p:spPr>
          <a:xfrm>
            <a:off x="592865" y="3173033"/>
            <a:ext cx="540000" cy="36000"/>
          </a:xfrm>
          <a:prstGeom prst="parallelogram">
            <a:avLst>
              <a:gd name="adj" fmla="val 33599"/>
            </a:avLst>
          </a:prstGeom>
          <a:solidFill>
            <a:srgbClr val="FF3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solidFill>
                <a:srgbClr val="FF3232"/>
              </a:solidFill>
            </a:endParaRPr>
          </a:p>
        </p:txBody>
      </p:sp>
      <p:sp>
        <p:nvSpPr>
          <p:cNvPr id="21" name="TextBox 20">
            <a:extLst>
              <a:ext uri="{FF2B5EF4-FFF2-40B4-BE49-F238E27FC236}">
                <a16:creationId xmlns:a16="http://schemas.microsoft.com/office/drawing/2014/main" id="{8AD15FC0-C4CE-0F9E-269E-25052389689C}"/>
              </a:ext>
            </a:extLst>
          </p:cNvPr>
          <p:cNvSpPr txBox="1"/>
          <p:nvPr userDrawn="1"/>
        </p:nvSpPr>
        <p:spPr>
          <a:xfrm>
            <a:off x="516834" y="3160643"/>
            <a:ext cx="5148470" cy="923330"/>
          </a:xfrm>
          <a:prstGeom prst="rect">
            <a:avLst/>
          </a:prstGeom>
          <a:noFill/>
        </p:spPr>
        <p:txBody>
          <a:bodyPr wrap="square" rtlCol="0">
            <a:spAutoFit/>
          </a:bodyPr>
          <a:lstStyle/>
          <a:p>
            <a:r>
              <a:rPr lang="en-IL" sz="5400">
                <a:solidFill>
                  <a:schemeClr val="bg1"/>
                </a:solidFill>
              </a:rPr>
              <a:t>Thank you</a:t>
            </a:r>
          </a:p>
        </p:txBody>
      </p:sp>
    </p:spTree>
    <p:extLst>
      <p:ext uri="{BB962C8B-B14F-4D97-AF65-F5344CB8AC3E}">
        <p14:creationId xmlns:p14="http://schemas.microsoft.com/office/powerpoint/2010/main" val="2902489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96D6CD-E275-52E5-E5E5-CA6ED5C18087}"/>
              </a:ext>
            </a:extLst>
          </p:cNvPr>
          <p:cNvSpPr>
            <a:spLocks noGrp="1"/>
          </p:cNvSpPr>
          <p:nvPr>
            <p:ph type="title"/>
          </p:nvPr>
        </p:nvSpPr>
        <p:spPr>
          <a:xfrm>
            <a:off x="516000" y="463296"/>
            <a:ext cx="11160000" cy="731520"/>
          </a:xfrm>
          <a:prstGeom prst="rect">
            <a:avLst/>
          </a:prstGeom>
        </p:spPr>
        <p:txBody>
          <a:bodyPr vert="horz" lIns="90000" tIns="45720" rIns="91440" bIns="45720" rtlCol="0" anchor="t">
            <a:no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70A12A79-011F-0DE4-6069-17488F04AE00}"/>
              </a:ext>
            </a:extLst>
          </p:cNvPr>
          <p:cNvSpPr>
            <a:spLocks noGrp="1"/>
          </p:cNvSpPr>
          <p:nvPr>
            <p:ph type="body" idx="1"/>
          </p:nvPr>
        </p:nvSpPr>
        <p:spPr>
          <a:xfrm>
            <a:off x="516000" y="1474149"/>
            <a:ext cx="11160000" cy="4680000"/>
          </a:xfrm>
          <a:prstGeom prst="rect">
            <a:avLst/>
          </a:prstGeom>
        </p:spPr>
        <p:txBody>
          <a:bodyPr vert="horz" lIns="9000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Footer Placeholder 4">
            <a:extLst>
              <a:ext uri="{FF2B5EF4-FFF2-40B4-BE49-F238E27FC236}">
                <a16:creationId xmlns:a16="http://schemas.microsoft.com/office/drawing/2014/main" id="{724B7779-FFBD-F7C5-6561-BCF406F51425}"/>
              </a:ext>
            </a:extLst>
          </p:cNvPr>
          <p:cNvSpPr>
            <a:spLocks noGrp="1"/>
          </p:cNvSpPr>
          <p:nvPr>
            <p:ph type="ftr" sz="quarter" idx="3"/>
          </p:nvPr>
        </p:nvSpPr>
        <p:spPr>
          <a:xfrm>
            <a:off x="5495124" y="6356350"/>
            <a:ext cx="5040000" cy="365125"/>
          </a:xfrm>
          <a:prstGeom prst="rect">
            <a:avLst/>
          </a:prstGeom>
        </p:spPr>
        <p:txBody>
          <a:bodyPr vert="horz" lIns="91440" tIns="45720" rIns="91440" bIns="45720" rtlCol="0" anchor="ctr"/>
          <a:lstStyle>
            <a:lvl1pPr algn="r" rtl="0">
              <a:defRPr sz="1000" b="0" i="0">
                <a:solidFill>
                  <a:schemeClr val="accent4">
                    <a:alpha val="50000"/>
                  </a:schemeClr>
                </a:solidFill>
                <a:latin typeface="Segoe UI" panose="020B0502040204020203" pitchFamily="34" charset="0"/>
                <a:cs typeface="Segoe UI" panose="020B0502040204020203" pitchFamily="34" charset="0"/>
              </a:defRPr>
            </a:lvl1pPr>
          </a:lstStyle>
          <a:p>
            <a:pPr marL="0" algn="r" defTabSz="914400" rtl="1" eaLnBrk="1" latinLnBrk="0" hangingPunct="1"/>
            <a:endParaRPr lang="en-IL"/>
          </a:p>
        </p:txBody>
      </p:sp>
      <p:sp>
        <p:nvSpPr>
          <p:cNvPr id="6" name="Slide Number Placeholder 5">
            <a:extLst>
              <a:ext uri="{FF2B5EF4-FFF2-40B4-BE49-F238E27FC236}">
                <a16:creationId xmlns:a16="http://schemas.microsoft.com/office/drawing/2014/main" id="{1B608AB0-89D8-CED5-6B2A-58F67C789632}"/>
              </a:ext>
            </a:extLst>
          </p:cNvPr>
          <p:cNvSpPr>
            <a:spLocks noGrp="1"/>
          </p:cNvSpPr>
          <p:nvPr>
            <p:ph type="sldNum" sz="quarter" idx="4"/>
          </p:nvPr>
        </p:nvSpPr>
        <p:spPr>
          <a:xfrm>
            <a:off x="143467" y="6356350"/>
            <a:ext cx="348973" cy="365125"/>
          </a:xfrm>
          <a:prstGeom prst="rect">
            <a:avLst/>
          </a:prstGeom>
        </p:spPr>
        <p:txBody>
          <a:bodyPr vert="horz" lIns="91440" tIns="45720" rIns="91440" bIns="45720" rtlCol="0" anchor="ctr"/>
          <a:lstStyle>
            <a:lvl1pPr algn="l">
              <a:defRPr sz="1000" b="0" i="0">
                <a:solidFill>
                  <a:schemeClr val="accent4">
                    <a:alpha val="50000"/>
                  </a:schemeClr>
                </a:solidFill>
                <a:latin typeface="Segoe UI" panose="020B0502040204020203" pitchFamily="34" charset="0"/>
                <a:cs typeface="Segoe UI" panose="020B0502040204020203" pitchFamily="34" charset="0"/>
              </a:defRPr>
            </a:lvl1pPr>
          </a:lstStyle>
          <a:p>
            <a:fld id="{4055E60B-063F-7341-AAD1-65F55D97E323}" type="slidenum">
              <a:rPr lang="en-IL" smtClean="0"/>
              <a:pPr/>
              <a:t>‹#›</a:t>
            </a:fld>
            <a:endParaRPr lang="en-IL"/>
          </a:p>
        </p:txBody>
      </p:sp>
      <p:sp>
        <p:nvSpPr>
          <p:cNvPr id="9" name="Parallelogram 8">
            <a:extLst>
              <a:ext uri="{FF2B5EF4-FFF2-40B4-BE49-F238E27FC236}">
                <a16:creationId xmlns:a16="http://schemas.microsoft.com/office/drawing/2014/main" id="{26BDAF46-1CFB-C32B-89A2-46BC182FCE6D}"/>
              </a:ext>
            </a:extLst>
          </p:cNvPr>
          <p:cNvSpPr/>
          <p:nvPr userDrawn="1"/>
        </p:nvSpPr>
        <p:spPr>
          <a:xfrm>
            <a:off x="592865" y="388644"/>
            <a:ext cx="540000" cy="36000"/>
          </a:xfrm>
          <a:prstGeom prst="parallelogram">
            <a:avLst>
              <a:gd name="adj" fmla="val 33599"/>
            </a:avLst>
          </a:prstGeom>
          <a:solidFill>
            <a:srgbClr val="FF3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solidFill>
                <a:srgbClr val="FF3232"/>
              </a:solidFill>
            </a:endParaRPr>
          </a:p>
        </p:txBody>
      </p:sp>
      <p:grpSp>
        <p:nvGrpSpPr>
          <p:cNvPr id="11" name="Group 10">
            <a:extLst>
              <a:ext uri="{FF2B5EF4-FFF2-40B4-BE49-F238E27FC236}">
                <a16:creationId xmlns:a16="http://schemas.microsoft.com/office/drawing/2014/main" id="{CC7FC6D1-A5C0-8E8A-9549-29A37B9EDE15}"/>
              </a:ext>
            </a:extLst>
          </p:cNvPr>
          <p:cNvGrpSpPr/>
          <p:nvPr userDrawn="1"/>
        </p:nvGrpSpPr>
        <p:grpSpPr>
          <a:xfrm>
            <a:off x="10654248" y="6448149"/>
            <a:ext cx="1008089" cy="203766"/>
            <a:chOff x="10654248" y="6448149"/>
            <a:chExt cx="1008089" cy="203766"/>
          </a:xfrm>
        </p:grpSpPr>
        <p:sp>
          <p:nvSpPr>
            <p:cNvPr id="12" name="Freeform 11">
              <a:extLst>
                <a:ext uri="{FF2B5EF4-FFF2-40B4-BE49-F238E27FC236}">
                  <a16:creationId xmlns:a16="http://schemas.microsoft.com/office/drawing/2014/main" id="{16EE7C6F-0807-B49E-1E40-B6469F7F0A3A}"/>
                </a:ext>
              </a:extLst>
            </p:cNvPr>
            <p:cNvSpPr/>
            <p:nvPr/>
          </p:nvSpPr>
          <p:spPr>
            <a:xfrm>
              <a:off x="11151485" y="6448149"/>
              <a:ext cx="510852" cy="203766"/>
            </a:xfrm>
            <a:custGeom>
              <a:avLst/>
              <a:gdLst>
                <a:gd name="connsiteX0" fmla="*/ 457660 w 510852"/>
                <a:gd name="connsiteY0" fmla="*/ 123534 h 203766"/>
                <a:gd name="connsiteX1" fmla="*/ 472483 w 510852"/>
                <a:gd name="connsiteY1" fmla="*/ 123534 h 203766"/>
                <a:gd name="connsiteX2" fmla="*/ 477818 w 510852"/>
                <a:gd name="connsiteY2" fmla="*/ 108320 h 203766"/>
                <a:gd name="connsiteX3" fmla="*/ 407749 w 510852"/>
                <a:gd name="connsiteY3" fmla="*/ 108320 h 203766"/>
                <a:gd name="connsiteX4" fmla="*/ 432442 w 510852"/>
                <a:gd name="connsiteY4" fmla="*/ 139866 h 203766"/>
                <a:gd name="connsiteX5" fmla="*/ 457669 w 510852"/>
                <a:gd name="connsiteY5" fmla="*/ 123534 h 203766"/>
                <a:gd name="connsiteX6" fmla="*/ 407758 w 510852"/>
                <a:gd name="connsiteY6" fmla="*/ 91615 h 203766"/>
                <a:gd name="connsiteX7" fmla="*/ 457669 w 510852"/>
                <a:gd name="connsiteY7" fmla="*/ 91615 h 203766"/>
                <a:gd name="connsiteX8" fmla="*/ 432442 w 510852"/>
                <a:gd name="connsiteY8" fmla="*/ 67032 h 203766"/>
                <a:gd name="connsiteX9" fmla="*/ 407749 w 510852"/>
                <a:gd name="connsiteY9" fmla="*/ 91615 h 203766"/>
                <a:gd name="connsiteX10" fmla="*/ 499941 w 510852"/>
                <a:gd name="connsiteY10" fmla="*/ 0 h 203766"/>
                <a:gd name="connsiteX11" fmla="*/ 248459 w 510852"/>
                <a:gd name="connsiteY11" fmla="*/ 0 h 203766"/>
                <a:gd name="connsiteX12" fmla="*/ 248459 w 510852"/>
                <a:gd name="connsiteY12" fmla="*/ 158913 h 203766"/>
                <a:gd name="connsiteX13" fmla="*/ 221792 w 510852"/>
                <a:gd name="connsiteY13" fmla="*/ 158913 h 203766"/>
                <a:gd name="connsiteX14" fmla="*/ 222859 w 510852"/>
                <a:gd name="connsiteY14" fmla="*/ 142208 h 203766"/>
                <a:gd name="connsiteX15" fmla="*/ 222005 w 510852"/>
                <a:gd name="connsiteY15" fmla="*/ 142208 h 203766"/>
                <a:gd name="connsiteX16" fmla="*/ 187185 w 510852"/>
                <a:gd name="connsiteY16" fmla="*/ 160191 h 203766"/>
                <a:gd name="connsiteX17" fmla="*/ 144521 w 510852"/>
                <a:gd name="connsiteY17" fmla="*/ 100016 h 203766"/>
                <a:gd name="connsiteX18" fmla="*/ 187185 w 510852"/>
                <a:gd name="connsiteY18" fmla="*/ 46389 h 203766"/>
                <a:gd name="connsiteX19" fmla="*/ 220725 w 510852"/>
                <a:gd name="connsiteY19" fmla="*/ 62348 h 203766"/>
                <a:gd name="connsiteX20" fmla="*/ 221792 w 510852"/>
                <a:gd name="connsiteY20" fmla="*/ 62348 h 203766"/>
                <a:gd name="connsiteX21" fmla="*/ 221792 w 510852"/>
                <a:gd name="connsiteY21" fmla="*/ 0 h 203766"/>
                <a:gd name="connsiteX22" fmla="*/ 81922 w 510852"/>
                <a:gd name="connsiteY22" fmla="*/ 0 h 203766"/>
                <a:gd name="connsiteX23" fmla="*/ 61443 w 510852"/>
                <a:gd name="connsiteY23" fmla="*/ 14576 h 203766"/>
                <a:gd name="connsiteX24" fmla="*/ 49075 w 510852"/>
                <a:gd name="connsiteY24" fmla="*/ 50540 h 203766"/>
                <a:gd name="connsiteX25" fmla="*/ 78134 w 510852"/>
                <a:gd name="connsiteY25" fmla="*/ 46389 h 203766"/>
                <a:gd name="connsiteX26" fmla="*/ 130178 w 510852"/>
                <a:gd name="connsiteY26" fmla="*/ 108320 h 203766"/>
                <a:gd name="connsiteX27" fmla="*/ 53494 w 510852"/>
                <a:gd name="connsiteY27" fmla="*/ 108320 h 203766"/>
                <a:gd name="connsiteX28" fmla="*/ 78134 w 510852"/>
                <a:gd name="connsiteY28" fmla="*/ 139866 h 203766"/>
                <a:gd name="connsiteX29" fmla="*/ 103414 w 510852"/>
                <a:gd name="connsiteY29" fmla="*/ 123534 h 203766"/>
                <a:gd name="connsiteX30" fmla="*/ 130080 w 510852"/>
                <a:gd name="connsiteY30" fmla="*/ 123534 h 203766"/>
                <a:gd name="connsiteX31" fmla="*/ 78036 w 510852"/>
                <a:gd name="connsiteY31" fmla="*/ 160191 h 203766"/>
                <a:gd name="connsiteX32" fmla="*/ 26845 w 510852"/>
                <a:gd name="connsiteY32" fmla="*/ 114228 h 203766"/>
                <a:gd name="connsiteX33" fmla="*/ 872 w 510852"/>
                <a:gd name="connsiteY33" fmla="*/ 189245 h 203766"/>
                <a:gd name="connsiteX34" fmla="*/ 11266 w 510852"/>
                <a:gd name="connsiteY34" fmla="*/ 203767 h 203766"/>
                <a:gd name="connsiteX35" fmla="*/ 283226 w 510852"/>
                <a:gd name="connsiteY35" fmla="*/ 203767 h 203766"/>
                <a:gd name="connsiteX36" fmla="*/ 267230 w 510852"/>
                <a:gd name="connsiteY36" fmla="*/ 170411 h 203766"/>
                <a:gd name="connsiteX37" fmla="*/ 292296 w 510852"/>
                <a:gd name="connsiteY37" fmla="*/ 170411 h 203766"/>
                <a:gd name="connsiteX38" fmla="*/ 313095 w 510852"/>
                <a:gd name="connsiteY38" fmla="*/ 187967 h 203766"/>
                <a:gd name="connsiteX39" fmla="*/ 340713 w 510852"/>
                <a:gd name="connsiteY39" fmla="*/ 164236 h 203766"/>
                <a:gd name="connsiteX40" fmla="*/ 340713 w 510852"/>
                <a:gd name="connsiteY40" fmla="*/ 142954 h 203766"/>
                <a:gd name="connsiteX41" fmla="*/ 340073 w 510852"/>
                <a:gd name="connsiteY41" fmla="*/ 142954 h 203766"/>
                <a:gd name="connsiteX42" fmla="*/ 305252 w 510852"/>
                <a:gd name="connsiteY42" fmla="*/ 160084 h 203766"/>
                <a:gd name="connsiteX43" fmla="*/ 262588 w 510852"/>
                <a:gd name="connsiteY43" fmla="*/ 106510 h 203766"/>
                <a:gd name="connsiteX44" fmla="*/ 305252 w 510852"/>
                <a:gd name="connsiteY44" fmla="*/ 46282 h 203766"/>
                <a:gd name="connsiteX45" fmla="*/ 340073 w 510852"/>
                <a:gd name="connsiteY45" fmla="*/ 64318 h 203766"/>
                <a:gd name="connsiteX46" fmla="*/ 340926 w 510852"/>
                <a:gd name="connsiteY46" fmla="*/ 64318 h 203766"/>
                <a:gd name="connsiteX47" fmla="*/ 339966 w 510852"/>
                <a:gd name="connsiteY47" fmla="*/ 47879 h 203766"/>
                <a:gd name="connsiteX48" fmla="*/ 366633 w 510852"/>
                <a:gd name="connsiteY48" fmla="*/ 47879 h 203766"/>
                <a:gd name="connsiteX49" fmla="*/ 366633 w 510852"/>
                <a:gd name="connsiteY49" fmla="*/ 158700 h 203766"/>
                <a:gd name="connsiteX50" fmla="*/ 346422 w 510852"/>
                <a:gd name="connsiteY50" fmla="*/ 203758 h 203766"/>
                <a:gd name="connsiteX51" fmla="*/ 429072 w 510852"/>
                <a:gd name="connsiteY51" fmla="*/ 203758 h 203766"/>
                <a:gd name="connsiteX52" fmla="*/ 449550 w 510852"/>
                <a:gd name="connsiteY52" fmla="*/ 189236 h 203766"/>
                <a:gd name="connsiteX53" fmla="*/ 460212 w 510852"/>
                <a:gd name="connsiteY53" fmla="*/ 158328 h 203766"/>
                <a:gd name="connsiteX54" fmla="*/ 432220 w 510852"/>
                <a:gd name="connsiteY54" fmla="*/ 160191 h 203766"/>
                <a:gd name="connsiteX55" fmla="*/ 380816 w 510852"/>
                <a:gd name="connsiteY55" fmla="*/ 103636 h 203766"/>
                <a:gd name="connsiteX56" fmla="*/ 432220 w 510852"/>
                <a:gd name="connsiteY56" fmla="*/ 46389 h 203766"/>
                <a:gd name="connsiteX57" fmla="*/ 483784 w 510852"/>
                <a:gd name="connsiteY57" fmla="*/ 90391 h 203766"/>
                <a:gd name="connsiteX58" fmla="*/ 509971 w 510852"/>
                <a:gd name="connsiteY58" fmla="*/ 14789 h 203766"/>
                <a:gd name="connsiteX59" fmla="*/ 499950 w 510852"/>
                <a:gd name="connsiteY59" fmla="*/ 0 h 203766"/>
                <a:gd name="connsiteX60" fmla="*/ 221276 w 510852"/>
                <a:gd name="connsiteY60" fmla="*/ 100016 h 203766"/>
                <a:gd name="connsiteX61" fmla="*/ 194929 w 510852"/>
                <a:gd name="connsiteY61" fmla="*/ 66766 h 203766"/>
                <a:gd name="connsiteX62" fmla="*/ 171143 w 510852"/>
                <a:gd name="connsiteY62" fmla="*/ 100016 h 203766"/>
                <a:gd name="connsiteX63" fmla="*/ 194929 w 510852"/>
                <a:gd name="connsiteY63" fmla="*/ 139866 h 203766"/>
                <a:gd name="connsiteX64" fmla="*/ 221276 w 510852"/>
                <a:gd name="connsiteY64" fmla="*/ 100016 h 203766"/>
                <a:gd name="connsiteX65" fmla="*/ 78152 w 510852"/>
                <a:gd name="connsiteY65" fmla="*/ 66766 h 203766"/>
                <a:gd name="connsiteX66" fmla="*/ 53512 w 510852"/>
                <a:gd name="connsiteY66" fmla="*/ 91349 h 203766"/>
                <a:gd name="connsiteX67" fmla="*/ 103422 w 510852"/>
                <a:gd name="connsiteY67" fmla="*/ 91349 h 203766"/>
                <a:gd name="connsiteX68" fmla="*/ 78143 w 510852"/>
                <a:gd name="connsiteY68" fmla="*/ 66766 h 203766"/>
                <a:gd name="connsiteX69" fmla="*/ 339966 w 510852"/>
                <a:gd name="connsiteY69" fmla="*/ 100016 h 203766"/>
                <a:gd name="connsiteX70" fmla="*/ 313299 w 510852"/>
                <a:gd name="connsiteY70" fmla="*/ 66766 h 203766"/>
                <a:gd name="connsiteX71" fmla="*/ 289513 w 510852"/>
                <a:gd name="connsiteY71" fmla="*/ 100016 h 203766"/>
                <a:gd name="connsiteX72" fmla="*/ 313299 w 510852"/>
                <a:gd name="connsiteY72" fmla="*/ 139866 h 203766"/>
                <a:gd name="connsiteX73" fmla="*/ 339966 w 510852"/>
                <a:gd name="connsiteY73" fmla="*/ 100016 h 203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510852" h="203766">
                  <a:moveTo>
                    <a:pt x="457660" y="123534"/>
                  </a:moveTo>
                  <a:lnTo>
                    <a:pt x="472483" y="123534"/>
                  </a:lnTo>
                  <a:lnTo>
                    <a:pt x="477818" y="108320"/>
                  </a:lnTo>
                  <a:lnTo>
                    <a:pt x="407749" y="108320"/>
                  </a:lnTo>
                  <a:cubicBezTo>
                    <a:pt x="407749" y="132264"/>
                    <a:pt x="408390" y="139866"/>
                    <a:pt x="432442" y="139866"/>
                  </a:cubicBezTo>
                  <a:cubicBezTo>
                    <a:pt x="447265" y="139866"/>
                    <a:pt x="457669" y="139866"/>
                    <a:pt x="457669" y="123534"/>
                  </a:cubicBezTo>
                  <a:moveTo>
                    <a:pt x="407758" y="91615"/>
                  </a:moveTo>
                  <a:lnTo>
                    <a:pt x="457669" y="91615"/>
                  </a:lnTo>
                  <a:cubicBezTo>
                    <a:pt x="457669" y="68736"/>
                    <a:pt x="454308" y="67032"/>
                    <a:pt x="432442" y="67032"/>
                  </a:cubicBezTo>
                  <a:cubicBezTo>
                    <a:pt x="409243" y="67032"/>
                    <a:pt x="407749" y="71876"/>
                    <a:pt x="407749" y="91615"/>
                  </a:cubicBezTo>
                  <a:moveTo>
                    <a:pt x="499941" y="0"/>
                  </a:moveTo>
                  <a:lnTo>
                    <a:pt x="248459" y="0"/>
                  </a:lnTo>
                  <a:lnTo>
                    <a:pt x="248459" y="158913"/>
                  </a:lnTo>
                  <a:lnTo>
                    <a:pt x="221792" y="158913"/>
                  </a:lnTo>
                  <a:lnTo>
                    <a:pt x="222859" y="142208"/>
                  </a:lnTo>
                  <a:lnTo>
                    <a:pt x="222005" y="142208"/>
                  </a:lnTo>
                  <a:cubicBezTo>
                    <a:pt x="215230" y="156837"/>
                    <a:pt x="202914" y="160191"/>
                    <a:pt x="187185" y="160191"/>
                  </a:cubicBezTo>
                  <a:cubicBezTo>
                    <a:pt x="145748" y="160191"/>
                    <a:pt x="144521" y="134118"/>
                    <a:pt x="144521" y="100016"/>
                  </a:cubicBezTo>
                  <a:cubicBezTo>
                    <a:pt x="144521" y="65914"/>
                    <a:pt x="149003" y="46389"/>
                    <a:pt x="187185" y="46389"/>
                  </a:cubicBezTo>
                  <a:cubicBezTo>
                    <a:pt x="200780" y="46389"/>
                    <a:pt x="215016" y="48943"/>
                    <a:pt x="220725" y="62348"/>
                  </a:cubicBezTo>
                  <a:lnTo>
                    <a:pt x="221792" y="62348"/>
                  </a:lnTo>
                  <a:lnTo>
                    <a:pt x="221792" y="0"/>
                  </a:lnTo>
                  <a:lnTo>
                    <a:pt x="81922" y="0"/>
                  </a:lnTo>
                  <a:cubicBezTo>
                    <a:pt x="72745" y="213"/>
                    <a:pt x="64636" y="5988"/>
                    <a:pt x="61443" y="14576"/>
                  </a:cubicBezTo>
                  <a:lnTo>
                    <a:pt x="49075" y="50540"/>
                  </a:lnTo>
                  <a:cubicBezTo>
                    <a:pt x="58429" y="47418"/>
                    <a:pt x="68281" y="46016"/>
                    <a:pt x="78134" y="46389"/>
                  </a:cubicBezTo>
                  <a:cubicBezTo>
                    <a:pt x="123989" y="46389"/>
                    <a:pt x="130178" y="59740"/>
                    <a:pt x="130178" y="108320"/>
                  </a:cubicBezTo>
                  <a:lnTo>
                    <a:pt x="53494" y="108320"/>
                  </a:lnTo>
                  <a:cubicBezTo>
                    <a:pt x="53494" y="132264"/>
                    <a:pt x="54134" y="139866"/>
                    <a:pt x="78134" y="139866"/>
                  </a:cubicBezTo>
                  <a:cubicBezTo>
                    <a:pt x="93010" y="139866"/>
                    <a:pt x="103414" y="139866"/>
                    <a:pt x="103414" y="123534"/>
                  </a:cubicBezTo>
                  <a:lnTo>
                    <a:pt x="130080" y="123534"/>
                  </a:lnTo>
                  <a:cubicBezTo>
                    <a:pt x="130080" y="158541"/>
                    <a:pt x="109869" y="160191"/>
                    <a:pt x="78036" y="160191"/>
                  </a:cubicBezTo>
                  <a:cubicBezTo>
                    <a:pt x="39107" y="160191"/>
                    <a:pt x="28445" y="148862"/>
                    <a:pt x="26845" y="114228"/>
                  </a:cubicBezTo>
                  <a:lnTo>
                    <a:pt x="872" y="189245"/>
                  </a:lnTo>
                  <a:cubicBezTo>
                    <a:pt x="872" y="189245"/>
                    <a:pt x="-4464" y="203767"/>
                    <a:pt x="11266" y="203767"/>
                  </a:cubicBezTo>
                  <a:lnTo>
                    <a:pt x="283226" y="203767"/>
                  </a:lnTo>
                  <a:cubicBezTo>
                    <a:pt x="272565" y="198923"/>
                    <a:pt x="266483" y="189298"/>
                    <a:pt x="267230" y="170411"/>
                  </a:cubicBezTo>
                  <a:lnTo>
                    <a:pt x="292296" y="170411"/>
                  </a:lnTo>
                  <a:cubicBezTo>
                    <a:pt x="292296" y="185625"/>
                    <a:pt x="298005" y="187967"/>
                    <a:pt x="313095" y="187967"/>
                  </a:cubicBezTo>
                  <a:cubicBezTo>
                    <a:pt x="335813" y="187967"/>
                    <a:pt x="340713" y="183283"/>
                    <a:pt x="340713" y="164236"/>
                  </a:cubicBezTo>
                  <a:lnTo>
                    <a:pt x="340713" y="142954"/>
                  </a:lnTo>
                  <a:lnTo>
                    <a:pt x="340073" y="142954"/>
                  </a:lnTo>
                  <a:cubicBezTo>
                    <a:pt x="333030" y="157529"/>
                    <a:pt x="318741" y="160084"/>
                    <a:pt x="305252" y="160084"/>
                  </a:cubicBezTo>
                  <a:cubicBezTo>
                    <a:pt x="267016" y="160084"/>
                    <a:pt x="262588" y="139121"/>
                    <a:pt x="262588" y="106510"/>
                  </a:cubicBezTo>
                  <a:cubicBezTo>
                    <a:pt x="262588" y="73899"/>
                    <a:pt x="263869" y="46282"/>
                    <a:pt x="305252" y="46282"/>
                  </a:cubicBezTo>
                  <a:cubicBezTo>
                    <a:pt x="320928" y="46282"/>
                    <a:pt x="333244" y="49689"/>
                    <a:pt x="340073" y="64318"/>
                  </a:cubicBezTo>
                  <a:lnTo>
                    <a:pt x="340926" y="64318"/>
                  </a:lnTo>
                  <a:lnTo>
                    <a:pt x="339966" y="47879"/>
                  </a:lnTo>
                  <a:lnTo>
                    <a:pt x="366633" y="47879"/>
                  </a:lnTo>
                  <a:lnTo>
                    <a:pt x="366633" y="158700"/>
                  </a:lnTo>
                  <a:cubicBezTo>
                    <a:pt x="366633" y="184614"/>
                    <a:pt x="361298" y="197752"/>
                    <a:pt x="346422" y="203758"/>
                  </a:cubicBezTo>
                  <a:lnTo>
                    <a:pt x="429072" y="203758"/>
                  </a:lnTo>
                  <a:cubicBezTo>
                    <a:pt x="438231" y="203554"/>
                    <a:pt x="446340" y="197797"/>
                    <a:pt x="449550" y="189236"/>
                  </a:cubicBezTo>
                  <a:lnTo>
                    <a:pt x="460212" y="158328"/>
                  </a:lnTo>
                  <a:cubicBezTo>
                    <a:pt x="450964" y="159871"/>
                    <a:pt x="441583" y="160492"/>
                    <a:pt x="432220" y="160191"/>
                  </a:cubicBezTo>
                  <a:cubicBezTo>
                    <a:pt x="389556" y="160191"/>
                    <a:pt x="380816" y="146626"/>
                    <a:pt x="380816" y="103636"/>
                  </a:cubicBezTo>
                  <a:cubicBezTo>
                    <a:pt x="380816" y="63785"/>
                    <a:pt x="387164" y="46389"/>
                    <a:pt x="432220" y="46389"/>
                  </a:cubicBezTo>
                  <a:cubicBezTo>
                    <a:pt x="471789" y="46389"/>
                    <a:pt x="481810" y="56387"/>
                    <a:pt x="483784" y="90391"/>
                  </a:cubicBezTo>
                  <a:lnTo>
                    <a:pt x="509971" y="14789"/>
                  </a:lnTo>
                  <a:cubicBezTo>
                    <a:pt x="509971" y="14789"/>
                    <a:pt x="515253" y="0"/>
                    <a:pt x="499950" y="0"/>
                  </a:cubicBezTo>
                  <a:moveTo>
                    <a:pt x="221276" y="100016"/>
                  </a:moveTo>
                  <a:cubicBezTo>
                    <a:pt x="221276" y="76285"/>
                    <a:pt x="218129" y="66766"/>
                    <a:pt x="194929" y="66766"/>
                  </a:cubicBezTo>
                  <a:cubicBezTo>
                    <a:pt x="176479" y="66766"/>
                    <a:pt x="171143" y="72089"/>
                    <a:pt x="171143" y="100016"/>
                  </a:cubicBezTo>
                  <a:cubicBezTo>
                    <a:pt x="171143" y="125237"/>
                    <a:pt x="170503" y="139866"/>
                    <a:pt x="194929" y="139866"/>
                  </a:cubicBezTo>
                  <a:cubicBezTo>
                    <a:pt x="222334" y="139866"/>
                    <a:pt x="221276" y="126515"/>
                    <a:pt x="221276" y="100016"/>
                  </a:cubicBezTo>
                  <a:moveTo>
                    <a:pt x="78152" y="66766"/>
                  </a:moveTo>
                  <a:cubicBezTo>
                    <a:pt x="54952" y="66766"/>
                    <a:pt x="53512" y="71610"/>
                    <a:pt x="53512" y="91349"/>
                  </a:cubicBezTo>
                  <a:lnTo>
                    <a:pt x="103422" y="91349"/>
                  </a:lnTo>
                  <a:cubicBezTo>
                    <a:pt x="103422" y="68469"/>
                    <a:pt x="100008" y="66766"/>
                    <a:pt x="78143" y="66766"/>
                  </a:cubicBezTo>
                  <a:moveTo>
                    <a:pt x="339966" y="100016"/>
                  </a:moveTo>
                  <a:cubicBezTo>
                    <a:pt x="339966" y="76285"/>
                    <a:pt x="336338" y="66766"/>
                    <a:pt x="313299" y="66766"/>
                  </a:cubicBezTo>
                  <a:cubicBezTo>
                    <a:pt x="294848" y="66766"/>
                    <a:pt x="289513" y="72089"/>
                    <a:pt x="289513" y="100016"/>
                  </a:cubicBezTo>
                  <a:cubicBezTo>
                    <a:pt x="289513" y="125237"/>
                    <a:pt x="289513" y="139866"/>
                    <a:pt x="313299" y="139866"/>
                  </a:cubicBezTo>
                  <a:cubicBezTo>
                    <a:pt x="339966" y="139866"/>
                    <a:pt x="339966" y="126515"/>
                    <a:pt x="339966" y="100016"/>
                  </a:cubicBezTo>
                </a:path>
              </a:pathLst>
            </a:custGeom>
            <a:solidFill>
              <a:srgbClr val="FF3232"/>
            </a:solidFill>
            <a:ln w="882" cap="flat">
              <a:noFill/>
              <a:prstDash val="solid"/>
              <a:miter/>
            </a:ln>
          </p:spPr>
          <p:txBody>
            <a:bodyPr rtlCol="0" anchor="ctr"/>
            <a:lstStyle/>
            <a:p>
              <a:pPr marL="0" algn="l" defTabSz="914400" rtl="0" eaLnBrk="1" latinLnBrk="0" hangingPunct="1"/>
              <a:endParaRPr lang="en-IL"/>
            </a:p>
          </p:txBody>
        </p:sp>
        <p:sp>
          <p:nvSpPr>
            <p:cNvPr id="13" name="Freeform 12">
              <a:extLst>
                <a:ext uri="{FF2B5EF4-FFF2-40B4-BE49-F238E27FC236}">
                  <a16:creationId xmlns:a16="http://schemas.microsoft.com/office/drawing/2014/main" id="{FBE81851-DE74-F229-8630-9E3E96D18699}"/>
                </a:ext>
              </a:extLst>
            </p:cNvPr>
            <p:cNvSpPr/>
            <p:nvPr/>
          </p:nvSpPr>
          <p:spPr>
            <a:xfrm>
              <a:off x="10654248" y="6448149"/>
              <a:ext cx="508352" cy="160456"/>
            </a:xfrm>
            <a:custGeom>
              <a:avLst/>
              <a:gdLst>
                <a:gd name="connsiteX0" fmla="*/ 422866 w 508352"/>
                <a:gd name="connsiteY0" fmla="*/ 47879 h 160456"/>
                <a:gd name="connsiteX1" fmla="*/ 422866 w 508352"/>
                <a:gd name="connsiteY1" fmla="*/ 158913 h 160456"/>
                <a:gd name="connsiteX2" fmla="*/ 449532 w 508352"/>
                <a:gd name="connsiteY2" fmla="*/ 158913 h 160456"/>
                <a:gd name="connsiteX3" fmla="*/ 449532 w 508352"/>
                <a:gd name="connsiteY3" fmla="*/ 90444 h 160456"/>
                <a:gd name="connsiteX4" fmla="*/ 469691 w 508352"/>
                <a:gd name="connsiteY4" fmla="*/ 66926 h 160456"/>
                <a:gd name="connsiteX5" fmla="*/ 483286 w 508352"/>
                <a:gd name="connsiteY5" fmla="*/ 84695 h 160456"/>
                <a:gd name="connsiteX6" fmla="*/ 483286 w 508352"/>
                <a:gd name="connsiteY6" fmla="*/ 90444 h 160456"/>
                <a:gd name="connsiteX7" fmla="*/ 508353 w 508352"/>
                <a:gd name="connsiteY7" fmla="*/ 90444 h 160456"/>
                <a:gd name="connsiteX8" fmla="*/ 508353 w 508352"/>
                <a:gd name="connsiteY8" fmla="*/ 81404 h 160456"/>
                <a:gd name="connsiteX9" fmla="*/ 479080 w 508352"/>
                <a:gd name="connsiteY9" fmla="*/ 46397 h 160456"/>
                <a:gd name="connsiteX10" fmla="*/ 449328 w 508352"/>
                <a:gd name="connsiteY10" fmla="*/ 62357 h 160456"/>
                <a:gd name="connsiteX11" fmla="*/ 448261 w 508352"/>
                <a:gd name="connsiteY11" fmla="*/ 62357 h 160456"/>
                <a:gd name="connsiteX12" fmla="*/ 449008 w 508352"/>
                <a:gd name="connsiteY12" fmla="*/ 47888 h 160456"/>
                <a:gd name="connsiteX13" fmla="*/ 422874 w 508352"/>
                <a:gd name="connsiteY13" fmla="*/ 47888 h 160456"/>
                <a:gd name="connsiteX14" fmla="*/ 371461 w 508352"/>
                <a:gd name="connsiteY14" fmla="*/ 158913 h 160456"/>
                <a:gd name="connsiteX15" fmla="*/ 398128 w 508352"/>
                <a:gd name="connsiteY15" fmla="*/ 158913 h 160456"/>
                <a:gd name="connsiteX16" fmla="*/ 398128 w 508352"/>
                <a:gd name="connsiteY16" fmla="*/ 89220 h 160456"/>
                <a:gd name="connsiteX17" fmla="*/ 347577 w 508352"/>
                <a:gd name="connsiteY17" fmla="*/ 46655 h 160456"/>
                <a:gd name="connsiteX18" fmla="*/ 299588 w 508352"/>
                <a:gd name="connsiteY18" fmla="*/ 80384 h 160456"/>
                <a:gd name="connsiteX19" fmla="*/ 326255 w 508352"/>
                <a:gd name="connsiteY19" fmla="*/ 80384 h 160456"/>
                <a:gd name="connsiteX20" fmla="*/ 347266 w 508352"/>
                <a:gd name="connsiteY20" fmla="*/ 64903 h 160456"/>
                <a:gd name="connsiteX21" fmla="*/ 371052 w 508352"/>
                <a:gd name="connsiteY21" fmla="*/ 89273 h 160456"/>
                <a:gd name="connsiteX22" fmla="*/ 371052 w 508352"/>
                <a:gd name="connsiteY22" fmla="*/ 103689 h 160456"/>
                <a:gd name="connsiteX23" fmla="*/ 370625 w 508352"/>
                <a:gd name="connsiteY23" fmla="*/ 103689 h 160456"/>
                <a:gd name="connsiteX24" fmla="*/ 337298 w 508352"/>
                <a:gd name="connsiteY24" fmla="*/ 90976 h 160456"/>
                <a:gd name="connsiteX25" fmla="*/ 295648 w 508352"/>
                <a:gd name="connsiteY25" fmla="*/ 125078 h 160456"/>
                <a:gd name="connsiteX26" fmla="*/ 337298 w 508352"/>
                <a:gd name="connsiteY26" fmla="*/ 160457 h 160456"/>
                <a:gd name="connsiteX27" fmla="*/ 371906 w 508352"/>
                <a:gd name="connsiteY27" fmla="*/ 145242 h 160456"/>
                <a:gd name="connsiteX28" fmla="*/ 372546 w 508352"/>
                <a:gd name="connsiteY28" fmla="*/ 145242 h 160456"/>
                <a:gd name="connsiteX29" fmla="*/ 371479 w 508352"/>
                <a:gd name="connsiteY29" fmla="*/ 158913 h 160456"/>
                <a:gd name="connsiteX30" fmla="*/ 346608 w 508352"/>
                <a:gd name="connsiteY30" fmla="*/ 108905 h 160456"/>
                <a:gd name="connsiteX31" fmla="*/ 371248 w 508352"/>
                <a:gd name="connsiteY31" fmla="*/ 124865 h 160456"/>
                <a:gd name="connsiteX32" fmla="*/ 346608 w 508352"/>
                <a:gd name="connsiteY32" fmla="*/ 142049 h 160456"/>
                <a:gd name="connsiteX33" fmla="*/ 322182 w 508352"/>
                <a:gd name="connsiteY33" fmla="*/ 124865 h 160456"/>
                <a:gd name="connsiteX34" fmla="*/ 346608 w 508352"/>
                <a:gd name="connsiteY34" fmla="*/ 108905 h 160456"/>
                <a:gd name="connsiteX35" fmla="*/ 273134 w 508352"/>
                <a:gd name="connsiteY35" fmla="*/ 0 h 160456"/>
                <a:gd name="connsiteX36" fmla="*/ 246467 w 508352"/>
                <a:gd name="connsiteY36" fmla="*/ 0 h 160456"/>
                <a:gd name="connsiteX37" fmla="*/ 246467 w 508352"/>
                <a:gd name="connsiteY37" fmla="*/ 158913 h 160456"/>
                <a:gd name="connsiteX38" fmla="*/ 273134 w 508352"/>
                <a:gd name="connsiteY38" fmla="*/ 158913 h 160456"/>
                <a:gd name="connsiteX39" fmla="*/ 273134 w 508352"/>
                <a:gd name="connsiteY39" fmla="*/ 0 h 160456"/>
                <a:gd name="connsiteX40" fmla="*/ 171179 w 508352"/>
                <a:gd name="connsiteY40" fmla="*/ 66766 h 160456"/>
                <a:gd name="connsiteX41" fmla="*/ 196886 w 508352"/>
                <a:gd name="connsiteY41" fmla="*/ 103636 h 160456"/>
                <a:gd name="connsiteX42" fmla="*/ 171179 w 508352"/>
                <a:gd name="connsiteY42" fmla="*/ 139866 h 160456"/>
                <a:gd name="connsiteX43" fmla="*/ 145472 w 508352"/>
                <a:gd name="connsiteY43" fmla="*/ 103636 h 160456"/>
                <a:gd name="connsiteX44" fmla="*/ 171179 w 508352"/>
                <a:gd name="connsiteY44" fmla="*/ 66766 h 160456"/>
                <a:gd name="connsiteX45" fmla="*/ 171179 w 508352"/>
                <a:gd name="connsiteY45" fmla="*/ 46389 h 160456"/>
                <a:gd name="connsiteX46" fmla="*/ 118708 w 508352"/>
                <a:gd name="connsiteY46" fmla="*/ 103423 h 160456"/>
                <a:gd name="connsiteX47" fmla="*/ 171179 w 508352"/>
                <a:gd name="connsiteY47" fmla="*/ 160191 h 160456"/>
                <a:gd name="connsiteX48" fmla="*/ 223650 w 508352"/>
                <a:gd name="connsiteY48" fmla="*/ 103423 h 160456"/>
                <a:gd name="connsiteX49" fmla="*/ 171179 w 508352"/>
                <a:gd name="connsiteY49" fmla="*/ 46389 h 160456"/>
                <a:gd name="connsiteX50" fmla="*/ 98763 w 508352"/>
                <a:gd name="connsiteY50" fmla="*/ 77988 h 160456"/>
                <a:gd name="connsiteX51" fmla="*/ 50773 w 508352"/>
                <a:gd name="connsiteY51" fmla="*/ 46389 h 160456"/>
                <a:gd name="connsiteX52" fmla="*/ 9 w 508352"/>
                <a:gd name="connsiteY52" fmla="*/ 77563 h 160456"/>
                <a:gd name="connsiteX53" fmla="*/ 48426 w 508352"/>
                <a:gd name="connsiteY53" fmla="*/ 112090 h 160456"/>
                <a:gd name="connsiteX54" fmla="*/ 76044 w 508352"/>
                <a:gd name="connsiteY54" fmla="*/ 127145 h 160456"/>
                <a:gd name="connsiteX55" fmla="*/ 50764 w 508352"/>
                <a:gd name="connsiteY55" fmla="*/ 141987 h 160456"/>
                <a:gd name="connsiteX56" fmla="*/ 26765 w 508352"/>
                <a:gd name="connsiteY56" fmla="*/ 123951 h 160456"/>
                <a:gd name="connsiteX57" fmla="*/ 0 w 508352"/>
                <a:gd name="connsiteY57" fmla="*/ 123951 h 160456"/>
                <a:gd name="connsiteX58" fmla="*/ 50764 w 508352"/>
                <a:gd name="connsiteY58" fmla="*/ 160182 h 160456"/>
                <a:gd name="connsiteX59" fmla="*/ 102809 w 508352"/>
                <a:gd name="connsiteY59" fmla="*/ 127145 h 160456"/>
                <a:gd name="connsiteX60" fmla="*/ 53112 w 508352"/>
                <a:gd name="connsiteY60" fmla="*/ 91766 h 160456"/>
                <a:gd name="connsiteX61" fmla="*/ 26658 w 508352"/>
                <a:gd name="connsiteY61" fmla="*/ 79266 h 160456"/>
                <a:gd name="connsiteX62" fmla="*/ 50657 w 508352"/>
                <a:gd name="connsiteY62" fmla="*/ 64637 h 160456"/>
                <a:gd name="connsiteX63" fmla="*/ 71989 w 508352"/>
                <a:gd name="connsiteY63" fmla="*/ 77988 h 160456"/>
                <a:gd name="connsiteX64" fmla="*/ 98763 w 508352"/>
                <a:gd name="connsiteY64" fmla="*/ 77988 h 160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08352" h="160456">
                  <a:moveTo>
                    <a:pt x="422866" y="47879"/>
                  </a:moveTo>
                  <a:lnTo>
                    <a:pt x="422866" y="158913"/>
                  </a:lnTo>
                  <a:lnTo>
                    <a:pt x="449532" y="158913"/>
                  </a:lnTo>
                  <a:lnTo>
                    <a:pt x="449532" y="90444"/>
                  </a:lnTo>
                  <a:cubicBezTo>
                    <a:pt x="449106" y="76028"/>
                    <a:pt x="453801" y="66926"/>
                    <a:pt x="469691" y="66926"/>
                  </a:cubicBezTo>
                  <a:cubicBezTo>
                    <a:pt x="482219" y="66926"/>
                    <a:pt x="483286" y="73473"/>
                    <a:pt x="483286" y="84695"/>
                  </a:cubicBezTo>
                  <a:lnTo>
                    <a:pt x="483286" y="90444"/>
                  </a:lnTo>
                  <a:lnTo>
                    <a:pt x="508353" y="90444"/>
                  </a:lnTo>
                  <a:lnTo>
                    <a:pt x="508353" y="81404"/>
                  </a:lnTo>
                  <a:cubicBezTo>
                    <a:pt x="508353" y="60121"/>
                    <a:pt x="502644" y="46397"/>
                    <a:pt x="479080" y="46397"/>
                  </a:cubicBezTo>
                  <a:cubicBezTo>
                    <a:pt x="466125" y="46397"/>
                    <a:pt x="454654" y="50017"/>
                    <a:pt x="449328" y="62357"/>
                  </a:cubicBezTo>
                  <a:lnTo>
                    <a:pt x="448261" y="62357"/>
                  </a:lnTo>
                  <a:lnTo>
                    <a:pt x="449008" y="47888"/>
                  </a:lnTo>
                  <a:lnTo>
                    <a:pt x="422874" y="47888"/>
                  </a:lnTo>
                  <a:close/>
                  <a:moveTo>
                    <a:pt x="371461" y="158913"/>
                  </a:moveTo>
                  <a:lnTo>
                    <a:pt x="398128" y="158913"/>
                  </a:lnTo>
                  <a:lnTo>
                    <a:pt x="398128" y="89220"/>
                  </a:lnTo>
                  <a:cubicBezTo>
                    <a:pt x="398128" y="51977"/>
                    <a:pt x="383252" y="46655"/>
                    <a:pt x="347577" y="46655"/>
                  </a:cubicBezTo>
                  <a:cubicBezTo>
                    <a:pt x="322084" y="46655"/>
                    <a:pt x="299588" y="47932"/>
                    <a:pt x="299588" y="80384"/>
                  </a:cubicBezTo>
                  <a:lnTo>
                    <a:pt x="326255" y="80384"/>
                  </a:lnTo>
                  <a:cubicBezTo>
                    <a:pt x="326255" y="65968"/>
                    <a:pt x="335582" y="64903"/>
                    <a:pt x="347266" y="64903"/>
                  </a:cubicBezTo>
                  <a:cubicBezTo>
                    <a:pt x="369558" y="64903"/>
                    <a:pt x="371052" y="71237"/>
                    <a:pt x="371052" y="89273"/>
                  </a:cubicBezTo>
                  <a:lnTo>
                    <a:pt x="371052" y="103689"/>
                  </a:lnTo>
                  <a:lnTo>
                    <a:pt x="370625" y="103689"/>
                  </a:lnTo>
                  <a:cubicBezTo>
                    <a:pt x="364276" y="91189"/>
                    <a:pt x="350894" y="90976"/>
                    <a:pt x="337298" y="90976"/>
                  </a:cubicBezTo>
                  <a:cubicBezTo>
                    <a:pt x="309680" y="90976"/>
                    <a:pt x="295648" y="98375"/>
                    <a:pt x="295648" y="125078"/>
                  </a:cubicBezTo>
                  <a:cubicBezTo>
                    <a:pt x="295648" y="155187"/>
                    <a:pt x="312018" y="160457"/>
                    <a:pt x="337298" y="160457"/>
                  </a:cubicBezTo>
                  <a:cubicBezTo>
                    <a:pt x="350254" y="160457"/>
                    <a:pt x="366624" y="160031"/>
                    <a:pt x="371906" y="145242"/>
                  </a:cubicBezTo>
                  <a:lnTo>
                    <a:pt x="372546" y="145242"/>
                  </a:lnTo>
                  <a:lnTo>
                    <a:pt x="371479" y="158913"/>
                  </a:lnTo>
                  <a:close/>
                  <a:moveTo>
                    <a:pt x="346608" y="108905"/>
                  </a:moveTo>
                  <a:cubicBezTo>
                    <a:pt x="359777" y="108905"/>
                    <a:pt x="371248" y="109331"/>
                    <a:pt x="371248" y="124865"/>
                  </a:cubicBezTo>
                  <a:cubicBezTo>
                    <a:pt x="371248" y="140399"/>
                    <a:pt x="360586" y="142049"/>
                    <a:pt x="346608" y="142049"/>
                  </a:cubicBezTo>
                  <a:cubicBezTo>
                    <a:pt x="328584" y="142049"/>
                    <a:pt x="322182" y="140558"/>
                    <a:pt x="322182" y="124865"/>
                  </a:cubicBezTo>
                  <a:cubicBezTo>
                    <a:pt x="322182" y="109171"/>
                    <a:pt x="332843" y="108905"/>
                    <a:pt x="346608" y="108905"/>
                  </a:cubicBezTo>
                  <a:moveTo>
                    <a:pt x="273134" y="0"/>
                  </a:moveTo>
                  <a:lnTo>
                    <a:pt x="246467" y="0"/>
                  </a:lnTo>
                  <a:lnTo>
                    <a:pt x="246467" y="158913"/>
                  </a:lnTo>
                  <a:lnTo>
                    <a:pt x="273134" y="158913"/>
                  </a:lnTo>
                  <a:lnTo>
                    <a:pt x="273134" y="0"/>
                  </a:lnTo>
                  <a:close/>
                  <a:moveTo>
                    <a:pt x="171179" y="66766"/>
                  </a:moveTo>
                  <a:cubicBezTo>
                    <a:pt x="194965" y="66766"/>
                    <a:pt x="196886" y="73526"/>
                    <a:pt x="196886" y="103636"/>
                  </a:cubicBezTo>
                  <a:cubicBezTo>
                    <a:pt x="196886" y="133745"/>
                    <a:pt x="194965" y="139866"/>
                    <a:pt x="171179" y="139866"/>
                  </a:cubicBezTo>
                  <a:cubicBezTo>
                    <a:pt x="147393" y="139866"/>
                    <a:pt x="145472" y="133266"/>
                    <a:pt x="145472" y="103636"/>
                  </a:cubicBezTo>
                  <a:cubicBezTo>
                    <a:pt x="145472" y="74005"/>
                    <a:pt x="147393" y="66766"/>
                    <a:pt x="171179" y="66766"/>
                  </a:cubicBezTo>
                  <a:moveTo>
                    <a:pt x="171179" y="46389"/>
                  </a:moveTo>
                  <a:cubicBezTo>
                    <a:pt x="124683" y="46389"/>
                    <a:pt x="118708" y="60166"/>
                    <a:pt x="118708" y="103423"/>
                  </a:cubicBezTo>
                  <a:cubicBezTo>
                    <a:pt x="118708" y="146680"/>
                    <a:pt x="124683" y="160191"/>
                    <a:pt x="171179" y="160191"/>
                  </a:cubicBezTo>
                  <a:cubicBezTo>
                    <a:pt x="217675" y="160191"/>
                    <a:pt x="223650" y="146413"/>
                    <a:pt x="223650" y="103423"/>
                  </a:cubicBezTo>
                  <a:cubicBezTo>
                    <a:pt x="223650" y="60432"/>
                    <a:pt x="217728" y="46389"/>
                    <a:pt x="171179" y="46389"/>
                  </a:cubicBezTo>
                  <a:moveTo>
                    <a:pt x="98763" y="77988"/>
                  </a:moveTo>
                  <a:cubicBezTo>
                    <a:pt x="98763" y="46814"/>
                    <a:pt x="72629" y="46389"/>
                    <a:pt x="50773" y="46389"/>
                  </a:cubicBezTo>
                  <a:cubicBezTo>
                    <a:pt x="22088" y="46389"/>
                    <a:pt x="9" y="47027"/>
                    <a:pt x="9" y="77563"/>
                  </a:cubicBezTo>
                  <a:cubicBezTo>
                    <a:pt x="9" y="105969"/>
                    <a:pt x="7425" y="111717"/>
                    <a:pt x="48426" y="112090"/>
                  </a:cubicBezTo>
                  <a:cubicBezTo>
                    <a:pt x="75404" y="112516"/>
                    <a:pt x="76044" y="117413"/>
                    <a:pt x="76044" y="127145"/>
                  </a:cubicBezTo>
                  <a:cubicBezTo>
                    <a:pt x="76044" y="142412"/>
                    <a:pt x="66716" y="141987"/>
                    <a:pt x="50764" y="141987"/>
                  </a:cubicBezTo>
                  <a:cubicBezTo>
                    <a:pt x="30980" y="141987"/>
                    <a:pt x="27192" y="140070"/>
                    <a:pt x="26765" y="123951"/>
                  </a:cubicBezTo>
                  <a:lnTo>
                    <a:pt x="0" y="123951"/>
                  </a:lnTo>
                  <a:cubicBezTo>
                    <a:pt x="0" y="160182"/>
                    <a:pt x="20371" y="160182"/>
                    <a:pt x="50764" y="160182"/>
                  </a:cubicBezTo>
                  <a:cubicBezTo>
                    <a:pt x="78969" y="160182"/>
                    <a:pt x="102809" y="157254"/>
                    <a:pt x="102809" y="127145"/>
                  </a:cubicBezTo>
                  <a:cubicBezTo>
                    <a:pt x="102809" y="91127"/>
                    <a:pt x="79450" y="93043"/>
                    <a:pt x="53112" y="91766"/>
                  </a:cubicBezTo>
                  <a:cubicBezTo>
                    <a:pt x="29752" y="90701"/>
                    <a:pt x="26658" y="90435"/>
                    <a:pt x="26658" y="79266"/>
                  </a:cubicBezTo>
                  <a:cubicBezTo>
                    <a:pt x="26658" y="64637"/>
                    <a:pt x="36413" y="64637"/>
                    <a:pt x="50657" y="64637"/>
                  </a:cubicBezTo>
                  <a:cubicBezTo>
                    <a:pt x="64902" y="64637"/>
                    <a:pt x="71989" y="64637"/>
                    <a:pt x="71989" y="77988"/>
                  </a:cubicBezTo>
                  <a:lnTo>
                    <a:pt x="98763" y="77988"/>
                  </a:lnTo>
                  <a:close/>
                </a:path>
              </a:pathLst>
            </a:custGeom>
            <a:solidFill>
              <a:srgbClr val="000000"/>
            </a:solidFill>
            <a:ln w="882" cap="flat">
              <a:noFill/>
              <a:prstDash val="solid"/>
              <a:miter/>
            </a:ln>
          </p:spPr>
          <p:txBody>
            <a:bodyPr rtlCol="0" anchor="ctr"/>
            <a:lstStyle/>
            <a:p>
              <a:pPr marL="0" algn="l" defTabSz="914400" rtl="0" eaLnBrk="1" latinLnBrk="0" hangingPunct="1"/>
              <a:endParaRPr lang="en-IL"/>
            </a:p>
          </p:txBody>
        </p:sp>
      </p:grpSp>
    </p:spTree>
    <p:extLst>
      <p:ext uri="{BB962C8B-B14F-4D97-AF65-F5344CB8AC3E}">
        <p14:creationId xmlns:p14="http://schemas.microsoft.com/office/powerpoint/2010/main" val="8356829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61" r:id="rId5"/>
    <p:sldLayoutId id="2147483662" r:id="rId6"/>
    <p:sldLayoutId id="2147483663" r:id="rId7"/>
    <p:sldLayoutId id="2147483653" r:id="rId8"/>
    <p:sldLayoutId id="2147483664" r:id="rId9"/>
    <p:sldLayoutId id="2147483665" r:id="rId10"/>
    <p:sldLayoutId id="2147483654" r:id="rId11"/>
    <p:sldLayoutId id="2147483666" r:id="rId12"/>
  </p:sldLayoutIdLst>
  <p:hf hdr="0" ftr="0" dt="0"/>
  <p:txStyles>
    <p:titleStyle>
      <a:lvl1pPr algn="l" defTabSz="914400" rtl="0" eaLnBrk="1" latinLnBrk="0" hangingPunct="1">
        <a:lnSpc>
          <a:spcPct val="90000"/>
        </a:lnSpc>
        <a:spcBef>
          <a:spcPct val="0"/>
        </a:spcBef>
        <a:buNone/>
        <a:defRPr sz="3600" b="0" i="0" kern="1200">
          <a:solidFill>
            <a:schemeClr val="tx2"/>
          </a:solidFill>
          <a:latin typeface="+mj-lt"/>
          <a:ea typeface="+mj-ea"/>
          <a:cs typeface="Segoe UI Semibold" panose="020B0502040204020203" pitchFamily="34" charset="0"/>
        </a:defRPr>
      </a:lvl1pPr>
    </p:titleStyle>
    <p:bodyStyle>
      <a:lvl1pPr marL="228600" indent="-228600" algn="l" defTabSz="914400" rtl="0" eaLnBrk="1" latinLnBrk="0" hangingPunct="1">
        <a:lnSpc>
          <a:spcPct val="90000"/>
        </a:lnSpc>
        <a:spcBef>
          <a:spcPts val="1000"/>
        </a:spcBef>
        <a:buFontTx/>
        <a:buBlip>
          <a:blip r:embed="rId14"/>
        </a:buBlip>
        <a:defRPr sz="2000" b="0" i="0" kern="1200">
          <a:solidFill>
            <a:schemeClr val="tx2"/>
          </a:solidFill>
          <a:latin typeface="+mn-lt"/>
          <a:ea typeface="+mn-ea"/>
          <a:cs typeface="Segoe UI Light" panose="020B0502040204020203" pitchFamily="34" charset="0"/>
        </a:defRPr>
      </a:lvl1pPr>
      <a:lvl2pPr marL="6858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2pPr>
      <a:lvl3pPr marL="11430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3pPr>
      <a:lvl4pPr marL="16002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4pPr>
      <a:lvl5pPr marL="20574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5CF83-17C7-0535-D59E-CF8385CADF01}"/>
              </a:ext>
            </a:extLst>
          </p:cNvPr>
          <p:cNvSpPr>
            <a:spLocks noGrp="1"/>
          </p:cNvSpPr>
          <p:nvPr>
            <p:ph type="ctrTitle"/>
          </p:nvPr>
        </p:nvSpPr>
        <p:spPr>
          <a:xfrm>
            <a:off x="492767" y="3234072"/>
            <a:ext cx="6694410" cy="1762901"/>
          </a:xfrm>
        </p:spPr>
        <p:txBody>
          <a:bodyPr/>
          <a:lstStyle/>
          <a:p>
            <a:r>
              <a:rPr lang="en-US" sz="4800" b="1">
                <a:cs typeface="Segoe UI Light"/>
              </a:rPr>
              <a:t>New Layout Process</a:t>
            </a:r>
          </a:p>
        </p:txBody>
      </p:sp>
      <p:sp>
        <p:nvSpPr>
          <p:cNvPr id="3" name="Subtitle 2">
            <a:extLst>
              <a:ext uri="{FF2B5EF4-FFF2-40B4-BE49-F238E27FC236}">
                <a16:creationId xmlns:a16="http://schemas.microsoft.com/office/drawing/2014/main" id="{E8438298-3FE9-7FA1-7EB3-479205CE502F}"/>
              </a:ext>
            </a:extLst>
          </p:cNvPr>
          <p:cNvSpPr>
            <a:spLocks noGrp="1"/>
          </p:cNvSpPr>
          <p:nvPr>
            <p:ph type="subTitle" idx="1"/>
          </p:nvPr>
        </p:nvSpPr>
        <p:spPr>
          <a:xfrm>
            <a:off x="493254" y="4759994"/>
            <a:ext cx="9580386" cy="871186"/>
          </a:xfrm>
        </p:spPr>
        <p:txBody>
          <a:bodyPr vert="horz" lIns="90000" tIns="45720" rIns="91440" bIns="45720" rtlCol="0" anchor="t">
            <a:noAutofit/>
          </a:bodyPr>
          <a:lstStyle/>
          <a:p>
            <a:r>
              <a:rPr lang="en-US" dirty="0" err="1">
                <a:solidFill>
                  <a:srgbClr val="FFFFFF"/>
                </a:solidFill>
                <a:latin typeface="Segoe UI Semibold"/>
                <a:cs typeface="Segoe UI Semibold"/>
              </a:rPr>
              <a:t>Amir.G</a:t>
            </a:r>
            <a:r>
              <a:rPr lang="en-US" dirty="0">
                <a:solidFill>
                  <a:srgbClr val="FFFFFF"/>
                </a:solidFill>
                <a:latin typeface="Segoe UI Semibold"/>
                <a:cs typeface="Segoe UI Semibold"/>
              </a:rPr>
              <a:t>, </a:t>
            </a:r>
            <a:r>
              <a:rPr lang="en-US" dirty="0" err="1">
                <a:solidFill>
                  <a:srgbClr val="FFFFFF"/>
                </a:solidFill>
                <a:latin typeface="Segoe UI Semibold"/>
                <a:cs typeface="Segoe UI Semibold"/>
              </a:rPr>
              <a:t>Moshe.R</a:t>
            </a:r>
            <a:r>
              <a:rPr lang="en-US" dirty="0">
                <a:solidFill>
                  <a:srgbClr val="FFFFFF"/>
                </a:solidFill>
                <a:latin typeface="Segoe UI Semibold"/>
                <a:cs typeface="Segoe UI Semibold"/>
              </a:rPr>
              <a:t>, </a:t>
            </a:r>
            <a:r>
              <a:rPr lang="en-US" dirty="0" err="1">
                <a:solidFill>
                  <a:srgbClr val="FFFFFF"/>
                </a:solidFill>
                <a:latin typeface="Segoe UI Semibold"/>
                <a:cs typeface="Segoe UI Semibold"/>
              </a:rPr>
              <a:t>Tzippi</a:t>
            </a:r>
            <a:r>
              <a:rPr lang="en-US" dirty="0">
                <a:solidFill>
                  <a:srgbClr val="FFFFFF"/>
                </a:solidFill>
                <a:latin typeface="Segoe UI Semibold"/>
                <a:cs typeface="Segoe UI Semibold"/>
              </a:rPr>
              <a:t> ,</a:t>
            </a:r>
            <a:r>
              <a:rPr lang="en-US" dirty="0" err="1">
                <a:solidFill>
                  <a:srgbClr val="FFFFFF"/>
                </a:solidFill>
                <a:latin typeface="Segoe UI Semibold"/>
                <a:cs typeface="Segoe UI Semibold"/>
              </a:rPr>
              <a:t>Ron.B</a:t>
            </a:r>
            <a:r>
              <a:rPr lang="en-US" dirty="0">
                <a:solidFill>
                  <a:srgbClr val="FFFFFF"/>
                </a:solidFill>
                <a:latin typeface="Segoe UI Semibold"/>
                <a:cs typeface="Segoe UI Semibold"/>
              </a:rPr>
              <a:t> ,</a:t>
            </a:r>
            <a:r>
              <a:rPr lang="en-US" dirty="0" err="1">
                <a:solidFill>
                  <a:srgbClr val="FFFFFF"/>
                </a:solidFill>
                <a:latin typeface="Segoe UI Semibold"/>
                <a:cs typeface="Segoe UI Semibold"/>
              </a:rPr>
              <a:t>Lior.M</a:t>
            </a:r>
            <a:r>
              <a:rPr lang="en-US" dirty="0">
                <a:solidFill>
                  <a:srgbClr val="FFFFFF"/>
                </a:solidFill>
                <a:latin typeface="Segoe UI Semibold"/>
                <a:cs typeface="Segoe UI Semibold"/>
              </a:rPr>
              <a:t> ,</a:t>
            </a:r>
            <a:r>
              <a:rPr lang="en-US" dirty="0" err="1">
                <a:solidFill>
                  <a:srgbClr val="FFFFFF"/>
                </a:solidFill>
                <a:latin typeface="Segoe UI Semibold"/>
                <a:cs typeface="Segoe UI Semibold"/>
              </a:rPr>
              <a:t>Oren.S</a:t>
            </a:r>
            <a:r>
              <a:rPr lang="en-US" dirty="0">
                <a:solidFill>
                  <a:srgbClr val="FFFFFF"/>
                </a:solidFill>
                <a:latin typeface="Segoe UI Semibold"/>
                <a:cs typeface="Segoe UI Semibold"/>
              </a:rPr>
              <a:t> and  </a:t>
            </a:r>
            <a:r>
              <a:rPr lang="en-US" dirty="0" err="1">
                <a:solidFill>
                  <a:srgbClr val="FFFFFF"/>
                </a:solidFill>
                <a:latin typeface="Segoe UI Semibold"/>
                <a:cs typeface="Segoe UI Semibold"/>
              </a:rPr>
              <a:t>Moris.R</a:t>
            </a:r>
            <a:r>
              <a:rPr lang="en-US" dirty="0">
                <a:solidFill>
                  <a:srgbClr val="FFFFFF"/>
                </a:solidFill>
                <a:latin typeface="Segoe UI Semibold"/>
                <a:cs typeface="Segoe UI Semibold"/>
              </a:rPr>
              <a:t> | September 2025</a:t>
            </a:r>
            <a:endParaRPr lang="en-US" dirty="0">
              <a:solidFill>
                <a:schemeClr val="bg1"/>
              </a:solidFill>
              <a:latin typeface="Segoe UI Semibold"/>
              <a:cs typeface="Segoe UI Semibold"/>
            </a:endParaRPr>
          </a:p>
        </p:txBody>
      </p:sp>
      <p:sp>
        <p:nvSpPr>
          <p:cNvPr id="4" name="Slide Number Placeholder 3">
            <a:extLst>
              <a:ext uri="{FF2B5EF4-FFF2-40B4-BE49-F238E27FC236}">
                <a16:creationId xmlns:a16="http://schemas.microsoft.com/office/drawing/2014/main" id="{6126815B-FE35-0B1E-8A8E-04E624950E15}"/>
              </a:ext>
            </a:extLst>
          </p:cNvPr>
          <p:cNvSpPr>
            <a:spLocks noGrp="1"/>
          </p:cNvSpPr>
          <p:nvPr>
            <p:ph type="sldNum" sz="quarter" idx="12"/>
          </p:nvPr>
        </p:nvSpPr>
        <p:spPr/>
        <p:txBody>
          <a:bodyPr/>
          <a:lstStyle/>
          <a:p>
            <a:fld id="{4055E60B-063F-7341-AAD1-65F55D97E323}" type="slidenum">
              <a:rPr lang="en-IL" smtClean="0"/>
              <a:pPr/>
              <a:t>1</a:t>
            </a:fld>
            <a:endParaRPr lang="en-IL"/>
          </a:p>
        </p:txBody>
      </p:sp>
    </p:spTree>
    <p:extLst>
      <p:ext uri="{BB962C8B-B14F-4D97-AF65-F5344CB8AC3E}">
        <p14:creationId xmlns:p14="http://schemas.microsoft.com/office/powerpoint/2010/main" val="2551506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1E16B-9800-8133-A7DF-4DDCA83E37D0}"/>
              </a:ext>
            </a:extLst>
          </p:cNvPr>
          <p:cNvSpPr>
            <a:spLocks noGrp="1"/>
          </p:cNvSpPr>
          <p:nvPr>
            <p:ph type="title"/>
          </p:nvPr>
        </p:nvSpPr>
        <p:spPr/>
        <p:txBody>
          <a:bodyPr/>
          <a:lstStyle/>
          <a:p>
            <a:r>
              <a:rPr lang="en-US"/>
              <a:t>Motivation</a:t>
            </a:r>
          </a:p>
        </p:txBody>
      </p:sp>
      <p:sp>
        <p:nvSpPr>
          <p:cNvPr id="3" name="Content Placeholder 2">
            <a:extLst>
              <a:ext uri="{FF2B5EF4-FFF2-40B4-BE49-F238E27FC236}">
                <a16:creationId xmlns:a16="http://schemas.microsoft.com/office/drawing/2014/main" id="{64F6E870-E1FC-8975-5891-60B47F4A1511}"/>
              </a:ext>
            </a:extLst>
          </p:cNvPr>
          <p:cNvSpPr>
            <a:spLocks noGrp="1"/>
          </p:cNvSpPr>
          <p:nvPr>
            <p:ph idx="1"/>
          </p:nvPr>
        </p:nvSpPr>
        <p:spPr/>
        <p:txBody>
          <a:bodyPr vert="horz" lIns="90000" tIns="45720" rIns="91440" bIns="45720" rtlCol="0" anchor="t">
            <a:noAutofit/>
          </a:bodyPr>
          <a:lstStyle/>
          <a:p>
            <a:r>
              <a:rPr lang="en-US" b="1" dirty="0">
                <a:cs typeface="Segoe UI Light"/>
              </a:rPr>
              <a:t>Why Layout Matters</a:t>
            </a:r>
          </a:p>
          <a:p>
            <a:pPr lvl="1"/>
            <a:r>
              <a:rPr lang="en-US" dirty="0">
                <a:cs typeface="Segoe UI Light"/>
              </a:rPr>
              <a:t>A robust layout process ensures fewer field issues.</a:t>
            </a:r>
          </a:p>
          <a:p>
            <a:pPr lvl="1"/>
            <a:r>
              <a:rPr lang="en-US" dirty="0">
                <a:cs typeface="Segoe UI Light"/>
              </a:rPr>
              <a:t>Reliable products strengthen SolarEdge’s reputation.</a:t>
            </a:r>
            <a:br>
              <a:rPr lang="en-US" dirty="0"/>
            </a:br>
            <a:endParaRPr lang="en-US"/>
          </a:p>
          <a:p>
            <a:r>
              <a:rPr lang="en-US" b="1" dirty="0">
                <a:cs typeface="Segoe UI Light"/>
              </a:rPr>
              <a:t>Impact of Poor Layout</a:t>
            </a:r>
          </a:p>
          <a:p>
            <a:pPr lvl="1"/>
            <a:r>
              <a:rPr lang="en-US" dirty="0">
                <a:cs typeface="Segoe UI Light"/>
              </a:rPr>
              <a:t>Delays project timelines and complicates future changes.</a:t>
            </a:r>
          </a:p>
          <a:p>
            <a:pPr lvl="1"/>
            <a:r>
              <a:rPr lang="en-US" dirty="0">
                <a:cs typeface="Segoe UI Light"/>
              </a:rPr>
              <a:t>Increases risk of  </a:t>
            </a:r>
            <a:r>
              <a:rPr lang="en-US" dirty="0">
                <a:solidFill>
                  <a:srgbClr val="000000"/>
                </a:solidFill>
                <a:cs typeface="Segoe UI Light"/>
              </a:rPr>
              <a:t>rework  due to poor electrical performance and reliability.</a:t>
            </a:r>
            <a:br>
              <a:rPr lang="en-US" dirty="0">
                <a:solidFill>
                  <a:srgbClr val="000000"/>
                </a:solidFill>
              </a:rPr>
            </a:br>
            <a:endParaRPr lang="en-US"/>
          </a:p>
          <a:p>
            <a:r>
              <a:rPr lang="en-US" b="1" dirty="0">
                <a:cs typeface="Segoe UI Light"/>
              </a:rPr>
              <a:t>Our Investment</a:t>
            </a:r>
          </a:p>
          <a:p>
            <a:pPr lvl="1"/>
            <a:r>
              <a:rPr lang="en-US" dirty="0">
                <a:cs typeface="Segoe UI Light"/>
              </a:rPr>
              <a:t>Significant time and top-tier expertise dedicated to this process.</a:t>
            </a:r>
          </a:p>
          <a:p>
            <a:pPr lvl="1"/>
            <a:r>
              <a:rPr lang="en-US" dirty="0">
                <a:cs typeface="Segoe UI Light"/>
              </a:rPr>
              <a:t>Expect equal commitment and active participation from all involved.</a:t>
            </a:r>
            <a:br>
              <a:rPr lang="en-US" dirty="0"/>
            </a:br>
            <a:endParaRPr lang="en-US"/>
          </a:p>
          <a:p>
            <a:pPr marL="0" indent="0">
              <a:buNone/>
            </a:pPr>
            <a:br>
              <a:rPr lang="en-US" dirty="0"/>
            </a:br>
            <a:endParaRPr lang="en-US"/>
          </a:p>
          <a:p>
            <a:endParaRPr lang="en-US"/>
          </a:p>
        </p:txBody>
      </p:sp>
      <p:sp>
        <p:nvSpPr>
          <p:cNvPr id="4" name="Slide Number Placeholder 3">
            <a:extLst>
              <a:ext uri="{FF2B5EF4-FFF2-40B4-BE49-F238E27FC236}">
                <a16:creationId xmlns:a16="http://schemas.microsoft.com/office/drawing/2014/main" id="{C4241C04-03A6-F02B-F8D8-D104701FBD13}"/>
              </a:ext>
            </a:extLst>
          </p:cNvPr>
          <p:cNvSpPr>
            <a:spLocks noGrp="1"/>
          </p:cNvSpPr>
          <p:nvPr>
            <p:ph type="sldNum" sz="quarter" idx="12"/>
          </p:nvPr>
        </p:nvSpPr>
        <p:spPr/>
        <p:txBody>
          <a:bodyPr/>
          <a:lstStyle/>
          <a:p>
            <a:fld id="{4055E60B-063F-7341-AAD1-65F55D97E323}" type="slidenum">
              <a:rPr lang="en-IL" smtClean="0"/>
              <a:t>2</a:t>
            </a:fld>
            <a:endParaRPr lang="en-IL"/>
          </a:p>
        </p:txBody>
      </p:sp>
    </p:spTree>
    <p:extLst>
      <p:ext uri="{BB962C8B-B14F-4D97-AF65-F5344CB8AC3E}">
        <p14:creationId xmlns:p14="http://schemas.microsoft.com/office/powerpoint/2010/main" val="4065009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6347-8D7A-8CE8-9357-9707D8E10A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F730A2-48A1-DCDB-A913-B68F8238EB81}"/>
              </a:ext>
            </a:extLst>
          </p:cNvPr>
          <p:cNvSpPr>
            <a:spLocks noGrp="1"/>
          </p:cNvSpPr>
          <p:nvPr>
            <p:ph type="title"/>
          </p:nvPr>
        </p:nvSpPr>
        <p:spPr/>
        <p:txBody>
          <a:bodyPr/>
          <a:lstStyle/>
          <a:p>
            <a:r>
              <a:rPr lang="en-US"/>
              <a:t>Motivation</a:t>
            </a:r>
          </a:p>
        </p:txBody>
      </p:sp>
      <p:sp>
        <p:nvSpPr>
          <p:cNvPr id="3" name="Content Placeholder 2">
            <a:extLst>
              <a:ext uri="{FF2B5EF4-FFF2-40B4-BE49-F238E27FC236}">
                <a16:creationId xmlns:a16="http://schemas.microsoft.com/office/drawing/2014/main" id="{D1B2D7E7-999C-2E2E-F5C0-9E4C41B85AC6}"/>
              </a:ext>
            </a:extLst>
          </p:cNvPr>
          <p:cNvSpPr>
            <a:spLocks noGrp="1"/>
          </p:cNvSpPr>
          <p:nvPr>
            <p:ph idx="1"/>
          </p:nvPr>
        </p:nvSpPr>
        <p:spPr/>
        <p:txBody>
          <a:bodyPr/>
          <a:lstStyle/>
          <a:p>
            <a:r>
              <a:rPr lang="en-US" b="1"/>
              <a:t>Collaboration &amp; Learning</a:t>
            </a:r>
          </a:p>
          <a:p>
            <a:pPr lvl="1"/>
            <a:r>
              <a:rPr lang="en-US"/>
              <a:t>Diverse professional levels—everyone can contribute and learn.</a:t>
            </a:r>
          </a:p>
          <a:p>
            <a:pPr lvl="1"/>
            <a:r>
              <a:rPr lang="en-US"/>
              <a:t>Encourage teamwork and mutual support during layout reviews.</a:t>
            </a:r>
          </a:p>
          <a:p>
            <a:pPr marL="457200" lvl="1" indent="0">
              <a:buNone/>
            </a:pPr>
            <a:endParaRPr lang="en-US"/>
          </a:p>
          <a:p>
            <a:r>
              <a:rPr lang="en-US" b="1"/>
              <a:t>About the Process</a:t>
            </a:r>
          </a:p>
          <a:p>
            <a:pPr lvl="1"/>
            <a:r>
              <a:rPr lang="en-US"/>
              <a:t>This is the first iteration—improvements will follow.</a:t>
            </a:r>
          </a:p>
          <a:p>
            <a:pPr lvl="1"/>
            <a:r>
              <a:rPr lang="en-US"/>
              <a:t>Feedback is essential to refine and optimize the workflow.</a:t>
            </a:r>
          </a:p>
          <a:p>
            <a:pPr marL="0" indent="0">
              <a:buNone/>
            </a:pPr>
            <a:br>
              <a:rPr lang="en-US"/>
            </a:br>
            <a:endParaRPr lang="en-US"/>
          </a:p>
          <a:p>
            <a:r>
              <a:rPr lang="en-US" b="1"/>
              <a:t>Your Role Moving Forward</a:t>
            </a:r>
          </a:p>
          <a:p>
            <a:pPr lvl="1"/>
            <a:r>
              <a:rPr lang="en-US"/>
              <a:t>Be the spearhead of this new layout methodology.</a:t>
            </a:r>
          </a:p>
          <a:p>
            <a:pPr lvl="1"/>
            <a:r>
              <a:rPr lang="en-US"/>
              <a:t>Act as a knowledge hub and set the standard for excellence</a:t>
            </a:r>
          </a:p>
          <a:p>
            <a:endParaRPr lang="en-US"/>
          </a:p>
        </p:txBody>
      </p:sp>
      <p:sp>
        <p:nvSpPr>
          <p:cNvPr id="4" name="Slide Number Placeholder 3">
            <a:extLst>
              <a:ext uri="{FF2B5EF4-FFF2-40B4-BE49-F238E27FC236}">
                <a16:creationId xmlns:a16="http://schemas.microsoft.com/office/drawing/2014/main" id="{A49B3E20-83AD-54AF-89C5-F778450CF792}"/>
              </a:ext>
            </a:extLst>
          </p:cNvPr>
          <p:cNvSpPr>
            <a:spLocks noGrp="1"/>
          </p:cNvSpPr>
          <p:nvPr>
            <p:ph type="sldNum" sz="quarter" idx="12"/>
          </p:nvPr>
        </p:nvSpPr>
        <p:spPr/>
        <p:txBody>
          <a:bodyPr/>
          <a:lstStyle/>
          <a:p>
            <a:fld id="{4055E60B-063F-7341-AAD1-65F55D97E323}" type="slidenum">
              <a:rPr lang="en-IL" smtClean="0"/>
              <a:t>3</a:t>
            </a:fld>
            <a:endParaRPr lang="en-IL"/>
          </a:p>
        </p:txBody>
      </p:sp>
    </p:spTree>
    <p:extLst>
      <p:ext uri="{BB962C8B-B14F-4D97-AF65-F5344CB8AC3E}">
        <p14:creationId xmlns:p14="http://schemas.microsoft.com/office/powerpoint/2010/main" val="1457733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11FA7-845F-0273-F24D-1E77B09172C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3B2C682-C932-45D4-A160-F2239D7E14B9}"/>
              </a:ext>
            </a:extLst>
          </p:cNvPr>
          <p:cNvSpPr>
            <a:spLocks noGrp="1"/>
          </p:cNvSpPr>
          <p:nvPr>
            <p:ph type="sldNum" sz="quarter" idx="12"/>
          </p:nvPr>
        </p:nvSpPr>
        <p:spPr/>
        <p:txBody>
          <a:bodyPr/>
          <a:lstStyle/>
          <a:p>
            <a:fld id="{4055E60B-063F-7341-AAD1-65F55D97E323}" type="slidenum">
              <a:rPr lang="en-IL" smtClean="0"/>
              <a:t>4</a:t>
            </a:fld>
            <a:endParaRPr lang="en-IL"/>
          </a:p>
        </p:txBody>
      </p:sp>
      <p:sp>
        <p:nvSpPr>
          <p:cNvPr id="37" name="Content Placeholder 2">
            <a:extLst>
              <a:ext uri="{FF2B5EF4-FFF2-40B4-BE49-F238E27FC236}">
                <a16:creationId xmlns:a16="http://schemas.microsoft.com/office/drawing/2014/main" id="{C7D48DF6-0246-62BB-ACBD-915CA765D237}"/>
              </a:ext>
            </a:extLst>
          </p:cNvPr>
          <p:cNvSpPr txBox="1">
            <a:spLocks/>
          </p:cNvSpPr>
          <p:nvPr/>
        </p:nvSpPr>
        <p:spPr>
          <a:xfrm>
            <a:off x="492440" y="905435"/>
            <a:ext cx="11432955" cy="5620870"/>
          </a:xfrm>
          <a:prstGeom prst="rect">
            <a:avLst/>
          </a:prstGeom>
        </p:spPr>
        <p:txBody>
          <a:bodyPr vert="horz" lIns="90000" tIns="45720" rIns="91440" bIns="45720" rtlCol="0" anchor="t">
            <a:noAutofit/>
          </a:bodyPr>
          <a:lstStyle>
            <a:lvl1pPr marL="228600" indent="-228600" algn="l" defTabSz="914400" rtl="0" eaLnBrk="1" latinLnBrk="0" hangingPunct="1">
              <a:lnSpc>
                <a:spcPct val="90000"/>
              </a:lnSpc>
              <a:spcBef>
                <a:spcPts val="1000"/>
              </a:spcBef>
              <a:buFontTx/>
              <a:buBlip>
                <a:blip r:embed="rId2"/>
              </a:buBlip>
              <a:defRPr sz="2000" b="0" i="0" kern="1200">
                <a:solidFill>
                  <a:schemeClr val="tx2"/>
                </a:solidFill>
                <a:latin typeface="+mn-lt"/>
                <a:ea typeface="+mn-ea"/>
                <a:cs typeface="Segoe UI Light" panose="020B0502040204020203" pitchFamily="34" charset="0"/>
              </a:defRPr>
            </a:lvl1pPr>
            <a:lvl2pPr marL="6858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2pPr>
            <a:lvl3pPr marL="11430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3pPr>
            <a:lvl4pPr marL="16002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4pPr>
            <a:lvl5pPr marL="20574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a:solidFill>
                  <a:schemeClr val="dk1"/>
                </a:solidFill>
              </a:rPr>
              <a:t>	</a:t>
            </a:r>
            <a:endParaRPr lang="en-US" sz="1800">
              <a:ea typeface="+mn-lt"/>
            </a:endParaRPr>
          </a:p>
          <a:p>
            <a:r>
              <a:rPr lang="en-US" sz="1600" b="1">
                <a:ea typeface="+mn-lt"/>
                <a:cs typeface="+mn-lt"/>
              </a:rPr>
              <a:t>Previous Approach:</a:t>
            </a:r>
          </a:p>
          <a:p>
            <a:pPr lvl="1">
              <a:spcAft>
                <a:spcPts val="300"/>
              </a:spcAft>
            </a:pPr>
            <a:r>
              <a:rPr lang="en-US" sz="1600">
                <a:solidFill>
                  <a:schemeClr val="dk1"/>
                </a:solidFill>
              </a:rPr>
              <a:t>High-level flow for Layout (no sub-task breakdown), Limited visibility into sub-task level progress, dependencies, or delays</a:t>
            </a:r>
            <a:endParaRPr lang="he-IL" sz="1600">
              <a:solidFill>
                <a:schemeClr val="dk1"/>
              </a:solidFill>
            </a:endParaRPr>
          </a:p>
          <a:p>
            <a:pPr marL="0" indent="0">
              <a:buNone/>
            </a:pPr>
            <a:r>
              <a:rPr lang="he-IL">
                <a:solidFill>
                  <a:schemeClr val="tx1"/>
                </a:solidFill>
                <a:latin typeface="Segoe UI Light (Body)"/>
                <a:cs typeface="+mn-cs"/>
              </a:rPr>
              <a:t>		</a:t>
            </a:r>
          </a:p>
          <a:p>
            <a:pPr marL="0" indent="0">
              <a:buNone/>
            </a:pPr>
            <a:endParaRPr lang="he-IL">
              <a:solidFill>
                <a:schemeClr val="tx1"/>
              </a:solidFill>
              <a:latin typeface="Segoe UI Light (Body)"/>
              <a:cs typeface="+mn-cs"/>
            </a:endParaRPr>
          </a:p>
          <a:p>
            <a:pPr marL="0" indent="0">
              <a:buNone/>
            </a:pPr>
            <a:endParaRPr lang="en-US"/>
          </a:p>
          <a:p>
            <a:r>
              <a:rPr lang="en-US" sz="1600" b="1">
                <a:ea typeface="+mn-lt"/>
                <a:cs typeface="+mn-lt"/>
              </a:rPr>
              <a:t>New Layout Process: </a:t>
            </a:r>
            <a:endParaRPr lang="he-IL" sz="1600" b="1">
              <a:ea typeface="+mn-lt"/>
              <a:cs typeface="+mn-lt"/>
            </a:endParaRPr>
          </a:p>
          <a:p>
            <a:pPr marL="457200" lvl="1" indent="0">
              <a:spcAft>
                <a:spcPts val="300"/>
              </a:spcAft>
              <a:buNone/>
            </a:pPr>
            <a:r>
              <a:rPr lang="en-US" sz="1600">
                <a:solidFill>
                  <a:schemeClr val="dk1"/>
                </a:solidFill>
              </a:rPr>
              <a:t>The layout process is broken into ~30 distinct sub-tasks. Clear ownership, timelines, and dependencies per sub-task. Enables better tracking, accountability, risk identification and mitigation.</a:t>
            </a:r>
          </a:p>
          <a:p>
            <a:pPr lvl="2">
              <a:spcAft>
                <a:spcPts val="300"/>
              </a:spcAft>
            </a:pPr>
            <a:r>
              <a:rPr lang="en-US" sz="1600">
                <a:solidFill>
                  <a:schemeClr val="dk1"/>
                </a:solidFill>
              </a:rPr>
              <a:t>Implemented in Polaris project - Filter Board &amp; Digital Board - Done</a:t>
            </a:r>
          </a:p>
          <a:p>
            <a:pPr lvl="2">
              <a:spcAft>
                <a:spcPts val="300"/>
              </a:spcAft>
            </a:pPr>
            <a:r>
              <a:rPr lang="en-US" sz="1600">
                <a:solidFill>
                  <a:schemeClr val="dk1"/>
                </a:solidFill>
              </a:rPr>
              <a:t>Implemented in the Quantum project – In progress	</a:t>
            </a:r>
            <a:endParaRPr lang="en-US"/>
          </a:p>
          <a:p>
            <a:pPr marL="228600" lvl="1">
              <a:spcBef>
                <a:spcPts val="1000"/>
              </a:spcBef>
              <a:spcAft>
                <a:spcPts val="300"/>
              </a:spcAft>
              <a:buBlip>
                <a:blip r:embed="rId2"/>
              </a:buBlip>
            </a:pPr>
            <a:r>
              <a:rPr lang="en-US" sz="1600" b="1">
                <a:ea typeface="+mn-lt"/>
                <a:cs typeface="+mn-lt"/>
              </a:rPr>
              <a:t> Key Insights: </a:t>
            </a:r>
            <a:endParaRPr lang="he-IL" sz="1600" b="1">
              <a:ea typeface="+mn-lt"/>
              <a:cs typeface="+mn-lt"/>
            </a:endParaRPr>
          </a:p>
          <a:p>
            <a:pPr lvl="1">
              <a:spcAft>
                <a:spcPts val="300"/>
              </a:spcAft>
            </a:pPr>
            <a:r>
              <a:rPr lang="en-US" sz="1600">
                <a:solidFill>
                  <a:schemeClr val="dk1"/>
                </a:solidFill>
              </a:rPr>
              <a:t>Sub-task breakdown enhances scheduling accuracy.</a:t>
            </a:r>
            <a:endParaRPr lang="he-IL" sz="1600">
              <a:solidFill>
                <a:schemeClr val="dk1"/>
              </a:solidFill>
            </a:endParaRPr>
          </a:p>
          <a:p>
            <a:pPr lvl="1">
              <a:spcAft>
                <a:spcPts val="300"/>
              </a:spcAft>
            </a:pPr>
            <a:r>
              <a:rPr lang="he-IL" sz="1600" err="1">
                <a:solidFill>
                  <a:schemeClr val="dk1"/>
                </a:solidFill>
              </a:rPr>
              <a:t>Simplifies</a:t>
            </a:r>
            <a:r>
              <a:rPr lang="he-IL" sz="1600">
                <a:solidFill>
                  <a:schemeClr val="dk1"/>
                </a:solidFill>
              </a:rPr>
              <a:t> </a:t>
            </a:r>
            <a:r>
              <a:rPr lang="he-IL" sz="1600" err="1">
                <a:solidFill>
                  <a:schemeClr val="dk1"/>
                </a:solidFill>
              </a:rPr>
              <a:t>the</a:t>
            </a:r>
            <a:r>
              <a:rPr lang="he-IL" sz="1600">
                <a:solidFill>
                  <a:schemeClr val="dk1"/>
                </a:solidFill>
              </a:rPr>
              <a:t> </a:t>
            </a:r>
            <a:r>
              <a:rPr lang="en-US" sz="1600">
                <a:solidFill>
                  <a:schemeClr val="dk1"/>
                </a:solidFill>
              </a:rPr>
              <a:t>detection of bottlenecks and resource gaps</a:t>
            </a:r>
            <a:endParaRPr lang="he-IL" sz="1600">
              <a:solidFill>
                <a:schemeClr val="dk1"/>
              </a:solidFill>
            </a:endParaRPr>
          </a:p>
          <a:p>
            <a:pPr lvl="1">
              <a:spcAft>
                <a:spcPts val="300"/>
              </a:spcAft>
            </a:pPr>
            <a:r>
              <a:rPr lang="en-US" sz="1600">
                <a:solidFill>
                  <a:schemeClr val="dk1"/>
                </a:solidFill>
              </a:rPr>
              <a:t>Supports data-driven decision-making during execution.</a:t>
            </a:r>
          </a:p>
          <a:p>
            <a:pPr lvl="1">
              <a:spcAft>
                <a:spcPts val="300"/>
              </a:spcAft>
            </a:pPr>
            <a:r>
              <a:rPr lang="en-US" sz="1600">
                <a:solidFill>
                  <a:schemeClr val="dk1"/>
                </a:solidFill>
              </a:rPr>
              <a:t>The vision behind refining the layout process is to reduce cycle time and minimize iterations.</a:t>
            </a:r>
          </a:p>
          <a:p>
            <a:pPr lvl="1">
              <a:spcAft>
                <a:spcPts val="300"/>
              </a:spcAft>
            </a:pPr>
            <a:r>
              <a:rPr lang="en-US" sz="1600">
                <a:solidFill>
                  <a:schemeClr val="dk1"/>
                </a:solidFill>
              </a:rPr>
              <a:t>We are still in a learning and optimization phase, continuously improving efficiency and accuracy.</a:t>
            </a:r>
          </a:p>
          <a:p>
            <a:pPr lvl="1">
              <a:spcAft>
                <a:spcPts val="300"/>
              </a:spcAft>
            </a:pPr>
            <a:endParaRPr lang="en-US" sz="1600">
              <a:solidFill>
                <a:schemeClr val="dk1"/>
              </a:solidFill>
            </a:endParaRPr>
          </a:p>
          <a:p>
            <a:pPr>
              <a:buFont typeface="Arial,Sans-Serif"/>
            </a:pPr>
            <a:endParaRPr lang="en-US" sz="1800"/>
          </a:p>
          <a:p>
            <a:pPr marL="0" indent="0">
              <a:buNone/>
            </a:pPr>
            <a:endParaRPr lang="en-US"/>
          </a:p>
          <a:p>
            <a:pPr marL="0" indent="0">
              <a:buFontTx/>
              <a:buNone/>
            </a:pPr>
            <a:endParaRPr lang="en-US">
              <a:solidFill>
                <a:srgbClr val="00082E"/>
              </a:solidFill>
            </a:endParaRPr>
          </a:p>
          <a:p>
            <a:pPr marL="0" indent="0">
              <a:buNone/>
            </a:pPr>
            <a:endParaRPr lang="en-US">
              <a:solidFill>
                <a:srgbClr val="000000"/>
              </a:solidFill>
              <a:cs typeface="Segoe UI Light"/>
            </a:endParaRPr>
          </a:p>
        </p:txBody>
      </p:sp>
      <p:sp>
        <p:nvSpPr>
          <p:cNvPr id="3" name="Title 1">
            <a:extLst>
              <a:ext uri="{FF2B5EF4-FFF2-40B4-BE49-F238E27FC236}">
                <a16:creationId xmlns:a16="http://schemas.microsoft.com/office/drawing/2014/main" id="{E349617F-7EDF-41CD-275C-A97F4F81A7BF}"/>
              </a:ext>
            </a:extLst>
          </p:cNvPr>
          <p:cNvSpPr txBox="1">
            <a:spLocks/>
          </p:cNvSpPr>
          <p:nvPr/>
        </p:nvSpPr>
        <p:spPr>
          <a:xfrm>
            <a:off x="516000" y="459934"/>
            <a:ext cx="11160000" cy="731520"/>
          </a:xfrm>
          <a:prstGeom prst="rect">
            <a:avLst/>
          </a:prstGeom>
        </p:spPr>
        <p:txBody>
          <a:bodyPr vert="horz" lIns="90000" tIns="45720" rIns="91440" bIns="45720" rtlCol="0" anchor="t">
            <a:normAutofit/>
          </a:bodyPr>
          <a:lstStyle>
            <a:lvl1pPr algn="l" defTabSz="914400" rtl="0" eaLnBrk="1" latinLnBrk="0" hangingPunct="1">
              <a:lnSpc>
                <a:spcPct val="90000"/>
              </a:lnSpc>
              <a:spcBef>
                <a:spcPct val="0"/>
              </a:spcBef>
              <a:buNone/>
              <a:defRPr sz="3600" b="0" i="0" kern="1200">
                <a:solidFill>
                  <a:schemeClr val="tx2"/>
                </a:solidFill>
                <a:latin typeface="+mj-lt"/>
                <a:ea typeface="+mj-ea"/>
                <a:cs typeface="Segoe UI Semibold" panose="020B0502040204020203" pitchFamily="34" charset="0"/>
              </a:defRPr>
            </a:lvl1pPr>
          </a:lstStyle>
          <a:p>
            <a:r>
              <a:rPr lang="en-US" sz="2800"/>
              <a:t>Layout Process – Key Differences and Insights</a:t>
            </a:r>
          </a:p>
        </p:txBody>
      </p:sp>
      <p:pic>
        <p:nvPicPr>
          <p:cNvPr id="11" name="Picture 10">
            <a:extLst>
              <a:ext uri="{FF2B5EF4-FFF2-40B4-BE49-F238E27FC236}">
                <a16:creationId xmlns:a16="http://schemas.microsoft.com/office/drawing/2014/main" id="{70548487-AF65-F7B9-FF5C-8F6A85262F78}"/>
              </a:ext>
            </a:extLst>
          </p:cNvPr>
          <p:cNvPicPr>
            <a:picLocks noChangeAspect="1"/>
          </p:cNvPicPr>
          <p:nvPr/>
        </p:nvPicPr>
        <p:blipFill>
          <a:blip r:embed="rId3"/>
          <a:stretch>
            <a:fillRect/>
          </a:stretch>
        </p:blipFill>
        <p:spPr>
          <a:xfrm>
            <a:off x="3406466" y="1909892"/>
            <a:ext cx="4751149" cy="1299325"/>
          </a:xfrm>
          <a:prstGeom prst="rect">
            <a:avLst/>
          </a:prstGeom>
          <a:solidFill>
            <a:schemeClr val="tx1"/>
          </a:solidFill>
          <a:ln>
            <a:solidFill>
              <a:schemeClr val="tx1"/>
            </a:solidFill>
          </a:ln>
        </p:spPr>
      </p:pic>
    </p:spTree>
    <p:extLst>
      <p:ext uri="{BB962C8B-B14F-4D97-AF65-F5344CB8AC3E}">
        <p14:creationId xmlns:p14="http://schemas.microsoft.com/office/powerpoint/2010/main" val="3088856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D5882-1EC2-260E-2B82-DAA3B5AB3B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6E1069-C02C-82E1-B321-5FB86FE5EFC5}"/>
              </a:ext>
            </a:extLst>
          </p:cNvPr>
          <p:cNvSpPr>
            <a:spLocks noGrp="1"/>
          </p:cNvSpPr>
          <p:nvPr>
            <p:ph type="title"/>
          </p:nvPr>
        </p:nvSpPr>
        <p:spPr>
          <a:xfrm>
            <a:off x="444266" y="348771"/>
            <a:ext cx="11160000" cy="731520"/>
          </a:xfrm>
        </p:spPr>
        <p:txBody>
          <a:bodyPr anchor="t">
            <a:normAutofit/>
          </a:bodyPr>
          <a:lstStyle/>
          <a:p>
            <a:r>
              <a:rPr lang="en-US" sz="2800"/>
              <a:t>Layout Process – Overview &amp; Implementation status</a:t>
            </a:r>
          </a:p>
        </p:txBody>
      </p:sp>
      <p:sp>
        <p:nvSpPr>
          <p:cNvPr id="4" name="Slide Number Placeholder 3">
            <a:extLst>
              <a:ext uri="{FF2B5EF4-FFF2-40B4-BE49-F238E27FC236}">
                <a16:creationId xmlns:a16="http://schemas.microsoft.com/office/drawing/2014/main" id="{3D2314DB-4DA6-0852-F2C7-1A3F4392E26D}"/>
              </a:ext>
            </a:extLst>
          </p:cNvPr>
          <p:cNvSpPr>
            <a:spLocks noGrp="1"/>
          </p:cNvSpPr>
          <p:nvPr>
            <p:ph type="sldNum" sz="quarter" idx="12"/>
          </p:nvPr>
        </p:nvSpPr>
        <p:spPr>
          <a:xfrm>
            <a:off x="143467" y="6356350"/>
            <a:ext cx="348973" cy="365125"/>
          </a:xfrm>
        </p:spPr>
        <p:txBody>
          <a:bodyPr anchor="ctr">
            <a:normAutofit/>
          </a:bodyPr>
          <a:lstStyle/>
          <a:p>
            <a:pPr>
              <a:spcAft>
                <a:spcPts val="600"/>
              </a:spcAft>
            </a:pPr>
            <a:fld id="{4055E60B-063F-7341-AAD1-65F55D97E323}" type="slidenum">
              <a:rPr lang="en-IL" smtClean="0"/>
              <a:pPr>
                <a:spcAft>
                  <a:spcPts val="600"/>
                </a:spcAft>
              </a:pPr>
              <a:t>5</a:t>
            </a:fld>
            <a:endParaRPr lang="en-IL"/>
          </a:p>
        </p:txBody>
      </p:sp>
      <p:sp>
        <p:nvSpPr>
          <p:cNvPr id="8" name="Subtitle 2">
            <a:extLst>
              <a:ext uri="{FF2B5EF4-FFF2-40B4-BE49-F238E27FC236}">
                <a16:creationId xmlns:a16="http://schemas.microsoft.com/office/drawing/2014/main" id="{8B86C65D-F3C4-93B9-40A5-96FA4EEFCC90}"/>
              </a:ext>
            </a:extLst>
          </p:cNvPr>
          <p:cNvSpPr txBox="1">
            <a:spLocks/>
          </p:cNvSpPr>
          <p:nvPr/>
        </p:nvSpPr>
        <p:spPr>
          <a:xfrm>
            <a:off x="492440" y="2584965"/>
            <a:ext cx="8091834" cy="477795"/>
          </a:xfrm>
          <a:prstGeom prst="rect">
            <a:avLst/>
          </a:prstGeom>
        </p:spPr>
        <p:txBody>
          <a:bodyPr vert="horz" lIns="90000" tIns="45720" rIns="91440" bIns="45720" rtlCol="0">
            <a:noAutofit/>
          </a:bodyPr>
          <a:lstStyle>
            <a:lvl1pPr marL="0" indent="0" algn="l" defTabSz="914400" rtl="0" eaLnBrk="1" latinLnBrk="0" hangingPunct="1">
              <a:lnSpc>
                <a:spcPct val="90000"/>
              </a:lnSpc>
              <a:spcBef>
                <a:spcPts val="1000"/>
              </a:spcBef>
              <a:buFontTx/>
              <a:buNone/>
              <a:defRPr sz="2400" b="0" i="0" kern="1200">
                <a:solidFill>
                  <a:schemeClr val="accent2"/>
                </a:solidFill>
                <a:latin typeface="+mj-lt"/>
                <a:ea typeface="+mn-ea"/>
                <a:cs typeface="Segoe UI Semibold" panose="020B0502040204020203" pitchFamily="34" charset="0"/>
              </a:defRPr>
            </a:lvl1pPr>
            <a:lvl2pPr marL="457200" indent="0" algn="ctr" defTabSz="914400" rtl="0" eaLnBrk="1" latinLnBrk="0" hangingPunct="1">
              <a:lnSpc>
                <a:spcPct val="90000"/>
              </a:lnSpc>
              <a:spcBef>
                <a:spcPts val="500"/>
              </a:spcBef>
              <a:buClr>
                <a:srgbClr val="FF3232"/>
              </a:buClr>
              <a:buFont typeface="Arial" panose="020B0604020202020204" pitchFamily="34" charset="0"/>
              <a:buNone/>
              <a:defRPr sz="2000" b="0" i="0" kern="1200">
                <a:solidFill>
                  <a:schemeClr val="tx2"/>
                </a:solidFill>
                <a:latin typeface="+mn-lt"/>
                <a:ea typeface="+mn-ea"/>
                <a:cs typeface="Segoe UI Light" panose="020B0502040204020203" pitchFamily="34" charset="0"/>
              </a:defRPr>
            </a:lvl2pPr>
            <a:lvl3pPr marL="914400" indent="0" algn="ctr" defTabSz="914400" rtl="0" eaLnBrk="1" latinLnBrk="0" hangingPunct="1">
              <a:lnSpc>
                <a:spcPct val="90000"/>
              </a:lnSpc>
              <a:spcBef>
                <a:spcPts val="500"/>
              </a:spcBef>
              <a:buClr>
                <a:srgbClr val="FF3232"/>
              </a:buClr>
              <a:buFont typeface="Arial" panose="020B0604020202020204" pitchFamily="34" charset="0"/>
              <a:buNone/>
              <a:defRPr sz="1800" b="0" i="0" kern="1200">
                <a:solidFill>
                  <a:schemeClr val="tx2"/>
                </a:solidFill>
                <a:latin typeface="+mn-lt"/>
                <a:ea typeface="+mn-ea"/>
                <a:cs typeface="Segoe UI Light" panose="020B0502040204020203" pitchFamily="34" charset="0"/>
              </a:defRPr>
            </a:lvl3pPr>
            <a:lvl4pPr marL="1371600" indent="0" algn="ctr" defTabSz="914400" rtl="0" eaLnBrk="1" latinLnBrk="0" hangingPunct="1">
              <a:lnSpc>
                <a:spcPct val="90000"/>
              </a:lnSpc>
              <a:spcBef>
                <a:spcPts val="500"/>
              </a:spcBef>
              <a:buClr>
                <a:srgbClr val="FF3232"/>
              </a:buClr>
              <a:buFont typeface="Arial" panose="020B0604020202020204" pitchFamily="34" charset="0"/>
              <a:buNone/>
              <a:defRPr sz="1600" b="0" i="0" kern="1200">
                <a:solidFill>
                  <a:schemeClr val="tx2"/>
                </a:solidFill>
                <a:latin typeface="+mn-lt"/>
                <a:ea typeface="+mn-ea"/>
                <a:cs typeface="Segoe UI Light" panose="020B0502040204020203" pitchFamily="34" charset="0"/>
              </a:defRPr>
            </a:lvl4pPr>
            <a:lvl5pPr marL="1828800" indent="0" algn="ctr" defTabSz="914400" rtl="0" eaLnBrk="1" latinLnBrk="0" hangingPunct="1">
              <a:lnSpc>
                <a:spcPct val="90000"/>
              </a:lnSpc>
              <a:spcBef>
                <a:spcPts val="500"/>
              </a:spcBef>
              <a:buClr>
                <a:srgbClr val="FF3232"/>
              </a:buClr>
              <a:buFont typeface="Arial" panose="020B0604020202020204" pitchFamily="34" charset="0"/>
              <a:buNone/>
              <a:defRPr sz="1600" b="0" i="0" kern="1200">
                <a:solidFill>
                  <a:schemeClr val="tx2"/>
                </a:solidFill>
                <a:latin typeface="+mn-lt"/>
                <a:ea typeface="+mn-ea"/>
                <a:cs typeface="Segoe UI Light"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IL">
              <a:solidFill>
                <a:schemeClr val="tx1"/>
              </a:solidFill>
            </a:endParaRPr>
          </a:p>
        </p:txBody>
      </p:sp>
      <p:sp>
        <p:nvSpPr>
          <p:cNvPr id="9" name="Content Placeholder 8">
            <a:extLst>
              <a:ext uri="{FF2B5EF4-FFF2-40B4-BE49-F238E27FC236}">
                <a16:creationId xmlns:a16="http://schemas.microsoft.com/office/drawing/2014/main" id="{B983690A-CA06-C886-CAE8-55D730ECD6BC}"/>
              </a:ext>
            </a:extLst>
          </p:cNvPr>
          <p:cNvSpPr>
            <a:spLocks noGrp="1"/>
          </p:cNvSpPr>
          <p:nvPr>
            <p:ph idx="1"/>
          </p:nvPr>
        </p:nvSpPr>
        <p:spPr>
          <a:xfrm>
            <a:off x="597877" y="5562348"/>
            <a:ext cx="11594123" cy="1062570"/>
          </a:xfrm>
        </p:spPr>
        <p:txBody>
          <a:bodyPr/>
          <a:lstStyle/>
          <a:p>
            <a:pPr>
              <a:buClr>
                <a:srgbClr val="FF0000"/>
              </a:buClr>
            </a:pPr>
            <a:r>
              <a:rPr lang="en-US" sz="1600">
                <a:solidFill>
                  <a:schemeClr val="dk1"/>
                </a:solidFill>
                <a:cs typeface="Segoe UI Light"/>
              </a:rPr>
              <a:t>The presented durations should be fine-tuned for each project</a:t>
            </a:r>
          </a:p>
          <a:p>
            <a:r>
              <a:rPr lang="en-US" sz="1600"/>
              <a:t>The process is designed as a generic, ideal flow for board layout, but not fully applicable to initial (Proof of Concept) boards, where work is iterative and includes multiple bypasses. Still, it provides risk management visibility and helps plan future layout cycles</a:t>
            </a:r>
          </a:p>
        </p:txBody>
      </p:sp>
      <p:pic>
        <p:nvPicPr>
          <p:cNvPr id="5" name="Picture 4">
            <a:extLst>
              <a:ext uri="{FF2B5EF4-FFF2-40B4-BE49-F238E27FC236}">
                <a16:creationId xmlns:a16="http://schemas.microsoft.com/office/drawing/2014/main" id="{B501E327-8571-5830-B9AE-3A4873BC3C18}"/>
              </a:ext>
            </a:extLst>
          </p:cNvPr>
          <p:cNvPicPr>
            <a:picLocks noChangeAspect="1"/>
          </p:cNvPicPr>
          <p:nvPr/>
        </p:nvPicPr>
        <p:blipFill>
          <a:blip r:embed="rId3"/>
          <a:stretch>
            <a:fillRect/>
          </a:stretch>
        </p:blipFill>
        <p:spPr>
          <a:xfrm>
            <a:off x="587734" y="714531"/>
            <a:ext cx="9853508" cy="4561184"/>
          </a:xfrm>
          <a:prstGeom prst="rect">
            <a:avLst/>
          </a:prstGeom>
        </p:spPr>
      </p:pic>
      <p:sp>
        <p:nvSpPr>
          <p:cNvPr id="3" name="Left Brace 2">
            <a:extLst>
              <a:ext uri="{FF2B5EF4-FFF2-40B4-BE49-F238E27FC236}">
                <a16:creationId xmlns:a16="http://schemas.microsoft.com/office/drawing/2014/main" id="{A727D0FC-9F24-915A-47FB-9C7DD9E6CDF5}"/>
              </a:ext>
            </a:extLst>
          </p:cNvPr>
          <p:cNvSpPr/>
          <p:nvPr/>
        </p:nvSpPr>
        <p:spPr>
          <a:xfrm>
            <a:off x="439801" y="1107476"/>
            <a:ext cx="187010" cy="1294609"/>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 name="Left Brace 5">
            <a:extLst>
              <a:ext uri="{FF2B5EF4-FFF2-40B4-BE49-F238E27FC236}">
                <a16:creationId xmlns:a16="http://schemas.microsoft.com/office/drawing/2014/main" id="{DEDF24CC-B7BC-0CCC-E5FD-326C6F09DA05}"/>
              </a:ext>
            </a:extLst>
          </p:cNvPr>
          <p:cNvSpPr/>
          <p:nvPr/>
        </p:nvSpPr>
        <p:spPr>
          <a:xfrm>
            <a:off x="439801" y="2623066"/>
            <a:ext cx="187010" cy="85673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 name="Left Brace 6">
            <a:extLst>
              <a:ext uri="{FF2B5EF4-FFF2-40B4-BE49-F238E27FC236}">
                <a16:creationId xmlns:a16="http://schemas.microsoft.com/office/drawing/2014/main" id="{AEB6404D-079E-F082-788E-F47E453D3689}"/>
              </a:ext>
            </a:extLst>
          </p:cNvPr>
          <p:cNvSpPr/>
          <p:nvPr/>
        </p:nvSpPr>
        <p:spPr>
          <a:xfrm>
            <a:off x="433407" y="3517901"/>
            <a:ext cx="193404" cy="1695449"/>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DB58D587-65E7-E9BD-278E-7640EB416E22}"/>
              </a:ext>
            </a:extLst>
          </p:cNvPr>
          <p:cNvSpPr txBox="1"/>
          <p:nvPr/>
        </p:nvSpPr>
        <p:spPr>
          <a:xfrm>
            <a:off x="54567" y="1397000"/>
            <a:ext cx="430887" cy="679450"/>
          </a:xfrm>
          <a:prstGeom prst="rect">
            <a:avLst/>
          </a:prstGeom>
          <a:noFill/>
        </p:spPr>
        <p:txBody>
          <a:bodyPr vert="vert270" wrap="square" rtlCol="0">
            <a:spAutoFit/>
          </a:bodyPr>
          <a:lstStyle/>
          <a:p>
            <a:pPr algn="ctr"/>
            <a:r>
              <a:rPr lang="en-US" sz="800"/>
              <a:t>Pre-Layout &amp; Approvals</a:t>
            </a:r>
          </a:p>
        </p:txBody>
      </p:sp>
      <p:sp>
        <p:nvSpPr>
          <p:cNvPr id="11" name="TextBox 10">
            <a:extLst>
              <a:ext uri="{FF2B5EF4-FFF2-40B4-BE49-F238E27FC236}">
                <a16:creationId xmlns:a16="http://schemas.microsoft.com/office/drawing/2014/main" id="{261FA16B-1A37-375E-42B4-B38214AF3A9F}"/>
              </a:ext>
            </a:extLst>
          </p:cNvPr>
          <p:cNvSpPr txBox="1"/>
          <p:nvPr/>
        </p:nvSpPr>
        <p:spPr>
          <a:xfrm>
            <a:off x="54567" y="2679700"/>
            <a:ext cx="430887" cy="679450"/>
          </a:xfrm>
          <a:prstGeom prst="rect">
            <a:avLst/>
          </a:prstGeom>
          <a:noFill/>
        </p:spPr>
        <p:txBody>
          <a:bodyPr vert="vert270" wrap="square" rtlCol="0">
            <a:spAutoFit/>
          </a:bodyPr>
          <a:lstStyle/>
          <a:p>
            <a:pPr algn="ctr"/>
            <a:r>
              <a:rPr lang="en-US" sz="800"/>
              <a:t>Layout Execution</a:t>
            </a:r>
          </a:p>
        </p:txBody>
      </p:sp>
      <p:sp>
        <p:nvSpPr>
          <p:cNvPr id="13" name="TextBox 12">
            <a:extLst>
              <a:ext uri="{FF2B5EF4-FFF2-40B4-BE49-F238E27FC236}">
                <a16:creationId xmlns:a16="http://schemas.microsoft.com/office/drawing/2014/main" id="{C1EE0057-F1C9-CEBA-94F9-B733A42AAE3B}"/>
              </a:ext>
            </a:extLst>
          </p:cNvPr>
          <p:cNvSpPr txBox="1"/>
          <p:nvPr/>
        </p:nvSpPr>
        <p:spPr>
          <a:xfrm>
            <a:off x="54567" y="4032250"/>
            <a:ext cx="430887" cy="679450"/>
          </a:xfrm>
          <a:prstGeom prst="rect">
            <a:avLst/>
          </a:prstGeom>
          <a:noFill/>
        </p:spPr>
        <p:txBody>
          <a:bodyPr vert="vert270" wrap="square" rtlCol="0">
            <a:spAutoFit/>
          </a:bodyPr>
          <a:lstStyle/>
          <a:p>
            <a:pPr algn="ctr"/>
            <a:r>
              <a:rPr lang="en-US" sz="800"/>
              <a:t>Validation &amp; Purchasing</a:t>
            </a:r>
          </a:p>
        </p:txBody>
      </p:sp>
    </p:spTree>
    <p:extLst>
      <p:ext uri="{BB962C8B-B14F-4D97-AF65-F5344CB8AC3E}">
        <p14:creationId xmlns:p14="http://schemas.microsoft.com/office/powerpoint/2010/main" val="480480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3C82E-7F5A-8197-701E-B9B6F31CC10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8908D55-352D-9274-E501-10A77464B6C2}"/>
              </a:ext>
            </a:extLst>
          </p:cNvPr>
          <p:cNvSpPr>
            <a:spLocks noGrp="1"/>
          </p:cNvSpPr>
          <p:nvPr>
            <p:ph type="sldNum" sz="quarter" idx="12"/>
          </p:nvPr>
        </p:nvSpPr>
        <p:spPr/>
        <p:txBody>
          <a:bodyPr/>
          <a:lstStyle/>
          <a:p>
            <a:fld id="{4055E60B-063F-7341-AAD1-65F55D97E323}" type="slidenum">
              <a:rPr lang="en-IL" smtClean="0"/>
              <a:t>6</a:t>
            </a:fld>
            <a:endParaRPr lang="en-IL"/>
          </a:p>
        </p:txBody>
      </p:sp>
      <p:sp>
        <p:nvSpPr>
          <p:cNvPr id="37" name="Content Placeholder 2">
            <a:extLst>
              <a:ext uri="{FF2B5EF4-FFF2-40B4-BE49-F238E27FC236}">
                <a16:creationId xmlns:a16="http://schemas.microsoft.com/office/drawing/2014/main" id="{FFE13659-570D-85B6-632F-DE7BE7BED294}"/>
              </a:ext>
            </a:extLst>
          </p:cNvPr>
          <p:cNvSpPr txBox="1">
            <a:spLocks/>
          </p:cNvSpPr>
          <p:nvPr/>
        </p:nvSpPr>
        <p:spPr>
          <a:xfrm>
            <a:off x="379522" y="1285631"/>
            <a:ext cx="11432955" cy="5505694"/>
          </a:xfrm>
          <a:prstGeom prst="rect">
            <a:avLst/>
          </a:prstGeom>
        </p:spPr>
        <p:txBody>
          <a:bodyPr vert="horz" lIns="90000" tIns="45720" rIns="91440" bIns="45720" rtlCol="0" anchor="t">
            <a:noAutofit/>
          </a:bodyPr>
          <a:lstStyle>
            <a:lvl1pPr marL="228600" indent="-228600" algn="l" defTabSz="914400" rtl="0" eaLnBrk="1" latinLnBrk="0" hangingPunct="1">
              <a:lnSpc>
                <a:spcPct val="90000"/>
              </a:lnSpc>
              <a:spcBef>
                <a:spcPts val="1000"/>
              </a:spcBef>
              <a:buFontTx/>
              <a:buBlip>
                <a:blip r:embed="rId2"/>
              </a:buBlip>
              <a:defRPr sz="2000" b="0" i="0" kern="1200">
                <a:solidFill>
                  <a:schemeClr val="tx2"/>
                </a:solidFill>
                <a:latin typeface="+mn-lt"/>
                <a:ea typeface="+mn-ea"/>
                <a:cs typeface="Segoe UI Light" panose="020B0502040204020203" pitchFamily="34" charset="0"/>
              </a:defRPr>
            </a:lvl1pPr>
            <a:lvl2pPr marL="6858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2pPr>
            <a:lvl3pPr marL="11430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3pPr>
            <a:lvl4pPr marL="16002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4pPr>
            <a:lvl5pPr marL="20574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Sans-Serif"/>
            </a:pPr>
            <a:endParaRPr lang="en-US" sz="1800"/>
          </a:p>
          <a:p>
            <a:pPr>
              <a:buFont typeface="Arial,Sans-Serif"/>
            </a:pPr>
            <a:endParaRPr lang="en-US"/>
          </a:p>
          <a:p>
            <a:pPr marL="0" indent="0">
              <a:buFontTx/>
              <a:buNone/>
            </a:pPr>
            <a:endParaRPr lang="en-US">
              <a:solidFill>
                <a:srgbClr val="00082E"/>
              </a:solidFill>
            </a:endParaRPr>
          </a:p>
          <a:p>
            <a:pPr marL="0" indent="0">
              <a:buNone/>
            </a:pPr>
            <a:endParaRPr lang="en-US">
              <a:solidFill>
                <a:srgbClr val="000000"/>
              </a:solidFill>
              <a:cs typeface="Segoe UI Light"/>
            </a:endParaRPr>
          </a:p>
        </p:txBody>
      </p:sp>
      <p:sp>
        <p:nvSpPr>
          <p:cNvPr id="3" name="Title 1">
            <a:extLst>
              <a:ext uri="{FF2B5EF4-FFF2-40B4-BE49-F238E27FC236}">
                <a16:creationId xmlns:a16="http://schemas.microsoft.com/office/drawing/2014/main" id="{8BAC8063-AC13-306C-6C0A-AF4945D789BC}"/>
              </a:ext>
            </a:extLst>
          </p:cNvPr>
          <p:cNvSpPr txBox="1">
            <a:spLocks/>
          </p:cNvSpPr>
          <p:nvPr/>
        </p:nvSpPr>
        <p:spPr>
          <a:xfrm>
            <a:off x="516000" y="459934"/>
            <a:ext cx="11160000" cy="731520"/>
          </a:xfrm>
          <a:prstGeom prst="rect">
            <a:avLst/>
          </a:prstGeom>
        </p:spPr>
        <p:txBody>
          <a:bodyPr vert="horz" lIns="90000" tIns="45720" rIns="91440" bIns="45720" rtlCol="0" anchor="t">
            <a:normAutofit/>
          </a:bodyPr>
          <a:lstStyle>
            <a:lvl1pPr algn="l" defTabSz="914400" rtl="0" eaLnBrk="1" latinLnBrk="0" hangingPunct="1">
              <a:lnSpc>
                <a:spcPct val="90000"/>
              </a:lnSpc>
              <a:spcBef>
                <a:spcPct val="0"/>
              </a:spcBef>
              <a:buNone/>
              <a:defRPr sz="3600" b="0" i="0" kern="1200">
                <a:solidFill>
                  <a:schemeClr val="tx2"/>
                </a:solidFill>
                <a:latin typeface="+mj-lt"/>
                <a:ea typeface="+mj-ea"/>
                <a:cs typeface="Segoe UI Semibold" panose="020B0502040204020203" pitchFamily="34" charset="0"/>
              </a:defRPr>
            </a:lvl1pPr>
          </a:lstStyle>
          <a:p>
            <a:r>
              <a:rPr lang="en-US" sz="2800"/>
              <a:t>Layout Process-  Key Achievements &amp; Next Steps</a:t>
            </a:r>
          </a:p>
        </p:txBody>
      </p:sp>
      <p:sp>
        <p:nvSpPr>
          <p:cNvPr id="2" name="TextBox 1">
            <a:extLst>
              <a:ext uri="{FF2B5EF4-FFF2-40B4-BE49-F238E27FC236}">
                <a16:creationId xmlns:a16="http://schemas.microsoft.com/office/drawing/2014/main" id="{4C107DCD-4E2C-335B-774A-32C76D964E60}"/>
              </a:ext>
            </a:extLst>
          </p:cNvPr>
          <p:cNvSpPr txBox="1"/>
          <p:nvPr/>
        </p:nvSpPr>
        <p:spPr>
          <a:xfrm>
            <a:off x="516000" y="889187"/>
            <a:ext cx="9305365" cy="2300117"/>
          </a:xfrm>
          <a:prstGeom prst="rect">
            <a:avLst/>
          </a:prstGeom>
          <a:noFill/>
        </p:spPr>
        <p:txBody>
          <a:bodyPr wrap="square" rtlCol="0">
            <a:spAutoFit/>
          </a:bodyPr>
          <a:lstStyle/>
          <a:p>
            <a:pPr marL="742950" lvl="1" indent="-285750">
              <a:buClr>
                <a:srgbClr val="FF0000"/>
              </a:buClr>
              <a:buFont typeface="Arial" panose="020B0604020202020204" pitchFamily="34" charset="0"/>
              <a:buChar char="•"/>
            </a:pPr>
            <a:endParaRPr lang="en-US" sz="1600">
              <a:solidFill>
                <a:schemeClr val="dk1"/>
              </a:solidFill>
            </a:endParaRPr>
          </a:p>
          <a:p>
            <a:pPr marL="742950" lvl="1" indent="-285750">
              <a:buClr>
                <a:srgbClr val="FF0000"/>
              </a:buClr>
              <a:buFont typeface="Arial" panose="020B0604020202020204" pitchFamily="34" charset="0"/>
              <a:buChar char="•"/>
            </a:pPr>
            <a:endParaRPr lang="en-US" sz="1600">
              <a:solidFill>
                <a:schemeClr val="dk1"/>
              </a:solidFill>
            </a:endParaRPr>
          </a:p>
          <a:p>
            <a:pPr marL="285750" indent="-285750">
              <a:buClr>
                <a:srgbClr val="FF0000"/>
              </a:buClr>
              <a:buFont typeface="Arial" panose="020B0604020202020204" pitchFamily="34" charset="0"/>
              <a:buChar char="•"/>
            </a:pPr>
            <a:endParaRPr lang="en-US" sz="1600">
              <a:solidFill>
                <a:schemeClr val="dk1"/>
              </a:solidFill>
            </a:endParaRPr>
          </a:p>
          <a:p>
            <a:pPr marL="285750" indent="-285750">
              <a:buClr>
                <a:srgbClr val="FF0000"/>
              </a:buClr>
              <a:buFont typeface="Arial" panose="020B0604020202020204" pitchFamily="34" charset="0"/>
              <a:buChar char="•"/>
            </a:pPr>
            <a:endParaRPr lang="en-US" sz="1600">
              <a:solidFill>
                <a:schemeClr val="dk1"/>
              </a:solidFill>
            </a:endParaRPr>
          </a:p>
          <a:p>
            <a:pPr marL="285750" indent="-285750">
              <a:buClr>
                <a:srgbClr val="FF0000"/>
              </a:buClr>
              <a:buFont typeface="Arial" panose="020B0604020202020204" pitchFamily="34" charset="0"/>
              <a:buChar char="•"/>
            </a:pPr>
            <a:endParaRPr lang="en-US" sz="1600">
              <a:solidFill>
                <a:schemeClr val="dk1"/>
              </a:solidFill>
              <a:cs typeface="Segoe UI Light" panose="020B0502040204020203" pitchFamily="34" charset="0"/>
            </a:endParaRPr>
          </a:p>
          <a:p>
            <a:pPr marL="742950" lvl="1" indent="-285750">
              <a:lnSpc>
                <a:spcPct val="90000"/>
              </a:lnSpc>
              <a:spcBef>
                <a:spcPts val="1000"/>
              </a:spcBef>
              <a:buClr>
                <a:srgbClr val="FF0000"/>
              </a:buClr>
              <a:buFont typeface="Arial" panose="020B0604020202020204" pitchFamily="34" charset="0"/>
              <a:buChar char="•"/>
            </a:pPr>
            <a:endParaRPr lang="en-US" sz="1600" b="1">
              <a:solidFill>
                <a:schemeClr val="tx2"/>
              </a:solidFill>
              <a:ea typeface="+mn-lt"/>
              <a:cs typeface="+mn-lt"/>
            </a:endParaRPr>
          </a:p>
          <a:p>
            <a:pPr>
              <a:lnSpc>
                <a:spcPct val="90000"/>
              </a:lnSpc>
              <a:spcBef>
                <a:spcPts val="1000"/>
              </a:spcBef>
            </a:pPr>
            <a:r>
              <a:rPr lang="en-US" sz="1600" b="1">
                <a:solidFill>
                  <a:schemeClr val="tx2"/>
                </a:solidFill>
                <a:ea typeface="+mn-lt"/>
                <a:cs typeface="+mn-lt"/>
              </a:rPr>
              <a:t> </a:t>
            </a:r>
            <a:endParaRPr lang="he-IL" sz="1600" b="1">
              <a:solidFill>
                <a:schemeClr val="tx2"/>
              </a:solidFill>
              <a:ea typeface="+mn-lt"/>
              <a:cs typeface="+mn-lt"/>
            </a:endParaRPr>
          </a:p>
          <a:p>
            <a:endParaRPr lang="en-US"/>
          </a:p>
        </p:txBody>
      </p:sp>
      <p:sp>
        <p:nvSpPr>
          <p:cNvPr id="12" name="Content Placeholder 8">
            <a:extLst>
              <a:ext uri="{FF2B5EF4-FFF2-40B4-BE49-F238E27FC236}">
                <a16:creationId xmlns:a16="http://schemas.microsoft.com/office/drawing/2014/main" id="{488466CA-286C-CBC9-E2BC-106FFA4D609B}"/>
              </a:ext>
            </a:extLst>
          </p:cNvPr>
          <p:cNvSpPr>
            <a:spLocks noGrp="1"/>
          </p:cNvSpPr>
          <p:nvPr>
            <p:ph idx="1"/>
          </p:nvPr>
        </p:nvSpPr>
        <p:spPr>
          <a:xfrm>
            <a:off x="597877" y="1620707"/>
            <a:ext cx="11594123" cy="5004211"/>
          </a:xfrm>
        </p:spPr>
        <p:txBody>
          <a:bodyPr/>
          <a:lstStyle/>
          <a:p>
            <a:pPr>
              <a:defRPr sz="2000"/>
            </a:pPr>
            <a:r>
              <a:rPr lang="en-US" sz="1800" b="1">
                <a:ea typeface="+mn-lt"/>
                <a:cs typeface="+mn-lt"/>
              </a:rPr>
              <a:t>Key Achievements:</a:t>
            </a:r>
          </a:p>
          <a:p>
            <a:pPr lvl="1">
              <a:defRPr sz="2000"/>
            </a:pPr>
            <a:r>
              <a:rPr lang="en-US" sz="1800">
                <a:solidFill>
                  <a:schemeClr val="dk1"/>
                </a:solidFill>
              </a:rPr>
              <a:t>Achieved a better understanding of the end-to-end layout process</a:t>
            </a:r>
          </a:p>
          <a:p>
            <a:pPr lvl="1">
              <a:defRPr sz="2000"/>
            </a:pPr>
            <a:r>
              <a:rPr lang="en-US" sz="1800">
                <a:solidFill>
                  <a:schemeClr val="dk1"/>
                </a:solidFill>
              </a:rPr>
              <a:t>Refined and clarified critical activities and responsibilities</a:t>
            </a:r>
          </a:p>
          <a:p>
            <a:pPr lvl="1">
              <a:defRPr sz="2000"/>
            </a:pPr>
            <a:r>
              <a:rPr lang="en-US" sz="1800">
                <a:solidFill>
                  <a:schemeClr val="dk1"/>
                </a:solidFill>
              </a:rPr>
              <a:t>Improved planning accuracy through process insights</a:t>
            </a:r>
          </a:p>
          <a:p>
            <a:pPr marL="457200" lvl="1" indent="0">
              <a:buNone/>
              <a:defRPr sz="2000"/>
            </a:pPr>
            <a:endParaRPr lang="en-US" sz="1600">
              <a:solidFill>
                <a:schemeClr val="dk1"/>
              </a:solidFill>
              <a:cs typeface="Segoe UI Light"/>
            </a:endParaRPr>
          </a:p>
          <a:p>
            <a:r>
              <a:rPr lang="en-US" sz="1600" b="1">
                <a:solidFill>
                  <a:schemeClr val="tx1"/>
                </a:solidFill>
                <a:cs typeface="Segoe UI Light"/>
              </a:rPr>
              <a:t>Next steps </a:t>
            </a:r>
          </a:p>
          <a:p>
            <a:pPr lvl="1"/>
            <a:r>
              <a:rPr lang="en-US" sz="1600">
                <a:solidFill>
                  <a:schemeClr val="dk1"/>
                </a:solidFill>
                <a:cs typeface="Segoe UI Light"/>
              </a:rPr>
              <a:t>Validate the process throughout the JQ project- identify gaps, risks, bottlenecks, and improvement opportunities to enhance efficiency and clarity.</a:t>
            </a:r>
          </a:p>
          <a:p>
            <a:pPr lvl="1"/>
            <a:r>
              <a:rPr lang="en-US" sz="1600">
                <a:solidFill>
                  <a:schemeClr val="dk1"/>
                </a:solidFill>
                <a:cs typeface="Segoe UI Light"/>
              </a:rPr>
              <a:t>Apply and refine the flow in additional projects to ensure scalability and adaptability across different board types. </a:t>
            </a:r>
          </a:p>
          <a:p>
            <a:pPr lvl="1"/>
            <a:r>
              <a:rPr lang="en-US" sz="1600">
                <a:solidFill>
                  <a:schemeClr val="dk1"/>
                </a:solidFill>
                <a:cs typeface="Segoe UI Light"/>
              </a:rPr>
              <a:t>Define measurable KPIs to track progress, timing, and quality at each stage of the layout process.</a:t>
            </a:r>
          </a:p>
          <a:p>
            <a:pPr lvl="1"/>
            <a:r>
              <a:rPr lang="en-US" sz="1600">
                <a:solidFill>
                  <a:schemeClr val="dk1"/>
                </a:solidFill>
                <a:cs typeface="Segoe UI Light"/>
              </a:rPr>
              <a:t>Collect feedback from all stakeholders (Layout, HW, NPI, etc.) to strengthen collaboration and process ownership. </a:t>
            </a:r>
          </a:p>
          <a:p>
            <a:pPr lvl="1"/>
            <a:r>
              <a:rPr lang="en-US" sz="1600">
                <a:solidFill>
                  <a:schemeClr val="dk1"/>
                </a:solidFill>
                <a:cs typeface="Segoe UI Light"/>
              </a:rPr>
              <a:t>Establish lessons learned and update the flow accordingly to build a continuous improvement cycle.</a:t>
            </a:r>
          </a:p>
          <a:p>
            <a:pPr marL="0" indent="0">
              <a:buNone/>
              <a:defRPr sz="2000"/>
            </a:pPr>
            <a:endParaRPr lang="en-US" sz="1800" b="1">
              <a:ea typeface="+mn-lt"/>
              <a:cs typeface="+mn-lt"/>
            </a:endParaRPr>
          </a:p>
        </p:txBody>
      </p:sp>
    </p:spTree>
    <p:extLst>
      <p:ext uri="{BB962C8B-B14F-4D97-AF65-F5344CB8AC3E}">
        <p14:creationId xmlns:p14="http://schemas.microsoft.com/office/powerpoint/2010/main" val="3062173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37519-5559-DA60-F5EC-2CCA9311F07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EFA7222-2D43-C3D6-406D-BA2665A09F4E}"/>
              </a:ext>
            </a:extLst>
          </p:cNvPr>
          <p:cNvSpPr>
            <a:spLocks noGrp="1"/>
          </p:cNvSpPr>
          <p:nvPr>
            <p:ph type="sldNum" sz="quarter" idx="12"/>
          </p:nvPr>
        </p:nvSpPr>
        <p:spPr/>
        <p:txBody>
          <a:bodyPr/>
          <a:lstStyle/>
          <a:p>
            <a:fld id="{4055E60B-063F-7341-AAD1-65F55D97E323}" type="slidenum">
              <a:rPr lang="en-IL" smtClean="0"/>
              <a:t>7</a:t>
            </a:fld>
            <a:endParaRPr lang="en-IL"/>
          </a:p>
        </p:txBody>
      </p:sp>
      <p:sp>
        <p:nvSpPr>
          <p:cNvPr id="37" name="Content Placeholder 2">
            <a:extLst>
              <a:ext uri="{FF2B5EF4-FFF2-40B4-BE49-F238E27FC236}">
                <a16:creationId xmlns:a16="http://schemas.microsoft.com/office/drawing/2014/main" id="{C4FA4768-738D-82F8-26B0-8AFBB09B14AC}"/>
              </a:ext>
            </a:extLst>
          </p:cNvPr>
          <p:cNvSpPr txBox="1">
            <a:spLocks/>
          </p:cNvSpPr>
          <p:nvPr/>
        </p:nvSpPr>
        <p:spPr>
          <a:xfrm>
            <a:off x="539561" y="960927"/>
            <a:ext cx="11699561" cy="5760548"/>
          </a:xfrm>
          <a:prstGeom prst="rect">
            <a:avLst/>
          </a:prstGeom>
        </p:spPr>
        <p:txBody>
          <a:bodyPr vert="horz" lIns="90000" tIns="45720" rIns="91440" bIns="45720" rtlCol="0" anchor="t">
            <a:noAutofit/>
          </a:bodyPr>
          <a:lstStyle>
            <a:lvl1pPr marL="228600" indent="-228600" algn="l" defTabSz="914400" rtl="0" eaLnBrk="1" latinLnBrk="0" hangingPunct="1">
              <a:lnSpc>
                <a:spcPct val="90000"/>
              </a:lnSpc>
              <a:spcBef>
                <a:spcPts val="1000"/>
              </a:spcBef>
              <a:buFontTx/>
              <a:buBlip>
                <a:blip r:embed="rId3"/>
              </a:buBlip>
              <a:defRPr sz="2000" b="0" i="0" kern="1200">
                <a:solidFill>
                  <a:schemeClr val="tx2"/>
                </a:solidFill>
                <a:latin typeface="+mn-lt"/>
                <a:ea typeface="+mn-ea"/>
                <a:cs typeface="Segoe UI Light" panose="020B0502040204020203" pitchFamily="34" charset="0"/>
              </a:defRPr>
            </a:lvl1pPr>
            <a:lvl2pPr marL="6858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2pPr>
            <a:lvl3pPr marL="11430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3pPr>
            <a:lvl4pPr marL="16002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4pPr>
            <a:lvl5pPr marL="20574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u="sng">
                <a:cs typeface="Segoe UI Light"/>
              </a:rPr>
              <a:t>Pre-Layout and mechanical concept -Before starting PCB Layout</a:t>
            </a:r>
          </a:p>
          <a:p>
            <a:pPr>
              <a:buFont typeface="Arial,Sans-Serif"/>
            </a:pPr>
            <a:r>
              <a:rPr lang="en-US" sz="1800" b="1">
                <a:ea typeface="+mn-lt"/>
                <a:cs typeface="+mn-lt"/>
              </a:rPr>
              <a:t>Electrical Schematics + Magnetic Design</a:t>
            </a:r>
          </a:p>
          <a:p>
            <a:pPr>
              <a:buFont typeface="Arial,Sans-Serif"/>
            </a:pPr>
            <a:r>
              <a:rPr lang="en-US" sz="1800" b="1">
                <a:ea typeface="+mn-lt"/>
                <a:cs typeface="+mn-lt"/>
              </a:rPr>
              <a:t>Thermal Design Inputs</a:t>
            </a:r>
            <a:endParaRPr lang="he-IL" sz="1800" b="1">
              <a:ea typeface="+mn-lt"/>
              <a:cs typeface="+mn-lt"/>
            </a:endParaRPr>
          </a:p>
          <a:p>
            <a:r>
              <a:rPr lang="en-US" sz="1800" b="1">
                <a:ea typeface="+mn-lt"/>
                <a:cs typeface="+mn-lt"/>
              </a:rPr>
              <a:t>Mechanical Concept with Critical Components </a:t>
            </a:r>
            <a:endParaRPr lang="en-US" sz="1800">
              <a:ea typeface="+mn-lt"/>
            </a:endParaRPr>
          </a:p>
          <a:p>
            <a:pPr lvl="1">
              <a:spcAft>
                <a:spcPts val="800"/>
              </a:spcAft>
            </a:pPr>
            <a:r>
              <a:rPr lang="en-US" sz="1600">
                <a:solidFill>
                  <a:schemeClr val="dk1"/>
                </a:solidFill>
                <a:cs typeface="Segoe UI Light"/>
              </a:rPr>
              <a:t>Purpose:</a:t>
            </a:r>
            <a:r>
              <a:rPr lang="he-IL" sz="1600">
                <a:solidFill>
                  <a:schemeClr val="dk1"/>
                </a:solidFill>
                <a:cs typeface="Segoe UI Light"/>
              </a:rPr>
              <a:t> </a:t>
            </a:r>
            <a:r>
              <a:rPr lang="en-US" sz="1600">
                <a:solidFill>
                  <a:schemeClr val="dk1"/>
                </a:solidFill>
                <a:cs typeface="Segoe UI Light"/>
              </a:rPr>
              <a:t>To establish a comprehensive understanding of the system’s engineering and physical requirements, and to create an initial design across all domains</a:t>
            </a:r>
            <a:r>
              <a:rPr lang="he-IL" sz="1600">
                <a:solidFill>
                  <a:schemeClr val="dk1"/>
                </a:solidFill>
                <a:cs typeface="Segoe UI Light"/>
              </a:rPr>
              <a:t>-</a:t>
            </a:r>
            <a:r>
              <a:rPr lang="en-US" sz="1600">
                <a:solidFill>
                  <a:schemeClr val="dk1"/>
                </a:solidFill>
                <a:cs typeface="Segoe UI Light"/>
              </a:rPr>
              <a:t>electrical, magnetic, thermal, and mechanical.</a:t>
            </a:r>
          </a:p>
          <a:p>
            <a:pPr lvl="1">
              <a:spcAft>
                <a:spcPts val="800"/>
              </a:spcAft>
            </a:pPr>
            <a:r>
              <a:rPr lang="en-US" sz="1600">
                <a:solidFill>
                  <a:schemeClr val="dk1"/>
                </a:solidFill>
                <a:cs typeface="Segoe UI Light"/>
              </a:rPr>
              <a:t>Why Included:</a:t>
            </a:r>
            <a:r>
              <a:rPr lang="he-IL" sz="1600">
                <a:solidFill>
                  <a:schemeClr val="dk1"/>
                </a:solidFill>
                <a:cs typeface="Segoe UI Light"/>
              </a:rPr>
              <a:t> </a:t>
            </a:r>
            <a:r>
              <a:rPr lang="en-US" sz="1600">
                <a:solidFill>
                  <a:schemeClr val="dk1"/>
                </a:solidFill>
                <a:cs typeface="Segoe UI Light"/>
              </a:rPr>
              <a:t>This stage ensures all teams are aligned on a unified set of requirements, prevents cross-domain mismatches, and enables a smooth start to the development process.</a:t>
            </a:r>
          </a:p>
          <a:p>
            <a:pPr>
              <a:buFont typeface="Arial,Sans-Serif"/>
            </a:pPr>
            <a:r>
              <a:rPr lang="en-US" sz="1800" b="1">
                <a:ea typeface="+mn-lt"/>
                <a:cs typeface="+mn-lt"/>
              </a:rPr>
              <a:t>Pre-Layout: </a:t>
            </a:r>
            <a:r>
              <a:rPr lang="en-US" sz="1800" kern="0">
                <a:effectLst/>
                <a:latin typeface="Segoe UI"/>
                <a:ea typeface="Times New Roman" panose="02020603050405020304" pitchFamily="18" charset="0"/>
                <a:cs typeface="Segoe UI Light"/>
              </a:rPr>
              <a:t>(including placement of power components) </a:t>
            </a:r>
          </a:p>
          <a:p>
            <a:pPr lvl="1">
              <a:spcAft>
                <a:spcPts val="800"/>
              </a:spcAft>
            </a:pPr>
            <a:r>
              <a:rPr lang="en-US" sz="1600">
                <a:solidFill>
                  <a:schemeClr val="dk1"/>
                </a:solidFill>
                <a:cs typeface="Segoe UI Light"/>
              </a:rPr>
              <a:t>Early placement of key power components</a:t>
            </a:r>
          </a:p>
          <a:p>
            <a:pPr lvl="1">
              <a:spcAft>
                <a:spcPts val="800"/>
              </a:spcAft>
            </a:pPr>
            <a:r>
              <a:rPr lang="en-US" sz="1600">
                <a:solidFill>
                  <a:schemeClr val="dk1"/>
                </a:solidFill>
                <a:cs typeface="Segoe UI Light"/>
              </a:rPr>
              <a:t>Aligns mechanical and electrical zones</a:t>
            </a:r>
          </a:p>
          <a:p>
            <a:pPr lvl="1">
              <a:spcAft>
                <a:spcPts val="800"/>
              </a:spcAft>
            </a:pPr>
            <a:r>
              <a:rPr lang="en-US" sz="1600">
                <a:solidFill>
                  <a:schemeClr val="dk1"/>
                </a:solidFill>
                <a:cs typeface="Segoe UI Light"/>
              </a:rPr>
              <a:t>Prevents layout rework and delays</a:t>
            </a:r>
            <a:endParaRPr lang="he-IL" sz="1800" kern="0">
              <a:effectLst/>
              <a:latin typeface="Segoe UI"/>
              <a:ea typeface="Times New Roman" panose="02020603050405020304" pitchFamily="18" charset="0"/>
              <a:cs typeface="Segoe UI Light"/>
            </a:endParaRPr>
          </a:p>
          <a:p>
            <a:r>
              <a:rPr lang="en-US" sz="1800" kern="0">
                <a:effectLst/>
                <a:latin typeface="Segoe UI"/>
                <a:ea typeface="Times New Roman" panose="02020603050405020304" pitchFamily="18" charset="0"/>
                <a:cs typeface="Arial"/>
              </a:rPr>
              <a:t>Mechanical concept and pre-layout approval </a:t>
            </a:r>
            <a:endParaRPr lang="he-IL" sz="1800" kern="0">
              <a:solidFill>
                <a:schemeClr val="dk1"/>
              </a:solidFill>
              <a:latin typeface="Segoe UI"/>
              <a:cs typeface="Arial"/>
            </a:endParaRPr>
          </a:p>
          <a:p>
            <a:pPr lvl="1">
              <a:spcAft>
                <a:spcPts val="800"/>
              </a:spcAft>
            </a:pPr>
            <a:r>
              <a:rPr lang="en-US" sz="1600">
                <a:solidFill>
                  <a:schemeClr val="dk1"/>
                </a:solidFill>
                <a:cs typeface="Segoe UI Light"/>
              </a:rPr>
              <a:t>Purpose:</a:t>
            </a:r>
            <a:r>
              <a:rPr lang="he-IL" sz="1600">
                <a:solidFill>
                  <a:schemeClr val="dk1"/>
                </a:solidFill>
                <a:cs typeface="Segoe UI Light"/>
              </a:rPr>
              <a:t> </a:t>
            </a:r>
            <a:r>
              <a:rPr lang="en-US" sz="1600">
                <a:solidFill>
                  <a:schemeClr val="dk1"/>
                </a:solidFill>
                <a:cs typeface="Segoe UI Light"/>
              </a:rPr>
              <a:t>To approve the preliminary placement of critical components and obtain conceptual approval for the mechanical design.</a:t>
            </a:r>
          </a:p>
          <a:p>
            <a:pPr lvl="1">
              <a:spcAft>
                <a:spcPts val="800"/>
              </a:spcAft>
            </a:pPr>
            <a:r>
              <a:rPr lang="en-US" sz="1600">
                <a:solidFill>
                  <a:schemeClr val="dk1"/>
                </a:solidFill>
                <a:cs typeface="Segoe UI Light"/>
              </a:rPr>
              <a:t>Why Included:</a:t>
            </a:r>
            <a:r>
              <a:rPr lang="he-IL" sz="1600">
                <a:solidFill>
                  <a:schemeClr val="dk1"/>
                </a:solidFill>
                <a:cs typeface="Segoe UI Light"/>
              </a:rPr>
              <a:t> </a:t>
            </a:r>
            <a:r>
              <a:rPr lang="en-US" sz="1600">
                <a:solidFill>
                  <a:schemeClr val="dk1"/>
                </a:solidFill>
                <a:cs typeface="Segoe UI Light"/>
              </a:rPr>
              <a:t>This step helps identify constraints early, prevents component conflicts, and ensures the general direction is approved before investing in full layout efforts.</a:t>
            </a:r>
          </a:p>
          <a:p>
            <a:pPr marL="457200" lvl="1" indent="0">
              <a:buNone/>
            </a:pPr>
            <a:endParaRPr lang="en-US" sz="1800">
              <a:ea typeface="+mn-lt"/>
              <a:cs typeface="+mn-lt"/>
            </a:endParaRPr>
          </a:p>
          <a:p>
            <a:pPr marL="0" indent="0">
              <a:buNone/>
            </a:pPr>
            <a:endParaRPr lang="en-US">
              <a:ea typeface="+mn-lt"/>
            </a:endParaRPr>
          </a:p>
          <a:p>
            <a:pPr marL="0" indent="0">
              <a:buFontTx/>
              <a:buNone/>
            </a:pPr>
            <a:endParaRPr lang="en-US">
              <a:solidFill>
                <a:srgbClr val="000000"/>
              </a:solidFill>
            </a:endParaRPr>
          </a:p>
        </p:txBody>
      </p:sp>
      <p:sp>
        <p:nvSpPr>
          <p:cNvPr id="6" name="Title 1">
            <a:extLst>
              <a:ext uri="{FF2B5EF4-FFF2-40B4-BE49-F238E27FC236}">
                <a16:creationId xmlns:a16="http://schemas.microsoft.com/office/drawing/2014/main" id="{66D8196A-4460-2BAE-0A6A-B3D8E63CB234}"/>
              </a:ext>
            </a:extLst>
          </p:cNvPr>
          <p:cNvSpPr txBox="1">
            <a:spLocks/>
          </p:cNvSpPr>
          <p:nvPr/>
        </p:nvSpPr>
        <p:spPr>
          <a:xfrm>
            <a:off x="492439" y="364979"/>
            <a:ext cx="11160000" cy="731520"/>
          </a:xfrm>
          <a:prstGeom prst="rect">
            <a:avLst/>
          </a:prstGeom>
        </p:spPr>
        <p:txBody>
          <a:bodyPr vert="horz" lIns="90000" tIns="45720" rIns="91440" bIns="45720" rtlCol="0" anchor="t">
            <a:noAutofit/>
          </a:bodyPr>
          <a:lstStyle>
            <a:lvl1pPr algn="l" defTabSz="914400" rtl="0" eaLnBrk="1" latinLnBrk="0" hangingPunct="1">
              <a:lnSpc>
                <a:spcPct val="90000"/>
              </a:lnSpc>
              <a:spcBef>
                <a:spcPct val="0"/>
              </a:spcBef>
              <a:buNone/>
              <a:defRPr sz="3600" b="0" i="0" kern="1200">
                <a:solidFill>
                  <a:schemeClr val="tx2"/>
                </a:solidFill>
                <a:latin typeface="+mj-lt"/>
                <a:ea typeface="+mj-ea"/>
                <a:cs typeface="Segoe UI Semibold" panose="020B0502040204020203" pitchFamily="34" charset="0"/>
              </a:defRPr>
            </a:lvl1pPr>
          </a:lstStyle>
          <a:p>
            <a:r>
              <a:rPr lang="en-US" sz="2800">
                <a:cs typeface="Segoe UI Semibold"/>
              </a:rPr>
              <a:t>Key Tasks in PCB Layout Process </a:t>
            </a:r>
            <a:endParaRPr lang="en-US" sz="2800"/>
          </a:p>
        </p:txBody>
      </p:sp>
    </p:spTree>
    <p:extLst>
      <p:ext uri="{BB962C8B-B14F-4D97-AF65-F5344CB8AC3E}">
        <p14:creationId xmlns:p14="http://schemas.microsoft.com/office/powerpoint/2010/main" val="764676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350A4-653E-9244-2D70-760622A0EAF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304EAD-3E98-1099-702B-08B9B0947768}"/>
              </a:ext>
            </a:extLst>
          </p:cNvPr>
          <p:cNvSpPr>
            <a:spLocks noGrp="1"/>
          </p:cNvSpPr>
          <p:nvPr>
            <p:ph type="sldNum" sz="quarter" idx="12"/>
          </p:nvPr>
        </p:nvSpPr>
        <p:spPr/>
        <p:txBody>
          <a:bodyPr/>
          <a:lstStyle/>
          <a:p>
            <a:fld id="{4055E60B-063F-7341-AAD1-65F55D97E323}" type="slidenum">
              <a:rPr lang="en-IL" smtClean="0"/>
              <a:t>8</a:t>
            </a:fld>
            <a:endParaRPr lang="en-IL"/>
          </a:p>
        </p:txBody>
      </p:sp>
      <p:sp>
        <p:nvSpPr>
          <p:cNvPr id="37" name="Content Placeholder 2">
            <a:extLst>
              <a:ext uri="{FF2B5EF4-FFF2-40B4-BE49-F238E27FC236}">
                <a16:creationId xmlns:a16="http://schemas.microsoft.com/office/drawing/2014/main" id="{3AB0F4A3-F47D-1708-A436-1C186D007572}"/>
              </a:ext>
            </a:extLst>
          </p:cNvPr>
          <p:cNvSpPr txBox="1">
            <a:spLocks/>
          </p:cNvSpPr>
          <p:nvPr/>
        </p:nvSpPr>
        <p:spPr>
          <a:xfrm>
            <a:off x="492439" y="960927"/>
            <a:ext cx="11699561" cy="5530996"/>
          </a:xfrm>
          <a:prstGeom prst="rect">
            <a:avLst/>
          </a:prstGeom>
        </p:spPr>
        <p:txBody>
          <a:bodyPr vert="horz" lIns="90000" tIns="45720" rIns="91440" bIns="45720" rtlCol="0" anchor="t">
            <a:noAutofit/>
          </a:bodyPr>
          <a:lstStyle>
            <a:lvl1pPr marL="228600" indent="-228600" algn="l" defTabSz="914400" rtl="0" eaLnBrk="1" latinLnBrk="0" hangingPunct="1">
              <a:lnSpc>
                <a:spcPct val="90000"/>
              </a:lnSpc>
              <a:spcBef>
                <a:spcPts val="1000"/>
              </a:spcBef>
              <a:buFontTx/>
              <a:buBlip>
                <a:blip r:embed="rId3"/>
              </a:buBlip>
              <a:defRPr sz="2000" b="0" i="0" kern="1200">
                <a:solidFill>
                  <a:schemeClr val="tx2"/>
                </a:solidFill>
                <a:latin typeface="+mn-lt"/>
                <a:ea typeface="+mn-ea"/>
                <a:cs typeface="Segoe UI Light" panose="020B0502040204020203" pitchFamily="34" charset="0"/>
              </a:defRPr>
            </a:lvl1pPr>
            <a:lvl2pPr marL="6858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2pPr>
            <a:lvl3pPr marL="11430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3pPr>
            <a:lvl4pPr marL="16002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4pPr>
            <a:lvl5pPr marL="20574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u="sng">
                <a:cs typeface="Segoe UI Light"/>
              </a:rPr>
              <a:t>Complete Electrical and Mechanical Design</a:t>
            </a:r>
          </a:p>
          <a:p>
            <a:pPr marL="0" indent="0">
              <a:buNone/>
            </a:pPr>
            <a:endParaRPr lang="en-US" b="1" u="sng"/>
          </a:p>
          <a:p>
            <a:r>
              <a:rPr lang="en-US" sz="1800" b="1">
                <a:ea typeface="+mn-lt"/>
                <a:cs typeface="+mn-lt"/>
              </a:rPr>
              <a:t>Complete Electrical design</a:t>
            </a:r>
          </a:p>
          <a:p>
            <a:pPr lvl="1">
              <a:spcAft>
                <a:spcPts val="800"/>
              </a:spcAft>
              <a:buFont typeface="Arial"/>
            </a:pPr>
            <a:r>
              <a:rPr lang="en-US" sz="1600">
                <a:solidFill>
                  <a:schemeClr val="dk1"/>
                </a:solidFill>
                <a:ea typeface="+mn-lt"/>
                <a:cs typeface="+mn-lt"/>
              </a:rPr>
              <a:t>Purpose:</a:t>
            </a:r>
            <a:r>
              <a:rPr lang="he-IL" sz="1600">
                <a:solidFill>
                  <a:schemeClr val="dk1"/>
                </a:solidFill>
                <a:ea typeface="+mn-lt"/>
                <a:cs typeface="+mn-lt"/>
              </a:rPr>
              <a:t> </a:t>
            </a:r>
            <a:r>
              <a:rPr lang="en-US" sz="1600">
                <a:solidFill>
                  <a:schemeClr val="dk1"/>
                </a:solidFill>
                <a:ea typeface="+mn-lt"/>
                <a:cs typeface="+mn-lt"/>
              </a:rPr>
              <a:t>To finalize all aspects of the electrical and design according to the defined requirements.</a:t>
            </a:r>
          </a:p>
          <a:p>
            <a:pPr lvl="1">
              <a:spcAft>
                <a:spcPts val="800"/>
              </a:spcAft>
              <a:buFont typeface="Arial"/>
            </a:pPr>
            <a:r>
              <a:rPr lang="en-US" sz="1600">
                <a:solidFill>
                  <a:schemeClr val="dk1"/>
                </a:solidFill>
                <a:ea typeface="+mn-lt"/>
                <a:cs typeface="+mn-lt"/>
              </a:rPr>
              <a:t>Why Included:</a:t>
            </a:r>
            <a:r>
              <a:rPr lang="he-IL" sz="1600">
                <a:solidFill>
                  <a:schemeClr val="dk1"/>
                </a:solidFill>
                <a:ea typeface="+mn-lt"/>
                <a:cs typeface="+mn-lt"/>
              </a:rPr>
              <a:t> </a:t>
            </a:r>
            <a:r>
              <a:rPr lang="en-US" sz="1600">
                <a:solidFill>
                  <a:schemeClr val="dk1"/>
                </a:solidFill>
                <a:ea typeface="+mn-lt"/>
                <a:cs typeface="+mn-lt"/>
              </a:rPr>
              <a:t>Only after full design completion the layout phase can begin with confidence, minimizing the risk of late-stage changes.</a:t>
            </a:r>
            <a:endParaRPr lang="en-US">
              <a:solidFill>
                <a:schemeClr val="dk1"/>
              </a:solidFill>
            </a:endParaRPr>
          </a:p>
          <a:p>
            <a:r>
              <a:rPr lang="en-US" sz="1800" b="1">
                <a:ea typeface="+mn-lt"/>
                <a:cs typeface="+mn-lt"/>
              </a:rPr>
              <a:t>Complete Mechanical Design files for layout</a:t>
            </a:r>
            <a:endParaRPr lang="en-US"/>
          </a:p>
          <a:p>
            <a:pPr lvl="1">
              <a:spcAft>
                <a:spcPts val="800"/>
              </a:spcAft>
            </a:pPr>
            <a:r>
              <a:rPr lang="en-US" sz="1600">
                <a:solidFill>
                  <a:schemeClr val="dk1"/>
                </a:solidFill>
                <a:cs typeface="Segoe UI Light"/>
              </a:rPr>
              <a:t>Purpose:</a:t>
            </a:r>
            <a:r>
              <a:rPr lang="he-IL" sz="1600">
                <a:solidFill>
                  <a:schemeClr val="dk1"/>
                </a:solidFill>
                <a:cs typeface="Segoe UI Light"/>
              </a:rPr>
              <a:t> </a:t>
            </a:r>
            <a:r>
              <a:rPr lang="en-US" sz="1600">
                <a:solidFill>
                  <a:schemeClr val="dk1"/>
                </a:solidFill>
                <a:cs typeface="Segoe UI Light"/>
              </a:rPr>
              <a:t>To finalize all aspects of the mechanical design according to the defined requirements. Creating complete DXF and PDF files with all the mechanical requirements ( Board outline, critical components' location, height limitations, etc.)</a:t>
            </a:r>
          </a:p>
          <a:p>
            <a:pPr lvl="1">
              <a:spcAft>
                <a:spcPts val="800"/>
              </a:spcAft>
            </a:pPr>
            <a:r>
              <a:rPr lang="en-US" sz="1600">
                <a:solidFill>
                  <a:schemeClr val="dk1"/>
                </a:solidFill>
                <a:cs typeface="Segoe UI Light"/>
              </a:rPr>
              <a:t>Why Included:</a:t>
            </a:r>
            <a:r>
              <a:rPr lang="he-IL" sz="1600">
                <a:solidFill>
                  <a:schemeClr val="dk1"/>
                </a:solidFill>
                <a:cs typeface="Segoe UI Light"/>
              </a:rPr>
              <a:t> </a:t>
            </a:r>
            <a:r>
              <a:rPr lang="he-IL" sz="1600" err="1">
                <a:solidFill>
                  <a:schemeClr val="dk1"/>
                </a:solidFill>
                <a:cs typeface="Segoe UI Light"/>
              </a:rPr>
              <a:t>The</a:t>
            </a:r>
            <a:r>
              <a:rPr lang="he-IL" sz="1600">
                <a:solidFill>
                  <a:schemeClr val="dk1"/>
                </a:solidFill>
                <a:cs typeface="Segoe UI Light"/>
              </a:rPr>
              <a:t> </a:t>
            </a:r>
            <a:r>
              <a:rPr lang="he-IL" sz="1600" err="1">
                <a:solidFill>
                  <a:schemeClr val="dk1"/>
                </a:solidFill>
                <a:cs typeface="Segoe UI Light"/>
              </a:rPr>
              <a:t>layout</a:t>
            </a:r>
            <a:r>
              <a:rPr lang="he-IL" sz="1600">
                <a:solidFill>
                  <a:schemeClr val="dk1"/>
                </a:solidFill>
                <a:cs typeface="Segoe UI Light"/>
              </a:rPr>
              <a:t> </a:t>
            </a:r>
            <a:r>
              <a:rPr lang="he-IL" sz="1600" err="1">
                <a:solidFill>
                  <a:schemeClr val="dk1"/>
                </a:solidFill>
                <a:cs typeface="Segoe UI Light"/>
              </a:rPr>
              <a:t>designer</a:t>
            </a:r>
            <a:r>
              <a:rPr lang="he-IL" sz="1600">
                <a:solidFill>
                  <a:schemeClr val="dk1"/>
                </a:solidFill>
                <a:cs typeface="Segoe UI Light"/>
              </a:rPr>
              <a:t> </a:t>
            </a:r>
            <a:r>
              <a:rPr lang="he-IL" sz="1600" err="1">
                <a:solidFill>
                  <a:schemeClr val="dk1"/>
                </a:solidFill>
                <a:cs typeface="Segoe UI Light"/>
              </a:rPr>
              <a:t>should</a:t>
            </a:r>
            <a:r>
              <a:rPr lang="he-IL" sz="1600">
                <a:solidFill>
                  <a:schemeClr val="dk1"/>
                </a:solidFill>
                <a:cs typeface="Segoe UI Light"/>
              </a:rPr>
              <a:t> </a:t>
            </a:r>
            <a:r>
              <a:rPr lang="he-IL" sz="1600" err="1">
                <a:solidFill>
                  <a:schemeClr val="dk1"/>
                </a:solidFill>
                <a:cs typeface="Segoe UI Light"/>
              </a:rPr>
              <a:t>be</a:t>
            </a:r>
            <a:r>
              <a:rPr lang="he-IL" sz="1600">
                <a:solidFill>
                  <a:schemeClr val="dk1"/>
                </a:solidFill>
                <a:cs typeface="Segoe UI Light"/>
              </a:rPr>
              <a:t> </a:t>
            </a:r>
            <a:r>
              <a:rPr lang="he-IL" sz="1600" err="1">
                <a:solidFill>
                  <a:schemeClr val="dk1"/>
                </a:solidFill>
                <a:cs typeface="Segoe UI Light"/>
              </a:rPr>
              <a:t>familiar</a:t>
            </a:r>
            <a:r>
              <a:rPr lang="he-IL" sz="1600">
                <a:solidFill>
                  <a:schemeClr val="dk1"/>
                </a:solidFill>
                <a:cs typeface="Segoe UI Light"/>
              </a:rPr>
              <a:t> </a:t>
            </a:r>
            <a:r>
              <a:rPr lang="he-IL" sz="1600" err="1">
                <a:solidFill>
                  <a:schemeClr val="dk1"/>
                </a:solidFill>
                <a:cs typeface="Segoe UI Light"/>
              </a:rPr>
              <a:t>with</a:t>
            </a:r>
            <a:r>
              <a:rPr lang="he-IL" sz="1600">
                <a:solidFill>
                  <a:schemeClr val="dk1"/>
                </a:solidFill>
                <a:cs typeface="Segoe UI Light"/>
              </a:rPr>
              <a:t> </a:t>
            </a:r>
            <a:r>
              <a:rPr lang="he-IL" sz="1600" err="1">
                <a:solidFill>
                  <a:schemeClr val="dk1"/>
                </a:solidFill>
                <a:cs typeface="Segoe UI Light"/>
              </a:rPr>
              <a:t>all</a:t>
            </a:r>
            <a:r>
              <a:rPr lang="he-IL" sz="1600">
                <a:solidFill>
                  <a:schemeClr val="dk1"/>
                </a:solidFill>
                <a:cs typeface="Segoe UI Light"/>
              </a:rPr>
              <a:t> </a:t>
            </a:r>
            <a:r>
              <a:rPr lang="he-IL" sz="1600" err="1">
                <a:solidFill>
                  <a:schemeClr val="dk1"/>
                </a:solidFill>
                <a:cs typeface="Segoe UI Light"/>
              </a:rPr>
              <a:t>the</a:t>
            </a:r>
            <a:r>
              <a:rPr lang="he-IL" sz="1600">
                <a:solidFill>
                  <a:schemeClr val="dk1"/>
                </a:solidFill>
                <a:cs typeface="Segoe UI Light"/>
              </a:rPr>
              <a:t> </a:t>
            </a:r>
            <a:r>
              <a:rPr lang="he-IL" sz="1600" err="1">
                <a:solidFill>
                  <a:schemeClr val="dk1"/>
                </a:solidFill>
                <a:cs typeface="Segoe UI Light"/>
              </a:rPr>
              <a:t>mechanical</a:t>
            </a:r>
            <a:r>
              <a:rPr lang="he-IL" sz="1600">
                <a:solidFill>
                  <a:schemeClr val="dk1"/>
                </a:solidFill>
                <a:cs typeface="Segoe UI Light"/>
              </a:rPr>
              <a:t> </a:t>
            </a:r>
            <a:r>
              <a:rPr lang="he-IL" sz="1600" err="1">
                <a:solidFill>
                  <a:schemeClr val="dk1"/>
                </a:solidFill>
                <a:cs typeface="Segoe UI Light"/>
              </a:rPr>
              <a:t>requirements</a:t>
            </a:r>
            <a:r>
              <a:rPr lang="he-IL" sz="1600">
                <a:solidFill>
                  <a:schemeClr val="dk1"/>
                </a:solidFill>
                <a:cs typeface="Segoe UI Light"/>
              </a:rPr>
              <a:t> </a:t>
            </a:r>
            <a:r>
              <a:rPr lang="he-IL" sz="1600" err="1">
                <a:solidFill>
                  <a:schemeClr val="dk1"/>
                </a:solidFill>
                <a:cs typeface="Segoe UI Light"/>
              </a:rPr>
              <a:t>before</a:t>
            </a:r>
            <a:r>
              <a:rPr lang="he-IL" sz="1600">
                <a:solidFill>
                  <a:schemeClr val="dk1"/>
                </a:solidFill>
                <a:cs typeface="Segoe UI Light"/>
              </a:rPr>
              <a:t> </a:t>
            </a:r>
            <a:r>
              <a:rPr lang="he-IL" sz="1600" err="1">
                <a:solidFill>
                  <a:schemeClr val="dk1"/>
                </a:solidFill>
                <a:cs typeface="Segoe UI Light"/>
              </a:rPr>
              <a:t>starting</a:t>
            </a:r>
            <a:r>
              <a:rPr lang="he-IL" sz="1600">
                <a:solidFill>
                  <a:schemeClr val="dk1"/>
                </a:solidFill>
                <a:cs typeface="Segoe UI Light"/>
              </a:rPr>
              <a:t> </a:t>
            </a:r>
            <a:r>
              <a:rPr lang="he-IL" sz="1600" err="1">
                <a:solidFill>
                  <a:schemeClr val="dk1"/>
                </a:solidFill>
                <a:cs typeface="Segoe UI Light"/>
              </a:rPr>
              <a:t>the</a:t>
            </a:r>
            <a:r>
              <a:rPr lang="he-IL" sz="1600">
                <a:solidFill>
                  <a:schemeClr val="dk1"/>
                </a:solidFill>
                <a:cs typeface="Segoe UI Light"/>
              </a:rPr>
              <a:t> </a:t>
            </a:r>
            <a:r>
              <a:rPr lang="he-IL" sz="1600" err="1">
                <a:solidFill>
                  <a:schemeClr val="dk1"/>
                </a:solidFill>
                <a:cs typeface="Segoe UI Light"/>
              </a:rPr>
              <a:t>layout</a:t>
            </a:r>
            <a:r>
              <a:rPr lang="he-IL" sz="1600">
                <a:solidFill>
                  <a:schemeClr val="dk1"/>
                </a:solidFill>
                <a:cs typeface="Segoe UI Light"/>
              </a:rPr>
              <a:t>.</a:t>
            </a:r>
            <a:endParaRPr lang="en-US" sz="1800">
              <a:ea typeface="+mn-lt"/>
              <a:cs typeface="+mn-lt"/>
            </a:endParaRPr>
          </a:p>
          <a:p>
            <a:r>
              <a:rPr lang="en-US" sz="1800" b="1">
                <a:ea typeface="+mn-lt"/>
                <a:cs typeface="+mn-lt"/>
              </a:rPr>
              <a:t>Mechanical DR + Electrical DR</a:t>
            </a:r>
          </a:p>
          <a:p>
            <a:pPr lvl="1"/>
            <a:r>
              <a:rPr lang="en-US" sz="1600">
                <a:solidFill>
                  <a:schemeClr val="dk1"/>
                </a:solidFill>
                <a:cs typeface="Segoe UI Light"/>
              </a:rPr>
              <a:t>Key design checkpoints to ensure all mechanical and electrical requirements are validated before starting PCB layout.</a:t>
            </a:r>
          </a:p>
          <a:p>
            <a:pPr marL="457200" lvl="1" indent="0">
              <a:buNone/>
            </a:pPr>
            <a:r>
              <a:rPr lang="en-US" sz="1600">
                <a:solidFill>
                  <a:schemeClr val="dk1"/>
                </a:solidFill>
                <a:cs typeface="Segoe UI Light"/>
              </a:rPr>
              <a:t>    Enables aligning system constraints, reduces rework, and enable a smoother transition into the layout phase</a:t>
            </a:r>
          </a:p>
        </p:txBody>
      </p:sp>
      <p:sp>
        <p:nvSpPr>
          <p:cNvPr id="6" name="Title 1">
            <a:extLst>
              <a:ext uri="{FF2B5EF4-FFF2-40B4-BE49-F238E27FC236}">
                <a16:creationId xmlns:a16="http://schemas.microsoft.com/office/drawing/2014/main" id="{E21916C7-88E9-FEBC-4436-47E8E66A8600}"/>
              </a:ext>
            </a:extLst>
          </p:cNvPr>
          <p:cNvSpPr txBox="1">
            <a:spLocks/>
          </p:cNvSpPr>
          <p:nvPr/>
        </p:nvSpPr>
        <p:spPr>
          <a:xfrm>
            <a:off x="492439" y="364979"/>
            <a:ext cx="11160000" cy="731520"/>
          </a:xfrm>
          <a:prstGeom prst="rect">
            <a:avLst/>
          </a:prstGeom>
        </p:spPr>
        <p:txBody>
          <a:bodyPr vert="horz" lIns="90000" tIns="45720" rIns="91440" bIns="45720" rtlCol="0" anchor="t">
            <a:noAutofit/>
          </a:bodyPr>
          <a:lstStyle>
            <a:lvl1pPr algn="l" defTabSz="914400" rtl="0" eaLnBrk="1" latinLnBrk="0" hangingPunct="1">
              <a:lnSpc>
                <a:spcPct val="90000"/>
              </a:lnSpc>
              <a:spcBef>
                <a:spcPct val="0"/>
              </a:spcBef>
              <a:buNone/>
              <a:defRPr sz="3600" b="0" i="0" kern="1200">
                <a:solidFill>
                  <a:schemeClr val="tx2"/>
                </a:solidFill>
                <a:latin typeface="+mj-lt"/>
                <a:ea typeface="+mj-ea"/>
                <a:cs typeface="Segoe UI Semibold" panose="020B0502040204020203" pitchFamily="34" charset="0"/>
              </a:defRPr>
            </a:lvl1pPr>
          </a:lstStyle>
          <a:p>
            <a:r>
              <a:rPr lang="en-US" sz="2800"/>
              <a:t>Key Tasks in PCB Layout Process</a:t>
            </a:r>
          </a:p>
        </p:txBody>
      </p:sp>
    </p:spTree>
    <p:extLst>
      <p:ext uri="{BB962C8B-B14F-4D97-AF65-F5344CB8AC3E}">
        <p14:creationId xmlns:p14="http://schemas.microsoft.com/office/powerpoint/2010/main" val="1058090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283F8-6E80-B9E8-EB65-FC6AC3D2768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FBDDECF-F3AA-8C8B-6448-AEF26CA3E12D}"/>
              </a:ext>
            </a:extLst>
          </p:cNvPr>
          <p:cNvSpPr>
            <a:spLocks noGrp="1"/>
          </p:cNvSpPr>
          <p:nvPr>
            <p:ph type="sldNum" sz="quarter" idx="12"/>
          </p:nvPr>
        </p:nvSpPr>
        <p:spPr/>
        <p:txBody>
          <a:bodyPr/>
          <a:lstStyle/>
          <a:p>
            <a:fld id="{4055E60B-063F-7341-AAD1-65F55D97E323}" type="slidenum">
              <a:rPr lang="en-IL" smtClean="0"/>
              <a:t>9</a:t>
            </a:fld>
            <a:endParaRPr lang="en-IL"/>
          </a:p>
        </p:txBody>
      </p:sp>
      <p:sp>
        <p:nvSpPr>
          <p:cNvPr id="37" name="Content Placeholder 2">
            <a:extLst>
              <a:ext uri="{FF2B5EF4-FFF2-40B4-BE49-F238E27FC236}">
                <a16:creationId xmlns:a16="http://schemas.microsoft.com/office/drawing/2014/main" id="{0423F169-5AD4-D6A5-9B4F-93819C4F7557}"/>
              </a:ext>
            </a:extLst>
          </p:cNvPr>
          <p:cNvSpPr txBox="1">
            <a:spLocks/>
          </p:cNvSpPr>
          <p:nvPr/>
        </p:nvSpPr>
        <p:spPr>
          <a:xfrm>
            <a:off x="219485" y="1071489"/>
            <a:ext cx="11432955" cy="5786511"/>
          </a:xfrm>
          <a:prstGeom prst="rect">
            <a:avLst/>
          </a:prstGeom>
        </p:spPr>
        <p:txBody>
          <a:bodyPr vert="horz" lIns="90000" tIns="45720" rIns="91440" bIns="45720" rtlCol="0" anchor="t">
            <a:noAutofit/>
          </a:bodyPr>
          <a:lstStyle>
            <a:lvl1pPr marL="228600" indent="-228600" algn="l" defTabSz="914400" rtl="0" eaLnBrk="1" latinLnBrk="0" hangingPunct="1">
              <a:lnSpc>
                <a:spcPct val="90000"/>
              </a:lnSpc>
              <a:spcBef>
                <a:spcPts val="1000"/>
              </a:spcBef>
              <a:buFontTx/>
              <a:buBlip>
                <a:blip r:embed="rId3"/>
              </a:buBlip>
              <a:defRPr sz="2000" b="0" i="0" kern="1200">
                <a:solidFill>
                  <a:schemeClr val="tx2"/>
                </a:solidFill>
                <a:latin typeface="+mn-lt"/>
                <a:ea typeface="+mn-ea"/>
                <a:cs typeface="Segoe UI Light" panose="020B0502040204020203" pitchFamily="34" charset="0"/>
              </a:defRPr>
            </a:lvl1pPr>
            <a:lvl2pPr marL="6858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2pPr>
            <a:lvl3pPr marL="11430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3pPr>
            <a:lvl4pPr marL="16002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4pPr>
            <a:lvl5pPr marL="20574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800"/>
              </a:spcAft>
              <a:buNone/>
            </a:pPr>
            <a:r>
              <a:rPr lang="en-US" b="1" u="sng">
                <a:cs typeface="Segoe UI Light"/>
              </a:rPr>
              <a:t>Layout &amp; Finalization Phase –Starting PCB Layout</a:t>
            </a:r>
          </a:p>
          <a:p>
            <a:pPr>
              <a:buFont typeface="Arial,Sans-Serif"/>
            </a:pPr>
            <a:r>
              <a:rPr lang="en-US" sz="1800" b="1">
                <a:ea typeface="+mn-lt"/>
                <a:cs typeface="+mn-lt"/>
              </a:rPr>
              <a:t>Placement:</a:t>
            </a:r>
            <a:endParaRPr lang="en-US" sz="1800">
              <a:ea typeface="+mn-lt"/>
            </a:endParaRPr>
          </a:p>
          <a:p>
            <a:pPr marL="742950" lvl="1" indent="-285750">
              <a:spcAft>
                <a:spcPts val="800"/>
              </a:spcAft>
              <a:buFont typeface="Arial,Sans-Serif" panose="020B0604020202020204" pitchFamily="34" charset="0"/>
              <a:buChar char="•"/>
            </a:pPr>
            <a:r>
              <a:rPr lang="en-US" sz="1600">
                <a:solidFill>
                  <a:schemeClr val="dk1"/>
                </a:solidFill>
                <a:cs typeface="Segoe UI Light"/>
              </a:rPr>
              <a:t>Purpose: To place all components on the PCB according to electrical, thermal, and mechanical constraints.</a:t>
            </a:r>
          </a:p>
          <a:p>
            <a:pPr marL="742950" lvl="1" indent="-285750">
              <a:spcAft>
                <a:spcPts val="800"/>
              </a:spcAft>
              <a:buFont typeface="Arial,Sans-Serif" panose="020B0604020202020204" pitchFamily="34" charset="0"/>
              <a:buChar char="•"/>
            </a:pPr>
            <a:r>
              <a:rPr lang="en-US" sz="1600">
                <a:solidFill>
                  <a:schemeClr val="dk1"/>
                </a:solidFill>
                <a:cs typeface="Segoe UI Light"/>
              </a:rPr>
              <a:t>Why Included: Proper placement is critical for ensuring signal integrity, thermal performance, and manufacturability. It sets the foundation for efficient routing and minimizes design iterations later in the process.</a:t>
            </a:r>
          </a:p>
          <a:p>
            <a:pPr>
              <a:buFont typeface="Arial,Sans-Serif"/>
            </a:pPr>
            <a:r>
              <a:rPr lang="en-US" sz="1800" b="1">
                <a:ea typeface="+mn-lt"/>
                <a:cs typeface="+mn-lt"/>
              </a:rPr>
              <a:t>Placement Approval</a:t>
            </a:r>
            <a:r>
              <a:rPr lang="en-US" sz="1800">
                <a:ea typeface="+mn-lt"/>
                <a:cs typeface="+mn-lt"/>
              </a:rPr>
              <a:t>:</a:t>
            </a:r>
          </a:p>
          <a:p>
            <a:pPr lvl="1">
              <a:buFont typeface="Arial,Sans-Serif"/>
            </a:pPr>
            <a:endParaRPr lang="en-US" sz="1800">
              <a:ea typeface="+mn-lt"/>
              <a:cs typeface="+mn-lt"/>
            </a:endParaRPr>
          </a:p>
          <a:p>
            <a:pPr marL="457200" lvl="1" indent="0">
              <a:buNone/>
            </a:pPr>
            <a:endParaRPr lang="en-US"/>
          </a:p>
          <a:p>
            <a:pPr lvl="1">
              <a:buFont typeface="Arial,Sans-Serif"/>
            </a:pPr>
            <a:endParaRPr lang="en-US"/>
          </a:p>
          <a:p>
            <a:pPr>
              <a:buFont typeface="Arial,Sans-Serif"/>
            </a:pPr>
            <a:endParaRPr lang="en-US" sz="1800"/>
          </a:p>
          <a:p>
            <a:pPr>
              <a:buFont typeface="Arial,Sans-Serif"/>
            </a:pPr>
            <a:endParaRPr lang="en-US"/>
          </a:p>
          <a:p>
            <a:pPr marL="0" indent="0">
              <a:buFontTx/>
              <a:buNone/>
            </a:pPr>
            <a:endParaRPr lang="en-US">
              <a:solidFill>
                <a:srgbClr val="00082E"/>
              </a:solidFill>
            </a:endParaRPr>
          </a:p>
          <a:p>
            <a:pPr marL="0" indent="0">
              <a:buNone/>
            </a:pPr>
            <a:endParaRPr lang="en-US">
              <a:solidFill>
                <a:srgbClr val="000000"/>
              </a:solidFill>
              <a:cs typeface="Segoe UI Light"/>
            </a:endParaRPr>
          </a:p>
        </p:txBody>
      </p:sp>
      <p:sp>
        <p:nvSpPr>
          <p:cNvPr id="6" name="Title 1">
            <a:extLst>
              <a:ext uri="{FF2B5EF4-FFF2-40B4-BE49-F238E27FC236}">
                <a16:creationId xmlns:a16="http://schemas.microsoft.com/office/drawing/2014/main" id="{B1C48780-E561-7D72-2F37-476A1D359B9C}"/>
              </a:ext>
            </a:extLst>
          </p:cNvPr>
          <p:cNvSpPr txBox="1">
            <a:spLocks/>
          </p:cNvSpPr>
          <p:nvPr/>
        </p:nvSpPr>
        <p:spPr>
          <a:xfrm>
            <a:off x="492440" y="458764"/>
            <a:ext cx="11160000" cy="731520"/>
          </a:xfrm>
          <a:prstGeom prst="rect">
            <a:avLst/>
          </a:prstGeom>
        </p:spPr>
        <p:txBody>
          <a:bodyPr vert="horz" lIns="90000" tIns="45720" rIns="91440" bIns="45720" rtlCol="0" anchor="t">
            <a:noAutofit/>
          </a:bodyPr>
          <a:lstStyle>
            <a:lvl1pPr algn="l" defTabSz="914400" rtl="0" eaLnBrk="1" latinLnBrk="0" hangingPunct="1">
              <a:lnSpc>
                <a:spcPct val="90000"/>
              </a:lnSpc>
              <a:spcBef>
                <a:spcPct val="0"/>
              </a:spcBef>
              <a:buNone/>
              <a:defRPr sz="3600" b="0" i="0" kern="1200">
                <a:solidFill>
                  <a:schemeClr val="tx2"/>
                </a:solidFill>
                <a:latin typeface="+mj-lt"/>
                <a:ea typeface="+mj-ea"/>
                <a:cs typeface="Segoe UI Semibold" panose="020B0502040204020203" pitchFamily="34" charset="0"/>
              </a:defRPr>
            </a:lvl1pPr>
          </a:lstStyle>
          <a:p>
            <a:r>
              <a:rPr lang="en-US" sz="2800"/>
              <a:t>Key Tasks in PCB Layout Process</a:t>
            </a:r>
          </a:p>
        </p:txBody>
      </p:sp>
      <p:graphicFrame>
        <p:nvGraphicFramePr>
          <p:cNvPr id="2" name="Table 1">
            <a:extLst>
              <a:ext uri="{FF2B5EF4-FFF2-40B4-BE49-F238E27FC236}">
                <a16:creationId xmlns:a16="http://schemas.microsoft.com/office/drawing/2014/main" id="{AA734B20-E158-20CC-00C5-1C622BAA819E}"/>
              </a:ext>
            </a:extLst>
          </p:cNvPr>
          <p:cNvGraphicFramePr>
            <a:graphicFrameLocks noGrp="1"/>
          </p:cNvGraphicFramePr>
          <p:nvPr/>
        </p:nvGraphicFramePr>
        <p:xfrm>
          <a:off x="219485" y="3508310"/>
          <a:ext cx="11947708" cy="2847405"/>
        </p:xfrm>
        <a:graphic>
          <a:graphicData uri="http://schemas.openxmlformats.org/drawingml/2006/table">
            <a:tbl>
              <a:tblPr firstRow="1" bandRow="1">
                <a:tableStyleId>{5C22544A-7EE6-4342-B048-85BDC9FD1C3A}</a:tableStyleId>
              </a:tblPr>
              <a:tblGrid>
                <a:gridCol w="5973854">
                  <a:extLst>
                    <a:ext uri="{9D8B030D-6E8A-4147-A177-3AD203B41FA5}">
                      <a16:colId xmlns:a16="http://schemas.microsoft.com/office/drawing/2014/main" val="2121098257"/>
                    </a:ext>
                  </a:extLst>
                </a:gridCol>
                <a:gridCol w="5973854">
                  <a:extLst>
                    <a:ext uri="{9D8B030D-6E8A-4147-A177-3AD203B41FA5}">
                      <a16:colId xmlns:a16="http://schemas.microsoft.com/office/drawing/2014/main" val="276821587"/>
                    </a:ext>
                  </a:extLst>
                </a:gridCol>
              </a:tblGrid>
              <a:tr h="1429761">
                <a:tc>
                  <a:txBody>
                    <a:bodyPr/>
                    <a:lstStyle/>
                    <a:p>
                      <a:pPr marL="742950" marR="0" lvl="1" indent="-285750" algn="l" defTabSz="914400" rtl="0" eaLnBrk="1" fontAlgn="auto" latinLnBrk="0" hangingPunct="1">
                        <a:lnSpc>
                          <a:spcPct val="90000"/>
                        </a:lnSpc>
                        <a:spcBef>
                          <a:spcPts val="500"/>
                        </a:spcBef>
                        <a:spcAft>
                          <a:spcPts val="800"/>
                        </a:spcAft>
                        <a:buClr>
                          <a:srgbClr val="FF3232"/>
                        </a:buClr>
                        <a:buSzTx/>
                        <a:buFont typeface="Arial,Sans-Serif" panose="020B0604020202020204" pitchFamily="34" charset="0"/>
                        <a:buChar char="•"/>
                        <a:tabLst/>
                        <a:defRPr/>
                      </a:pPr>
                      <a:r>
                        <a:rPr lang="en-US" sz="1600" b="0" i="0" u="sng" kern="1200">
                          <a:solidFill>
                            <a:schemeClr val="dk1"/>
                          </a:solidFill>
                          <a:latin typeface="+mn-lt"/>
                          <a:ea typeface="+mn-ea"/>
                          <a:cs typeface="Segoe UI Light" panose="020B0502040204020203" pitchFamily="34" charset="0"/>
                        </a:rPr>
                        <a:t>ECOs: BOM 99% Completion:</a:t>
                      </a:r>
                      <a:br>
                        <a:rPr lang="en-US" sz="1600" b="0" i="0" kern="1200">
                          <a:solidFill>
                            <a:schemeClr val="dk1"/>
                          </a:solidFill>
                          <a:latin typeface="+mn-lt"/>
                          <a:ea typeface="+mn-ea"/>
                          <a:cs typeface="Segoe UI Light" panose="020B0502040204020203" pitchFamily="34" charset="0"/>
                        </a:rPr>
                      </a:br>
                      <a:r>
                        <a:rPr lang="en-US" sz="1600" b="0" i="0" kern="1200">
                          <a:solidFill>
                            <a:schemeClr val="dk1"/>
                          </a:solidFill>
                          <a:latin typeface="+mn-lt"/>
                          <a:ea typeface="+mn-ea"/>
                          <a:cs typeface="Segoe UI Light" panose="020B0502040204020203" pitchFamily="34" charset="0"/>
                        </a:rPr>
                        <a:t>Purpose: Confirm BOM stability.</a:t>
                      </a:r>
                      <a:br>
                        <a:rPr lang="en-US" sz="1600" b="0" i="0" kern="1200">
                          <a:solidFill>
                            <a:schemeClr val="dk1"/>
                          </a:solidFill>
                          <a:latin typeface="+mn-lt"/>
                          <a:ea typeface="+mn-ea"/>
                          <a:cs typeface="Segoe UI Light" panose="020B0502040204020203" pitchFamily="34" charset="0"/>
                        </a:rPr>
                      </a:br>
                      <a:r>
                        <a:rPr lang="en-US" sz="1600" b="0" i="0" kern="1200">
                          <a:solidFill>
                            <a:schemeClr val="dk1"/>
                          </a:solidFill>
                          <a:latin typeface="+mn-lt"/>
                          <a:ea typeface="+mn-ea"/>
                          <a:cs typeface="Segoe UI Light" panose="020B0502040204020203" pitchFamily="34" charset="0"/>
                        </a:rPr>
                        <a:t>Why Included: Assures no surprises during approvals.</a:t>
                      </a:r>
                    </a:p>
                  </a:txBody>
                  <a:tcPr>
                    <a:solidFill>
                      <a:schemeClr val="bg1"/>
                    </a:solidFill>
                  </a:tcPr>
                </a:tc>
                <a:tc>
                  <a:txBody>
                    <a:bodyPr/>
                    <a:lstStyle/>
                    <a:p>
                      <a:pPr marL="285750" lvl="0" indent="-285750">
                        <a:spcAft>
                          <a:spcPts val="800"/>
                        </a:spcAft>
                        <a:buClr>
                          <a:srgbClr val="FF0000"/>
                        </a:buClr>
                        <a:buSzPct val="100000"/>
                        <a:buFont typeface="Arial" panose="020B0604020202020204" pitchFamily="34" charset="0"/>
                        <a:buChar char="•"/>
                      </a:pPr>
                      <a:r>
                        <a:rPr lang="en-US" sz="1600" b="0" i="0" u="sng" kern="1200">
                          <a:solidFill>
                            <a:schemeClr val="dk1"/>
                          </a:solidFill>
                          <a:latin typeface="+mn-lt"/>
                          <a:ea typeface="+mn-ea"/>
                          <a:cs typeface="Segoe UI Light"/>
                        </a:rPr>
                        <a:t>First Valor Review:</a:t>
                      </a:r>
                      <a:br>
                        <a:rPr lang="en-US" sz="1600" b="0" i="0" kern="1200">
                          <a:solidFill>
                            <a:srgbClr val="000000"/>
                          </a:solidFill>
                          <a:latin typeface="+mn-lt"/>
                          <a:ea typeface="+mn-ea"/>
                          <a:cs typeface="Segoe UI Light"/>
                        </a:rPr>
                      </a:br>
                      <a:r>
                        <a:rPr lang="en-US" sz="1600" b="0" i="0" kern="1200">
                          <a:solidFill>
                            <a:schemeClr val="dk1"/>
                          </a:solidFill>
                          <a:latin typeface="+mn-lt"/>
                          <a:ea typeface="+mn-ea"/>
                          <a:cs typeface="Segoe UI Light"/>
                        </a:rPr>
                        <a:t>Purpose: Run DFM/DFT checks.</a:t>
                      </a:r>
                      <a:br>
                        <a:rPr lang="en-US" sz="1600" b="0" i="0" kern="1200">
                          <a:solidFill>
                            <a:srgbClr val="000000"/>
                          </a:solidFill>
                          <a:latin typeface="+mn-lt"/>
                          <a:ea typeface="+mn-ea"/>
                          <a:cs typeface="Segoe UI Light"/>
                        </a:rPr>
                      </a:br>
                      <a:r>
                        <a:rPr lang="en-US" sz="1600" b="0" i="0" kern="1200">
                          <a:solidFill>
                            <a:schemeClr val="dk1"/>
                          </a:solidFill>
                          <a:latin typeface="+mn-lt"/>
                          <a:ea typeface="+mn-ea"/>
                          <a:cs typeface="Segoe UI Light"/>
                        </a:rPr>
                        <a:t>Why Included: Detects placement manufacturability issues early.</a:t>
                      </a:r>
                    </a:p>
                    <a:p>
                      <a:pPr>
                        <a:buClr>
                          <a:srgbClr val="FF0000"/>
                        </a:buClr>
                      </a:pPr>
                      <a:endParaRPr lang="en-US">
                        <a:solidFill>
                          <a:schemeClr val="tx1"/>
                        </a:solidFill>
                      </a:endParaRPr>
                    </a:p>
                  </a:txBody>
                  <a:tcPr>
                    <a:solidFill>
                      <a:schemeClr val="bg1"/>
                    </a:solidFill>
                  </a:tcPr>
                </a:tc>
                <a:extLst>
                  <a:ext uri="{0D108BD9-81ED-4DB2-BD59-A6C34878D82A}">
                    <a16:rowId xmlns:a16="http://schemas.microsoft.com/office/drawing/2014/main" val="275934927"/>
                  </a:ext>
                </a:extLst>
              </a:tr>
              <a:tr h="1417644">
                <a:tc>
                  <a:txBody>
                    <a:bodyPr/>
                    <a:lstStyle/>
                    <a:p>
                      <a:pPr marL="742950" marR="0" lvl="1" indent="-285750" algn="l" rtl="0" eaLnBrk="1" fontAlgn="auto" latinLnBrk="0" hangingPunct="1">
                        <a:lnSpc>
                          <a:spcPct val="90000"/>
                        </a:lnSpc>
                        <a:spcBef>
                          <a:spcPts val="500"/>
                        </a:spcBef>
                        <a:spcAft>
                          <a:spcPts val="800"/>
                        </a:spcAft>
                        <a:buClr>
                          <a:srgbClr val="FF3232"/>
                        </a:buClr>
                        <a:buSzTx/>
                        <a:buFont typeface="Arial,Sans-Serif" panose="020B0604020202020204" pitchFamily="34" charset="0"/>
                        <a:buChar char="•"/>
                      </a:pPr>
                      <a:r>
                        <a:rPr lang="en-US" sz="1600" b="0" i="0" u="sng" kern="1200">
                          <a:solidFill>
                            <a:schemeClr val="dk1"/>
                          </a:solidFill>
                          <a:latin typeface="+mn-lt"/>
                          <a:ea typeface="+mn-ea"/>
                          <a:cs typeface="Segoe UI Light"/>
                        </a:rPr>
                        <a:t>Cross-Functional Placement Approvals:</a:t>
                      </a:r>
                      <a:br>
                        <a:rPr lang="en-US" sz="1600" b="0" i="0" kern="1200">
                          <a:solidFill>
                            <a:srgbClr val="000000"/>
                          </a:solidFill>
                          <a:latin typeface="+mn-lt"/>
                          <a:ea typeface="+mn-ea"/>
                          <a:cs typeface="Segoe UI Light"/>
                        </a:rPr>
                      </a:br>
                      <a:r>
                        <a:rPr lang="en-US" sz="1600" b="0" i="0" kern="1200">
                          <a:solidFill>
                            <a:schemeClr val="dk1"/>
                          </a:solidFill>
                          <a:latin typeface="+mn-lt"/>
                          <a:ea typeface="+mn-ea"/>
                          <a:cs typeface="Segoe UI Light"/>
                        </a:rPr>
                        <a:t>Purpose: Get feedback from HW, Mech, Thermal, Tech, QnR.</a:t>
                      </a:r>
                      <a:br>
                        <a:rPr lang="en-US" sz="1600" b="0" i="0" kern="1200">
                          <a:solidFill>
                            <a:srgbClr val="000000"/>
                          </a:solidFill>
                          <a:latin typeface="+mn-lt"/>
                          <a:ea typeface="+mn-ea"/>
                          <a:cs typeface="Segoe UI Light"/>
                        </a:rPr>
                      </a:br>
                      <a:r>
                        <a:rPr lang="en-US" sz="1600" b="0" i="0" kern="1200">
                          <a:solidFill>
                            <a:schemeClr val="dk1"/>
                          </a:solidFill>
                          <a:latin typeface="+mn-lt"/>
                          <a:ea typeface="+mn-ea"/>
                          <a:cs typeface="Segoe UI Light"/>
                        </a:rPr>
                        <a:t>Why Included: Ensures placement meets all domain requirements and less changes during late stages</a:t>
                      </a:r>
                      <a:endParaRPr lang="en-US" sz="1600" b="0" i="0" kern="1200">
                        <a:solidFill>
                          <a:schemeClr val="dk1"/>
                        </a:solidFill>
                        <a:latin typeface="+mn-lt"/>
                        <a:ea typeface="+mn-ea"/>
                        <a:cs typeface="Segoe UI Light" panose="020B0502040204020203" pitchFamily="34" charset="0"/>
                      </a:endParaRPr>
                    </a:p>
                  </a:txBody>
                  <a:tcPr>
                    <a:solidFill>
                      <a:schemeClr val="bg1"/>
                    </a:solidFill>
                  </a:tcPr>
                </a:tc>
                <a:tc>
                  <a:txBody>
                    <a:bodyPr/>
                    <a:lstStyle/>
                    <a:p>
                      <a:pPr marL="285750" lvl="0" indent="-285750" algn="l" defTabSz="914400" rtl="0" eaLnBrk="1" latinLnBrk="0" hangingPunct="1">
                        <a:spcAft>
                          <a:spcPts val="800"/>
                        </a:spcAft>
                        <a:buClr>
                          <a:srgbClr val="FF0000"/>
                        </a:buClr>
                        <a:buSzPct val="100000"/>
                        <a:buFont typeface="Arial" panose="020B0604020202020204" pitchFamily="34" charset="0"/>
                        <a:buChar char="•"/>
                        <a:tabLst>
                          <a:tab pos="457200" algn="l"/>
                        </a:tabLst>
                      </a:pPr>
                      <a:r>
                        <a:rPr lang="en-US" sz="1600" b="0" i="0" u="sng" kern="1200">
                          <a:solidFill>
                            <a:schemeClr val="dk1"/>
                          </a:solidFill>
                          <a:latin typeface="+mn-lt"/>
                          <a:ea typeface="+mn-ea"/>
                          <a:cs typeface="Segoe UI Light" panose="020B0502040204020203" pitchFamily="34" charset="0"/>
                        </a:rPr>
                        <a:t>Preliminary P&amp;P Simulation – CS/PS Balance:</a:t>
                      </a:r>
                      <a:br>
                        <a:rPr lang="en-US" sz="1600" b="0" i="0" kern="1200">
                          <a:solidFill>
                            <a:schemeClr val="dk1"/>
                          </a:solidFill>
                          <a:latin typeface="+mn-lt"/>
                          <a:ea typeface="+mn-ea"/>
                          <a:cs typeface="Segoe UI Light" panose="020B0502040204020203" pitchFamily="34" charset="0"/>
                        </a:rPr>
                      </a:br>
                      <a:r>
                        <a:rPr lang="en-US" sz="1600" b="0" i="0" kern="1200">
                          <a:solidFill>
                            <a:schemeClr val="dk1"/>
                          </a:solidFill>
                          <a:latin typeface="+mn-lt"/>
                          <a:ea typeface="+mn-ea"/>
                          <a:cs typeface="Segoe UI Light" panose="020B0502040204020203" pitchFamily="34" charset="0"/>
                        </a:rPr>
                        <a:t>Purpose: Simulate assembly and power balance.</a:t>
                      </a:r>
                      <a:br>
                        <a:rPr lang="en-US" sz="1600" b="0" i="0" kern="1200">
                          <a:solidFill>
                            <a:schemeClr val="dk1"/>
                          </a:solidFill>
                          <a:latin typeface="+mn-lt"/>
                          <a:ea typeface="+mn-ea"/>
                          <a:cs typeface="Segoe UI Light" panose="020B0502040204020203" pitchFamily="34" charset="0"/>
                        </a:rPr>
                      </a:br>
                      <a:r>
                        <a:rPr lang="en-US" sz="1600" b="0" i="0" kern="1200">
                          <a:solidFill>
                            <a:schemeClr val="dk1"/>
                          </a:solidFill>
                          <a:latin typeface="+mn-lt"/>
                          <a:ea typeface="+mn-ea"/>
                          <a:cs typeface="Segoe UI Light" panose="020B0502040204020203" pitchFamily="34" charset="0"/>
                        </a:rPr>
                        <a:t>Why Included: Validates design for production and power </a:t>
                      </a:r>
                    </a:p>
                  </a:txBody>
                  <a:tcPr>
                    <a:solidFill>
                      <a:schemeClr val="bg1"/>
                    </a:solidFill>
                  </a:tcPr>
                </a:tc>
                <a:extLst>
                  <a:ext uri="{0D108BD9-81ED-4DB2-BD59-A6C34878D82A}">
                    <a16:rowId xmlns:a16="http://schemas.microsoft.com/office/drawing/2014/main" val="3463895243"/>
                  </a:ext>
                </a:extLst>
              </a:tr>
            </a:tbl>
          </a:graphicData>
        </a:graphic>
      </p:graphicFrame>
    </p:spTree>
    <p:extLst>
      <p:ext uri="{BB962C8B-B14F-4D97-AF65-F5344CB8AC3E}">
        <p14:creationId xmlns:p14="http://schemas.microsoft.com/office/powerpoint/2010/main" val="4135664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9CC72-21FC-640C-6EF4-D0307D1A5EB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3AA56A5-D6C0-CA8E-1904-797F10CD1D6B}"/>
              </a:ext>
            </a:extLst>
          </p:cNvPr>
          <p:cNvSpPr>
            <a:spLocks noGrp="1"/>
          </p:cNvSpPr>
          <p:nvPr>
            <p:ph type="sldNum" sz="quarter" idx="12"/>
          </p:nvPr>
        </p:nvSpPr>
        <p:spPr/>
        <p:txBody>
          <a:bodyPr/>
          <a:lstStyle/>
          <a:p>
            <a:fld id="{4055E60B-063F-7341-AAD1-65F55D97E323}" type="slidenum">
              <a:rPr lang="en-IL" smtClean="0"/>
              <a:t>10</a:t>
            </a:fld>
            <a:endParaRPr lang="en-IL"/>
          </a:p>
        </p:txBody>
      </p:sp>
      <p:sp>
        <p:nvSpPr>
          <p:cNvPr id="37" name="Content Placeholder 2">
            <a:extLst>
              <a:ext uri="{FF2B5EF4-FFF2-40B4-BE49-F238E27FC236}">
                <a16:creationId xmlns:a16="http://schemas.microsoft.com/office/drawing/2014/main" id="{A7C8DE12-3656-9299-8BE7-D261D204BFD5}"/>
              </a:ext>
            </a:extLst>
          </p:cNvPr>
          <p:cNvSpPr txBox="1">
            <a:spLocks/>
          </p:cNvSpPr>
          <p:nvPr/>
        </p:nvSpPr>
        <p:spPr>
          <a:xfrm>
            <a:off x="219485" y="1071489"/>
            <a:ext cx="11432955" cy="5786511"/>
          </a:xfrm>
          <a:prstGeom prst="rect">
            <a:avLst/>
          </a:prstGeom>
        </p:spPr>
        <p:txBody>
          <a:bodyPr vert="horz" lIns="90000" tIns="45720" rIns="91440" bIns="45720" rtlCol="0" anchor="t">
            <a:noAutofit/>
          </a:bodyPr>
          <a:lstStyle>
            <a:lvl1pPr marL="228600" indent="-228600" algn="l" defTabSz="914400" rtl="0" eaLnBrk="1" latinLnBrk="0" hangingPunct="1">
              <a:lnSpc>
                <a:spcPct val="90000"/>
              </a:lnSpc>
              <a:spcBef>
                <a:spcPts val="1000"/>
              </a:spcBef>
              <a:buFontTx/>
              <a:buBlip>
                <a:blip r:embed="rId3"/>
              </a:buBlip>
              <a:defRPr sz="2000" b="0" i="0" kern="1200">
                <a:solidFill>
                  <a:schemeClr val="tx2"/>
                </a:solidFill>
                <a:latin typeface="+mn-lt"/>
                <a:ea typeface="+mn-ea"/>
                <a:cs typeface="Segoe UI Light" panose="020B0502040204020203" pitchFamily="34" charset="0"/>
              </a:defRPr>
            </a:lvl1pPr>
            <a:lvl2pPr marL="6858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2pPr>
            <a:lvl3pPr marL="11430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3pPr>
            <a:lvl4pPr marL="16002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4pPr>
            <a:lvl5pPr marL="20574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800"/>
              </a:spcAft>
              <a:buNone/>
            </a:pPr>
            <a:r>
              <a:rPr lang="en-US" b="1" u="sng" dirty="0">
                <a:cs typeface="Segoe UI Light"/>
              </a:rPr>
              <a:t>Layout &amp; Finalization Phase –Starting PCB Layout</a:t>
            </a:r>
          </a:p>
          <a:p>
            <a:r>
              <a:rPr lang="en-US" sz="1800" b="1" dirty="0">
                <a:ea typeface="+mn-lt"/>
                <a:cs typeface="+mn-lt"/>
              </a:rPr>
              <a:t>Routing + Routing Approval:</a:t>
            </a:r>
            <a:endParaRPr lang="en-US" sz="1800" dirty="0">
              <a:ea typeface="+mn-lt"/>
            </a:endParaRPr>
          </a:p>
          <a:p>
            <a:pPr marL="742950" lvl="1" indent="-285750">
              <a:spcAft>
                <a:spcPts val="800"/>
              </a:spcAft>
              <a:buFont typeface="Arial,Sans-Serif" panose="020B0604020202020204" pitchFamily="34" charset="0"/>
              <a:buChar char="•"/>
            </a:pPr>
            <a:r>
              <a:rPr lang="en-US" sz="1600" u="sng" dirty="0">
                <a:solidFill>
                  <a:schemeClr val="dk1"/>
                </a:solidFill>
                <a:cs typeface="Segoe UI Light"/>
              </a:rPr>
              <a:t>Purpose</a:t>
            </a:r>
            <a:r>
              <a:rPr lang="en-US" sz="1600" dirty="0">
                <a:solidFill>
                  <a:schemeClr val="dk1"/>
                </a:solidFill>
                <a:cs typeface="Segoe UI Light"/>
              </a:rPr>
              <a:t>: To connect all components electrically through optimized trace paths.</a:t>
            </a:r>
          </a:p>
          <a:p>
            <a:pPr marL="742950" lvl="1" indent="-285750">
              <a:spcAft>
                <a:spcPts val="800"/>
              </a:spcAft>
              <a:buFont typeface="Arial,Sans-Serif" panose="020B0604020202020204" pitchFamily="34" charset="0"/>
              <a:buChar char="•"/>
            </a:pPr>
            <a:r>
              <a:rPr lang="en-US" sz="1600" u="sng" dirty="0">
                <a:solidFill>
                  <a:schemeClr val="dk1"/>
                </a:solidFill>
                <a:cs typeface="Segoe UI Light"/>
              </a:rPr>
              <a:t>Why Included</a:t>
            </a:r>
            <a:r>
              <a:rPr lang="en-US" sz="1600" dirty="0">
                <a:solidFill>
                  <a:schemeClr val="dk1"/>
                </a:solidFill>
                <a:cs typeface="Segoe UI Light"/>
              </a:rPr>
              <a:t>: Routing transforms the schematic into a functional PCB. It ensures compliance with design rules, signal integrity, and electromagnetic compatibility. High-quality routing is essential for board performance and reliability.</a:t>
            </a:r>
          </a:p>
          <a:p>
            <a:pPr>
              <a:buFont typeface="Arial,Sans-Serif"/>
            </a:pPr>
            <a:r>
              <a:rPr lang="en-US" sz="1800" b="1" dirty="0">
                <a:ea typeface="+mn-lt"/>
                <a:cs typeface="+mn-lt"/>
              </a:rPr>
              <a:t>Routing Pre-production files preparations: </a:t>
            </a:r>
            <a:r>
              <a:rPr lang="en-US" sz="1800" dirty="0">
                <a:cs typeface="Segoe UI Light"/>
              </a:rPr>
              <a:t>Silk, ICT... </a:t>
            </a:r>
          </a:p>
          <a:p>
            <a:r>
              <a:rPr lang="en-US" sz="1800" b="1" dirty="0">
                <a:cs typeface="Segoe UI Light"/>
              </a:rPr>
              <a:t>Final approval</a:t>
            </a:r>
            <a:r>
              <a:rPr lang="he-IL" sz="1800" b="1" dirty="0">
                <a:cs typeface="Segoe UI Light"/>
              </a:rPr>
              <a:t>:</a:t>
            </a:r>
            <a:endParaRPr lang="en-US" sz="1800" b="1" dirty="0"/>
          </a:p>
          <a:p>
            <a:pPr marL="457200" lvl="1" indent="0">
              <a:buNone/>
            </a:pPr>
            <a:endParaRPr lang="en-US" dirty="0"/>
          </a:p>
          <a:p>
            <a:pPr>
              <a:buFont typeface="Arial,Sans-Serif"/>
              <a:buChar char="•"/>
            </a:pPr>
            <a:endParaRPr lang="en-US" sz="1800" dirty="0">
              <a:solidFill>
                <a:srgbClr val="00082E"/>
              </a:solidFill>
            </a:endParaRPr>
          </a:p>
          <a:p>
            <a:pPr>
              <a:buFont typeface="Arial,Sans-Serif"/>
              <a:buChar char="•"/>
            </a:pPr>
            <a:endParaRPr lang="en-US" dirty="0">
              <a:solidFill>
                <a:srgbClr val="00082E"/>
              </a:solidFill>
            </a:endParaRPr>
          </a:p>
          <a:p>
            <a:pPr marL="0" indent="0">
              <a:buNone/>
            </a:pPr>
            <a:endParaRPr lang="en-US" dirty="0">
              <a:solidFill>
                <a:srgbClr val="00082E"/>
              </a:solidFill>
            </a:endParaRPr>
          </a:p>
          <a:p>
            <a:pPr marL="0" indent="0">
              <a:buNone/>
            </a:pPr>
            <a:endParaRPr lang="en-US" dirty="0">
              <a:solidFill>
                <a:srgbClr val="000000"/>
              </a:solidFill>
            </a:endParaRPr>
          </a:p>
        </p:txBody>
      </p:sp>
      <p:sp>
        <p:nvSpPr>
          <p:cNvPr id="6" name="Title 1">
            <a:extLst>
              <a:ext uri="{FF2B5EF4-FFF2-40B4-BE49-F238E27FC236}">
                <a16:creationId xmlns:a16="http://schemas.microsoft.com/office/drawing/2014/main" id="{1D6D98BC-0AE6-BE31-59B0-9A2F13F5244E}"/>
              </a:ext>
            </a:extLst>
          </p:cNvPr>
          <p:cNvSpPr txBox="1">
            <a:spLocks/>
          </p:cNvSpPr>
          <p:nvPr/>
        </p:nvSpPr>
        <p:spPr>
          <a:xfrm>
            <a:off x="492440" y="458764"/>
            <a:ext cx="11160000" cy="731520"/>
          </a:xfrm>
          <a:prstGeom prst="rect">
            <a:avLst/>
          </a:prstGeom>
        </p:spPr>
        <p:txBody>
          <a:bodyPr vert="horz" lIns="90000" tIns="45720" rIns="91440" bIns="45720" rtlCol="0" anchor="t">
            <a:noAutofit/>
          </a:bodyPr>
          <a:lstStyle>
            <a:lvl1pPr algn="l" defTabSz="914400" rtl="0" eaLnBrk="1" latinLnBrk="0" hangingPunct="1">
              <a:lnSpc>
                <a:spcPct val="90000"/>
              </a:lnSpc>
              <a:spcBef>
                <a:spcPct val="0"/>
              </a:spcBef>
              <a:buNone/>
              <a:defRPr sz="3600" b="0" i="0" kern="1200">
                <a:solidFill>
                  <a:schemeClr val="tx2"/>
                </a:solidFill>
                <a:latin typeface="+mj-lt"/>
                <a:ea typeface="+mj-ea"/>
                <a:cs typeface="Segoe UI Semibold" panose="020B0502040204020203" pitchFamily="34" charset="0"/>
              </a:defRPr>
            </a:lvl1pPr>
          </a:lstStyle>
          <a:p>
            <a:r>
              <a:rPr lang="en-US" sz="2800" dirty="0"/>
              <a:t>Key Tasks in PCB Layout Process</a:t>
            </a:r>
          </a:p>
        </p:txBody>
      </p:sp>
      <p:graphicFrame>
        <p:nvGraphicFramePr>
          <p:cNvPr id="2" name="Table 1">
            <a:extLst>
              <a:ext uri="{FF2B5EF4-FFF2-40B4-BE49-F238E27FC236}">
                <a16:creationId xmlns:a16="http://schemas.microsoft.com/office/drawing/2014/main" id="{4333A7B5-B7A9-BEB1-2C83-08C53765A167}"/>
              </a:ext>
            </a:extLst>
          </p:cNvPr>
          <p:cNvGraphicFramePr>
            <a:graphicFrameLocks noGrp="1"/>
          </p:cNvGraphicFramePr>
          <p:nvPr/>
        </p:nvGraphicFramePr>
        <p:xfrm>
          <a:off x="0" y="3826472"/>
          <a:ext cx="11945896" cy="2608072"/>
        </p:xfrm>
        <a:graphic>
          <a:graphicData uri="http://schemas.openxmlformats.org/drawingml/2006/table">
            <a:tbl>
              <a:tblPr firstRow="1" bandRow="1">
                <a:tableStyleId>{5C22544A-7EE6-4342-B048-85BDC9FD1C3A}</a:tableStyleId>
              </a:tblPr>
              <a:tblGrid>
                <a:gridCol w="5495877">
                  <a:extLst>
                    <a:ext uri="{9D8B030D-6E8A-4147-A177-3AD203B41FA5}">
                      <a16:colId xmlns:a16="http://schemas.microsoft.com/office/drawing/2014/main" val="2121098257"/>
                    </a:ext>
                  </a:extLst>
                </a:gridCol>
                <a:gridCol w="6450019">
                  <a:extLst>
                    <a:ext uri="{9D8B030D-6E8A-4147-A177-3AD203B41FA5}">
                      <a16:colId xmlns:a16="http://schemas.microsoft.com/office/drawing/2014/main" val="276821587"/>
                    </a:ext>
                  </a:extLst>
                </a:gridCol>
              </a:tblGrid>
              <a:tr h="798307">
                <a:tc>
                  <a:txBody>
                    <a:bodyPr/>
                    <a:lstStyle/>
                    <a:p>
                      <a:pPr marL="742950" marR="0" lvl="1" indent="-285750" algn="l" defTabSz="914400" rtl="0" eaLnBrk="1" fontAlgn="auto" latinLnBrk="0" hangingPunct="1">
                        <a:lnSpc>
                          <a:spcPct val="90000"/>
                        </a:lnSpc>
                        <a:spcBef>
                          <a:spcPts val="500"/>
                        </a:spcBef>
                        <a:spcAft>
                          <a:spcPts val="800"/>
                        </a:spcAft>
                        <a:buClr>
                          <a:srgbClr val="FF3232"/>
                        </a:buClr>
                        <a:buSzTx/>
                        <a:buFont typeface="Arial,Sans-Serif" panose="020B0604020202020204" pitchFamily="34" charset="0"/>
                        <a:buChar char="•"/>
                        <a:tabLst/>
                        <a:defRPr/>
                      </a:pPr>
                      <a:r>
                        <a:rPr lang="en-US" sz="1600" b="1" i="0" kern="1200" dirty="0">
                          <a:solidFill>
                            <a:schemeClr val="dk1"/>
                          </a:solidFill>
                          <a:latin typeface="+mn-lt"/>
                          <a:ea typeface="+mn-ea"/>
                          <a:cs typeface="Segoe UI Light"/>
                        </a:rPr>
                        <a:t>Second Valor Review:</a:t>
                      </a:r>
                      <a:br>
                        <a:rPr lang="en-US" sz="1600" b="0" i="0" kern="1200" dirty="0">
                          <a:solidFill>
                            <a:srgbClr val="000000"/>
                          </a:solidFill>
                          <a:latin typeface="+mn-lt"/>
                          <a:ea typeface="+mn-ea"/>
                          <a:cs typeface="Segoe UI Light"/>
                        </a:rPr>
                      </a:br>
                      <a:r>
                        <a:rPr lang="en-US" sz="1600" b="0" i="0" u="sng" kern="1200" dirty="0">
                          <a:solidFill>
                            <a:schemeClr val="dk1"/>
                          </a:solidFill>
                          <a:latin typeface="+mn-lt"/>
                          <a:ea typeface="+mn-ea"/>
                          <a:cs typeface="Segoe UI Light"/>
                        </a:rPr>
                        <a:t>Purpose</a:t>
                      </a:r>
                      <a:r>
                        <a:rPr lang="en-US" sz="1600" b="0" i="0" kern="1200" dirty="0">
                          <a:solidFill>
                            <a:schemeClr val="dk1"/>
                          </a:solidFill>
                          <a:latin typeface="+mn-lt"/>
                          <a:ea typeface="+mn-ea"/>
                          <a:cs typeface="Segoe UI Light"/>
                        </a:rPr>
                        <a:t>: Final DFM/DFT validation.</a:t>
                      </a:r>
                      <a:br>
                        <a:rPr lang="en-US" sz="1600" b="0" i="0" kern="1200" dirty="0">
                          <a:solidFill>
                            <a:srgbClr val="000000"/>
                          </a:solidFill>
                          <a:latin typeface="+mn-lt"/>
                          <a:ea typeface="+mn-ea"/>
                          <a:cs typeface="Segoe UI Light"/>
                        </a:rPr>
                      </a:br>
                      <a:r>
                        <a:rPr lang="en-US" sz="1600" b="0" i="0" u="sng" kern="1200" dirty="0">
                          <a:solidFill>
                            <a:schemeClr val="dk1"/>
                          </a:solidFill>
                          <a:latin typeface="+mn-lt"/>
                          <a:ea typeface="+mn-ea"/>
                          <a:cs typeface="Segoe UI Light"/>
                        </a:rPr>
                        <a:t>Why Included</a:t>
                      </a:r>
                      <a:r>
                        <a:rPr lang="en-US" sz="1600" b="0" i="0" kern="1200" dirty="0">
                          <a:solidFill>
                            <a:schemeClr val="dk1"/>
                          </a:solidFill>
                          <a:latin typeface="+mn-lt"/>
                          <a:ea typeface="+mn-ea"/>
                          <a:cs typeface="Segoe UI Light"/>
                        </a:rPr>
                        <a:t>: Confirms design is ready for production.</a:t>
                      </a:r>
                      <a:endParaRPr lang="he-IL" sz="1600" b="0" i="0" kern="1200" dirty="0">
                        <a:solidFill>
                          <a:schemeClr val="dk1"/>
                        </a:solidFill>
                        <a:latin typeface="+mn-lt"/>
                        <a:ea typeface="+mn-ea"/>
                        <a:cs typeface="Segoe UI Light"/>
                      </a:endParaRPr>
                    </a:p>
                  </a:txBody>
                  <a:tcPr>
                    <a:solidFill>
                      <a:schemeClr val="bg1"/>
                    </a:solidFill>
                  </a:tcPr>
                </a:tc>
                <a:tc rowSpan="2">
                  <a:txBody>
                    <a:bodyPr/>
                    <a:lstStyle/>
                    <a:p>
                      <a:pPr marL="742950" marR="0" lvl="1" indent="-285750" algn="l" defTabSz="914400" rtl="0" eaLnBrk="1" fontAlgn="auto" latinLnBrk="0" hangingPunct="1">
                        <a:lnSpc>
                          <a:spcPct val="90000"/>
                        </a:lnSpc>
                        <a:spcBef>
                          <a:spcPts val="500"/>
                        </a:spcBef>
                        <a:spcAft>
                          <a:spcPts val="800"/>
                        </a:spcAft>
                        <a:buClr>
                          <a:srgbClr val="FF3232"/>
                        </a:buClr>
                        <a:buSzTx/>
                        <a:buFont typeface="Arial,Sans-Serif" panose="020B0604020202020204" pitchFamily="34" charset="0"/>
                        <a:buChar char="•"/>
                        <a:tabLst/>
                        <a:defRPr/>
                      </a:pPr>
                      <a:r>
                        <a:rPr lang="en-US" sz="1600" b="1" i="0" kern="1200" dirty="0">
                          <a:solidFill>
                            <a:schemeClr val="dk1"/>
                          </a:solidFill>
                          <a:latin typeface="+mn-lt"/>
                          <a:ea typeface="+mn-ea"/>
                          <a:cs typeface="Segoe UI Light"/>
                        </a:rPr>
                        <a:t>Final Engineering Reviews – Ensuring Design Readiness</a:t>
                      </a:r>
                      <a:r>
                        <a:rPr lang="he-IL" sz="1600" b="1" i="0" kern="1200" dirty="0">
                          <a:solidFill>
                            <a:schemeClr val="dk1"/>
                          </a:solidFill>
                          <a:latin typeface="+mn-lt"/>
                          <a:ea typeface="+mn-ea"/>
                          <a:cs typeface="Segoe UI Light"/>
                        </a:rPr>
                        <a:t>:</a:t>
                      </a:r>
                      <a:endParaRPr lang="en-US" sz="1600" b="1" i="0" kern="1200" dirty="0">
                        <a:solidFill>
                          <a:schemeClr val="dk1"/>
                        </a:solidFill>
                        <a:latin typeface="+mn-lt"/>
                        <a:ea typeface="+mn-ea"/>
                        <a:cs typeface="Segoe UI Light"/>
                      </a:endParaRPr>
                    </a:p>
                    <a:p>
                      <a:pPr marL="457200" marR="0" lvl="1" indent="0" algn="l" defTabSz="914400" rtl="0" eaLnBrk="1" fontAlgn="auto" latinLnBrk="0" hangingPunct="1">
                        <a:lnSpc>
                          <a:spcPct val="90000"/>
                        </a:lnSpc>
                        <a:spcBef>
                          <a:spcPts val="500"/>
                        </a:spcBef>
                        <a:spcAft>
                          <a:spcPts val="800"/>
                        </a:spcAft>
                        <a:buClr>
                          <a:srgbClr val="FF3232"/>
                        </a:buClr>
                        <a:buSzTx/>
                        <a:buFont typeface="Arial,Sans-Serif" panose="020B0604020202020204" pitchFamily="34" charset="0"/>
                        <a:buNone/>
                        <a:tabLst/>
                        <a:defRPr/>
                      </a:pPr>
                      <a:r>
                        <a:rPr lang="en-US" sz="1600" b="0" i="0" u="sng" kern="1200" dirty="0">
                          <a:solidFill>
                            <a:schemeClr val="dk1"/>
                          </a:solidFill>
                          <a:latin typeface="+mn-lt"/>
                          <a:ea typeface="+mn-ea"/>
                          <a:cs typeface="Segoe UI Light"/>
                        </a:rPr>
                        <a:t>Purpose</a:t>
                      </a:r>
                      <a:r>
                        <a:rPr lang="en-US" sz="1600" b="0" i="0" kern="1200" dirty="0">
                          <a:solidFill>
                            <a:schemeClr val="dk1"/>
                          </a:solidFill>
                          <a:latin typeface="+mn-lt"/>
                          <a:ea typeface="+mn-ea"/>
                          <a:cs typeface="Segoe UI Light"/>
                        </a:rPr>
                        <a:t>: Conduct final reviews across electrical, mechanical, thermal, and quality domains to validate the complete design.</a:t>
                      </a:r>
                      <a:endParaRPr lang="he-IL" sz="1600" b="0" i="0" kern="1200" dirty="0">
                        <a:solidFill>
                          <a:schemeClr val="dk1"/>
                        </a:solidFill>
                        <a:latin typeface="+mn-lt"/>
                        <a:ea typeface="+mn-ea"/>
                        <a:cs typeface="Segoe UI Light"/>
                      </a:endParaRPr>
                    </a:p>
                    <a:p>
                      <a:pPr marL="457200" marR="0" lvl="1" indent="0" algn="l" defTabSz="914400" rtl="0" eaLnBrk="1" fontAlgn="auto" latinLnBrk="0" hangingPunct="1">
                        <a:lnSpc>
                          <a:spcPct val="90000"/>
                        </a:lnSpc>
                        <a:spcBef>
                          <a:spcPts val="500"/>
                        </a:spcBef>
                        <a:spcAft>
                          <a:spcPts val="800"/>
                        </a:spcAft>
                        <a:buClr>
                          <a:srgbClr val="FF3232"/>
                        </a:buClr>
                        <a:buSzTx/>
                        <a:buFont typeface="Arial,Sans-Serif" panose="020B0604020202020204" pitchFamily="34" charset="0"/>
                        <a:buNone/>
                        <a:tabLst/>
                        <a:defRPr/>
                      </a:pPr>
                      <a:br>
                        <a:rPr lang="en-US" sz="1600" b="0" i="0" kern="1200" dirty="0">
                          <a:solidFill>
                            <a:srgbClr val="000000"/>
                          </a:solidFill>
                          <a:latin typeface="+mn-lt"/>
                          <a:ea typeface="+mn-ea"/>
                          <a:cs typeface="Segoe UI Light"/>
                        </a:rPr>
                      </a:br>
                      <a:r>
                        <a:rPr lang="en-US" sz="1600" b="0" i="0" u="sng" kern="1200" dirty="0">
                          <a:solidFill>
                            <a:schemeClr val="dk1"/>
                          </a:solidFill>
                          <a:latin typeface="+mn-lt"/>
                          <a:ea typeface="+mn-ea"/>
                          <a:cs typeface="Segoe UI Light"/>
                        </a:rPr>
                        <a:t>Why Included</a:t>
                      </a:r>
                      <a:r>
                        <a:rPr lang="en-US" sz="1600" b="0" i="0" kern="1200" dirty="0">
                          <a:solidFill>
                            <a:schemeClr val="dk1"/>
                          </a:solidFill>
                          <a:latin typeface="+mn-lt"/>
                          <a:ea typeface="+mn-ea"/>
                          <a:cs typeface="Segoe UI Light"/>
                        </a:rPr>
                        <a:t>: These reviews ensure the board is fully functional, physically compatible, thermally reliable, and compliant with internal standards before </a:t>
                      </a:r>
                      <a:r>
                        <a:rPr lang="he-IL" sz="1600" b="0" i="0" kern="1200" dirty="0" err="1">
                          <a:solidFill>
                            <a:schemeClr val="dk1"/>
                          </a:solidFill>
                          <a:latin typeface="+mn-lt"/>
                          <a:ea typeface="+mn-ea"/>
                          <a:cs typeface="Segoe UI Light"/>
                        </a:rPr>
                        <a:t>it</a:t>
                      </a:r>
                      <a:r>
                        <a:rPr lang="he-IL" sz="1600" b="0" i="0" kern="1200" dirty="0">
                          <a:solidFill>
                            <a:schemeClr val="dk1"/>
                          </a:solidFill>
                          <a:latin typeface="+mn-lt"/>
                          <a:ea typeface="+mn-ea"/>
                          <a:cs typeface="Segoe UI Light"/>
                        </a:rPr>
                        <a:t> </a:t>
                      </a:r>
                      <a:r>
                        <a:rPr lang="he-IL" sz="1600" b="0" i="0" kern="1200" dirty="0" err="1">
                          <a:solidFill>
                            <a:schemeClr val="dk1"/>
                          </a:solidFill>
                          <a:latin typeface="+mn-lt"/>
                          <a:ea typeface="+mn-ea"/>
                          <a:cs typeface="Segoe UI Light"/>
                        </a:rPr>
                        <a:t>is</a:t>
                      </a:r>
                      <a:r>
                        <a:rPr lang="he-IL" sz="1600" b="0" i="0" kern="1200" dirty="0">
                          <a:solidFill>
                            <a:schemeClr val="dk1"/>
                          </a:solidFill>
                          <a:latin typeface="+mn-lt"/>
                          <a:ea typeface="+mn-ea"/>
                          <a:cs typeface="Segoe UI Light"/>
                        </a:rPr>
                        <a:t> </a:t>
                      </a:r>
                      <a:r>
                        <a:rPr lang="he-IL" sz="1600" b="0" i="0" kern="1200" dirty="0" err="1">
                          <a:solidFill>
                            <a:schemeClr val="dk1"/>
                          </a:solidFill>
                          <a:latin typeface="+mn-lt"/>
                          <a:ea typeface="+mn-ea"/>
                          <a:cs typeface="Segoe UI Light"/>
                        </a:rPr>
                        <a:t>moved</a:t>
                      </a:r>
                      <a:r>
                        <a:rPr lang="en-US" sz="1600" b="0" i="0" kern="1200" dirty="0">
                          <a:solidFill>
                            <a:schemeClr val="dk1"/>
                          </a:solidFill>
                          <a:latin typeface="+mn-lt"/>
                          <a:ea typeface="+mn-ea"/>
                          <a:cs typeface="Segoe UI Light"/>
                        </a:rPr>
                        <a:t> to production.</a:t>
                      </a:r>
                    </a:p>
                    <a:p>
                      <a:pPr marL="0" lvl="0" indent="0">
                        <a:spcAft>
                          <a:spcPts val="800"/>
                        </a:spcAft>
                        <a:buClr>
                          <a:srgbClr val="FF0000"/>
                        </a:buClr>
                        <a:buSzPct val="100000"/>
                        <a:buFont typeface="Arial" panose="020B0604020202020204" pitchFamily="34" charset="0"/>
                        <a:buNone/>
                        <a:tabLst>
                          <a:tab pos="457200" algn="l"/>
                        </a:tabLst>
                      </a:pPr>
                      <a:br>
                        <a:rPr lang="en-US" sz="1800" b="0" i="0" kern="1200" dirty="0">
                          <a:solidFill>
                            <a:srgbClr val="000000"/>
                          </a:solidFill>
                          <a:latin typeface="+mn-lt"/>
                          <a:ea typeface="+mn-lt"/>
                          <a:cs typeface="+mn-lt"/>
                        </a:rPr>
                      </a:br>
                      <a:endParaRPr lang="en-US" dirty="0">
                        <a:solidFill>
                          <a:srgbClr val="000000"/>
                        </a:solidFill>
                      </a:endParaRPr>
                    </a:p>
                  </a:txBody>
                  <a:tcPr>
                    <a:solidFill>
                      <a:schemeClr val="bg1"/>
                    </a:solidFill>
                  </a:tcPr>
                </a:tc>
                <a:extLst>
                  <a:ext uri="{0D108BD9-81ED-4DB2-BD59-A6C34878D82A}">
                    <a16:rowId xmlns:a16="http://schemas.microsoft.com/office/drawing/2014/main" val="275934927"/>
                  </a:ext>
                </a:extLst>
              </a:tr>
              <a:tr h="1093081">
                <a:tc>
                  <a:txBody>
                    <a:bodyPr/>
                    <a:lstStyle/>
                    <a:p>
                      <a:pPr marL="742950" marR="0" lvl="1" indent="-285750" algn="l" defTabSz="914400" rtl="0" eaLnBrk="1" fontAlgn="auto" latinLnBrk="0" hangingPunct="1">
                        <a:lnSpc>
                          <a:spcPct val="90000"/>
                        </a:lnSpc>
                        <a:spcBef>
                          <a:spcPts val="500"/>
                        </a:spcBef>
                        <a:spcAft>
                          <a:spcPts val="800"/>
                        </a:spcAft>
                        <a:buClr>
                          <a:srgbClr val="FF3232"/>
                        </a:buClr>
                        <a:buSzTx/>
                        <a:buFont typeface="Arial,Sans-Serif" panose="020B0604020202020204" pitchFamily="34" charset="0"/>
                        <a:buChar char="•"/>
                        <a:tabLst/>
                        <a:defRPr/>
                      </a:pPr>
                      <a:r>
                        <a:rPr lang="en-US" sz="1600" b="1" i="0" kern="1200" dirty="0">
                          <a:solidFill>
                            <a:schemeClr val="dk1"/>
                          </a:solidFill>
                          <a:latin typeface="+mn-lt"/>
                          <a:ea typeface="+mn-ea"/>
                          <a:cs typeface="Segoe UI Light"/>
                        </a:rPr>
                        <a:t>Final P&amp;P Simulation</a:t>
                      </a:r>
                      <a:r>
                        <a:rPr lang="he-IL" sz="1600" b="1" i="0" kern="1200" dirty="0">
                          <a:solidFill>
                            <a:schemeClr val="dk1"/>
                          </a:solidFill>
                          <a:latin typeface="+mn-lt"/>
                          <a:ea typeface="+mn-ea"/>
                          <a:cs typeface="Segoe UI Light"/>
                        </a:rPr>
                        <a:t>:</a:t>
                      </a:r>
                      <a:br>
                        <a:rPr lang="en-US" sz="1600" b="0" i="0" kern="1200" dirty="0">
                          <a:solidFill>
                            <a:srgbClr val="000000"/>
                          </a:solidFill>
                          <a:latin typeface="+mn-lt"/>
                          <a:ea typeface="+mn-ea"/>
                          <a:cs typeface="Segoe UI Light"/>
                        </a:rPr>
                      </a:br>
                      <a:r>
                        <a:rPr lang="en-US" sz="1600" b="0" i="0" u="sng" kern="1200" dirty="0">
                          <a:solidFill>
                            <a:schemeClr val="dk1"/>
                          </a:solidFill>
                          <a:latin typeface="+mn-lt"/>
                          <a:ea typeface="+mn-ea"/>
                          <a:cs typeface="Segoe UI Light"/>
                        </a:rPr>
                        <a:t>Purpose</a:t>
                      </a:r>
                      <a:r>
                        <a:rPr lang="en-US" sz="1600" b="0" i="0" kern="1200" dirty="0">
                          <a:solidFill>
                            <a:schemeClr val="dk1"/>
                          </a:solidFill>
                          <a:latin typeface="+mn-lt"/>
                          <a:ea typeface="+mn-ea"/>
                          <a:cs typeface="Segoe UI Light"/>
                        </a:rPr>
                        <a:t>: verifying the </a:t>
                      </a:r>
                      <a:r>
                        <a:rPr lang="en-US" sz="1600" b="0" i="0" kern="1200" dirty="0" err="1">
                          <a:solidFill>
                            <a:schemeClr val="dk1"/>
                          </a:solidFill>
                          <a:latin typeface="+mn-lt"/>
                          <a:ea typeface="+mn-ea"/>
                          <a:cs typeface="Segoe UI Light"/>
                        </a:rPr>
                        <a:t>placeability</a:t>
                      </a:r>
                      <a:r>
                        <a:rPr lang="en-US" sz="1600" b="0" i="0" kern="1200" dirty="0">
                          <a:solidFill>
                            <a:schemeClr val="dk1"/>
                          </a:solidFill>
                          <a:latin typeface="+mn-lt"/>
                          <a:ea typeface="+mn-ea"/>
                          <a:cs typeface="Segoe UI Light"/>
                        </a:rPr>
                        <a:t> of components for SMT.</a:t>
                      </a:r>
                      <a:br>
                        <a:rPr lang="en-US" sz="1600" b="0" i="0" kern="1200" dirty="0">
                          <a:solidFill>
                            <a:srgbClr val="000000"/>
                          </a:solidFill>
                          <a:latin typeface="+mn-lt"/>
                          <a:ea typeface="+mn-ea"/>
                          <a:cs typeface="Segoe UI Light"/>
                        </a:rPr>
                      </a:br>
                      <a:r>
                        <a:rPr lang="en-US" sz="1600" b="0" i="0" u="sng" kern="1200" dirty="0">
                          <a:solidFill>
                            <a:schemeClr val="dk1"/>
                          </a:solidFill>
                          <a:latin typeface="+mn-lt"/>
                          <a:ea typeface="+mn-ea"/>
                          <a:cs typeface="Segoe UI Light"/>
                        </a:rPr>
                        <a:t>Why Included</a:t>
                      </a:r>
                      <a:r>
                        <a:rPr lang="en-US" sz="1600" b="0" i="0" kern="1200" dirty="0">
                          <a:solidFill>
                            <a:schemeClr val="dk1"/>
                          </a:solidFill>
                          <a:latin typeface="+mn-lt"/>
                          <a:ea typeface="+mn-ea"/>
                          <a:cs typeface="Segoe UI Light"/>
                        </a:rPr>
                        <a:t>:</a:t>
                      </a:r>
                      <a:r>
                        <a:rPr lang="he-IL" sz="1600" b="0" i="0" kern="1200" dirty="0">
                          <a:solidFill>
                            <a:schemeClr val="dk1"/>
                          </a:solidFill>
                          <a:latin typeface="+mn-lt"/>
                          <a:ea typeface="+mn-ea"/>
                          <a:cs typeface="Segoe UI Light"/>
                        </a:rPr>
                        <a:t> </a:t>
                      </a:r>
                      <a:r>
                        <a:rPr lang="en-US" sz="1600" b="0" i="0" kern="1200" dirty="0">
                          <a:solidFill>
                            <a:schemeClr val="dk1"/>
                          </a:solidFill>
                          <a:latin typeface="+mn-lt"/>
                          <a:ea typeface="+mn-ea"/>
                          <a:cs typeface="Segoe UI Light"/>
                        </a:rPr>
                        <a:t>Ensures smooth assembly on </a:t>
                      </a:r>
                      <a:r>
                        <a:rPr lang="he-IL" sz="1600" b="0" i="0" kern="1200" dirty="0" err="1">
                          <a:solidFill>
                            <a:schemeClr val="dk1"/>
                          </a:solidFill>
                          <a:latin typeface="+mn-lt"/>
                          <a:ea typeface="+mn-ea"/>
                          <a:cs typeface="Segoe UI Light"/>
                        </a:rPr>
                        <a:t>the</a:t>
                      </a:r>
                      <a:r>
                        <a:rPr lang="he-IL" sz="1600" b="0" i="0" kern="1200" dirty="0">
                          <a:solidFill>
                            <a:schemeClr val="dk1"/>
                          </a:solidFill>
                          <a:latin typeface="+mn-lt"/>
                          <a:ea typeface="+mn-ea"/>
                          <a:cs typeface="Segoe UI Light"/>
                        </a:rPr>
                        <a:t> </a:t>
                      </a:r>
                      <a:r>
                        <a:rPr lang="en-US" sz="1600" b="0" i="0" kern="1200" dirty="0">
                          <a:solidFill>
                            <a:schemeClr val="dk1"/>
                          </a:solidFill>
                          <a:latin typeface="+mn-lt"/>
                          <a:ea typeface="+mn-ea"/>
                          <a:cs typeface="Segoe UI Light"/>
                        </a:rPr>
                        <a:t>production line.</a:t>
                      </a:r>
                    </a:p>
                  </a:txBody>
                  <a:tcPr>
                    <a:solidFill>
                      <a:schemeClr val="bg1"/>
                    </a:solidFill>
                  </a:tcPr>
                </a:tc>
                <a:tc vMerge="1">
                  <a:txBody>
                    <a:bodyPr/>
                    <a:lstStyle/>
                    <a:p>
                      <a:pPr marL="285750" lvl="0" indent="-285750">
                        <a:spcAft>
                          <a:spcPts val="800"/>
                        </a:spcAft>
                        <a:buClr>
                          <a:srgbClr val="FF0000"/>
                        </a:buClr>
                        <a:buSzPct val="100000"/>
                        <a:buFont typeface="Arial" panose="020B0604020202020204" pitchFamily="34" charset="0"/>
                        <a:buChar char="•"/>
                        <a:tabLst>
                          <a:tab pos="457200" algn="l"/>
                        </a:tabLst>
                      </a:pPr>
                      <a:endParaRPr lang="en-US">
                        <a:solidFill>
                          <a:schemeClr val="tx1"/>
                        </a:solidFill>
                      </a:endParaRPr>
                    </a:p>
                  </a:txBody>
                  <a:tcPr>
                    <a:solidFill>
                      <a:schemeClr val="bg1"/>
                    </a:solidFill>
                  </a:tcPr>
                </a:tc>
                <a:extLst>
                  <a:ext uri="{0D108BD9-81ED-4DB2-BD59-A6C34878D82A}">
                    <a16:rowId xmlns:a16="http://schemas.microsoft.com/office/drawing/2014/main" val="3304967747"/>
                  </a:ext>
                </a:extLst>
              </a:tr>
            </a:tbl>
          </a:graphicData>
        </a:graphic>
      </p:graphicFrame>
    </p:spTree>
    <p:extLst>
      <p:ext uri="{BB962C8B-B14F-4D97-AF65-F5344CB8AC3E}">
        <p14:creationId xmlns:p14="http://schemas.microsoft.com/office/powerpoint/2010/main" val="13589023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A8390-6C98-990C-6575-FD0A575A62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983EEC-BD73-6276-3020-F294713B10A8}"/>
              </a:ext>
            </a:extLst>
          </p:cNvPr>
          <p:cNvSpPr>
            <a:spLocks noGrp="1"/>
          </p:cNvSpPr>
          <p:nvPr>
            <p:ph type="title"/>
          </p:nvPr>
        </p:nvSpPr>
        <p:spPr>
          <a:xfrm>
            <a:off x="516000" y="463296"/>
            <a:ext cx="11160000" cy="731520"/>
          </a:xfrm>
        </p:spPr>
        <p:txBody>
          <a:bodyPr anchor="t">
            <a:normAutofit/>
          </a:bodyPr>
          <a:lstStyle/>
          <a:p>
            <a:r>
              <a:rPr lang="en-US" sz="2800"/>
              <a:t>Polaris Pilot Overview- Filter Board </a:t>
            </a:r>
          </a:p>
        </p:txBody>
      </p:sp>
      <p:sp>
        <p:nvSpPr>
          <p:cNvPr id="4" name="Slide Number Placeholder 3">
            <a:extLst>
              <a:ext uri="{FF2B5EF4-FFF2-40B4-BE49-F238E27FC236}">
                <a16:creationId xmlns:a16="http://schemas.microsoft.com/office/drawing/2014/main" id="{E112CD88-E3FF-340F-702C-7945DD325181}"/>
              </a:ext>
            </a:extLst>
          </p:cNvPr>
          <p:cNvSpPr>
            <a:spLocks noGrp="1"/>
          </p:cNvSpPr>
          <p:nvPr>
            <p:ph type="sldNum" sz="quarter" idx="12"/>
          </p:nvPr>
        </p:nvSpPr>
        <p:spPr>
          <a:xfrm>
            <a:off x="143467" y="6356350"/>
            <a:ext cx="348973" cy="365125"/>
          </a:xfrm>
        </p:spPr>
        <p:txBody>
          <a:bodyPr anchor="ctr">
            <a:normAutofit/>
          </a:bodyPr>
          <a:lstStyle/>
          <a:p>
            <a:pPr>
              <a:spcAft>
                <a:spcPts val="600"/>
              </a:spcAft>
            </a:pPr>
            <a:fld id="{4055E60B-063F-7341-AAD1-65F55D97E323}" type="slidenum">
              <a:rPr lang="en-IL" smtClean="0"/>
              <a:pPr>
                <a:spcAft>
                  <a:spcPts val="600"/>
                </a:spcAft>
              </a:pPr>
              <a:t>11</a:t>
            </a:fld>
            <a:endParaRPr lang="en-IL"/>
          </a:p>
        </p:txBody>
      </p:sp>
      <p:sp>
        <p:nvSpPr>
          <p:cNvPr id="7" name="Content Placeholder 6">
            <a:extLst>
              <a:ext uri="{FF2B5EF4-FFF2-40B4-BE49-F238E27FC236}">
                <a16:creationId xmlns:a16="http://schemas.microsoft.com/office/drawing/2014/main" id="{EECD46AD-A14E-5B1A-9700-C9F7CD89298A}"/>
              </a:ext>
            </a:extLst>
          </p:cNvPr>
          <p:cNvSpPr>
            <a:spLocks noGrp="1"/>
          </p:cNvSpPr>
          <p:nvPr>
            <p:ph idx="1"/>
          </p:nvPr>
        </p:nvSpPr>
        <p:spPr>
          <a:xfrm>
            <a:off x="516000" y="1030941"/>
            <a:ext cx="11160000" cy="5429276"/>
          </a:xfrm>
        </p:spPr>
        <p:txBody>
          <a:bodyPr/>
          <a:lstStyle/>
          <a:p>
            <a:pPr marL="0" indent="0">
              <a:buNone/>
            </a:pPr>
            <a:endParaRPr lang="en-US" sz="3600">
              <a:latin typeface="+mj-lt"/>
              <a:ea typeface="+mj-ea"/>
              <a:cs typeface="Segoe UI Semibold" panose="020B0502040204020203" pitchFamily="34" charset="0"/>
            </a:endParaRPr>
          </a:p>
          <a:p>
            <a:pPr marL="0" indent="0">
              <a:buNone/>
            </a:pPr>
            <a:endParaRPr lang="en-US" sz="1800" b="1">
              <a:ea typeface="+mn-lt"/>
              <a:cs typeface="+mn-lt"/>
            </a:endParaRPr>
          </a:p>
          <a:p>
            <a:pPr marL="0" indent="0">
              <a:buNone/>
            </a:pPr>
            <a:endParaRPr lang="en-US" b="1" u="sng"/>
          </a:p>
          <a:p>
            <a:pPr marL="0" indent="0">
              <a:buNone/>
            </a:pPr>
            <a:endParaRPr lang="en-US" b="1" u="sng"/>
          </a:p>
          <a:p>
            <a:pPr marL="0" indent="0">
              <a:buNone/>
            </a:pPr>
            <a:endParaRPr lang="en-US" b="1" u="sng"/>
          </a:p>
          <a:p>
            <a:pPr marL="0" indent="0">
              <a:buNone/>
            </a:pPr>
            <a:endParaRPr lang="en-US" sz="1800" b="1">
              <a:ea typeface="+mn-lt"/>
              <a:cs typeface="+mn-lt"/>
            </a:endParaRPr>
          </a:p>
        </p:txBody>
      </p:sp>
      <p:sp>
        <p:nvSpPr>
          <p:cNvPr id="8" name="Subtitle 2">
            <a:extLst>
              <a:ext uri="{FF2B5EF4-FFF2-40B4-BE49-F238E27FC236}">
                <a16:creationId xmlns:a16="http://schemas.microsoft.com/office/drawing/2014/main" id="{E70376A9-35BE-FE05-2114-14CAB0BE3D36}"/>
              </a:ext>
            </a:extLst>
          </p:cNvPr>
          <p:cNvSpPr txBox="1">
            <a:spLocks/>
          </p:cNvSpPr>
          <p:nvPr/>
        </p:nvSpPr>
        <p:spPr>
          <a:xfrm>
            <a:off x="371328" y="2380646"/>
            <a:ext cx="8091834" cy="477795"/>
          </a:xfrm>
          <a:prstGeom prst="rect">
            <a:avLst/>
          </a:prstGeom>
        </p:spPr>
        <p:txBody>
          <a:bodyPr vert="horz" lIns="90000" tIns="45720" rIns="91440" bIns="45720" rtlCol="0">
            <a:noAutofit/>
          </a:bodyPr>
          <a:lstStyle>
            <a:lvl1pPr marL="0" indent="0" algn="l" defTabSz="914400" rtl="0" eaLnBrk="1" latinLnBrk="0" hangingPunct="1">
              <a:lnSpc>
                <a:spcPct val="90000"/>
              </a:lnSpc>
              <a:spcBef>
                <a:spcPts val="1000"/>
              </a:spcBef>
              <a:buFontTx/>
              <a:buNone/>
              <a:defRPr sz="2400" b="0" i="0" kern="1200">
                <a:solidFill>
                  <a:schemeClr val="accent2"/>
                </a:solidFill>
                <a:latin typeface="+mj-lt"/>
                <a:ea typeface="+mn-ea"/>
                <a:cs typeface="Segoe UI Semibold" panose="020B0502040204020203" pitchFamily="34" charset="0"/>
              </a:defRPr>
            </a:lvl1pPr>
            <a:lvl2pPr marL="457200" indent="0" algn="ctr" defTabSz="914400" rtl="0" eaLnBrk="1" latinLnBrk="0" hangingPunct="1">
              <a:lnSpc>
                <a:spcPct val="90000"/>
              </a:lnSpc>
              <a:spcBef>
                <a:spcPts val="500"/>
              </a:spcBef>
              <a:buClr>
                <a:srgbClr val="FF3232"/>
              </a:buClr>
              <a:buFont typeface="Arial" panose="020B0604020202020204" pitchFamily="34" charset="0"/>
              <a:buNone/>
              <a:defRPr sz="2000" b="0" i="0" kern="1200">
                <a:solidFill>
                  <a:schemeClr val="tx2"/>
                </a:solidFill>
                <a:latin typeface="+mn-lt"/>
                <a:ea typeface="+mn-ea"/>
                <a:cs typeface="Segoe UI Light" panose="020B0502040204020203" pitchFamily="34" charset="0"/>
              </a:defRPr>
            </a:lvl2pPr>
            <a:lvl3pPr marL="914400" indent="0" algn="ctr" defTabSz="914400" rtl="0" eaLnBrk="1" latinLnBrk="0" hangingPunct="1">
              <a:lnSpc>
                <a:spcPct val="90000"/>
              </a:lnSpc>
              <a:spcBef>
                <a:spcPts val="500"/>
              </a:spcBef>
              <a:buClr>
                <a:srgbClr val="FF3232"/>
              </a:buClr>
              <a:buFont typeface="Arial" panose="020B0604020202020204" pitchFamily="34" charset="0"/>
              <a:buNone/>
              <a:defRPr sz="1800" b="0" i="0" kern="1200">
                <a:solidFill>
                  <a:schemeClr val="tx2"/>
                </a:solidFill>
                <a:latin typeface="+mn-lt"/>
                <a:ea typeface="+mn-ea"/>
                <a:cs typeface="Segoe UI Light" panose="020B0502040204020203" pitchFamily="34" charset="0"/>
              </a:defRPr>
            </a:lvl3pPr>
            <a:lvl4pPr marL="1371600" indent="0" algn="ctr" defTabSz="914400" rtl="0" eaLnBrk="1" latinLnBrk="0" hangingPunct="1">
              <a:lnSpc>
                <a:spcPct val="90000"/>
              </a:lnSpc>
              <a:spcBef>
                <a:spcPts val="500"/>
              </a:spcBef>
              <a:buClr>
                <a:srgbClr val="FF3232"/>
              </a:buClr>
              <a:buFont typeface="Arial" panose="020B0604020202020204" pitchFamily="34" charset="0"/>
              <a:buNone/>
              <a:defRPr sz="1600" b="0" i="0" kern="1200">
                <a:solidFill>
                  <a:schemeClr val="tx2"/>
                </a:solidFill>
                <a:latin typeface="+mn-lt"/>
                <a:ea typeface="+mn-ea"/>
                <a:cs typeface="Segoe UI Light" panose="020B0502040204020203" pitchFamily="34" charset="0"/>
              </a:defRPr>
            </a:lvl4pPr>
            <a:lvl5pPr marL="1828800" indent="0" algn="ctr" defTabSz="914400" rtl="0" eaLnBrk="1" latinLnBrk="0" hangingPunct="1">
              <a:lnSpc>
                <a:spcPct val="90000"/>
              </a:lnSpc>
              <a:spcBef>
                <a:spcPts val="500"/>
              </a:spcBef>
              <a:buClr>
                <a:srgbClr val="FF3232"/>
              </a:buClr>
              <a:buFont typeface="Arial" panose="020B0604020202020204" pitchFamily="34" charset="0"/>
              <a:buNone/>
              <a:defRPr sz="1600" b="0" i="0" kern="1200">
                <a:solidFill>
                  <a:schemeClr val="tx2"/>
                </a:solidFill>
                <a:latin typeface="+mn-lt"/>
                <a:ea typeface="+mn-ea"/>
                <a:cs typeface="Segoe UI Light"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IL">
              <a:solidFill>
                <a:schemeClr val="tx1"/>
              </a:solidFill>
            </a:endParaRPr>
          </a:p>
        </p:txBody>
      </p:sp>
      <p:sp>
        <p:nvSpPr>
          <p:cNvPr id="3" name="Title 1">
            <a:extLst>
              <a:ext uri="{FF2B5EF4-FFF2-40B4-BE49-F238E27FC236}">
                <a16:creationId xmlns:a16="http://schemas.microsoft.com/office/drawing/2014/main" id="{52D14A60-1CC7-0440-279B-FAB9783628DA}"/>
              </a:ext>
            </a:extLst>
          </p:cNvPr>
          <p:cNvSpPr txBox="1">
            <a:spLocks/>
          </p:cNvSpPr>
          <p:nvPr/>
        </p:nvSpPr>
        <p:spPr>
          <a:xfrm>
            <a:off x="443664" y="2641298"/>
            <a:ext cx="11160000" cy="365125"/>
          </a:xfrm>
          <a:prstGeom prst="rect">
            <a:avLst/>
          </a:prstGeom>
        </p:spPr>
        <p:txBody>
          <a:bodyPr vert="horz" lIns="90000" tIns="45720" rIns="91440" bIns="45720" rtlCol="0" anchor="t">
            <a:noAutofit/>
          </a:bodyPr>
          <a:lstStyle>
            <a:lvl1pPr algn="l" defTabSz="914400" rtl="0" eaLnBrk="1" latinLnBrk="0" hangingPunct="1">
              <a:lnSpc>
                <a:spcPct val="90000"/>
              </a:lnSpc>
              <a:spcBef>
                <a:spcPct val="0"/>
              </a:spcBef>
              <a:buNone/>
              <a:defRPr sz="3600" b="0" i="0" kern="1200">
                <a:solidFill>
                  <a:schemeClr val="tx2"/>
                </a:solidFill>
                <a:latin typeface="+mj-lt"/>
                <a:ea typeface="+mj-ea"/>
                <a:cs typeface="Segoe UI Semibold" panose="020B0502040204020203" pitchFamily="34" charset="0"/>
              </a:defRPr>
            </a:lvl1pPr>
          </a:lstStyle>
          <a:p>
            <a:pPr marL="228600" indent="-228600">
              <a:spcBef>
                <a:spcPts val="1000"/>
              </a:spcBef>
              <a:buBlip>
                <a:blip r:embed="rId3"/>
              </a:buBlip>
              <a:defRPr sz="2000"/>
            </a:pPr>
            <a:r>
              <a:rPr lang="en-US" sz="1800" b="1">
                <a:latin typeface="+mn-lt"/>
                <a:ea typeface="+mn-lt"/>
                <a:cs typeface="+mn-lt"/>
              </a:rPr>
              <a:t>Gantt Analysis</a:t>
            </a:r>
            <a:r>
              <a:rPr lang="he-IL" sz="1800" b="1">
                <a:latin typeface="+mn-lt"/>
                <a:ea typeface="+mn-lt"/>
                <a:cs typeface="+mn-lt"/>
              </a:rPr>
              <a:t>:</a:t>
            </a:r>
            <a:endParaRPr lang="en-US" sz="1800" b="1">
              <a:latin typeface="+mn-lt"/>
              <a:ea typeface="+mn-lt"/>
              <a:cs typeface="+mn-lt"/>
            </a:endParaRPr>
          </a:p>
        </p:txBody>
      </p:sp>
      <p:sp>
        <p:nvSpPr>
          <p:cNvPr id="9" name="TextBox 8">
            <a:extLst>
              <a:ext uri="{FF2B5EF4-FFF2-40B4-BE49-F238E27FC236}">
                <a16:creationId xmlns:a16="http://schemas.microsoft.com/office/drawing/2014/main" id="{E5C88890-AEBA-6E04-8634-0E015337D961}"/>
              </a:ext>
            </a:extLst>
          </p:cNvPr>
          <p:cNvSpPr txBox="1"/>
          <p:nvPr/>
        </p:nvSpPr>
        <p:spPr>
          <a:xfrm>
            <a:off x="900078" y="6136700"/>
            <a:ext cx="9502477" cy="584775"/>
          </a:xfrm>
          <a:prstGeom prst="rect">
            <a:avLst/>
          </a:prstGeom>
          <a:noFill/>
        </p:spPr>
        <p:txBody>
          <a:bodyPr wrap="square" rtlCol="0">
            <a:spAutoFit/>
          </a:bodyPr>
          <a:lstStyle/>
          <a:p>
            <a:pPr marL="285750" indent="-285750">
              <a:buClr>
                <a:srgbClr val="FF0000"/>
              </a:buClr>
              <a:buFont typeface="Arial" panose="020B0604020202020204" pitchFamily="34" charset="0"/>
              <a:buChar char="•"/>
            </a:pPr>
            <a:r>
              <a:rPr lang="en-US" sz="1600">
                <a:solidFill>
                  <a:schemeClr val="dk1"/>
                </a:solidFill>
                <a:cs typeface="Segoe UI Light" panose="020B0502040204020203" pitchFamily="34" charset="0"/>
              </a:rPr>
              <a:t>Actual progress closely follows the planned progress, with minor deviations.</a:t>
            </a:r>
          </a:p>
          <a:p>
            <a:pPr marL="285750" indent="-285750">
              <a:buClr>
                <a:srgbClr val="FF0000"/>
              </a:buClr>
              <a:buFont typeface="Arial" panose="020B0604020202020204" pitchFamily="34" charset="0"/>
              <a:buChar char="•"/>
            </a:pPr>
            <a:r>
              <a:rPr lang="en-US" sz="1600">
                <a:solidFill>
                  <a:srgbClr val="000000"/>
                </a:solidFill>
                <a:cs typeface="Segoe UI Light"/>
              </a:rPr>
              <a:t> I began tracking the process from the start of the placement phase.</a:t>
            </a:r>
            <a:r>
              <a:rPr lang="en-US" sz="1600">
                <a:solidFill>
                  <a:schemeClr val="dk1"/>
                </a:solidFill>
                <a:cs typeface="Segoe UI Light" panose="020B0502040204020203" pitchFamily="34" charset="0"/>
              </a:rPr>
              <a:t> </a:t>
            </a:r>
          </a:p>
        </p:txBody>
      </p:sp>
      <p:pic>
        <p:nvPicPr>
          <p:cNvPr id="15" name="Picture 14">
            <a:extLst>
              <a:ext uri="{FF2B5EF4-FFF2-40B4-BE49-F238E27FC236}">
                <a16:creationId xmlns:a16="http://schemas.microsoft.com/office/drawing/2014/main" id="{70CD406F-42B8-9559-5DC2-06CBC9DE20B3}"/>
              </a:ext>
            </a:extLst>
          </p:cNvPr>
          <p:cNvPicPr>
            <a:picLocks noChangeAspect="1"/>
          </p:cNvPicPr>
          <p:nvPr/>
        </p:nvPicPr>
        <p:blipFill>
          <a:blip r:embed="rId4"/>
          <a:stretch>
            <a:fillRect/>
          </a:stretch>
        </p:blipFill>
        <p:spPr>
          <a:xfrm>
            <a:off x="2995009" y="3049555"/>
            <a:ext cx="5312614" cy="3044012"/>
          </a:xfrm>
          <a:prstGeom prst="rect">
            <a:avLst/>
          </a:prstGeom>
          <a:ln>
            <a:solidFill>
              <a:schemeClr val="tx1"/>
            </a:solidFill>
          </a:ln>
        </p:spPr>
      </p:pic>
      <p:sp>
        <p:nvSpPr>
          <p:cNvPr id="5" name="Rectangle: Rounded Corners 4">
            <a:extLst>
              <a:ext uri="{FF2B5EF4-FFF2-40B4-BE49-F238E27FC236}">
                <a16:creationId xmlns:a16="http://schemas.microsoft.com/office/drawing/2014/main" id="{01BE893F-E9A5-029E-89E5-46A4836A0B39}"/>
              </a:ext>
            </a:extLst>
          </p:cNvPr>
          <p:cNvSpPr/>
          <p:nvPr/>
        </p:nvSpPr>
        <p:spPr>
          <a:xfrm>
            <a:off x="7659858" y="4843038"/>
            <a:ext cx="232117" cy="86647"/>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9D2ABDDE-B68F-3DFC-C5C4-4FE5EB53685B}"/>
              </a:ext>
            </a:extLst>
          </p:cNvPr>
          <p:cNvSpPr/>
          <p:nvPr/>
        </p:nvSpPr>
        <p:spPr>
          <a:xfrm>
            <a:off x="7659858" y="5030608"/>
            <a:ext cx="232117" cy="86647"/>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EF1B1710-33AE-E361-B27D-529BEA253D18}"/>
              </a:ext>
            </a:extLst>
          </p:cNvPr>
          <p:cNvSpPr txBox="1">
            <a:spLocks/>
          </p:cNvSpPr>
          <p:nvPr/>
        </p:nvSpPr>
        <p:spPr>
          <a:xfrm>
            <a:off x="443664" y="1257700"/>
            <a:ext cx="11160000" cy="365125"/>
          </a:xfrm>
          <a:prstGeom prst="rect">
            <a:avLst/>
          </a:prstGeom>
        </p:spPr>
        <p:txBody>
          <a:bodyPr vert="horz" lIns="90000" tIns="45720" rIns="91440" bIns="45720" rtlCol="0" anchor="t">
            <a:noAutofit/>
          </a:bodyPr>
          <a:lstStyle>
            <a:lvl1pPr algn="l" defTabSz="914400" rtl="0" eaLnBrk="1" latinLnBrk="0" hangingPunct="1">
              <a:lnSpc>
                <a:spcPct val="90000"/>
              </a:lnSpc>
              <a:spcBef>
                <a:spcPct val="0"/>
              </a:spcBef>
              <a:buNone/>
              <a:defRPr sz="3600" b="0" i="0" kern="1200">
                <a:solidFill>
                  <a:schemeClr val="tx2"/>
                </a:solidFill>
                <a:latin typeface="+mj-lt"/>
                <a:ea typeface="+mj-ea"/>
                <a:cs typeface="Segoe UI Semibold" panose="020B0502040204020203" pitchFamily="34" charset="0"/>
              </a:defRPr>
            </a:lvl1pPr>
          </a:lstStyle>
          <a:p>
            <a:pPr marL="228600" indent="-228600">
              <a:spcBef>
                <a:spcPts val="1000"/>
              </a:spcBef>
              <a:buBlip>
                <a:blip r:embed="rId3"/>
              </a:buBlip>
              <a:defRPr sz="2000"/>
            </a:pPr>
            <a:r>
              <a:rPr lang="en-US" sz="1800" b="1">
                <a:latin typeface="+mn-lt"/>
                <a:ea typeface="+mn-lt"/>
                <a:cs typeface="+mn-lt"/>
              </a:rPr>
              <a:t>Timeline D2282A</a:t>
            </a:r>
          </a:p>
        </p:txBody>
      </p:sp>
      <p:sp>
        <p:nvSpPr>
          <p:cNvPr id="16" name="Rectangle 15">
            <a:extLst>
              <a:ext uri="{FF2B5EF4-FFF2-40B4-BE49-F238E27FC236}">
                <a16:creationId xmlns:a16="http://schemas.microsoft.com/office/drawing/2014/main" id="{626907B6-E314-1EDC-A25C-B9D508EE1E43}"/>
              </a:ext>
            </a:extLst>
          </p:cNvPr>
          <p:cNvSpPr/>
          <p:nvPr/>
        </p:nvSpPr>
        <p:spPr>
          <a:xfrm flipH="1" flipV="1">
            <a:off x="7536178" y="4553433"/>
            <a:ext cx="277164" cy="866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solidFill>
                <a:schemeClr val="bg1"/>
              </a:solidFill>
            </a:endParaRPr>
          </a:p>
        </p:txBody>
      </p:sp>
      <p:pic>
        <p:nvPicPr>
          <p:cNvPr id="18" name="Picture 17">
            <a:extLst>
              <a:ext uri="{FF2B5EF4-FFF2-40B4-BE49-F238E27FC236}">
                <a16:creationId xmlns:a16="http://schemas.microsoft.com/office/drawing/2014/main" id="{9A1BC296-7B8B-65AD-A6D1-92C9EDAE85EB}"/>
              </a:ext>
            </a:extLst>
          </p:cNvPr>
          <p:cNvPicPr>
            <a:picLocks noChangeAspect="1"/>
          </p:cNvPicPr>
          <p:nvPr/>
        </p:nvPicPr>
        <p:blipFill>
          <a:blip r:embed="rId5"/>
          <a:stretch>
            <a:fillRect/>
          </a:stretch>
        </p:blipFill>
        <p:spPr>
          <a:xfrm>
            <a:off x="1720122" y="1497623"/>
            <a:ext cx="8607083" cy="980305"/>
          </a:xfrm>
          <a:prstGeom prst="rect">
            <a:avLst/>
          </a:prstGeom>
        </p:spPr>
      </p:pic>
      <p:sp>
        <p:nvSpPr>
          <p:cNvPr id="19" name="Rectangle 18">
            <a:extLst>
              <a:ext uri="{FF2B5EF4-FFF2-40B4-BE49-F238E27FC236}">
                <a16:creationId xmlns:a16="http://schemas.microsoft.com/office/drawing/2014/main" id="{E7ECBCC9-30BF-3E68-EF61-7700B4DA07BC}"/>
              </a:ext>
            </a:extLst>
          </p:cNvPr>
          <p:cNvSpPr/>
          <p:nvPr/>
        </p:nvSpPr>
        <p:spPr>
          <a:xfrm flipH="1" flipV="1">
            <a:off x="7531823" y="4734178"/>
            <a:ext cx="281520" cy="866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solidFill>
                <a:schemeClr val="bg1"/>
              </a:solidFill>
            </a:endParaRPr>
          </a:p>
        </p:txBody>
      </p:sp>
    </p:spTree>
    <p:extLst>
      <p:ext uri="{BB962C8B-B14F-4D97-AF65-F5344CB8AC3E}">
        <p14:creationId xmlns:p14="http://schemas.microsoft.com/office/powerpoint/2010/main" val="2405068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7DC9742-556C-C7E7-7050-5CEA312E22D1}"/>
              </a:ext>
            </a:extLst>
          </p:cNvPr>
          <p:cNvSpPr>
            <a:spLocks noGrp="1"/>
          </p:cNvSpPr>
          <p:nvPr>
            <p:ph type="sldNum" sz="quarter" idx="12"/>
          </p:nvPr>
        </p:nvSpPr>
        <p:spPr>
          <a:xfrm>
            <a:off x="143467" y="6356350"/>
            <a:ext cx="348973" cy="365125"/>
          </a:xfrm>
        </p:spPr>
        <p:txBody>
          <a:bodyPr anchor="ctr">
            <a:normAutofit/>
          </a:bodyPr>
          <a:lstStyle/>
          <a:p>
            <a:pPr>
              <a:spcAft>
                <a:spcPts val="600"/>
              </a:spcAft>
            </a:pPr>
            <a:fld id="{4055E60B-063F-7341-AAD1-65F55D97E323}" type="slidenum">
              <a:rPr lang="en-IL" smtClean="0"/>
              <a:pPr>
                <a:spcAft>
                  <a:spcPts val="600"/>
                </a:spcAft>
              </a:pPr>
              <a:t>12</a:t>
            </a:fld>
            <a:endParaRPr lang="en-IL"/>
          </a:p>
        </p:txBody>
      </p:sp>
      <p:pic>
        <p:nvPicPr>
          <p:cNvPr id="6" name="Picture 5">
            <a:extLst>
              <a:ext uri="{FF2B5EF4-FFF2-40B4-BE49-F238E27FC236}">
                <a16:creationId xmlns:a16="http://schemas.microsoft.com/office/drawing/2014/main" id="{2AD6E5F3-5C4E-76B1-5B07-999C74BD9F33}"/>
              </a:ext>
            </a:extLst>
          </p:cNvPr>
          <p:cNvPicPr>
            <a:picLocks noChangeAspect="1"/>
          </p:cNvPicPr>
          <p:nvPr/>
        </p:nvPicPr>
        <p:blipFill>
          <a:blip r:embed="rId3"/>
          <a:srcRect t="20856" b="29144"/>
          <a:stretch/>
        </p:blipFill>
        <p:spPr>
          <a:xfrm>
            <a:off x="174111" y="2523565"/>
            <a:ext cx="12017889" cy="3429000"/>
          </a:xfrm>
          <a:prstGeom prst="rect">
            <a:avLst/>
          </a:prstGeom>
          <a:noFill/>
        </p:spPr>
      </p:pic>
      <p:sp>
        <p:nvSpPr>
          <p:cNvPr id="8" name="TextBox 7">
            <a:extLst>
              <a:ext uri="{FF2B5EF4-FFF2-40B4-BE49-F238E27FC236}">
                <a16:creationId xmlns:a16="http://schemas.microsoft.com/office/drawing/2014/main" id="{048745C0-E5CC-CF63-E4C2-DDB4E20913AE}"/>
              </a:ext>
            </a:extLst>
          </p:cNvPr>
          <p:cNvSpPr txBox="1"/>
          <p:nvPr/>
        </p:nvSpPr>
        <p:spPr>
          <a:xfrm>
            <a:off x="1561749" y="735106"/>
            <a:ext cx="8722659" cy="1862048"/>
          </a:xfrm>
          <a:prstGeom prst="rect">
            <a:avLst/>
          </a:prstGeom>
          <a:noFill/>
        </p:spPr>
        <p:txBody>
          <a:bodyPr wrap="square" rtlCol="0">
            <a:spAutoFit/>
          </a:bodyPr>
          <a:lstStyle/>
          <a:p>
            <a:pPr algn="ctr"/>
            <a:r>
              <a:rPr lang="en-US" sz="9600" b="1">
                <a:solidFill>
                  <a:schemeClr val="accent6">
                    <a:lumMod val="50000"/>
                    <a:lumOff val="50000"/>
                  </a:schemeClr>
                </a:solidFill>
                <a:latin typeface="Abadi" panose="020F0502020204030204" pitchFamily="34" charset="0"/>
              </a:rPr>
              <a:t>Thank</a:t>
            </a:r>
            <a:r>
              <a:rPr lang="en-US" sz="11500" b="1">
                <a:solidFill>
                  <a:schemeClr val="accent6">
                    <a:lumMod val="50000"/>
                    <a:lumOff val="50000"/>
                  </a:schemeClr>
                </a:solidFill>
                <a:latin typeface="Abadi" panose="020F0502020204030204" pitchFamily="34" charset="0"/>
              </a:rPr>
              <a:t> you</a:t>
            </a:r>
          </a:p>
        </p:txBody>
      </p:sp>
    </p:spTree>
    <p:extLst>
      <p:ext uri="{BB962C8B-B14F-4D97-AF65-F5344CB8AC3E}">
        <p14:creationId xmlns:p14="http://schemas.microsoft.com/office/powerpoint/2010/main" val="330120211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75"/>
</p:tagLst>
</file>

<file path=ppt/theme/theme1.xml><?xml version="1.0" encoding="utf-8"?>
<a:theme xmlns:a="http://schemas.openxmlformats.org/drawingml/2006/main" name="SolarEdge Theme">
  <a:themeElements>
    <a:clrScheme name="SolarEdge Theme">
      <a:dk1>
        <a:srgbClr val="000000"/>
      </a:dk1>
      <a:lt1>
        <a:srgbClr val="FFFFFF"/>
      </a:lt1>
      <a:dk2>
        <a:srgbClr val="00082E"/>
      </a:dk2>
      <a:lt2>
        <a:srgbClr val="F0F0F0"/>
      </a:lt2>
      <a:accent1>
        <a:srgbClr val="2E8FD6"/>
      </a:accent1>
      <a:accent2>
        <a:srgbClr val="78BAE6"/>
      </a:accent2>
      <a:accent3>
        <a:srgbClr val="A0D3AD"/>
      </a:accent3>
      <a:accent4>
        <a:srgbClr val="696969"/>
      </a:accent4>
      <a:accent5>
        <a:srgbClr val="FFCC7F"/>
      </a:accent5>
      <a:accent6>
        <a:srgbClr val="00082E"/>
      </a:accent6>
      <a:hlink>
        <a:srgbClr val="0432FF"/>
      </a:hlink>
      <a:folHlink>
        <a:srgbClr val="932092"/>
      </a:folHlink>
    </a:clrScheme>
    <a:fontScheme name="Segoe UI">
      <a:majorFont>
        <a:latin typeface="Segoe UI Semibold"/>
        <a:ea typeface=""/>
        <a:cs typeface="Segoe UI"/>
      </a:majorFont>
      <a:minorFont>
        <a:latin typeface="Segoe UI Light"/>
        <a:ea typeface=""/>
        <a:cs typeface="Segoe U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olarEdge 2024" id="{3CC4FE8B-9F4B-0040-BBEC-0E12262FB828}" vid="{AE0FB627-1573-F047-B734-29661BEEEF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495CB41-BFA5-C944-97A4-EF83B88CB602}">
  <we:reference id="wa200001766" version="1.5.0.0" store="en-US" storeType="OMEX"/>
  <we:alternateReferences>
    <we:reference id="WA200001766" version="1.5.0.0" store="WA2000017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AFBE424BC50B241B01C4D90EC99ADAD" ma:contentTypeVersion="10" ma:contentTypeDescription="Create a new document." ma:contentTypeScope="" ma:versionID="cc3be8e137e8851352925aa4dae4a3dd">
  <xsd:schema xmlns:xsd="http://www.w3.org/2001/XMLSchema" xmlns:xs="http://www.w3.org/2001/XMLSchema" xmlns:p="http://schemas.microsoft.com/office/2006/metadata/properties" xmlns:ns2="fcffac0d-b31a-4f0d-b252-4fe01ade461d" xmlns:ns3="4eb08019-584f-4cf3-9965-127f9e4e6dfc" targetNamespace="http://schemas.microsoft.com/office/2006/metadata/properties" ma:root="true" ma:fieldsID="12a39fd3f7346ff41051de33d69408f9" ns2:_="" ns3:_="">
    <xsd:import namespace="fcffac0d-b31a-4f0d-b252-4fe01ade461d"/>
    <xsd:import namespace="4eb08019-584f-4cf3-9965-127f9e4e6df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ffac0d-b31a-4f0d-b252-4fe01ade46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2e211368-18e4-4c8f-90a1-ddf75dec7aef"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eb08019-584f-4cf3-9965-127f9e4e6df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a008302-c642-4659-bd18-5be9fd68b0b1}" ma:internalName="TaxCatchAll" ma:showField="CatchAllData" ma:web="4eb08019-584f-4cf3-9965-127f9e4e6df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4eb08019-584f-4cf3-9965-127f9e4e6dfc" xsi:nil="true"/>
    <lcf76f155ced4ddcb4097134ff3c332f xmlns="fcffac0d-b31a-4f0d-b252-4fe01ade461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1785746-35F0-4640-B93F-DE65E7A6CF8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cffac0d-b31a-4f0d-b252-4fe01ade461d"/>
    <ds:schemaRef ds:uri="4eb08019-584f-4cf3-9965-127f9e4e6df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C33F3EE-55BC-4BBB-9C7D-85575923FDF2}">
  <ds:schemaRefs>
    <ds:schemaRef ds:uri="http://schemas.microsoft.com/sharepoint/v3/contenttype/forms"/>
  </ds:schemaRefs>
</ds:datastoreItem>
</file>

<file path=customXml/itemProps3.xml><?xml version="1.0" encoding="utf-8"?>
<ds:datastoreItem xmlns:ds="http://schemas.openxmlformats.org/officeDocument/2006/customXml" ds:itemID="{86E9E042-B6CC-4A87-9AB7-0C1F521BB9DB}">
  <ds:schemaRefs>
    <ds:schemaRef ds:uri="http://schemas.microsoft.com/office/2006/metadata/properties"/>
    <ds:schemaRef ds:uri="http://schemas.microsoft.com/office/infopath/2007/PartnerControls"/>
    <ds:schemaRef ds:uri="http://purl.org/dc/dcmitype/"/>
    <ds:schemaRef ds:uri="http://purl.org/dc/elements/1.1/"/>
    <ds:schemaRef ds:uri="fcffac0d-b31a-4f0d-b252-4fe01ade461d"/>
    <ds:schemaRef ds:uri="http://schemas.openxmlformats.org/package/2006/metadata/core-properties"/>
    <ds:schemaRef ds:uri="http://schemas.microsoft.com/office/2006/documentManagement/types"/>
    <ds:schemaRef ds:uri="http://purl.org/dc/terms/"/>
    <ds:schemaRef ds:uri="4eb08019-584f-4cf3-9965-127f9e4e6dfc"/>
    <ds:schemaRef ds:uri="http://www.w3.org/XML/1998/namespace"/>
  </ds:schemaRefs>
</ds:datastoreItem>
</file>

<file path=docMetadata/LabelInfo.xml><?xml version="1.0" encoding="utf-8"?>
<clbl:labelList xmlns:clbl="http://schemas.microsoft.com/office/2020/mipLabelMetadata">
  <clbl:label id="{fb37c808-6ca7-40eb-8746-85795efcbd36}" enabled="0" method="" siteId="{fb37c808-6ca7-40eb-8746-85795efcbd36}" removed="1"/>
</clbl:labelList>
</file>

<file path=docProps/app.xml><?xml version="1.0" encoding="utf-8"?>
<Properties xmlns="http://schemas.openxmlformats.org/officeDocument/2006/extended-properties" xmlns:vt="http://schemas.openxmlformats.org/officeDocument/2006/docPropsVTypes">
  <Template/>
  <TotalTime>0</TotalTime>
  <Words>1286</Words>
  <Application>Microsoft Office PowerPoint</Application>
  <PresentationFormat>Widescreen</PresentationFormat>
  <Paragraphs>159</Paragraphs>
  <Slides>12</Slides>
  <Notes>7</Notes>
  <HiddenSlides>1</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SolarEdge Theme</vt:lpstr>
      <vt:lpstr>New Layout Process</vt:lpstr>
      <vt:lpstr>Motivation</vt:lpstr>
      <vt:lpstr>Motivation</vt:lpstr>
      <vt:lpstr>PowerPoint Presentation</vt:lpstr>
      <vt:lpstr>Layout Process – Overview &amp; Implementation status</vt:lpstr>
      <vt:lpstr>PowerPoint Presentation</vt:lpstr>
      <vt:lpstr>PowerPoint Presentation</vt:lpstr>
      <vt:lpstr>PowerPoint Presentation</vt:lpstr>
      <vt:lpstr>PowerPoint Presentation</vt:lpstr>
      <vt:lpstr>PowerPoint Presentation</vt:lpstr>
      <vt:lpstr>Polaris Pilot Overview- Filter Board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Sivan Kirshon</dc:creator>
  <cp:lastModifiedBy>Moshe Raviv</cp:lastModifiedBy>
  <cp:revision>24</cp:revision>
  <dcterms:created xsi:type="dcterms:W3CDTF">2025-05-11T10:18:16Z</dcterms:created>
  <dcterms:modified xsi:type="dcterms:W3CDTF">2025-11-10T10:00:43Z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0CEA0E78-C59B-4006-8441-D692B5019D7A</vt:lpwstr>
  </property>
  <property fmtid="{D5CDD505-2E9C-101B-9397-08002B2CF9AE}" pid="3" name="ArticulatePath">
    <vt:lpwstr>https://solaredge0-my.sharepoint.com/personal/liat_d_solaredge_com/Documents/Sharing is Caring/Corporate Presentation/Beta Testing/SolarEdge Corporate PPT repository v.5 Beta</vt:lpwstr>
  </property>
  <property fmtid="{D5CDD505-2E9C-101B-9397-08002B2CF9AE}" pid="4" name="ContentTypeId">
    <vt:lpwstr>0x0101007AFBE424BC50B241B01C4D90EC99ADAD</vt:lpwstr>
  </property>
  <property fmtid="{D5CDD505-2E9C-101B-9397-08002B2CF9AE}" pid="5" name="MediaServiceImageTags">
    <vt:lpwstr/>
  </property>
</Properties>
</file>